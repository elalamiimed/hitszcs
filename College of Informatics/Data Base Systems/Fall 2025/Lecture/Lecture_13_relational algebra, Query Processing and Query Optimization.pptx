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407" r:id="rId3"/>
    <p:sldId id="481" r:id="rId5"/>
    <p:sldId id="477" r:id="rId6"/>
    <p:sldId id="257" r:id="rId7"/>
    <p:sldId id="408" r:id="rId8"/>
    <p:sldId id="409" r:id="rId9"/>
    <p:sldId id="411" r:id="rId10"/>
    <p:sldId id="413" r:id="rId11"/>
    <p:sldId id="415" r:id="rId12"/>
    <p:sldId id="416" r:id="rId13"/>
    <p:sldId id="417" r:id="rId14"/>
    <p:sldId id="418" r:id="rId15"/>
    <p:sldId id="419" r:id="rId16"/>
    <p:sldId id="420" r:id="rId17"/>
    <p:sldId id="421" r:id="rId18"/>
    <p:sldId id="422" r:id="rId19"/>
    <p:sldId id="423" r:id="rId20"/>
    <p:sldId id="424" r:id="rId21"/>
    <p:sldId id="425" r:id="rId22"/>
    <p:sldId id="426" r:id="rId23"/>
    <p:sldId id="427" r:id="rId24"/>
    <p:sldId id="428" r:id="rId25"/>
    <p:sldId id="429" r:id="rId26"/>
    <p:sldId id="430" r:id="rId27"/>
    <p:sldId id="479" r:id="rId28"/>
    <p:sldId id="431" r:id="rId29"/>
    <p:sldId id="432" r:id="rId30"/>
    <p:sldId id="433" r:id="rId31"/>
    <p:sldId id="434" r:id="rId32"/>
    <p:sldId id="435" r:id="rId33"/>
    <p:sldId id="436" r:id="rId34"/>
    <p:sldId id="437" r:id="rId35"/>
    <p:sldId id="442" r:id="rId36"/>
    <p:sldId id="438" r:id="rId37"/>
    <p:sldId id="480" r:id="rId38"/>
    <p:sldId id="439" r:id="rId39"/>
    <p:sldId id="441" r:id="rId40"/>
    <p:sldId id="443" r:id="rId41"/>
    <p:sldId id="444" r:id="rId42"/>
    <p:sldId id="445" r:id="rId43"/>
    <p:sldId id="446" r:id="rId44"/>
    <p:sldId id="447" r:id="rId45"/>
    <p:sldId id="448" r:id="rId46"/>
    <p:sldId id="449" r:id="rId47"/>
    <p:sldId id="450" r:id="rId48"/>
    <p:sldId id="451" r:id="rId49"/>
    <p:sldId id="478" r:id="rId50"/>
    <p:sldId id="452" r:id="rId51"/>
    <p:sldId id="454" r:id="rId52"/>
    <p:sldId id="453" r:id="rId53"/>
    <p:sldId id="456" r:id="rId54"/>
    <p:sldId id="457" r:id="rId55"/>
    <p:sldId id="458" r:id="rId56"/>
    <p:sldId id="459" r:id="rId57"/>
    <p:sldId id="460" r:id="rId58"/>
    <p:sldId id="461" r:id="rId59"/>
    <p:sldId id="463" r:id="rId60"/>
    <p:sldId id="464" r:id="rId61"/>
    <p:sldId id="465" r:id="rId62"/>
    <p:sldId id="466" r:id="rId63"/>
    <p:sldId id="467" r:id="rId64"/>
    <p:sldId id="468" r:id="rId65"/>
    <p:sldId id="469" r:id="rId66"/>
    <p:sldId id="470" r:id="rId67"/>
    <p:sldId id="471" r:id="rId68"/>
    <p:sldId id="472" r:id="rId69"/>
    <p:sldId id="475" r:id="rId70"/>
    <p:sldId id="476"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ou, Xun" initials="Z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9" autoAdjust="0"/>
    <p:restoredTop sz="96433" autoAdjust="0"/>
  </p:normalViewPr>
  <p:slideViewPr>
    <p:cSldViewPr snapToGrid="0" showGuides="1">
      <p:cViewPr varScale="1">
        <p:scale>
          <a:sx n="153" d="100"/>
          <a:sy n="153" d="100"/>
        </p:scale>
        <p:origin x="282" y="144"/>
      </p:cViewPr>
      <p:guideLst>
        <p:guide orient="horz" pos="2183"/>
        <p:guide pos="381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3" d="100"/>
          <a:sy n="93" d="100"/>
        </p:scale>
        <p:origin x="-109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commentAuthors" Target="commentAuthors.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AEB7E-867D-4282-8DE5-F36A179E3AC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0BA66-FF30-40C0-A8D7-30028C97E1F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0000BA66-FF30-40C0-A8D7-30028C97E1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B42AF0-9EB6-4DA0-AA18-4D452EF1FC35}"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D6054D9-3FC8-4F5A-9887-8169F77364C0}"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9B5D39E-5580-4DD5-8F06-2604FE426769}"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050662ED-3FA5-4E29-AD84-CBD2ED8A40E8}"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AFA719D-44E6-47A2-84AB-0AB0DB21914A}"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CE2FE4-6D64-44AB-8717-E7988512E516}"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7" name="Date Placeholder 6"/>
          <p:cNvSpPr>
            <a:spLocks noGrp="1"/>
          </p:cNvSpPr>
          <p:nvPr>
            <p:ph type="dt" sz="half" idx="10"/>
          </p:nvPr>
        </p:nvSpPr>
        <p:spPr/>
        <p:txBody>
          <a:bodyPr/>
          <a:lstStyle/>
          <a:p>
            <a:fld id="{CBBC0149-D071-4618-B927-DAD5ED66D149}" type="datetime1">
              <a:rPr lang="en-US" smtClean="0"/>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BD1A81E-A393-41C9-9B38-2D3A71971022}" type="datetime1">
              <a:rPr lang="en-US" smtClean="0"/>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E7F7BDC-98EC-441F-8CC2-C970B2D9F19F}"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CD76D57-56A4-4768-98BC-B1DCE3579E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65EF54B-6BF3-4F64-AA49-C79910828BAA}"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E73FADF-1024-4215-908D-689AC4B31A34}" type="datetime1">
              <a:rPr lang="en-US" smtClean="0"/>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7.xml"/><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48.jpeg"/><Relationship Id="rId1" Type="http://schemas.openxmlformats.org/officeDocument/2006/relationships/image" Target="../media/image47.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image" Target="../media/image59.jpeg"/><Relationship Id="rId8" Type="http://schemas.openxmlformats.org/officeDocument/2006/relationships/image" Target="../media/image58.jpeg"/><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1" Type="http://schemas.openxmlformats.org/officeDocument/2006/relationships/notesSlide" Target="../notesSlides/notesSlide33.xml"/><Relationship Id="rId10" Type="http://schemas.openxmlformats.org/officeDocument/2006/relationships/slideLayout" Target="../slideLayouts/slideLayout2.xml"/><Relationship Id="rId1" Type="http://schemas.openxmlformats.org/officeDocument/2006/relationships/image" Target="../media/image51.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7.xml"/><Relationship Id="rId2" Type="http://schemas.openxmlformats.org/officeDocument/2006/relationships/image" Target="../media/image74.png"/><Relationship Id="rId1" Type="http://schemas.openxmlformats.org/officeDocument/2006/relationships/image" Target="../media/image7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7.xml"/><Relationship Id="rId2" Type="http://schemas.openxmlformats.org/officeDocument/2006/relationships/image" Target="../media/image76.png"/><Relationship Id="rId1" Type="http://schemas.openxmlformats.org/officeDocument/2006/relationships/image" Target="../media/image75.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7.xml"/><Relationship Id="rId2" Type="http://schemas.openxmlformats.org/officeDocument/2006/relationships/image" Target="../media/image74.png"/><Relationship Id="rId1" Type="http://schemas.openxmlformats.org/officeDocument/2006/relationships/image" Target="../media/image7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a:t>Database S</a:t>
            </a:r>
            <a:r>
              <a:rPr lang="en-US" altLang="zh-CN" sz="6600" dirty="0"/>
              <a:t>ystems</a:t>
            </a:r>
            <a:endParaRPr lang="en-US" sz="6600" dirty="0"/>
          </a:p>
        </p:txBody>
      </p:sp>
      <p:sp>
        <p:nvSpPr>
          <p:cNvPr id="3" name="Subtitle 2"/>
          <p:cNvSpPr>
            <a:spLocks noGrp="1"/>
          </p:cNvSpPr>
          <p:nvPr>
            <p:ph type="subTitle" idx="1"/>
          </p:nvPr>
        </p:nvSpPr>
        <p:spPr/>
        <p:txBody>
          <a:bodyPr>
            <a:normAutofit fontScale="70000" lnSpcReduction="20000"/>
          </a:bodyPr>
          <a:lstStyle/>
          <a:p>
            <a:r>
              <a:rPr lang="en-US" dirty="0"/>
              <a:t>COMP 3010E FALL 2025</a:t>
            </a:r>
            <a:endParaRPr lang="en-US" dirty="0"/>
          </a:p>
          <a:p>
            <a:endParaRPr lang="en-US" dirty="0"/>
          </a:p>
          <a:p>
            <a:r>
              <a:rPr lang="en-US" dirty="0"/>
              <a:t>Lecture 13 </a:t>
            </a:r>
            <a:r>
              <a:rPr lang="en-US" altLang="zh-CN" dirty="0"/>
              <a:t>The relational algebra, Query Processing and Query Optimization</a:t>
            </a:r>
            <a:endParaRPr lang="en-US"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4FAB73BC-B049-4115-A692-8D63A059BFB8}"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Final Exam </a:t>
            </a:r>
            <a:endParaRPr lang="en-US" altLang="zh-CN"/>
          </a:p>
        </p:txBody>
      </p:sp>
      <p:sp>
        <p:nvSpPr>
          <p:cNvPr id="3" name="内容占位符 2"/>
          <p:cNvSpPr>
            <a:spLocks noGrp="1"/>
          </p:cNvSpPr>
          <p:nvPr>
            <p:ph idx="1"/>
          </p:nvPr>
        </p:nvSpPr>
        <p:spPr/>
        <p:txBody>
          <a:bodyPr/>
          <a:p>
            <a:r>
              <a:rPr lang="en-US" altLang="zh-CN"/>
              <a:t>Week 13 </a:t>
            </a:r>
            <a:r>
              <a:rPr lang="en-US" altLang="zh-CN"/>
              <a:t>Thursday (Nov. 27), 16:00-18:00</a:t>
            </a:r>
            <a:endParaRPr lang="en-US" altLang="zh-CN"/>
          </a:p>
          <a:p>
            <a:r>
              <a:rPr lang="en-US" altLang="zh-CN"/>
              <a:t>H301</a:t>
            </a:r>
            <a:endParaRPr lang="en-US" altLang="zh-CN"/>
          </a:p>
          <a:p>
            <a:pPr>
              <a:buFont typeface="Wingdings" panose="05000000000000000000" charset="0"/>
              <a:buChar char="l"/>
            </a:pPr>
            <a:r>
              <a:rPr lang="en-US" altLang="zh-CN"/>
              <a:t> Closed book, Closed note, No electronic devices</a:t>
            </a:r>
            <a:endParaRPr lang="en-US" altLang="zh-CN"/>
          </a:p>
          <a:p>
            <a:pPr>
              <a:buFont typeface="Wingdings" panose="05000000000000000000" charset="0"/>
              <a:buChar char="l"/>
            </a:pPr>
            <a:r>
              <a:rPr lang="en-US" altLang="zh-CN"/>
              <a:t> Questions based on materials, homework, labs</a:t>
            </a:r>
            <a:endParaRPr lang="en-US" altLang="zh-CN"/>
          </a:p>
          <a:p>
            <a:pPr>
              <a:buFont typeface="Wingdings" panose="05000000000000000000" charset="0"/>
              <a:buChar char="l"/>
            </a:pPr>
            <a:r>
              <a:rPr lang="en-US" altLang="zh-CN"/>
              <a:t> True or false, Fill in blanks, Multiple choices, SQL writing/reading, Brief text answers.</a:t>
            </a:r>
            <a:endParaRPr lang="en-US" altLang="zh-CN"/>
          </a:p>
          <a:p>
            <a:pPr>
              <a:buFont typeface="Wingdings" panose="05000000000000000000" charset="0"/>
              <a:buChar char="l"/>
            </a:pPr>
            <a:r>
              <a:rPr lang="en-US" altLang="zh-CN"/>
              <a:t> </a:t>
            </a:r>
            <a:r>
              <a:rPr lang="en-US" altLang="zh-CN"/>
              <a:t>Brief review in the last lecture. </a:t>
            </a:r>
            <a:endParaRPr lang="en-US" altLang="zh-CN"/>
          </a:p>
          <a:p>
            <a:endParaRPr lang="en-US" altLang="zh-CN"/>
          </a:p>
        </p:txBody>
      </p:sp>
      <p:sp>
        <p:nvSpPr>
          <p:cNvPr id="4" name="灯片编号占位符 3"/>
          <p:cNvSpPr>
            <a:spLocks noGrp="1"/>
          </p:cNvSpPr>
          <p:nvPr>
            <p:ph type="sldNum" sz="quarter" idx="12"/>
          </p:nvPr>
        </p:nvSpPr>
        <p:spPr/>
        <p:txBody>
          <a:bodyPr/>
          <a:p>
            <a:fld id="{6113E31D-E2AB-40D1-8B51-AFA5AFEF393A}" type="slidenum">
              <a:rPr lang="en-US" smtClean="0"/>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Agenda</a:t>
            </a:r>
            <a:endParaRPr lang="en-US" dirty="0"/>
          </a:p>
        </p:txBody>
      </p:sp>
      <p:sp>
        <p:nvSpPr>
          <p:cNvPr id="3" name="Content Placeholder 2"/>
          <p:cNvSpPr>
            <a:spLocks noGrp="1"/>
          </p:cNvSpPr>
          <p:nvPr>
            <p:ph idx="1"/>
          </p:nvPr>
        </p:nvSpPr>
        <p:spPr>
          <a:xfrm>
            <a:off x="1097280" y="1845733"/>
            <a:ext cx="10296144" cy="5056108"/>
          </a:xfrm>
        </p:spPr>
        <p:txBody>
          <a:bodyPr>
            <a:normAutofit lnSpcReduction="10000"/>
          </a:bodyPr>
          <a:lstStyle/>
          <a:p>
            <a:pPr>
              <a:buFont typeface="Wingdings" panose="05000000000000000000" pitchFamily="2" charset="2"/>
              <a:buChar char="q"/>
            </a:pPr>
            <a:r>
              <a:rPr lang="en-US" sz="2400" b="1" dirty="0"/>
              <a:t> </a:t>
            </a:r>
            <a:r>
              <a:rPr lang="en-US" sz="2400" b="1" u="sng" dirty="0"/>
              <a:t>The Relational Algebra</a:t>
            </a:r>
            <a:endParaRPr lang="en-US" sz="2400" b="1" u="sng" dirty="0"/>
          </a:p>
          <a:p>
            <a:pPr lvl="1">
              <a:buClr>
                <a:srgbClr val="1CADE4"/>
              </a:buClr>
              <a:buFont typeface="Courier New" panose="02070309020205020404" pitchFamily="49" charset="0"/>
              <a:buChar char="o"/>
              <a:defRPr/>
            </a:pPr>
            <a:r>
              <a:rPr lang="en-US" altLang="zh-CN" sz="2400" dirty="0"/>
              <a:t>Relational algebra operations</a:t>
            </a:r>
            <a:endParaRPr lang="en-US" sz="2400" b="1" dirty="0"/>
          </a:p>
          <a:p>
            <a:pPr>
              <a:buFont typeface="Wingdings" panose="05000000000000000000" pitchFamily="2" charset="2"/>
              <a:buChar char="q"/>
            </a:pPr>
            <a:r>
              <a:rPr lang="en-US" sz="2200" dirty="0"/>
              <a:t> </a:t>
            </a:r>
            <a:r>
              <a:rPr lang="en-US" sz="2400" b="1" u="sng" dirty="0"/>
              <a:t>Query Processing</a:t>
            </a:r>
            <a:endParaRPr lang="en-US" sz="2400" b="1" u="sng" dirty="0"/>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Basic steps in query processing</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Measures of query cost</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Select operation</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Join operation</a:t>
            </a:r>
            <a:endParaRPr lang="en-US" sz="2200" b="1" u="sng" dirty="0"/>
          </a:p>
          <a:p>
            <a:pPr>
              <a:buFont typeface="Wingdings" panose="05000000000000000000" pitchFamily="2" charset="2"/>
              <a:buChar char="q"/>
            </a:pPr>
            <a:r>
              <a:rPr lang="en-US" sz="2200" dirty="0"/>
              <a:t> </a:t>
            </a:r>
            <a:r>
              <a:rPr lang="en-US" sz="2400" b="1" u="sng" dirty="0"/>
              <a:t>Query Optimization</a:t>
            </a:r>
            <a:endParaRPr lang="en-US" sz="2400" b="1" u="sng" dirty="0"/>
          </a:p>
          <a:p>
            <a:pPr lvl="1">
              <a:buFont typeface="Courier New" panose="02070309020205020404" pitchFamily="49" charset="0"/>
              <a:buChar char="o"/>
            </a:pPr>
            <a:r>
              <a:rPr lang="en-US" sz="2200" dirty="0"/>
              <a:t>Transformation of relational expressions</a:t>
            </a:r>
            <a:endParaRPr lang="en-US" sz="2200" dirty="0"/>
          </a:p>
          <a:p>
            <a:pPr lvl="1">
              <a:buFont typeface="Courier New" panose="02070309020205020404" pitchFamily="49" charset="0"/>
              <a:buChar char="o"/>
            </a:pPr>
            <a:r>
              <a:rPr lang="en-US" sz="2200" dirty="0"/>
              <a:t>Logical query optimization</a:t>
            </a:r>
            <a:endParaRPr lang="en-US" sz="2200" dirty="0"/>
          </a:p>
          <a:p>
            <a:pPr lvl="1">
              <a:buFont typeface="Courier New" panose="02070309020205020404" pitchFamily="49" charset="0"/>
              <a:buChar char="o"/>
            </a:pPr>
            <a:r>
              <a:rPr lang="en-US" sz="2200" dirty="0"/>
              <a:t>Physical query optimization</a:t>
            </a:r>
            <a:endParaRPr lang="en-US" sz="2200" dirty="0"/>
          </a:p>
          <a:p>
            <a:pPr lvl="1">
              <a:buFont typeface="Courier New" panose="02070309020205020404" pitchFamily="49" charset="0"/>
              <a:buChar char="o"/>
            </a:pPr>
            <a:r>
              <a:rPr lang="en-US" sz="2200" dirty="0"/>
              <a:t>Cost estimation </a:t>
            </a:r>
            <a:endParaRPr lang="en-US" sz="2200" dirty="0"/>
          </a:p>
          <a:p>
            <a:r>
              <a:rPr lang="en-US" dirty="0"/>
              <a:t> </a:t>
            </a:r>
            <a:endParaRPr lang="en-US" dirty="0"/>
          </a:p>
          <a:p>
            <a:endParaRPr lang="en-US"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The Relational Algebra</a:t>
            </a:r>
            <a:endParaRPr lang="en-US" dirty="0"/>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fld>
            <a:endParaRPr lang="en-US" sz="1400">
              <a:solidFill>
                <a:schemeClr val="bg1"/>
              </a:solidFill>
            </a:endParaRPr>
          </a:p>
        </p:txBody>
      </p:sp>
      <p:sp>
        <p:nvSpPr>
          <p:cNvPr id="19" name="Content Placeholder 2"/>
          <p:cNvSpPr txBox="1"/>
          <p:nvPr/>
        </p:nvSpPr>
        <p:spPr>
          <a:xfrm>
            <a:off x="975360" y="1845734"/>
            <a:ext cx="10613666" cy="43538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200" dirty="0"/>
              <a:t> </a:t>
            </a:r>
            <a:r>
              <a:rPr lang="en-US" altLang="zh-CN" sz="2400" dirty="0"/>
              <a:t>A procedural language consisting of a set of operations that take one or two relations as input and produce a new relation as their result. It is the theoretical model for database queries and SQL.</a:t>
            </a:r>
            <a:endParaRPr lang="en-US" sz="1800" dirty="0"/>
          </a:p>
        </p:txBody>
      </p:sp>
      <mc:AlternateContent xmlns:mc="http://schemas.openxmlformats.org/markup-compatibility/2006">
        <mc:Choice xmlns:a14="http://schemas.microsoft.com/office/drawing/2010/main" Requires="a14">
          <p:sp>
            <p:nvSpPr>
              <p:cNvPr id="11" name="文本框 10"/>
              <p:cNvSpPr txBox="1"/>
              <p:nvPr/>
            </p:nvSpPr>
            <p:spPr>
              <a:xfrm>
                <a:off x="3320860" y="3165574"/>
                <a:ext cx="5396349" cy="41684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zh-CN" altLang="en-US" sz="2400" b="1" i="1" smtClean="0">
                              <a:latin typeface="Cambria Math" panose="02040503050406030204" pitchFamily="18" charset="0"/>
                            </a:rPr>
                            <m:t>𝝅</m:t>
                          </m:r>
                        </m:e>
                        <m:sub>
                          <m:r>
                            <a:rPr lang="en-US" altLang="zh-CN" sz="2400" b="1" i="1" smtClean="0">
                              <a:latin typeface="Cambria Math" panose="02040503050406030204" pitchFamily="18" charset="0"/>
                            </a:rPr>
                            <m:t>𝑵𝒂𝒎𝒆</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𝑪𝒐𝒖𝒓𝒔𝒆𝑵𝒂𝒎𝒆</m:t>
                          </m:r>
                        </m:sub>
                      </m:sSub>
                      <m:d>
                        <m:dPr>
                          <m:ctrlPr>
                            <a:rPr lang="en-US" altLang="zh-CN" sz="2400" b="1" i="1" smtClean="0">
                              <a:latin typeface="Cambria Math" panose="02040503050406030204" pitchFamily="18" charset="0"/>
                            </a:rPr>
                          </m:ctrlPr>
                        </m:dPr>
                        <m:e>
                          <m:sSub>
                            <m:sSubPr>
                              <m:ctrlPr>
                                <a:rPr lang="en-US" altLang="zh-CN" sz="2400" b="1" i="1" smtClean="0">
                                  <a:latin typeface="Cambria Math" panose="02040503050406030204" pitchFamily="18" charset="0"/>
                                </a:rPr>
                              </m:ctrlPr>
                            </m:sSubPr>
                            <m:e>
                              <m:r>
                                <a:rPr lang="zh-CN" altLang="en-US" sz="2400" b="1" i="1" smtClean="0">
                                  <a:latin typeface="Cambria Math" panose="02040503050406030204" pitchFamily="18" charset="0"/>
                                </a:rPr>
                                <m:t>𝝈</m:t>
                              </m:r>
                            </m:e>
                            <m:sub>
                              <m:r>
                                <a:rPr lang="en-US" altLang="zh-CN" sz="2400" b="1" i="1" smtClean="0">
                                  <a:latin typeface="Cambria Math" panose="02040503050406030204" pitchFamily="18" charset="0"/>
                                </a:rPr>
                                <m:t>𝑪𝒐𝒖𝒓𝒔𝒆𝑰𝑫</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𝒄</m:t>
                              </m:r>
                              <m:r>
                                <a:rPr lang="en-US" altLang="zh-CN" sz="2400" b="1" i="1" smtClean="0">
                                  <a:latin typeface="Cambria Math" panose="02040503050406030204" pitchFamily="18" charset="0"/>
                                </a:rPr>
                                <m:t>𝟐</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𝑹</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𝑺</m:t>
                              </m:r>
                            </m:e>
                          </m:d>
                        </m:e>
                      </m:d>
                    </m:oMath>
                  </m:oMathPara>
                </a14:m>
                <a:endParaRPr lang="zh-CN" altLang="en-US" sz="2400" b="1" dirty="0"/>
              </a:p>
            </p:txBody>
          </p:sp>
        </mc:Choice>
        <mc:Fallback>
          <p:sp>
            <p:nvSpPr>
              <p:cNvPr id="11" name="文本框 10"/>
              <p:cNvSpPr txBox="1">
                <a:spLocks noRot="1" noChangeAspect="1" noMove="1" noResize="1" noEditPoints="1" noAdjustHandles="1" noChangeArrowheads="1" noChangeShapeType="1" noTextEdit="1"/>
              </p:cNvSpPr>
              <p:nvPr/>
            </p:nvSpPr>
            <p:spPr>
              <a:xfrm>
                <a:off x="3320860" y="3165574"/>
                <a:ext cx="5396349" cy="416845"/>
              </a:xfrm>
              <a:prstGeom prst="rect">
                <a:avLst/>
              </a:prstGeom>
              <a:blipFill rotWithShape="1">
                <a:blip r:embed="rId1"/>
                <a:stretch>
                  <a:fillRect l="-8" t="-24" r="-248" b="92"/>
                </a:stretch>
              </a:blipFill>
            </p:spPr>
            <p:txBody>
              <a:bodyPr/>
              <a:lstStyle/>
              <a:p>
                <a:r>
                  <a:rPr lang="zh-CN" altLang="en-US">
                    <a:noFill/>
                  </a:rPr>
                  <a:t> </a:t>
                </a:r>
              </a:p>
            </p:txBody>
          </p:sp>
        </mc:Fallback>
      </mc:AlternateContent>
      <p:cxnSp>
        <p:nvCxnSpPr>
          <p:cNvPr id="12" name="直接箭头连接符 11"/>
          <p:cNvCxnSpPr/>
          <p:nvPr/>
        </p:nvCxnSpPr>
        <p:spPr>
          <a:xfrm flipV="1">
            <a:off x="7379949" y="3582419"/>
            <a:ext cx="266097" cy="721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flipV="1">
            <a:off x="8298228" y="3576891"/>
            <a:ext cx="418981" cy="732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812999" y="4337027"/>
            <a:ext cx="1133900" cy="369332"/>
          </a:xfrm>
          <a:prstGeom prst="rect">
            <a:avLst/>
          </a:prstGeom>
          <a:noFill/>
        </p:spPr>
        <p:txBody>
          <a:bodyPr wrap="none" rtlCol="0">
            <a:spAutoFit/>
          </a:bodyPr>
          <a:lstStyle/>
          <a:p>
            <a:r>
              <a:rPr lang="en-US" altLang="zh-CN" dirty="0"/>
              <a:t>Relation R</a:t>
            </a:r>
            <a:endParaRPr lang="zh-CN" altLang="en-US" dirty="0"/>
          </a:p>
        </p:txBody>
      </p:sp>
      <p:sp>
        <p:nvSpPr>
          <p:cNvPr id="15" name="文本框 14"/>
          <p:cNvSpPr txBox="1"/>
          <p:nvPr/>
        </p:nvSpPr>
        <p:spPr>
          <a:xfrm>
            <a:off x="8150259" y="4337027"/>
            <a:ext cx="1114664" cy="369332"/>
          </a:xfrm>
          <a:prstGeom prst="rect">
            <a:avLst/>
          </a:prstGeom>
          <a:noFill/>
        </p:spPr>
        <p:txBody>
          <a:bodyPr wrap="none" rtlCol="0">
            <a:spAutoFit/>
          </a:bodyPr>
          <a:lstStyle/>
          <a:p>
            <a:r>
              <a:rPr lang="en-US" altLang="zh-CN" dirty="0"/>
              <a:t>Relation S</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Relational Algebra Operations</a:t>
            </a:r>
            <a:endParaRPr lang="en-US" dirty="0"/>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fld>
            <a:endParaRPr lang="en-US" sz="1400">
              <a:solidFill>
                <a:schemeClr val="bg1"/>
              </a:solidFill>
            </a:endParaRPr>
          </a:p>
        </p:txBody>
      </p:sp>
      <p:sp>
        <p:nvSpPr>
          <p:cNvPr id="19" name="Content Placeholder 2"/>
          <p:cNvSpPr txBox="1"/>
          <p:nvPr/>
        </p:nvSpPr>
        <p:spPr>
          <a:xfrm>
            <a:off x="975360" y="1845734"/>
            <a:ext cx="10613666" cy="43538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200" dirty="0"/>
              <a:t>Basic operations in relational algebra are divided into </a:t>
            </a:r>
            <a:r>
              <a:rPr lang="en-US" sz="2200" dirty="0">
                <a:solidFill>
                  <a:srgbClr val="FF0000"/>
                </a:solidFill>
              </a:rPr>
              <a:t>set operations </a:t>
            </a:r>
            <a:r>
              <a:rPr lang="en-US" sz="2200" dirty="0"/>
              <a:t>and </a:t>
            </a:r>
            <a:r>
              <a:rPr lang="en-US" sz="2200" dirty="0">
                <a:solidFill>
                  <a:srgbClr val="FF0000"/>
                </a:solidFill>
              </a:rPr>
              <a:t>pure relational operations</a:t>
            </a:r>
            <a:r>
              <a:rPr lang="en-US" sz="2200" dirty="0"/>
              <a:t>.</a:t>
            </a:r>
            <a:endParaRPr lang="en-US" sz="1800" dirty="0"/>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1097280" y="3277951"/>
              <a:ext cx="5078984" cy="1483360"/>
            </p:xfrm>
            <a:graphic>
              <a:graphicData uri="http://schemas.openxmlformats.org/drawingml/2006/table">
                <a:tbl>
                  <a:tblPr bandRow="1">
                    <a:tableStyleId>{5C22544A-7EE6-4342-B048-85BDC9FD1C3A}</a:tableStyleId>
                  </a:tblPr>
                  <a:tblGrid>
                    <a:gridCol w="2104644"/>
                    <a:gridCol w="392430"/>
                    <a:gridCol w="367030"/>
                    <a:gridCol w="2214880"/>
                  </a:tblGrid>
                  <a:tr h="370840">
                    <a:tc>
                      <a:txBody>
                        <a:bodyPr/>
                        <a:lstStyle/>
                        <a:p>
                          <a:r>
                            <a:rPr lang="en-US" altLang="zh-CN" b="1" dirty="0"/>
                            <a:t>UNION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b="1" dirty="0"/>
                            <a:t>INTERSECTION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b="1" dirty="0"/>
                            <a:t>DIFFERENCE</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b="1" dirty="0"/>
                            <a:t>Cartesian PRODUCT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2" name="表格 1"/>
              <p:cNvGraphicFramePr>
                <a:graphicFrameLocks noGrp="1"/>
              </p:cNvGraphicFramePr>
              <p:nvPr/>
            </p:nvGraphicFramePr>
            <p:xfrm>
              <a:off x="1097280" y="3277951"/>
              <a:ext cx="5078984" cy="1483360"/>
            </p:xfrm>
            <a:graphic>
              <a:graphicData uri="http://schemas.openxmlformats.org/drawingml/2006/table">
                <a:tbl>
                  <a:tblPr bandRow="1">
                    <a:tableStyleId>{5C22544A-7EE6-4342-B048-85BDC9FD1C3A}</a:tableStyleId>
                  </a:tblPr>
                  <a:tblGrid>
                    <a:gridCol w="2104644"/>
                    <a:gridCol w="392430"/>
                    <a:gridCol w="367030"/>
                    <a:gridCol w="2214880"/>
                  </a:tblGrid>
                  <a:tr h="370840">
                    <a:tc>
                      <a:txBody>
                        <a:bodyPr/>
                        <a:lstStyle/>
                        <a:p>
                          <a:r>
                            <a:rPr lang="en-US" altLang="zh-CN" b="1" dirty="0"/>
                            <a:t>UNION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0840">
                    <a:tc>
                      <a:txBody>
                        <a:bodyPr/>
                        <a:lstStyle/>
                        <a:p>
                          <a:r>
                            <a:rPr lang="en-US" altLang="zh-CN" b="1" dirty="0"/>
                            <a:t>INTERSECTION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0840">
                    <a:tc>
                      <a:txBody>
                        <a:bodyPr/>
                        <a:lstStyle/>
                        <a:p>
                          <a:r>
                            <a:rPr lang="en-US" altLang="zh-CN" b="1" dirty="0"/>
                            <a:t>DIFFERENCE</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0840">
                    <a:tc>
                      <a:txBody>
                        <a:bodyPr/>
                        <a:lstStyle/>
                        <a:p>
                          <a:r>
                            <a:rPr lang="en-US" altLang="zh-CN" b="1" dirty="0"/>
                            <a:t>Cartesian PRODUCT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7011987" y="3277951"/>
              <a:ext cx="4082733" cy="1483360"/>
            </p:xfrm>
            <a:graphic>
              <a:graphicData uri="http://schemas.openxmlformats.org/drawingml/2006/table">
                <a:tbl>
                  <a:tblPr bandRow="1">
                    <a:tableStyleId>{5C22544A-7EE6-4342-B048-85BDC9FD1C3A}</a:tableStyleId>
                  </a:tblPr>
                  <a:tblGrid>
                    <a:gridCol w="1108393"/>
                    <a:gridCol w="392430"/>
                    <a:gridCol w="367030"/>
                    <a:gridCol w="2214880"/>
                  </a:tblGrid>
                  <a:tr h="370840">
                    <a:tc>
                      <a:txBody>
                        <a:bodyPr/>
                        <a:lstStyle/>
                        <a:p>
                          <a:r>
                            <a:rPr lang="en-US" altLang="zh-CN" b="1" dirty="0"/>
                            <a:t>PROJECT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sSub>
                                <m:sSubPr>
                                  <m:ctrlPr>
                                    <a:rPr lang="en-US" altLang="zh-CN" b="1" i="1" smtClean="0">
                                      <a:latin typeface="Cambria Math" panose="02040503050406030204" pitchFamily="18" charset="0"/>
                                    </a:rPr>
                                  </m:ctrlPr>
                                </m:sSubPr>
                                <m:e>
                                  <m:r>
                                    <a:rPr lang="zh-CN" altLang="en-US" b="1" i="1" smtClean="0">
                                      <a:latin typeface="Cambria Math" panose="02040503050406030204" pitchFamily="18" charset="0"/>
                                    </a:rPr>
                                    <m:t>𝝅</m:t>
                                  </m:r>
                                </m:e>
                                <m:sub>
                                  <m:r>
                                    <a:rPr lang="en-US" altLang="zh-CN" b="1" i="1" smtClean="0">
                                      <a:latin typeface="Cambria Math" panose="02040503050406030204" pitchFamily="18" charset="0"/>
                                    </a:rPr>
                                    <m:t>𝑨</m:t>
                                  </m:r>
                                </m:sub>
                              </m:sSub>
                            </m:oMath>
                          </a14:m>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b="1" dirty="0"/>
                            <a:t>SELECT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sSub>
                                <m:sSubPr>
                                  <m:ctrlPr>
                                    <a:rPr lang="en-US" altLang="zh-CN" b="1" i="1" smtClean="0">
                                      <a:latin typeface="Cambria Math" panose="02040503050406030204" pitchFamily="18" charset="0"/>
                                    </a:rPr>
                                  </m:ctrlPr>
                                </m:sSubPr>
                                <m:e>
                                  <m:r>
                                    <a:rPr lang="zh-CN" altLang="en-US" b="1" i="1" smtClean="0">
                                      <a:latin typeface="Cambria Math" panose="02040503050406030204" pitchFamily="18" charset="0"/>
                                    </a:rPr>
                                    <m:t>𝝈</m:t>
                                  </m:r>
                                </m:e>
                                <m:sub>
                                  <m:r>
                                    <a:rPr lang="en-US" altLang="zh-CN" b="1" i="1" smtClean="0">
                                      <a:latin typeface="Cambria Math" panose="02040503050406030204" pitchFamily="18" charset="0"/>
                                    </a:rPr>
                                    <m:t>𝑪𝒐𝒏</m:t>
                                  </m:r>
                                </m:sub>
                              </m:sSub>
                            </m:oMath>
                          </a14:m>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b="1" dirty="0"/>
                            <a:t>JOIN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b="1" dirty="0"/>
                            <a:t>DIVISION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3" name="表格 2"/>
              <p:cNvGraphicFramePr>
                <a:graphicFrameLocks noGrp="1"/>
              </p:cNvGraphicFramePr>
              <p:nvPr/>
            </p:nvGraphicFramePr>
            <p:xfrm>
              <a:off x="7011987" y="3277951"/>
              <a:ext cx="4082733" cy="1483360"/>
            </p:xfrm>
            <a:graphic>
              <a:graphicData uri="http://schemas.openxmlformats.org/drawingml/2006/table">
                <a:tbl>
                  <a:tblPr bandRow="1">
                    <a:tableStyleId>{5C22544A-7EE6-4342-B048-85BDC9FD1C3A}</a:tableStyleId>
                  </a:tblPr>
                  <a:tblGrid>
                    <a:gridCol w="1108393"/>
                    <a:gridCol w="392430"/>
                    <a:gridCol w="367030"/>
                    <a:gridCol w="2214880"/>
                  </a:tblGrid>
                  <a:tr h="370840">
                    <a:tc>
                      <a:txBody>
                        <a:bodyPr/>
                        <a:lstStyle/>
                        <a:p>
                          <a:r>
                            <a:rPr lang="en-US" altLang="zh-CN" b="1" dirty="0"/>
                            <a:t>PROJECT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840">
                    <a:tc>
                      <a:txBody>
                        <a:bodyPr/>
                        <a:lstStyle/>
                        <a:p>
                          <a:r>
                            <a:rPr lang="en-US" altLang="zh-CN" b="1" dirty="0"/>
                            <a:t>SELECT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840">
                    <a:tc>
                      <a:txBody>
                        <a:bodyPr/>
                        <a:lstStyle/>
                        <a:p>
                          <a:r>
                            <a:rPr lang="en-US" altLang="zh-CN" b="1" dirty="0"/>
                            <a:t>JOIN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840">
                    <a:tc>
                      <a:txBody>
                        <a:bodyPr/>
                        <a:lstStyle/>
                        <a:p>
                          <a:r>
                            <a:rPr lang="en-US" altLang="zh-CN" b="1" dirty="0"/>
                            <a:t>DIVISION</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R</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bl>
              </a:graphicData>
            </a:graphic>
          </p:graphicFrame>
        </mc:Fallback>
      </mc:AlternateContent>
      <p:sp>
        <p:nvSpPr>
          <p:cNvPr id="5" name="文本框 4"/>
          <p:cNvSpPr txBox="1"/>
          <p:nvPr/>
        </p:nvSpPr>
        <p:spPr>
          <a:xfrm>
            <a:off x="1097280" y="2741745"/>
            <a:ext cx="1918192" cy="369332"/>
          </a:xfrm>
          <a:prstGeom prst="rect">
            <a:avLst/>
          </a:prstGeom>
          <a:noFill/>
        </p:spPr>
        <p:txBody>
          <a:bodyPr wrap="square">
            <a:spAutoFit/>
          </a:bodyPr>
          <a:lstStyle/>
          <a:p>
            <a:pPr>
              <a:spcAft>
                <a:spcPts val="800"/>
              </a:spcAft>
            </a:pPr>
            <a:r>
              <a:rPr lang="zh-CN" altLang="en-US" sz="1800" b="1" dirty="0">
                <a:solidFill>
                  <a:srgbClr val="FF0000"/>
                </a:solidFill>
                <a:cs typeface="Times New Roman" panose="02020603050405020304" pitchFamily="18" charset="0"/>
              </a:rPr>
              <a:t>① </a:t>
            </a:r>
            <a:r>
              <a:rPr lang="en-US" altLang="zh-CN" b="1" dirty="0">
                <a:solidFill>
                  <a:srgbClr val="FF0000"/>
                </a:solidFill>
                <a:cs typeface="Times New Roman" panose="02020603050405020304" pitchFamily="18" charset="0"/>
              </a:rPr>
              <a:t>Set Operations</a:t>
            </a:r>
            <a:endParaRPr lang="zh-CN" altLang="en-US" sz="1800" b="1" dirty="0">
              <a:solidFill>
                <a:srgbClr val="FF0000"/>
              </a:solidFill>
              <a:cs typeface="Times New Roman" panose="02020603050405020304" pitchFamily="18" charset="0"/>
            </a:endParaRPr>
          </a:p>
        </p:txBody>
      </p:sp>
      <p:sp>
        <p:nvSpPr>
          <p:cNvPr id="7" name="文本框 6"/>
          <p:cNvSpPr txBox="1"/>
          <p:nvPr/>
        </p:nvSpPr>
        <p:spPr>
          <a:xfrm>
            <a:off x="6920592" y="2741745"/>
            <a:ext cx="3137808" cy="369332"/>
          </a:xfrm>
          <a:prstGeom prst="rect">
            <a:avLst/>
          </a:prstGeom>
          <a:noFill/>
        </p:spPr>
        <p:txBody>
          <a:bodyPr wrap="square">
            <a:spAutoFit/>
          </a:bodyPr>
          <a:lstStyle/>
          <a:p>
            <a:pPr>
              <a:spcAft>
                <a:spcPts val="800"/>
              </a:spcAft>
            </a:pPr>
            <a:r>
              <a:rPr lang="zh-CN" altLang="en-US" b="1" dirty="0">
                <a:solidFill>
                  <a:srgbClr val="FF0000"/>
                </a:solidFill>
                <a:cs typeface="Times New Roman" panose="02020603050405020304" pitchFamily="18" charset="0"/>
              </a:rPr>
              <a:t>② </a:t>
            </a:r>
            <a:r>
              <a:rPr lang="en-US" altLang="zh-CN" b="1" dirty="0">
                <a:solidFill>
                  <a:srgbClr val="FF0000"/>
                </a:solidFill>
                <a:cs typeface="Times New Roman" panose="02020603050405020304" pitchFamily="18" charset="0"/>
              </a:rPr>
              <a:t>Pure Relational Operations</a:t>
            </a:r>
            <a:endParaRPr lang="zh-CN" altLang="en-US" sz="1800" b="1" dirty="0">
              <a:solidFill>
                <a:srgbClr val="FF0000"/>
              </a:solidFill>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矩形 7"/>
              <p:cNvSpPr/>
              <p:nvPr/>
            </p:nvSpPr>
            <p:spPr>
              <a:xfrm>
                <a:off x="6920592" y="4928185"/>
                <a:ext cx="2215991" cy="400110"/>
              </a:xfrm>
              <a:prstGeom prst="rect">
                <a:avLst/>
              </a:prstGeom>
            </p:spPr>
            <p:txBody>
              <a:bodyPr wrap="none">
                <a:spAutoFit/>
              </a:bodyPr>
              <a:lstStyle/>
              <a:p>
                <a:pPr lvl="2">
                  <a:spcAft>
                    <a:spcPts val="800"/>
                  </a:spcAft>
                </a:pPr>
                <a:r>
                  <a:rPr lang="en-US" altLang="zh-CN" sz="2000" b="1" dirty="0">
                    <a:solidFill>
                      <a:srgbClr val="0000FF"/>
                    </a:solidFill>
                    <a:cs typeface="Times New Roman" panose="02020603050405020304" pitchFamily="18" charset="0"/>
                  </a:rPr>
                  <a:t>rename: </a:t>
                </a:r>
                <a14:m>
                  <m:oMath xmlns:m="http://schemas.openxmlformats.org/officeDocument/2006/math">
                    <m:r>
                      <a:rPr lang="zh-CN" altLang="en-US" sz="2000" b="1" i="1">
                        <a:solidFill>
                          <a:srgbClr val="0000FF"/>
                        </a:solidFill>
                        <a:latin typeface="Cambria Math" panose="02040503050406030204" pitchFamily="18" charset="0"/>
                        <a:cs typeface="Times New Roman" panose="02020603050405020304" pitchFamily="18" charset="0"/>
                      </a:rPr>
                      <m:t>𝝆</m:t>
                    </m:r>
                  </m:oMath>
                </a14:m>
                <a:endParaRPr lang="en-US" altLang="zh-CN" sz="2000" b="1" dirty="0">
                  <a:solidFill>
                    <a:srgbClr val="0000FF"/>
                  </a:solidFill>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6920592" y="4928185"/>
                <a:ext cx="2215991" cy="400110"/>
              </a:xfrm>
              <a:prstGeom prst="rect">
                <a:avLst/>
              </a:prstGeom>
              <a:blipFill rotWithShape="1">
                <a:blip r:embed="rId3"/>
                <a:stretch>
                  <a:fillRect l="-16" t="-146" r="9" b="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The Relational Algebra</a:t>
            </a:r>
            <a:endParaRPr lang="en-US" dirty="0"/>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fld>
            <a:endParaRPr lang="en-US" sz="1400">
              <a:solidFill>
                <a:schemeClr val="bg1"/>
              </a:solidFill>
            </a:endParaRPr>
          </a:p>
        </p:txBody>
      </p:sp>
      <mc:AlternateContent xmlns:mc="http://schemas.openxmlformats.org/markup-compatibility/2006">
        <mc:Choice xmlns:a14="http://schemas.microsoft.com/office/drawing/2010/main" Requires="a14">
          <p:sp>
            <p:nvSpPr>
              <p:cNvPr id="19" name="Content Placeholder 2"/>
              <p:cNvSpPr txBox="1"/>
              <p:nvPr/>
            </p:nvSpPr>
            <p:spPr>
              <a:xfrm>
                <a:off x="975360" y="1845734"/>
                <a:ext cx="10613666" cy="43538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200" dirty="0"/>
                  <a:t>Some relational algebra operations, such as union, difference, and intersection, require the "</a:t>
                </a:r>
                <a:r>
                  <a:rPr lang="en-US" sz="2200" dirty="0">
                    <a:solidFill>
                      <a:srgbClr val="FF0000"/>
                    </a:solidFill>
                  </a:rPr>
                  <a:t>union compatibility</a:t>
                </a:r>
                <a:r>
                  <a:rPr lang="en-US" sz="2200" dirty="0"/>
                  <a:t>" property.</a:t>
                </a:r>
                <a:endParaRPr lang="en-US" sz="2200" dirty="0"/>
              </a:p>
              <a:p>
                <a:pPr lvl="1">
                  <a:buFont typeface="Wingdings" panose="05000000000000000000" pitchFamily="2" charset="2"/>
                  <a:buChar char="v"/>
                </a:pPr>
                <a:r>
                  <a:rPr lang="en-US" sz="2200" b="1" u="sng" dirty="0">
                    <a:solidFill>
                      <a:schemeClr val="tx1"/>
                    </a:solidFill>
                  </a:rPr>
                  <a:t>Union compatibility</a:t>
                </a:r>
                <a:r>
                  <a:rPr lang="en-US" sz="2200" dirty="0"/>
                  <a:t>: </a:t>
                </a:r>
                <a:endParaRPr lang="en-US" sz="2200" dirty="0"/>
              </a:p>
              <a:p>
                <a:pPr lvl="2">
                  <a:buFont typeface="Wingdings" panose="05000000000000000000" pitchFamily="2" charset="2"/>
                  <a:buChar char="v"/>
                </a:pPr>
                <a:r>
                  <a:rPr lang="en-US" sz="2200" dirty="0"/>
                  <a:t>There must be a certain correspondence between the two relations involved in the operation and their related attributes.</a:t>
                </a:r>
                <a:endParaRPr lang="en-US" sz="2200" dirty="0"/>
              </a:p>
              <a:p>
                <a:pPr lvl="2">
                  <a:buFont typeface="Wingdings" panose="05000000000000000000" pitchFamily="2" charset="2"/>
                  <a:buChar char="v"/>
                </a:pPr>
                <a:r>
                  <a:rPr lang="en-US" sz="2200" b="1" dirty="0">
                    <a:solidFill>
                      <a:schemeClr val="tx1"/>
                    </a:solidFill>
                  </a:rPr>
                  <a:t>Definition</a:t>
                </a:r>
                <a:r>
                  <a:rPr lang="en-US" sz="2200" dirty="0"/>
                  <a:t>: Relations R and S are compatible if and only if:</a:t>
                </a:r>
                <a:endParaRPr lang="en-US" sz="2200" dirty="0"/>
              </a:p>
              <a:p>
                <a:pPr marL="384175" lvl="2" indent="0">
                  <a:buNone/>
                </a:pPr>
                <a:r>
                  <a:rPr lang="en-US" sz="2200" dirty="0"/>
                  <a:t>	(1) Relations R and S must have the </a:t>
                </a:r>
                <a:r>
                  <a:rPr lang="en-US" sz="2200" dirty="0">
                    <a:solidFill>
                      <a:srgbClr val="FF0000"/>
                    </a:solidFill>
                  </a:rPr>
                  <a:t>same number of attributes</a:t>
                </a:r>
                <a:r>
                  <a:rPr lang="en-US" sz="2200" dirty="0"/>
                  <a:t>;</a:t>
                </a:r>
                <a:endParaRPr lang="en-US" sz="2200" dirty="0"/>
              </a:p>
              <a:p>
                <a:pPr marL="384175" lvl="2" indent="0">
                  <a:buNone/>
                </a:pPr>
                <a:r>
                  <a:rPr lang="en-US" sz="2200" dirty="0"/>
                  <a:t>	(2) For any </a:t>
                </a:r>
                <a14:m>
                  <m:oMath xmlns:m="http://schemas.openxmlformats.org/officeDocument/2006/math">
                    <m:r>
                      <a:rPr lang="en-US" sz="2200" i="1" dirty="0" smtClean="0">
                        <a:latin typeface="Cambria Math" panose="02040503050406030204" pitchFamily="18" charset="0"/>
                      </a:rPr>
                      <m:t>𝑖</m:t>
                    </m:r>
                  </m:oMath>
                </a14:m>
                <a:r>
                  <a:rPr lang="en-US" sz="2200" dirty="0"/>
                  <a:t>, the domain of the </a:t>
                </a:r>
                <a14:m>
                  <m:oMath xmlns:m="http://schemas.openxmlformats.org/officeDocument/2006/math">
                    <m:r>
                      <a:rPr lang="en-US" sz="2200" i="1" dirty="0" smtClean="0">
                        <a:latin typeface="Cambria Math" panose="02040503050406030204" pitchFamily="18" charset="0"/>
                      </a:rPr>
                      <m:t>𝑖</m:t>
                    </m:r>
                  </m:oMath>
                </a14:m>
                <a:r>
                  <a:rPr lang="en-US" sz="2200" dirty="0" err="1"/>
                  <a:t>-th</a:t>
                </a:r>
                <a:r>
                  <a:rPr lang="en-US" sz="2200" dirty="0"/>
                  <a:t> attribute of relation R must be the same as the domain of the </a:t>
                </a:r>
                <a14:m>
                  <m:oMath xmlns:m="http://schemas.openxmlformats.org/officeDocument/2006/math">
                    <m:r>
                      <a:rPr lang="en-US" sz="2200" i="1" dirty="0" smtClean="0">
                        <a:latin typeface="Cambria Math" panose="02040503050406030204" pitchFamily="18" charset="0"/>
                      </a:rPr>
                      <m:t>𝑖</m:t>
                    </m:r>
                  </m:oMath>
                </a14:m>
                <a:r>
                  <a:rPr lang="en-US" sz="2200" dirty="0" err="1"/>
                  <a:t>-th</a:t>
                </a:r>
                <a:r>
                  <a:rPr lang="en-US" sz="2200" dirty="0"/>
                  <a:t> attribute of relation S.</a:t>
                </a:r>
                <a:endParaRPr lang="en-US" sz="2200" dirty="0"/>
              </a:p>
              <a:p>
                <a:pPr lvl="1">
                  <a:buFont typeface="Wingdings" panose="05000000000000000000" pitchFamily="2" charset="2"/>
                  <a:buChar char="v"/>
                </a:pPr>
                <a:endParaRPr lang="en-US" sz="2200" dirty="0"/>
              </a:p>
              <a:p>
                <a:pPr marL="201295" lvl="1" indent="0">
                  <a:buNone/>
                </a:pPr>
                <a:r>
                  <a:rPr lang="en-US" sz="2200" dirty="0"/>
                  <a:t>     Assumptions: </a:t>
                </a:r>
                <a14:m>
                  <m:oMath xmlns:m="http://schemas.openxmlformats.org/officeDocument/2006/math">
                    <m:r>
                      <a:rPr lang="en-US" sz="2200" i="1" dirty="0" smtClean="0">
                        <a:latin typeface="Cambria Math" panose="02040503050406030204" pitchFamily="18" charset="0"/>
                      </a:rPr>
                      <m:t>𝑅</m:t>
                    </m:r>
                    <m:r>
                      <a:rPr lang="en-US" sz="220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𝐴</m:t>
                        </m:r>
                      </m:e>
                      <m:sub>
                        <m:r>
                          <a:rPr lang="en-US" sz="2200" i="1" dirty="0" smtClean="0">
                            <a:latin typeface="Cambria Math" panose="02040503050406030204" pitchFamily="18" charset="0"/>
                          </a:rPr>
                          <m:t>1</m:t>
                        </m:r>
                      </m:sub>
                    </m:sSub>
                    <m:r>
                      <a:rPr lang="en-US" sz="2200" i="1" dirty="0" smtClean="0">
                        <a:latin typeface="Cambria Math" panose="02040503050406030204" pitchFamily="18" charset="0"/>
                      </a:rPr>
                      <m:t>,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𝐴</m:t>
                        </m:r>
                      </m:e>
                      <m:sub>
                        <m:r>
                          <a:rPr lang="en-US" sz="2200" i="1" dirty="0" smtClean="0">
                            <a:latin typeface="Cambria Math" panose="02040503050406030204" pitchFamily="18" charset="0"/>
                          </a:rPr>
                          <m:t>2</m:t>
                        </m:r>
                      </m:sub>
                    </m:sSub>
                    <m:r>
                      <a:rPr lang="en-US" sz="2200" i="1" dirty="0" smtClean="0">
                        <a:latin typeface="Cambria Math" panose="02040503050406030204" pitchFamily="18" charset="0"/>
                      </a:rPr>
                      <m:t>, …,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𝐴</m:t>
                        </m:r>
                      </m:e>
                      <m:sub>
                        <m:r>
                          <a:rPr lang="en-US" sz="2200" i="1" dirty="0" smtClean="0">
                            <a:latin typeface="Cambria Math" panose="02040503050406030204" pitchFamily="18" charset="0"/>
                          </a:rPr>
                          <m:t>𝑛</m:t>
                        </m:r>
                      </m:sub>
                    </m:sSub>
                    <m:r>
                      <a:rPr lang="en-US" sz="2200" i="1" dirty="0" smtClean="0">
                        <a:latin typeface="Cambria Math" panose="02040503050406030204" pitchFamily="18" charset="0"/>
                      </a:rPr>
                      <m:t>), </m:t>
                    </m:r>
                    <m:r>
                      <a:rPr lang="en-US" sz="2200" i="1" dirty="0" smtClean="0">
                        <a:latin typeface="Cambria Math" panose="02040503050406030204" pitchFamily="18" charset="0"/>
                      </a:rPr>
                      <m:t>𝑆</m:t>
                    </m:r>
                    <m:r>
                      <a:rPr lang="en-US" sz="220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𝐵</m:t>
                        </m:r>
                      </m:e>
                      <m:sub>
                        <m:r>
                          <a:rPr lang="en-US" sz="2200" i="1" dirty="0" smtClean="0">
                            <a:latin typeface="Cambria Math" panose="02040503050406030204" pitchFamily="18" charset="0"/>
                          </a:rPr>
                          <m:t>1</m:t>
                        </m:r>
                      </m:sub>
                    </m:sSub>
                    <m:r>
                      <a:rPr lang="en-US" sz="2200" i="1" dirty="0" smtClean="0">
                        <a:latin typeface="Cambria Math" panose="02040503050406030204" pitchFamily="18" charset="0"/>
                      </a:rPr>
                      <m:t>,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𝐵</m:t>
                        </m:r>
                      </m:e>
                      <m:sub>
                        <m:r>
                          <a:rPr lang="en-US" sz="2200" i="1" dirty="0" smtClean="0">
                            <a:latin typeface="Cambria Math" panose="02040503050406030204" pitchFamily="18" charset="0"/>
                          </a:rPr>
                          <m:t>2</m:t>
                        </m:r>
                      </m:sub>
                    </m:sSub>
                    <m:r>
                      <a:rPr lang="en-US" sz="2200" i="1" dirty="0" smtClean="0">
                        <a:latin typeface="Cambria Math" panose="02040503050406030204" pitchFamily="18" charset="0"/>
                      </a:rPr>
                      <m:t>, …,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𝐵</m:t>
                        </m:r>
                      </m:e>
                      <m:sub>
                        <m:r>
                          <a:rPr lang="en-US" sz="2200" i="1" dirty="0" smtClean="0">
                            <a:latin typeface="Cambria Math" panose="02040503050406030204" pitchFamily="18" charset="0"/>
                          </a:rPr>
                          <m:t>𝑚</m:t>
                        </m:r>
                      </m:sub>
                    </m:sSub>
                    <m:r>
                      <a:rPr lang="en-US" sz="2200" i="1" dirty="0" smtClean="0">
                        <a:latin typeface="Cambria Math" panose="02040503050406030204" pitchFamily="18" charset="0"/>
                      </a:rPr>
                      <m:t>)</m:t>
                    </m:r>
                  </m:oMath>
                </a14:m>
                <a:endParaRPr lang="en-US" sz="2200" dirty="0"/>
              </a:p>
              <a:p>
                <a:pPr marL="201295" lvl="1" indent="0">
                  <a:buNone/>
                </a:pPr>
                <a:r>
                  <a:rPr lang="en-US" sz="2200" dirty="0"/>
                  <a:t>     </a:t>
                </a:r>
                <a14:m>
                  <m:oMath xmlns:m="http://schemas.openxmlformats.org/officeDocument/2006/math">
                    <m:r>
                      <a:rPr lang="en-US" sz="2200" i="1" dirty="0" smtClean="0">
                        <a:latin typeface="Cambria Math" panose="02040503050406030204" pitchFamily="18" charset="0"/>
                      </a:rPr>
                      <m:t>𝑅</m:t>
                    </m:r>
                  </m:oMath>
                </a14:m>
                <a:r>
                  <a:rPr lang="en-US" sz="2200" dirty="0"/>
                  <a:t> and </a:t>
                </a:r>
                <a14:m>
                  <m:oMath xmlns:m="http://schemas.openxmlformats.org/officeDocument/2006/math">
                    <m:r>
                      <a:rPr lang="en-US" sz="2200" i="1" dirty="0" smtClean="0">
                        <a:latin typeface="Cambria Math" panose="02040503050406030204" pitchFamily="18" charset="0"/>
                      </a:rPr>
                      <m:t>𝑆</m:t>
                    </m:r>
                  </m:oMath>
                </a14:m>
                <a:r>
                  <a:rPr lang="en-US" sz="2200" dirty="0"/>
                  <a:t> satisfy the union compatibility property: </a:t>
                </a:r>
                <a14:m>
                  <m:oMath xmlns:m="http://schemas.openxmlformats.org/officeDocument/2006/math">
                    <m:r>
                      <a:rPr lang="en-US" sz="2200" i="1" dirty="0" smtClean="0">
                        <a:latin typeface="Cambria Math" panose="02040503050406030204" pitchFamily="18" charset="0"/>
                      </a:rPr>
                      <m:t>𝑛</m:t>
                    </m:r>
                  </m:oMath>
                </a14:m>
                <a:r>
                  <a:rPr lang="en-US" sz="2200" dirty="0"/>
                  <a:t> = </a:t>
                </a:r>
                <a14:m>
                  <m:oMath xmlns:m="http://schemas.openxmlformats.org/officeDocument/2006/math">
                    <m:r>
                      <a:rPr lang="en-US" sz="2200" i="1" dirty="0" smtClean="0">
                        <a:latin typeface="Cambria Math" panose="02040503050406030204" pitchFamily="18" charset="0"/>
                      </a:rPr>
                      <m:t>𝑚</m:t>
                    </m:r>
                  </m:oMath>
                </a14:m>
                <a:r>
                  <a:rPr lang="en-US" sz="2200" dirty="0"/>
                  <a:t> and Domain(</a:t>
                </a:r>
                <a14:m>
                  <m:oMath xmlns:m="http://schemas.openxmlformats.org/officeDocument/2006/math">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𝐴</m:t>
                        </m:r>
                      </m:e>
                      <m:sub>
                        <m:r>
                          <a:rPr lang="en-US" sz="2200" i="1" dirty="0" smtClean="0">
                            <a:latin typeface="Cambria Math" panose="02040503050406030204" pitchFamily="18" charset="0"/>
                          </a:rPr>
                          <m:t>𝑖</m:t>
                        </m:r>
                      </m:sub>
                    </m:sSub>
                  </m:oMath>
                </a14:m>
                <a:r>
                  <a:rPr lang="en-US" sz="2200" dirty="0"/>
                  <a:t>) = Domain(</a:t>
                </a:r>
                <a14:m>
                  <m:oMath xmlns:m="http://schemas.openxmlformats.org/officeDocument/2006/math">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𝐵</m:t>
                        </m:r>
                      </m:e>
                      <m:sub>
                        <m:r>
                          <a:rPr lang="en-US" sz="2200" i="1" dirty="0" smtClean="0">
                            <a:latin typeface="Cambria Math" panose="02040503050406030204" pitchFamily="18" charset="0"/>
                          </a:rPr>
                          <m:t>𝑖</m:t>
                        </m:r>
                      </m:sub>
                    </m:sSub>
                  </m:oMath>
                </a14:m>
                <a:r>
                  <a:rPr lang="en-US" sz="2200" dirty="0"/>
                  <a:t>)</a:t>
                </a:r>
                <a:endParaRPr lang="en-US" sz="1800" dirty="0"/>
              </a:p>
            </p:txBody>
          </p:sp>
        </mc:Choice>
        <mc:Fallback>
          <p:sp>
            <p:nvSpPr>
              <p:cNvPr id="19" name="Content Placeholder 2"/>
              <p:cNvSpPr txBox="1">
                <a:spLocks noRot="1" noChangeAspect="1" noMove="1" noResize="1" noEditPoints="1" noAdjustHandles="1" noChangeArrowheads="1" noChangeShapeType="1" noTextEdit="1"/>
              </p:cNvSpPr>
              <p:nvPr/>
            </p:nvSpPr>
            <p:spPr>
              <a:xfrm>
                <a:off x="975360" y="1845734"/>
                <a:ext cx="10613666" cy="4353898"/>
              </a:xfrm>
              <a:prstGeom prst="rect">
                <a:avLst/>
              </a:prstGeom>
              <a:blipFill rotWithShape="1">
                <a:blip r:embed="rId1"/>
                <a:stretch>
                  <a:fillRect t="-10" r="3" b="3"/>
                </a:stretch>
              </a:blipFill>
            </p:spPr>
            <p:txBody>
              <a:bodyPr/>
              <a:lstStyle/>
              <a:p>
                <a:r>
                  <a:rPr lang="zh-CN" altLang="en-US">
                    <a:noFill/>
                  </a:rPr>
                  <a:t> </a:t>
                </a:r>
              </a:p>
            </p:txBody>
          </p:sp>
        </mc:Fallback>
      </mc:AlternateContent>
      <p:sp>
        <p:nvSpPr>
          <p:cNvPr id="2" name="Rectangle 4"/>
          <p:cNvSpPr/>
          <p:nvPr/>
        </p:nvSpPr>
        <p:spPr>
          <a:xfrm>
            <a:off x="1321497" y="5336087"/>
            <a:ext cx="9834184" cy="865887"/>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The Relational Algebra</a:t>
            </a:r>
            <a:endParaRPr lang="en-US" dirty="0"/>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fld>
            <a:endParaRPr lang="en-US" sz="1400">
              <a:solidFill>
                <a:schemeClr val="bg1"/>
              </a:solidFill>
            </a:endParaRPr>
          </a:p>
        </p:txBody>
      </p:sp>
      <p:sp>
        <p:nvSpPr>
          <p:cNvPr id="19" name="Content Placeholder 2"/>
          <p:cNvSpPr txBox="1"/>
          <p:nvPr/>
        </p:nvSpPr>
        <p:spPr>
          <a:xfrm>
            <a:off x="975360" y="1845734"/>
            <a:ext cx="10429588" cy="43538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200" dirty="0"/>
              <a:t> </a:t>
            </a:r>
            <a:r>
              <a:rPr lang="en-US" sz="2200" b="1" u="sng" dirty="0"/>
              <a:t>Example</a:t>
            </a:r>
            <a:endParaRPr lang="en-US" sz="2200" b="1" u="sng" dirty="0"/>
          </a:p>
          <a:p>
            <a:pPr marL="201295" lvl="1" indent="0">
              <a:buNone/>
            </a:pPr>
            <a:r>
              <a:rPr lang="en-US" sz="2200" dirty="0"/>
              <a:t>	STUDENT(SID char(10), </a:t>
            </a:r>
            <a:r>
              <a:rPr lang="en-US" sz="2200" dirty="0" err="1"/>
              <a:t>Sname</a:t>
            </a:r>
            <a:r>
              <a:rPr lang="en-US" sz="2200" dirty="0"/>
              <a:t> char(8), Age </a:t>
            </a:r>
            <a:r>
              <a:rPr lang="en-US" sz="2200" dirty="0" err="1"/>
              <a:t>smallint</a:t>
            </a:r>
            <a:r>
              <a:rPr lang="en-US" sz="2200" dirty="0"/>
              <a:t>)</a:t>
            </a:r>
            <a:endParaRPr lang="en-US" sz="2200" dirty="0"/>
          </a:p>
          <a:p>
            <a:pPr marL="201295" lvl="1" indent="0">
              <a:buNone/>
            </a:pPr>
            <a:r>
              <a:rPr lang="en-US" sz="2200" dirty="0"/>
              <a:t>	PROFESSOR(PID char(10), </a:t>
            </a:r>
            <a:r>
              <a:rPr lang="en-US" sz="2200" dirty="0" err="1"/>
              <a:t>Pname</a:t>
            </a:r>
            <a:r>
              <a:rPr lang="en-US" sz="2200" dirty="0"/>
              <a:t> char(8), Age </a:t>
            </a:r>
            <a:r>
              <a:rPr lang="en-US" sz="2200" dirty="0" err="1"/>
              <a:t>smallint</a:t>
            </a:r>
            <a:r>
              <a:rPr lang="en-US" sz="2200" dirty="0"/>
              <a:t>)</a:t>
            </a:r>
            <a:endParaRPr lang="en-US" sz="2200" dirty="0"/>
          </a:p>
          <a:p>
            <a:pPr marL="201295" lvl="1" indent="0">
              <a:buNone/>
            </a:pPr>
            <a:r>
              <a:rPr lang="en-US" sz="2200" dirty="0"/>
              <a:t>     The relation STUDENT and relation PROFESSOR are compatible because:</a:t>
            </a:r>
            <a:endParaRPr lang="en-US" sz="2200" dirty="0"/>
          </a:p>
          <a:p>
            <a:pPr marL="201295" lvl="1" indent="0">
              <a:buNone/>
            </a:pPr>
            <a:r>
              <a:rPr lang="en-US" sz="2200" dirty="0"/>
              <a:t>     (1) Both relations R and S have 3 attributes.</a:t>
            </a:r>
            <a:endParaRPr lang="en-US" sz="2200" dirty="0"/>
          </a:p>
          <a:p>
            <a:pPr marL="201295" lvl="1" indent="0">
              <a:buNone/>
            </a:pPr>
            <a:r>
              <a:rPr lang="en-US" sz="2200" dirty="0"/>
              <a:t>     (2) The fields of attribute SID in relation R and attribute PID in relation S are both char(10).</a:t>
            </a:r>
            <a:endParaRPr lang="en-US" sz="2200" dirty="0"/>
          </a:p>
          <a:p>
            <a:pPr marL="201295" lvl="1" indent="0">
              <a:buNone/>
            </a:pPr>
            <a:r>
              <a:rPr lang="en-US" sz="2200" dirty="0"/>
              <a:t>     (3) The fields of attribute </a:t>
            </a:r>
            <a:r>
              <a:rPr lang="en-US" sz="2200" dirty="0" err="1"/>
              <a:t>Sname</a:t>
            </a:r>
            <a:r>
              <a:rPr lang="en-US" sz="2200" dirty="0"/>
              <a:t> in relation R and attribute </a:t>
            </a:r>
            <a:r>
              <a:rPr lang="en-US" sz="2200" dirty="0" err="1"/>
              <a:t>Sname</a:t>
            </a:r>
            <a:r>
              <a:rPr lang="en-US" sz="2200" dirty="0"/>
              <a:t> in relation S are both char(8).</a:t>
            </a:r>
            <a:endParaRPr lang="en-US" sz="2200" dirty="0"/>
          </a:p>
          <a:p>
            <a:pPr marL="201295" lvl="1" indent="0">
              <a:buNone/>
            </a:pPr>
            <a:r>
              <a:rPr lang="en-US" sz="2200" dirty="0"/>
              <a:t>     (4) The fields of attribute Age in relation R and attribute Age in relation S are both char(3).</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dirty="0"/>
              <a:t> </a:t>
            </a:r>
            <a:r>
              <a:rPr lang="en-US" sz="2400" b="1" dirty="0"/>
              <a:t>Set Operation: </a:t>
            </a:r>
            <a:r>
              <a:rPr lang="en-US" sz="2400" b="1" dirty="0">
                <a:solidFill>
                  <a:srgbClr val="FF0000"/>
                </a:solidFill>
              </a:rPr>
              <a:t>Union</a:t>
            </a:r>
            <a:endParaRPr lang="en-US" sz="2400" b="1" dirty="0">
              <a:solidFill>
                <a:srgbClr val="FF0000"/>
              </a:solidFill>
            </a:endParaRPr>
          </a:p>
          <a:p>
            <a:pPr lvl="1">
              <a:buFont typeface="Courier New" panose="02070309020205020404" pitchFamily="49" charset="0"/>
              <a:buChar char="o"/>
            </a:pPr>
            <a:r>
              <a:rPr lang="en-US" sz="2200" b="1" u="sng" dirty="0"/>
              <a:t>Mathematical description</a:t>
            </a:r>
            <a:r>
              <a:rPr lang="en-US" sz="2200" dirty="0"/>
              <a:t>: </a:t>
            </a:r>
            <a:r>
              <a:rPr lang="en-US" sz="2200" dirty="0">
                <a:solidFill>
                  <a:srgbClr val="FF0000"/>
                </a:solidFill>
              </a:rPr>
              <a:t>𝑹⋃𝑺={𝒕|𝒕∈𝑹 ⋁ 𝒕∈𝑺}, </a:t>
            </a:r>
            <a:r>
              <a:rPr lang="en-US" sz="2200" dirty="0"/>
              <a:t>where 𝒕 is a tuple.</a:t>
            </a:r>
            <a:endParaRPr lang="en-US" sz="2200" dirty="0"/>
          </a:p>
          <a:p>
            <a:pPr lvl="1">
              <a:buFont typeface="Courier New" panose="02070309020205020404" pitchFamily="49" charset="0"/>
              <a:buChar char="o"/>
            </a:pPr>
            <a:r>
              <a:rPr lang="en-US" sz="2200" dirty="0"/>
              <a:t>The union operation combines the tuples of two relations into a single relation, </a:t>
            </a:r>
            <a:r>
              <a:rPr lang="en-US" sz="2200" dirty="0">
                <a:solidFill>
                  <a:srgbClr val="FF0000"/>
                </a:solidFill>
              </a:rPr>
              <a:t>removing duplicate tuples</a:t>
            </a:r>
            <a:r>
              <a:rPr lang="en-US" sz="2200" dirty="0"/>
              <a:t> during the merge.</a:t>
            </a:r>
            <a:endParaRPr lang="en-US" sz="2200" dirty="0"/>
          </a:p>
          <a:p>
            <a:pPr lvl="1">
              <a:buFont typeface="Courier New" panose="02070309020205020404" pitchFamily="49" charset="0"/>
              <a:buChar char="o"/>
            </a:pPr>
            <a:r>
              <a:rPr lang="en-US" sz="2200" dirty="0"/>
              <a:t>The result of the operations 𝑹⋃𝑺 and 𝑺⋃𝑹 is the </a:t>
            </a:r>
            <a:r>
              <a:rPr lang="en-US" sz="2200" dirty="0">
                <a:solidFill>
                  <a:srgbClr val="FF0000"/>
                </a:solidFill>
              </a:rPr>
              <a:t>same</a:t>
            </a:r>
            <a:r>
              <a:rPr lang="en-US" sz="2200" dirty="0"/>
              <a:t> relation.</a:t>
            </a:r>
            <a:endParaRPr lang="en-US" sz="2400" dirty="0"/>
          </a:p>
          <a:p>
            <a:r>
              <a:rPr lang="en-US" dirty="0"/>
              <a:t> </a:t>
            </a:r>
            <a:endParaRPr lang="en-US" dirty="0"/>
          </a:p>
          <a:p>
            <a:endParaRPr lang="en-US"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pic>
        <p:nvPicPr>
          <p:cNvPr id="4" name="图片 3"/>
          <p:cNvPicPr>
            <a:picLocks noChangeAspect="1"/>
          </p:cNvPicPr>
          <p:nvPr/>
        </p:nvPicPr>
        <p:blipFill>
          <a:blip r:embed="rId1"/>
          <a:stretch>
            <a:fillRect/>
          </a:stretch>
        </p:blipFill>
        <p:spPr>
          <a:xfrm>
            <a:off x="2014420" y="3800920"/>
            <a:ext cx="8163160" cy="23759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(Union)</a:t>
            </a:r>
            <a:endParaRPr lang="en-US" sz="4000" u="sng" dirty="0"/>
          </a:p>
        </p:txBody>
      </p:sp>
      <p:sp>
        <p:nvSpPr>
          <p:cNvPr id="9" name="文本框 8"/>
          <p:cNvSpPr txBox="1"/>
          <p:nvPr/>
        </p:nvSpPr>
        <p:spPr>
          <a:xfrm>
            <a:off x="481044" y="882465"/>
            <a:ext cx="9896770" cy="369332"/>
          </a:xfrm>
          <a:prstGeom prst="rect">
            <a:avLst/>
          </a:prstGeom>
          <a:noFill/>
        </p:spPr>
        <p:txBody>
          <a:bodyPr wrap="square">
            <a:spAutoFit/>
          </a:bodyPr>
          <a:lstStyle/>
          <a:p>
            <a:r>
              <a:rPr lang="en-US" altLang="zh-CN" sz="1800" dirty="0"/>
              <a:t>Search for information on all students who have joined the basketball club or guitar club.</a:t>
            </a:r>
            <a:endParaRPr lang="zh-CN" altLang="en-US" dirty="0"/>
          </a:p>
        </p:txBody>
      </p:sp>
      <p:sp>
        <p:nvSpPr>
          <p:cNvPr id="11" name="文本框 10"/>
          <p:cNvSpPr txBox="1"/>
          <p:nvPr/>
        </p:nvSpPr>
        <p:spPr>
          <a:xfrm>
            <a:off x="481044" y="1251797"/>
            <a:ext cx="6097044" cy="369332"/>
          </a:xfrm>
          <a:prstGeom prst="rect">
            <a:avLst/>
          </a:prstGeom>
          <a:noFill/>
        </p:spPr>
        <p:txBody>
          <a:bodyPr wrap="square">
            <a:spAutoFit/>
          </a:bodyPr>
          <a:lstStyle/>
          <a:p>
            <a:r>
              <a:rPr lang="en-US" altLang="zh-CN" b="1" dirty="0">
                <a:solidFill>
                  <a:srgbClr val="FF0000"/>
                </a:solidFill>
              </a:rPr>
              <a:t>R(Students participating in the basketball club)</a:t>
            </a:r>
            <a:endParaRPr lang="en-US" altLang="zh-CN" b="1" dirty="0">
              <a:solidFill>
                <a:srgbClr val="FF0000"/>
              </a:solidFill>
            </a:endParaRPr>
          </a:p>
        </p:txBody>
      </p:sp>
      <p:graphicFrame>
        <p:nvGraphicFramePr>
          <p:cNvPr id="14" name="表格 13"/>
          <p:cNvGraphicFramePr>
            <a:graphicFrameLocks noGrp="1"/>
          </p:cNvGraphicFramePr>
          <p:nvPr/>
        </p:nvGraphicFramePr>
        <p:xfrm>
          <a:off x="564312" y="1636322"/>
          <a:ext cx="4922918" cy="2024284"/>
        </p:xfrm>
        <a:graphic>
          <a:graphicData uri="http://schemas.openxmlformats.org/drawingml/2006/table">
            <a:tbl>
              <a:tblPr firstRow="1" bandRow="1"/>
              <a:tblGrid>
                <a:gridCol w="1036955"/>
                <a:gridCol w="748369"/>
                <a:gridCol w="692502"/>
                <a:gridCol w="622999"/>
                <a:gridCol w="622999"/>
                <a:gridCol w="1199094"/>
              </a:tblGrid>
              <a:tr h="196962">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263222">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0">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38857">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21095">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1095">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1095">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
        <p:nvSpPr>
          <p:cNvPr id="17" name="文本框 16"/>
          <p:cNvSpPr txBox="1"/>
          <p:nvPr/>
        </p:nvSpPr>
        <p:spPr>
          <a:xfrm>
            <a:off x="481044" y="3702932"/>
            <a:ext cx="6097044" cy="369332"/>
          </a:xfrm>
          <a:prstGeom prst="rect">
            <a:avLst/>
          </a:prstGeom>
          <a:noFill/>
        </p:spPr>
        <p:txBody>
          <a:bodyPr wrap="square">
            <a:spAutoFit/>
          </a:bodyPr>
          <a:lstStyle/>
          <a:p>
            <a:r>
              <a:rPr lang="en-US" altLang="zh-CN" b="1" dirty="0">
                <a:solidFill>
                  <a:srgbClr val="FF0000"/>
                </a:solidFill>
              </a:rPr>
              <a:t>S(Students participating in the guitar club)</a:t>
            </a:r>
            <a:endParaRPr lang="en-US" altLang="zh-CN" b="1" dirty="0">
              <a:solidFill>
                <a:srgbClr val="FF0000"/>
              </a:solidFill>
            </a:endParaRPr>
          </a:p>
        </p:txBody>
      </p:sp>
      <p:sp>
        <p:nvSpPr>
          <p:cNvPr id="18" name="文本框 17"/>
          <p:cNvSpPr txBox="1"/>
          <p:nvPr/>
        </p:nvSpPr>
        <p:spPr>
          <a:xfrm>
            <a:off x="6479610" y="1974224"/>
            <a:ext cx="5483433" cy="369332"/>
          </a:xfrm>
          <a:prstGeom prst="rect">
            <a:avLst/>
          </a:prstGeom>
          <a:noFill/>
        </p:spPr>
        <p:txBody>
          <a:bodyPr wrap="square">
            <a:spAutoFit/>
          </a:bodyPr>
          <a:lstStyle/>
          <a:p>
            <a:r>
              <a:rPr lang="en-US" altLang="zh-CN" b="1" dirty="0">
                <a:solidFill>
                  <a:srgbClr val="FF0000"/>
                </a:solidFill>
              </a:rPr>
              <a:t>R∪S(Students participating in basketball or guitar clubs)</a:t>
            </a:r>
            <a:endParaRPr lang="en-US" altLang="zh-CN" b="1" dirty="0">
              <a:solidFill>
                <a:srgbClr val="FF0000"/>
              </a:solidFill>
            </a:endParaRPr>
          </a:p>
        </p:txBody>
      </p:sp>
      <p:graphicFrame>
        <p:nvGraphicFramePr>
          <p:cNvPr id="19" name="表格 18"/>
          <p:cNvGraphicFramePr>
            <a:graphicFrameLocks noGrp="1"/>
          </p:cNvGraphicFramePr>
          <p:nvPr/>
        </p:nvGraphicFramePr>
        <p:xfrm>
          <a:off x="564311" y="4114590"/>
          <a:ext cx="4865117" cy="1941136"/>
        </p:xfrm>
        <a:graphic>
          <a:graphicData uri="http://schemas.openxmlformats.org/drawingml/2006/table">
            <a:tbl>
              <a:tblPr firstRow="1" bandRow="1"/>
              <a:tblGrid>
                <a:gridCol w="1019031"/>
                <a:gridCol w="708492"/>
                <a:gridCol w="692502"/>
                <a:gridCol w="622999"/>
                <a:gridCol w="622999"/>
                <a:gridCol w="1199094"/>
              </a:tblGrid>
              <a:tr h="233057">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233057">
                <a:tc>
                  <a:txBody>
                    <a:bodyPr/>
                    <a:lstStyle/>
                    <a:p>
                      <a:pPr algn="ctr"/>
                      <a:r>
                        <a:rPr lang="en-US" altLang="zh-CN" sz="1400" b="1" dirty="0">
                          <a:latin typeface="+mn-lt"/>
                          <a:ea typeface="+mn-ea"/>
                        </a:rPr>
                        <a:t>210120301</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Lucy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33057">
                <a:tc>
                  <a:txBody>
                    <a:bodyPr/>
                    <a:lstStyle/>
                    <a:p>
                      <a:pPr algn="ctr"/>
                      <a:r>
                        <a:rPr lang="en-US" altLang="zh-CN" sz="1400" b="1" dirty="0">
                          <a:latin typeface="+mn-lt"/>
                          <a:ea typeface="+mn-ea"/>
                        </a:rPr>
                        <a:t>210120302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Sam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33057">
                <a:tc>
                  <a:txBody>
                    <a:bodyPr/>
                    <a:lstStyle/>
                    <a:p>
                      <a:pPr algn="ctr"/>
                      <a:r>
                        <a:rPr lang="en-US" altLang="zh-CN" sz="1400" b="1" dirty="0">
                          <a:latin typeface="+mn-lt"/>
                          <a:ea typeface="+mn-ea"/>
                        </a:rPr>
                        <a:t>210120303</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Zoe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33057">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33057">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33057">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21" name="表格 20"/>
          <p:cNvGraphicFramePr>
            <a:graphicFrameLocks noGrp="1"/>
          </p:cNvGraphicFramePr>
          <p:nvPr/>
        </p:nvGraphicFramePr>
        <p:xfrm>
          <a:off x="6578088" y="2418059"/>
          <a:ext cx="5430934" cy="2824816"/>
        </p:xfrm>
        <a:graphic>
          <a:graphicData uri="http://schemas.openxmlformats.org/drawingml/2006/table">
            <a:tbl>
              <a:tblPr firstRow="1" bandRow="1"/>
              <a:tblGrid>
                <a:gridCol w="1036955"/>
                <a:gridCol w="984642"/>
                <a:gridCol w="752479"/>
                <a:gridCol w="676956"/>
                <a:gridCol w="676956"/>
                <a:gridCol w="1302946"/>
              </a:tblGrid>
              <a:tr h="0">
                <a:tc>
                  <a:txBody>
                    <a:bodyPr/>
                    <a:lstStyle/>
                    <a:p>
                      <a:pPr algn="ctr"/>
                      <a:r>
                        <a:rPr lang="en-US" altLang="zh-CN" sz="1600" b="1" dirty="0" err="1">
                          <a:latin typeface="华文楷体" panose="02010600040101010101" pitchFamily="2" charset="-122"/>
                          <a:ea typeface="华文楷体" panose="02010600040101010101" pitchFamily="2" charset="-122"/>
                        </a:rPr>
                        <a:t>Sno</a:t>
                      </a:r>
                      <a:endParaRPr lang="zh-CN" altLang="en-US" sz="1600" b="1" dirty="0">
                        <a:latin typeface="华文楷体" panose="02010600040101010101" pitchFamily="2" charset="-122"/>
                        <a:ea typeface="华文楷体" panose="02010600040101010101" pitchFamily="2" charset="-122"/>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华文楷体" panose="02010600040101010101" pitchFamily="2" charset="-122"/>
                          <a:ea typeface="华文楷体" panose="02010600040101010101" pitchFamily="2" charset="-122"/>
                        </a:rPr>
                        <a:t>Sname</a:t>
                      </a:r>
                      <a:endParaRPr lang="zh-CN" altLang="en-US" sz="1600" b="1" dirty="0">
                        <a:latin typeface="华文楷体" panose="02010600040101010101" pitchFamily="2" charset="-122"/>
                        <a:ea typeface="华文楷体" panose="02010600040101010101" pitchFamily="2" charset="-122"/>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华文楷体" panose="02010600040101010101" pitchFamily="2" charset="-122"/>
                          <a:ea typeface="华文楷体" panose="02010600040101010101" pitchFamily="2" charset="-122"/>
                        </a:rPr>
                        <a:t>Ssex</a:t>
                      </a:r>
                      <a:endParaRPr lang="zh-CN" altLang="en-US" sz="1600" b="1" dirty="0">
                        <a:latin typeface="华文楷体" panose="02010600040101010101" pitchFamily="2" charset="-122"/>
                        <a:ea typeface="华文楷体" panose="02010600040101010101" pitchFamily="2" charset="-122"/>
                      </a:endParaRPr>
                    </a:p>
                  </a:txBody>
                  <a:tcPr marL="43321" marR="43321" marT="21662" marB="21662" anchor="ctr">
                    <a:solidFill>
                      <a:schemeClr val="accent5">
                        <a:lumMod val="20000"/>
                        <a:lumOff val="80000"/>
                      </a:schemeClr>
                    </a:solidFill>
                  </a:tcPr>
                </a:tc>
                <a:tc>
                  <a:txBody>
                    <a:bodyPr/>
                    <a:lstStyle/>
                    <a:p>
                      <a:pPr algn="ctr"/>
                      <a:r>
                        <a:rPr lang="en-US" altLang="zh-CN" sz="1600" b="1" dirty="0">
                          <a:latin typeface="华文楷体" panose="02010600040101010101" pitchFamily="2" charset="-122"/>
                          <a:ea typeface="华文楷体" panose="02010600040101010101" pitchFamily="2" charset="-122"/>
                        </a:rPr>
                        <a:t>Sage</a:t>
                      </a:r>
                      <a:endParaRPr lang="zh-CN" altLang="en-US" sz="1600" b="1" dirty="0">
                        <a:latin typeface="华文楷体" panose="02010600040101010101" pitchFamily="2" charset="-122"/>
                        <a:ea typeface="华文楷体" panose="02010600040101010101" pitchFamily="2" charset="-122"/>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华文楷体" panose="02010600040101010101" pitchFamily="2" charset="-122"/>
                          <a:ea typeface="华文楷体" panose="02010600040101010101" pitchFamily="2" charset="-122"/>
                        </a:rPr>
                        <a:t>Dno</a:t>
                      </a:r>
                      <a:endParaRPr lang="zh-CN" altLang="en-US" sz="1600" b="1" dirty="0">
                        <a:latin typeface="华文楷体" panose="02010600040101010101" pitchFamily="2" charset="-122"/>
                        <a:ea typeface="华文楷体" panose="02010600040101010101" pitchFamily="2" charset="-122"/>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华文楷体" panose="02010600040101010101" pitchFamily="2" charset="-122"/>
                          <a:ea typeface="华文楷体" panose="02010600040101010101" pitchFamily="2" charset="-122"/>
                        </a:rPr>
                        <a:t>Sclass</a:t>
                      </a:r>
                      <a:endParaRPr lang="zh-CN" altLang="en-US" sz="1600" b="1" dirty="0">
                        <a:latin typeface="华文楷体" panose="02010600040101010101" pitchFamily="2" charset="-122"/>
                        <a:ea typeface="华文楷体" panose="02010600040101010101" pitchFamily="2" charset="-122"/>
                      </a:endParaRPr>
                    </a:p>
                  </a:txBody>
                  <a:tcPr marL="43321" marR="43321" marT="21662" marB="21662" anchor="ctr">
                    <a:solidFill>
                      <a:schemeClr val="accent5">
                        <a:lumMod val="20000"/>
                        <a:lumOff val="80000"/>
                      </a:schemeClr>
                    </a:solidFill>
                  </a:tcPr>
                </a:tc>
              </a:tr>
              <a:tr h="220412">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20412">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20412">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20412">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0412">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0412">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0412">
                <a:tc>
                  <a:txBody>
                    <a:bodyPr/>
                    <a:lstStyle/>
                    <a:p>
                      <a:pPr algn="ctr"/>
                      <a:r>
                        <a:rPr lang="en-US" altLang="zh-CN" sz="1400" b="1" dirty="0">
                          <a:latin typeface="+mn-lt"/>
                          <a:ea typeface="+mn-ea"/>
                        </a:rPr>
                        <a:t>210120301</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Lucy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20412">
                <a:tc>
                  <a:txBody>
                    <a:bodyPr/>
                    <a:lstStyle/>
                    <a:p>
                      <a:pPr algn="ctr"/>
                      <a:r>
                        <a:rPr lang="en-US" altLang="zh-CN" sz="1400" b="1" dirty="0">
                          <a:latin typeface="+mn-lt"/>
                          <a:ea typeface="+mn-ea"/>
                        </a:rPr>
                        <a:t>210120302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Sam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20412">
                <a:tc>
                  <a:txBody>
                    <a:bodyPr/>
                    <a:lstStyle/>
                    <a:p>
                      <a:pPr algn="ctr"/>
                      <a:r>
                        <a:rPr lang="en-US" altLang="zh-CN" sz="1400" b="1" dirty="0">
                          <a:latin typeface="+mn-lt"/>
                          <a:ea typeface="+mn-ea"/>
                        </a:rPr>
                        <a:t>210120303</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Zoe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bl>
          </a:graphicData>
        </a:graphic>
      </p:graphicFrame>
      <p:sp>
        <p:nvSpPr>
          <p:cNvPr id="22" name="箭头: 右 21"/>
          <p:cNvSpPr/>
          <p:nvPr/>
        </p:nvSpPr>
        <p:spPr>
          <a:xfrm>
            <a:off x="5645150" y="3321050"/>
            <a:ext cx="698500" cy="5016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dirty="0"/>
                  <a:t> </a:t>
                </a:r>
                <a:r>
                  <a:rPr lang="en-US" sz="2400" b="1" dirty="0"/>
                  <a:t>Set Operation: </a:t>
                </a:r>
                <a:r>
                  <a:rPr lang="en-US" sz="2400" b="1" dirty="0">
                    <a:solidFill>
                      <a:srgbClr val="FF0000"/>
                    </a:solidFill>
                  </a:rPr>
                  <a:t>Difference</a:t>
                </a:r>
                <a:endParaRPr lang="en-US" sz="2400" b="1" dirty="0">
                  <a:solidFill>
                    <a:srgbClr val="FF0000"/>
                  </a:solidFill>
                </a:endParaRPr>
              </a:p>
              <a:p>
                <a:pPr lvl="1">
                  <a:buFont typeface="Courier New" panose="02070309020205020404" pitchFamily="49" charset="0"/>
                  <a:buChar char="o"/>
                </a:pPr>
                <a:r>
                  <a:rPr lang="en-US" sz="2200" b="1" u="sng" dirty="0"/>
                  <a:t>Mathematical description</a:t>
                </a:r>
                <a:r>
                  <a:rPr lang="en-US" sz="2200" dirty="0"/>
                  <a:t>: </a:t>
                </a:r>
                <a14:m>
                  <m:oMath xmlns:m="http://schemas.openxmlformats.org/officeDocument/2006/math">
                    <m:r>
                      <a:rPr lang="en-US" altLang="zh-CN" sz="2000" b="1" i="1" smtClean="0">
                        <a:solidFill>
                          <a:srgbClr val="FF0000"/>
                        </a:solidFill>
                        <a:latin typeface="Cambria Math" panose="02040503050406030204" pitchFamily="18" charset="0"/>
                        <a:cs typeface="Times New Roman" panose="02020603050405020304" pitchFamily="18" charset="0"/>
                      </a:rPr>
                      <m:t>𝑹</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𝒕</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𝒕</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𝑹</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𝒕</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m:t>
                    </m:r>
                    <m: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200" dirty="0"/>
                  <a:t>, where 𝒕 is a tuple.</a:t>
                </a:r>
                <a:endParaRPr lang="en-US" sz="2200" dirty="0"/>
              </a:p>
              <a:p>
                <a:pPr lvl="1">
                  <a:buFont typeface="Courier New" panose="02070309020205020404" pitchFamily="49" charset="0"/>
                  <a:buChar char="o"/>
                </a:pPr>
                <a:r>
                  <a:rPr lang="en-US" sz="2200" dirty="0"/>
                  <a:t>The results of the operations 𝑹-𝑺 and 𝑺-𝑹 are </a:t>
                </a:r>
                <a:r>
                  <a:rPr lang="en-US" sz="2200" dirty="0">
                    <a:solidFill>
                      <a:srgbClr val="FF0000"/>
                    </a:solidFill>
                  </a:rPr>
                  <a:t>distinct</a:t>
                </a:r>
                <a:r>
                  <a:rPr lang="en-US" sz="2200" dirty="0"/>
                  <a:t>.</a:t>
                </a:r>
                <a:endParaRPr lang="en-US" sz="2400" dirty="0"/>
              </a:p>
              <a:p>
                <a:r>
                  <a:rPr lang="en-US" dirty="0"/>
                  <a:t> </a:t>
                </a: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10296144" cy="4331131"/>
              </a:xfrm>
              <a:blipFill rotWithShape="1">
                <a:blip r:embed="rId1"/>
                <a:stretch>
                  <a:fillRect t="-10" r="2" b="5"/>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5" name="object 8"/>
          <p:cNvSpPr/>
          <p:nvPr/>
        </p:nvSpPr>
        <p:spPr>
          <a:xfrm>
            <a:off x="1105332" y="3373147"/>
            <a:ext cx="2074138" cy="2259790"/>
          </a:xfrm>
          <a:prstGeom prst="rect">
            <a:avLst/>
          </a:prstGeom>
          <a:blipFill>
            <a:blip r:embed="rId2" cstate="print"/>
            <a:stretch>
              <a:fillRect/>
            </a:stretch>
          </a:blipFill>
        </p:spPr>
        <p:txBody>
          <a:bodyPr wrap="square" lIns="0" tIns="0" rIns="0" bIns="0" rtlCol="0"/>
          <a:lstStyle/>
          <a:p>
            <a:endParaRPr>
              <a:ea typeface="宋体" panose="02010600030101010101" pitchFamily="2" charset="-122"/>
            </a:endParaRPr>
          </a:p>
        </p:txBody>
      </p:sp>
      <p:sp>
        <p:nvSpPr>
          <p:cNvPr id="6" name="object 9"/>
          <p:cNvSpPr/>
          <p:nvPr/>
        </p:nvSpPr>
        <p:spPr>
          <a:xfrm>
            <a:off x="3726003" y="3388903"/>
            <a:ext cx="2074138" cy="2695757"/>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
        <p:nvSpPr>
          <p:cNvPr id="7" name="object 10"/>
          <p:cNvSpPr/>
          <p:nvPr/>
        </p:nvSpPr>
        <p:spPr>
          <a:xfrm>
            <a:off x="6224728" y="3388903"/>
            <a:ext cx="2069290" cy="1380191"/>
          </a:xfrm>
          <a:prstGeom prst="rect">
            <a:avLst/>
          </a:prstGeom>
          <a:blipFill>
            <a:blip r:embed="rId4" cstate="print"/>
            <a:stretch>
              <a:fillRect/>
            </a:stretch>
          </a:blipFill>
        </p:spPr>
        <p:txBody>
          <a:bodyPr wrap="square" lIns="0" tIns="0" rIns="0" bIns="0" rtlCol="0"/>
          <a:lstStyle/>
          <a:p>
            <a:endParaRPr>
              <a:ea typeface="宋体" panose="02010600030101010101" pitchFamily="2" charset="-122"/>
            </a:endParaRPr>
          </a:p>
        </p:txBody>
      </p:sp>
      <p:sp>
        <p:nvSpPr>
          <p:cNvPr id="8" name="object 11"/>
          <p:cNvSpPr/>
          <p:nvPr/>
        </p:nvSpPr>
        <p:spPr>
          <a:xfrm>
            <a:off x="9143193" y="3388903"/>
            <a:ext cx="2069290" cy="1817253"/>
          </a:xfrm>
          <a:prstGeom prst="rect">
            <a:avLst/>
          </a:prstGeom>
          <a:blipFill>
            <a:blip r:embed="rId5" cstate="print"/>
            <a:stretch>
              <a:fillRect/>
            </a:stretch>
          </a:blipFill>
        </p:spPr>
        <p:txBody>
          <a:bodyPr wrap="square" lIns="0" tIns="0" rIns="0" bIns="0" rtlCol="0"/>
          <a:lstStyle/>
          <a:p>
            <a:endParaRPr>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(Difference)</a:t>
            </a:r>
            <a:endParaRPr lang="en-US" sz="4000" u="sng" dirty="0"/>
          </a:p>
        </p:txBody>
      </p:sp>
      <p:sp>
        <p:nvSpPr>
          <p:cNvPr id="9" name="文本框 8"/>
          <p:cNvSpPr txBox="1"/>
          <p:nvPr/>
        </p:nvSpPr>
        <p:spPr>
          <a:xfrm>
            <a:off x="481044" y="882465"/>
            <a:ext cx="9896770" cy="646331"/>
          </a:xfrm>
          <a:prstGeom prst="rect">
            <a:avLst/>
          </a:prstGeom>
          <a:noFill/>
        </p:spPr>
        <p:txBody>
          <a:bodyPr wrap="square">
            <a:spAutoFit/>
          </a:bodyPr>
          <a:lstStyle/>
          <a:p>
            <a:pPr marL="285750" indent="-285750">
              <a:buFont typeface="Wingdings" panose="05000000000000000000" pitchFamily="2" charset="2"/>
              <a:buChar char="Ø"/>
            </a:pPr>
            <a:r>
              <a:rPr lang="en-US" altLang="zh-CN" dirty="0"/>
              <a:t>Search for information on students who only participate </a:t>
            </a:r>
            <a:r>
              <a:rPr lang="en-US" altLang="zh-CN" dirty="0">
                <a:solidFill>
                  <a:srgbClr val="FF0000"/>
                </a:solidFill>
              </a:rPr>
              <a:t>in the basketball club and not the guitar club</a:t>
            </a:r>
            <a:r>
              <a:rPr lang="en-US" altLang="zh-CN" dirty="0"/>
              <a:t>.</a:t>
            </a:r>
            <a:endParaRPr lang="en-US" altLang="zh-CN" dirty="0"/>
          </a:p>
          <a:p>
            <a:pPr marL="285750" indent="-285750">
              <a:buFont typeface="Wingdings" panose="05000000000000000000" pitchFamily="2" charset="2"/>
              <a:buChar char="Ø"/>
            </a:pPr>
            <a:r>
              <a:rPr lang="en-US" altLang="zh-CN" dirty="0"/>
              <a:t>Search for information on students who only participate </a:t>
            </a:r>
            <a:r>
              <a:rPr lang="en-US" altLang="zh-CN" dirty="0">
                <a:solidFill>
                  <a:schemeClr val="accent2"/>
                </a:solidFill>
              </a:rPr>
              <a:t>in the guitar club and not the basketball club</a:t>
            </a:r>
            <a:r>
              <a:rPr lang="en-US" altLang="zh-CN" dirty="0"/>
              <a:t>.</a:t>
            </a:r>
            <a:endParaRPr lang="zh-CN" altLang="en-US" dirty="0"/>
          </a:p>
        </p:txBody>
      </p:sp>
      <p:sp>
        <p:nvSpPr>
          <p:cNvPr id="11" name="文本框 10"/>
          <p:cNvSpPr txBox="1"/>
          <p:nvPr/>
        </p:nvSpPr>
        <p:spPr>
          <a:xfrm>
            <a:off x="481044" y="1519049"/>
            <a:ext cx="6097044" cy="369332"/>
          </a:xfrm>
          <a:prstGeom prst="rect">
            <a:avLst/>
          </a:prstGeom>
          <a:noFill/>
        </p:spPr>
        <p:txBody>
          <a:bodyPr wrap="square">
            <a:spAutoFit/>
          </a:bodyPr>
          <a:lstStyle/>
          <a:p>
            <a:r>
              <a:rPr lang="en-US" altLang="zh-CN" b="1" dirty="0">
                <a:solidFill>
                  <a:srgbClr val="FF0000"/>
                </a:solidFill>
              </a:rPr>
              <a:t>R(Students participating in the basketball club)</a:t>
            </a:r>
            <a:endParaRPr lang="en-US" altLang="zh-CN" b="1" dirty="0">
              <a:solidFill>
                <a:srgbClr val="FF0000"/>
              </a:solidFill>
            </a:endParaRPr>
          </a:p>
        </p:txBody>
      </p:sp>
      <p:sp>
        <p:nvSpPr>
          <p:cNvPr id="17" name="文本框 16"/>
          <p:cNvSpPr txBox="1"/>
          <p:nvPr/>
        </p:nvSpPr>
        <p:spPr>
          <a:xfrm>
            <a:off x="481044" y="3870924"/>
            <a:ext cx="6097044" cy="369332"/>
          </a:xfrm>
          <a:prstGeom prst="rect">
            <a:avLst/>
          </a:prstGeom>
          <a:noFill/>
        </p:spPr>
        <p:txBody>
          <a:bodyPr wrap="square">
            <a:spAutoFit/>
          </a:bodyPr>
          <a:lstStyle/>
          <a:p>
            <a:r>
              <a:rPr lang="en-US" altLang="zh-CN" b="1" dirty="0">
                <a:solidFill>
                  <a:srgbClr val="FF0000"/>
                </a:solidFill>
              </a:rPr>
              <a:t>S(Students participating in the guitar club)</a:t>
            </a:r>
            <a:endParaRPr lang="en-US" altLang="zh-CN" b="1" dirty="0">
              <a:solidFill>
                <a:srgbClr val="FF0000"/>
              </a:solidFill>
            </a:endParaRPr>
          </a:p>
        </p:txBody>
      </p:sp>
      <p:sp>
        <p:nvSpPr>
          <p:cNvPr id="18" name="文本框 17"/>
          <p:cNvSpPr txBox="1"/>
          <p:nvPr/>
        </p:nvSpPr>
        <p:spPr>
          <a:xfrm>
            <a:off x="6381012" y="1579962"/>
            <a:ext cx="5246677" cy="646331"/>
          </a:xfrm>
          <a:prstGeom prst="rect">
            <a:avLst/>
          </a:prstGeom>
          <a:noFill/>
        </p:spPr>
        <p:txBody>
          <a:bodyPr wrap="square">
            <a:spAutoFit/>
          </a:bodyPr>
          <a:lstStyle/>
          <a:p>
            <a:r>
              <a:rPr lang="en-US" altLang="zh-CN" b="1" dirty="0">
                <a:solidFill>
                  <a:srgbClr val="FF0000"/>
                </a:solidFill>
              </a:rPr>
              <a:t>R-S(Students participating in the basketball club and not the guitar club)</a:t>
            </a:r>
            <a:endParaRPr lang="en-US" altLang="zh-CN" b="1" dirty="0">
              <a:solidFill>
                <a:srgbClr val="FF0000"/>
              </a:solidFill>
            </a:endParaRPr>
          </a:p>
        </p:txBody>
      </p:sp>
      <p:sp>
        <p:nvSpPr>
          <p:cNvPr id="22" name="箭头: 右 21"/>
          <p:cNvSpPr/>
          <p:nvPr/>
        </p:nvSpPr>
        <p:spPr>
          <a:xfrm>
            <a:off x="5580217" y="3488709"/>
            <a:ext cx="698500" cy="5016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p:nvGraphicFramePr>
        <p:xfrm>
          <a:off x="564311" y="1878634"/>
          <a:ext cx="4809491" cy="2029575"/>
        </p:xfrm>
        <a:graphic>
          <a:graphicData uri="http://schemas.openxmlformats.org/drawingml/2006/table">
            <a:tbl>
              <a:tblPr firstRow="1" bandRow="1"/>
              <a:tblGrid>
                <a:gridCol w="1036955"/>
                <a:gridCol w="845383"/>
                <a:gridCol w="646056"/>
                <a:gridCol w="581213"/>
                <a:gridCol w="581213"/>
                <a:gridCol w="1118671"/>
              </a:tblGrid>
              <a:tr h="232032">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310091">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84062">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84062">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60463">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60463">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60463">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5" name="表格 4"/>
          <p:cNvGraphicFramePr>
            <a:graphicFrameLocks noGrp="1"/>
          </p:cNvGraphicFramePr>
          <p:nvPr/>
        </p:nvGraphicFramePr>
        <p:xfrm>
          <a:off x="6455379" y="2191976"/>
          <a:ext cx="5172310" cy="1275060"/>
        </p:xfrm>
        <a:graphic>
          <a:graphicData uri="http://schemas.openxmlformats.org/drawingml/2006/table">
            <a:tbl>
              <a:tblPr firstRow="1" bandRow="1"/>
              <a:tblGrid>
                <a:gridCol w="873226"/>
                <a:gridCol w="963376"/>
                <a:gridCol w="736228"/>
                <a:gridCol w="662336"/>
                <a:gridCol w="662336"/>
                <a:gridCol w="1274808"/>
              </a:tblGrid>
              <a:tr h="318765">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318765">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318765">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318765">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7" name="表格 6"/>
          <p:cNvGraphicFramePr>
            <a:graphicFrameLocks noGrp="1"/>
          </p:cNvGraphicFramePr>
          <p:nvPr/>
        </p:nvGraphicFramePr>
        <p:xfrm>
          <a:off x="6455379" y="4402215"/>
          <a:ext cx="5239802" cy="1275060"/>
        </p:xfrm>
        <a:graphic>
          <a:graphicData uri="http://schemas.openxmlformats.org/drawingml/2006/table">
            <a:tbl>
              <a:tblPr firstRow="1" bandRow="1"/>
              <a:tblGrid>
                <a:gridCol w="940717"/>
                <a:gridCol w="963377"/>
                <a:gridCol w="736228"/>
                <a:gridCol w="662336"/>
                <a:gridCol w="662336"/>
                <a:gridCol w="1274808"/>
              </a:tblGrid>
              <a:tr h="318765">
                <a:tc>
                  <a:txBody>
                    <a:bodyPr/>
                    <a:lstStyle/>
                    <a:p>
                      <a:pPr algn="ctr"/>
                      <a:r>
                        <a:rPr lang="en-US" altLang="zh-CN" sz="1600" b="1" dirty="0" err="1">
                          <a:latin typeface="+mn-lt"/>
                          <a:ea typeface="+mn-ea"/>
                        </a:rPr>
                        <a:t>Sno</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Sname</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Ssex</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a:latin typeface="+mn-lt"/>
                          <a:ea typeface="+mn-ea"/>
                        </a:rPr>
                        <a:t>Sage</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Dno</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Sclass</a:t>
                      </a:r>
                      <a:endParaRPr lang="zh-CN" altLang="en-US" sz="1600" b="1" dirty="0">
                        <a:latin typeface="+mn-lt"/>
                        <a:ea typeface="+mn-ea"/>
                      </a:endParaRPr>
                    </a:p>
                  </a:txBody>
                  <a:tcPr marL="43321" marR="43321" marT="21662" marB="21662" anchor="ctr">
                    <a:solidFill>
                      <a:schemeClr val="accent5">
                        <a:lumMod val="20000"/>
                        <a:lumOff val="80000"/>
                      </a:schemeClr>
                    </a:solidFill>
                  </a:tcPr>
                </a:tc>
              </a:tr>
              <a:tr h="318765">
                <a:tc>
                  <a:txBody>
                    <a:bodyPr/>
                    <a:lstStyle/>
                    <a:p>
                      <a:pPr algn="ctr"/>
                      <a:r>
                        <a:rPr lang="en-US" altLang="zh-CN" sz="1400" b="1" dirty="0">
                          <a:latin typeface="+mn-lt"/>
                          <a:ea typeface="+mn-ea"/>
                        </a:rPr>
                        <a:t>210120301</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Lucy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318765">
                <a:tc>
                  <a:txBody>
                    <a:bodyPr/>
                    <a:lstStyle/>
                    <a:p>
                      <a:pPr algn="ctr"/>
                      <a:r>
                        <a:rPr lang="en-US" altLang="zh-CN" sz="1400" b="1" dirty="0">
                          <a:latin typeface="+mn-lt"/>
                          <a:ea typeface="+mn-ea"/>
                        </a:rPr>
                        <a:t>210120302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Sam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318765">
                <a:tc>
                  <a:txBody>
                    <a:bodyPr/>
                    <a:lstStyle/>
                    <a:p>
                      <a:pPr algn="ctr"/>
                      <a:r>
                        <a:rPr lang="en-US" altLang="zh-CN" sz="1400" b="1" dirty="0">
                          <a:latin typeface="+mn-lt"/>
                          <a:ea typeface="+mn-ea"/>
                        </a:rPr>
                        <a:t>210120303</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Zoe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bl>
          </a:graphicData>
        </a:graphic>
      </p:graphicFrame>
      <p:graphicFrame>
        <p:nvGraphicFramePr>
          <p:cNvPr id="10" name="表格 9"/>
          <p:cNvGraphicFramePr>
            <a:graphicFrameLocks noGrp="1"/>
          </p:cNvGraphicFramePr>
          <p:nvPr/>
        </p:nvGraphicFramePr>
        <p:xfrm>
          <a:off x="564310" y="4206323"/>
          <a:ext cx="4734199" cy="2088004"/>
        </p:xfrm>
        <a:graphic>
          <a:graphicData uri="http://schemas.openxmlformats.org/drawingml/2006/table">
            <a:tbl>
              <a:tblPr firstRow="1" bandRow="1"/>
              <a:tblGrid>
                <a:gridCol w="1061050"/>
                <a:gridCol w="735281"/>
                <a:gridCol w="537170"/>
                <a:gridCol w="611687"/>
                <a:gridCol w="611687"/>
                <a:gridCol w="1177324"/>
              </a:tblGrid>
              <a:tr h="270189">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270189">
                <a:tc>
                  <a:txBody>
                    <a:bodyPr/>
                    <a:lstStyle/>
                    <a:p>
                      <a:pPr algn="ctr"/>
                      <a:r>
                        <a:rPr lang="en-US" altLang="zh-CN" sz="1400" b="1" dirty="0">
                          <a:latin typeface="+mn-lt"/>
                          <a:ea typeface="+mn-ea"/>
                        </a:rPr>
                        <a:t>210120301</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Lucy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70189">
                <a:tc>
                  <a:txBody>
                    <a:bodyPr/>
                    <a:lstStyle/>
                    <a:p>
                      <a:pPr algn="ctr"/>
                      <a:r>
                        <a:rPr lang="en-US" altLang="zh-CN" sz="1400" b="1" dirty="0">
                          <a:latin typeface="+mn-lt"/>
                          <a:ea typeface="+mn-ea"/>
                        </a:rPr>
                        <a:t>210120302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Sam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70189">
                <a:tc>
                  <a:txBody>
                    <a:bodyPr/>
                    <a:lstStyle/>
                    <a:p>
                      <a:pPr algn="ctr"/>
                      <a:r>
                        <a:rPr lang="en-US" altLang="zh-CN" sz="1400" b="1" dirty="0">
                          <a:latin typeface="+mn-lt"/>
                          <a:ea typeface="+mn-ea"/>
                        </a:rPr>
                        <a:t>210120303</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Zoe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339002">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34123">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34123">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
        <p:nvSpPr>
          <p:cNvPr id="12" name="文本框 11"/>
          <p:cNvSpPr txBox="1"/>
          <p:nvPr/>
        </p:nvSpPr>
        <p:spPr>
          <a:xfrm>
            <a:off x="6381012" y="3795242"/>
            <a:ext cx="5483433" cy="646331"/>
          </a:xfrm>
          <a:prstGeom prst="rect">
            <a:avLst/>
          </a:prstGeom>
          <a:noFill/>
        </p:spPr>
        <p:txBody>
          <a:bodyPr wrap="square">
            <a:spAutoFit/>
          </a:bodyPr>
          <a:lstStyle/>
          <a:p>
            <a:r>
              <a:rPr lang="en-US" altLang="zh-CN" b="1" dirty="0">
                <a:solidFill>
                  <a:schemeClr val="accent2"/>
                </a:solidFill>
              </a:rPr>
              <a:t>S-R(Students participating in the guitar club and not the basketball club)</a:t>
            </a:r>
            <a:endParaRPr lang="en-US" altLang="zh-CN" b="1" dirty="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dirty="0"/>
              <a:t> </a:t>
            </a:r>
            <a:r>
              <a:rPr lang="en-US" sz="2400" b="1" dirty="0"/>
              <a:t>Set Operation: </a:t>
            </a:r>
            <a:r>
              <a:rPr lang="en-US" sz="2400" b="1" dirty="0">
                <a:solidFill>
                  <a:srgbClr val="FF0000"/>
                </a:solidFill>
              </a:rPr>
              <a:t>Intersection</a:t>
            </a:r>
            <a:endParaRPr lang="en-US" sz="2400" b="1" dirty="0">
              <a:solidFill>
                <a:srgbClr val="FF0000"/>
              </a:solidFill>
            </a:endParaRPr>
          </a:p>
          <a:p>
            <a:pPr lvl="1">
              <a:buFont typeface="Courier New" panose="02070309020205020404" pitchFamily="49" charset="0"/>
              <a:buChar char="o"/>
            </a:pPr>
            <a:r>
              <a:rPr lang="en-US" sz="2200" b="1" u="sng" dirty="0"/>
              <a:t>Mathematical description</a:t>
            </a:r>
            <a:r>
              <a:rPr lang="en-US" sz="2200" dirty="0"/>
              <a:t>: </a:t>
            </a:r>
            <a:r>
              <a:rPr lang="en-US" sz="2200" dirty="0">
                <a:solidFill>
                  <a:srgbClr val="FF0000"/>
                </a:solidFill>
              </a:rPr>
              <a:t>𝑹∩𝑺={𝒕|𝒕∈𝑹 ∧ 𝒕∈𝑺}, </a:t>
            </a:r>
            <a:r>
              <a:rPr lang="en-US" sz="2200" dirty="0"/>
              <a:t>where 𝒕 is a tuple.</a:t>
            </a:r>
            <a:endParaRPr lang="en-US" sz="2200" dirty="0"/>
          </a:p>
          <a:p>
            <a:pPr lvl="1">
              <a:buFont typeface="Courier New" panose="02070309020205020404" pitchFamily="49" charset="0"/>
              <a:buChar char="o"/>
            </a:pPr>
            <a:r>
              <a:rPr lang="en-US" sz="2200" dirty="0"/>
              <a:t>The intersection operation can be implemented using the difference operation: 𝑹∩𝑺=𝑹−(𝑹−𝑺)=𝑺−(𝑺−𝑹)</a:t>
            </a:r>
            <a:endParaRPr lang="en-US" sz="2200" dirty="0"/>
          </a:p>
          <a:p>
            <a:pPr lvl="1">
              <a:buFont typeface="Courier New" panose="02070309020205020404" pitchFamily="49" charset="0"/>
              <a:buChar char="o"/>
            </a:pPr>
            <a:r>
              <a:rPr lang="en-US" sz="2200" dirty="0"/>
              <a:t>The result of the operations 𝑹</a:t>
            </a:r>
            <a:r>
              <a:rPr lang="en-US" altLang="zh-CN" sz="2200" dirty="0"/>
              <a:t>∩</a:t>
            </a:r>
            <a:r>
              <a:rPr lang="en-US" sz="2200" dirty="0"/>
              <a:t>𝑺 and 𝑺</a:t>
            </a:r>
            <a:r>
              <a:rPr lang="en-US" altLang="zh-CN" sz="2200" dirty="0"/>
              <a:t>∩</a:t>
            </a:r>
            <a:r>
              <a:rPr lang="en-US" sz="2200" dirty="0"/>
              <a:t>𝑹 is the </a:t>
            </a:r>
            <a:r>
              <a:rPr lang="en-US" sz="2200" dirty="0">
                <a:solidFill>
                  <a:srgbClr val="FF0000"/>
                </a:solidFill>
              </a:rPr>
              <a:t>same relation</a:t>
            </a:r>
            <a:r>
              <a:rPr lang="en-US" sz="2200" dirty="0"/>
              <a:t>.</a:t>
            </a:r>
            <a:endParaRPr lang="en-US" sz="2400" dirty="0"/>
          </a:p>
          <a:p>
            <a:r>
              <a:rPr lang="en-US" dirty="0"/>
              <a:t> </a:t>
            </a:r>
            <a:endParaRPr lang="en-US" dirty="0"/>
          </a:p>
          <a:p>
            <a:endParaRPr lang="en-US"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9" name="object 8"/>
          <p:cNvSpPr/>
          <p:nvPr/>
        </p:nvSpPr>
        <p:spPr>
          <a:xfrm>
            <a:off x="1203663" y="3795695"/>
            <a:ext cx="2254100" cy="2047360"/>
          </a:xfrm>
          <a:prstGeom prst="rect">
            <a:avLst/>
          </a:prstGeom>
          <a:blipFill>
            <a:blip r:embed="rId1" cstate="print"/>
            <a:stretch>
              <a:fillRect/>
            </a:stretch>
          </a:blipFill>
        </p:spPr>
        <p:txBody>
          <a:bodyPr wrap="square" lIns="0" tIns="0" rIns="0" bIns="0" rtlCol="0"/>
          <a:lstStyle/>
          <a:p>
            <a:endParaRPr>
              <a:ea typeface="宋体" panose="02010600030101010101" pitchFamily="2" charset="-122"/>
            </a:endParaRPr>
          </a:p>
        </p:txBody>
      </p:sp>
      <p:sp>
        <p:nvSpPr>
          <p:cNvPr id="10" name="object 9"/>
          <p:cNvSpPr/>
          <p:nvPr/>
        </p:nvSpPr>
        <p:spPr>
          <a:xfrm>
            <a:off x="4611273" y="3795695"/>
            <a:ext cx="2254100" cy="2443528"/>
          </a:xfrm>
          <a:prstGeom prst="rect">
            <a:avLst/>
          </a:prstGeom>
          <a:blipFill>
            <a:blip r:embed="rId2" cstate="print"/>
            <a:stretch>
              <a:fillRect/>
            </a:stretch>
          </a:blipFill>
        </p:spPr>
        <p:txBody>
          <a:bodyPr wrap="square" lIns="0" tIns="0" rIns="0" bIns="0" rtlCol="0"/>
          <a:lstStyle/>
          <a:p>
            <a:endParaRPr>
              <a:ea typeface="宋体" panose="02010600030101010101" pitchFamily="2" charset="-122"/>
            </a:endParaRPr>
          </a:p>
        </p:txBody>
      </p:sp>
      <p:sp>
        <p:nvSpPr>
          <p:cNvPr id="12" name="object 10"/>
          <p:cNvSpPr/>
          <p:nvPr/>
        </p:nvSpPr>
        <p:spPr>
          <a:xfrm>
            <a:off x="8406244" y="3869266"/>
            <a:ext cx="2254100" cy="1653179"/>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(Intersection)</a:t>
            </a:r>
            <a:endParaRPr lang="en-US" sz="4000" u="sng" dirty="0"/>
          </a:p>
        </p:txBody>
      </p:sp>
      <p:sp>
        <p:nvSpPr>
          <p:cNvPr id="9" name="文本框 8"/>
          <p:cNvSpPr txBox="1"/>
          <p:nvPr/>
        </p:nvSpPr>
        <p:spPr>
          <a:xfrm>
            <a:off x="481044" y="882465"/>
            <a:ext cx="9896770" cy="369332"/>
          </a:xfrm>
          <a:prstGeom prst="rect">
            <a:avLst/>
          </a:prstGeom>
          <a:noFill/>
        </p:spPr>
        <p:txBody>
          <a:bodyPr wrap="square">
            <a:spAutoFit/>
          </a:bodyPr>
          <a:lstStyle/>
          <a:p>
            <a:r>
              <a:rPr lang="en-US" altLang="zh-CN" dirty="0"/>
              <a:t>Search for information on students who participate </a:t>
            </a:r>
            <a:r>
              <a:rPr lang="en-US" altLang="zh-CN" dirty="0">
                <a:solidFill>
                  <a:srgbClr val="FF0000"/>
                </a:solidFill>
              </a:rPr>
              <a:t>in both the basketball club and the guitar club</a:t>
            </a:r>
            <a:r>
              <a:rPr lang="en-US" altLang="zh-CN" dirty="0"/>
              <a:t>.</a:t>
            </a:r>
            <a:endParaRPr lang="zh-CN" altLang="en-US" dirty="0"/>
          </a:p>
        </p:txBody>
      </p:sp>
      <p:sp>
        <p:nvSpPr>
          <p:cNvPr id="11" name="文本框 10"/>
          <p:cNvSpPr txBox="1"/>
          <p:nvPr/>
        </p:nvSpPr>
        <p:spPr>
          <a:xfrm>
            <a:off x="481044" y="1251797"/>
            <a:ext cx="6097044" cy="369332"/>
          </a:xfrm>
          <a:prstGeom prst="rect">
            <a:avLst/>
          </a:prstGeom>
          <a:noFill/>
        </p:spPr>
        <p:txBody>
          <a:bodyPr wrap="square">
            <a:spAutoFit/>
          </a:bodyPr>
          <a:lstStyle/>
          <a:p>
            <a:r>
              <a:rPr lang="en-US" altLang="zh-CN" b="1" dirty="0">
                <a:solidFill>
                  <a:srgbClr val="FF0000"/>
                </a:solidFill>
              </a:rPr>
              <a:t>R(Students participating in the basketball club)</a:t>
            </a:r>
            <a:endParaRPr lang="en-US" altLang="zh-CN" b="1" dirty="0">
              <a:solidFill>
                <a:srgbClr val="FF0000"/>
              </a:solidFill>
            </a:endParaRPr>
          </a:p>
        </p:txBody>
      </p:sp>
      <p:graphicFrame>
        <p:nvGraphicFramePr>
          <p:cNvPr id="14" name="表格 13"/>
          <p:cNvGraphicFramePr>
            <a:graphicFrameLocks noGrp="1"/>
          </p:cNvGraphicFramePr>
          <p:nvPr/>
        </p:nvGraphicFramePr>
        <p:xfrm>
          <a:off x="564312" y="1636322"/>
          <a:ext cx="4922918" cy="2024284"/>
        </p:xfrm>
        <a:graphic>
          <a:graphicData uri="http://schemas.openxmlformats.org/drawingml/2006/table">
            <a:tbl>
              <a:tblPr firstRow="1" bandRow="1"/>
              <a:tblGrid>
                <a:gridCol w="1036955"/>
                <a:gridCol w="748369"/>
                <a:gridCol w="692502"/>
                <a:gridCol w="622999"/>
                <a:gridCol w="622999"/>
                <a:gridCol w="1199094"/>
              </a:tblGrid>
              <a:tr h="196962">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263222">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0">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38857">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21095">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1095">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21095">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
        <p:nvSpPr>
          <p:cNvPr id="17" name="文本框 16"/>
          <p:cNvSpPr txBox="1"/>
          <p:nvPr/>
        </p:nvSpPr>
        <p:spPr>
          <a:xfrm>
            <a:off x="481044" y="3745258"/>
            <a:ext cx="6097044" cy="369332"/>
          </a:xfrm>
          <a:prstGeom prst="rect">
            <a:avLst/>
          </a:prstGeom>
          <a:noFill/>
        </p:spPr>
        <p:txBody>
          <a:bodyPr wrap="square">
            <a:spAutoFit/>
          </a:bodyPr>
          <a:lstStyle/>
          <a:p>
            <a:r>
              <a:rPr lang="en-US" altLang="zh-CN" b="1" dirty="0">
                <a:solidFill>
                  <a:srgbClr val="FF0000"/>
                </a:solidFill>
              </a:rPr>
              <a:t>S(Students participating in the guitar club)</a:t>
            </a:r>
            <a:endParaRPr lang="en-US" altLang="zh-CN" b="1" dirty="0">
              <a:solidFill>
                <a:srgbClr val="FF0000"/>
              </a:solidFill>
            </a:endParaRPr>
          </a:p>
        </p:txBody>
      </p:sp>
      <p:sp>
        <p:nvSpPr>
          <p:cNvPr id="18" name="文本框 17"/>
          <p:cNvSpPr txBox="1"/>
          <p:nvPr/>
        </p:nvSpPr>
        <p:spPr>
          <a:xfrm>
            <a:off x="6479610" y="2482438"/>
            <a:ext cx="5483433" cy="646331"/>
          </a:xfrm>
          <a:prstGeom prst="rect">
            <a:avLst/>
          </a:prstGeom>
          <a:noFill/>
        </p:spPr>
        <p:txBody>
          <a:bodyPr wrap="square">
            <a:spAutoFit/>
          </a:bodyPr>
          <a:lstStyle/>
          <a:p>
            <a:r>
              <a:rPr lang="en-US" altLang="zh-CN" b="1" dirty="0">
                <a:solidFill>
                  <a:srgbClr val="FF0000"/>
                </a:solidFill>
              </a:rPr>
              <a:t>R∩S(Students participating in both the basketball club and the guitar club)</a:t>
            </a:r>
            <a:endParaRPr lang="en-US" altLang="zh-CN" b="1" dirty="0">
              <a:solidFill>
                <a:srgbClr val="FF0000"/>
              </a:solidFill>
            </a:endParaRPr>
          </a:p>
        </p:txBody>
      </p:sp>
      <p:graphicFrame>
        <p:nvGraphicFramePr>
          <p:cNvPr id="19" name="表格 18"/>
          <p:cNvGraphicFramePr>
            <a:graphicFrameLocks noGrp="1"/>
          </p:cNvGraphicFramePr>
          <p:nvPr/>
        </p:nvGraphicFramePr>
        <p:xfrm>
          <a:off x="564311" y="4114590"/>
          <a:ext cx="4865117" cy="1941136"/>
        </p:xfrm>
        <a:graphic>
          <a:graphicData uri="http://schemas.openxmlformats.org/drawingml/2006/table">
            <a:tbl>
              <a:tblPr firstRow="1" bandRow="1"/>
              <a:tblGrid>
                <a:gridCol w="1019031"/>
                <a:gridCol w="708492"/>
                <a:gridCol w="692502"/>
                <a:gridCol w="622999"/>
                <a:gridCol w="622999"/>
                <a:gridCol w="1199094"/>
              </a:tblGrid>
              <a:tr h="233057">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233057">
                <a:tc>
                  <a:txBody>
                    <a:bodyPr/>
                    <a:lstStyle/>
                    <a:p>
                      <a:pPr algn="ctr"/>
                      <a:r>
                        <a:rPr lang="en-US" altLang="zh-CN" sz="1400" b="1" dirty="0">
                          <a:latin typeface="+mn-lt"/>
                          <a:ea typeface="+mn-ea"/>
                        </a:rPr>
                        <a:t>210120301</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Lucy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33057">
                <a:tc>
                  <a:txBody>
                    <a:bodyPr/>
                    <a:lstStyle/>
                    <a:p>
                      <a:pPr algn="ctr"/>
                      <a:r>
                        <a:rPr lang="en-US" altLang="zh-CN" sz="1400" b="1" dirty="0">
                          <a:latin typeface="+mn-lt"/>
                          <a:ea typeface="+mn-ea"/>
                        </a:rPr>
                        <a:t>210120302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Sam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33057">
                <a:tc>
                  <a:txBody>
                    <a:bodyPr/>
                    <a:lstStyle/>
                    <a:p>
                      <a:pPr algn="ctr"/>
                      <a:r>
                        <a:rPr lang="en-US" altLang="zh-CN" sz="1400" b="1" dirty="0">
                          <a:latin typeface="+mn-lt"/>
                          <a:ea typeface="+mn-ea"/>
                        </a:rPr>
                        <a:t>210120303</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Zoe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02</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203</a:t>
                      </a:r>
                      <a:endParaRPr lang="zh-CN" altLang="en-US" sz="1400" b="1" dirty="0">
                        <a:latin typeface="+mn-lt"/>
                        <a:ea typeface="+mn-ea"/>
                      </a:endParaRPr>
                    </a:p>
                  </a:txBody>
                  <a:tcPr marL="43321" marR="43321" marT="21662" marB="21662" anchor="ctr">
                    <a:solidFill>
                      <a:schemeClr val="bg1">
                        <a:lumMod val="95000"/>
                      </a:schemeClr>
                    </a:solidFill>
                  </a:tcPr>
                </a:tc>
              </a:tr>
              <a:tr h="233057">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33057">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33057">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
        <p:nvSpPr>
          <p:cNvPr id="22" name="箭头: 右 21"/>
          <p:cNvSpPr/>
          <p:nvPr/>
        </p:nvSpPr>
        <p:spPr>
          <a:xfrm>
            <a:off x="5645150" y="3321050"/>
            <a:ext cx="698500" cy="5016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表格 2"/>
          <p:cNvGraphicFramePr>
            <a:graphicFrameLocks noGrp="1"/>
          </p:cNvGraphicFramePr>
          <p:nvPr/>
        </p:nvGraphicFramePr>
        <p:xfrm>
          <a:off x="6578088" y="3128769"/>
          <a:ext cx="4994325" cy="1201564"/>
        </p:xfrm>
        <a:graphic>
          <a:graphicData uri="http://schemas.openxmlformats.org/drawingml/2006/table">
            <a:tbl>
              <a:tblPr firstRow="1" bandRow="1"/>
              <a:tblGrid>
                <a:gridCol w="1036955"/>
                <a:gridCol w="886803"/>
                <a:gridCol w="677708"/>
                <a:gridCol w="609690"/>
                <a:gridCol w="609690"/>
                <a:gridCol w="1173479"/>
              </a:tblGrid>
              <a:tr h="275237">
                <a:tc>
                  <a:txBody>
                    <a:bodyPr/>
                    <a:lstStyle/>
                    <a:p>
                      <a:pPr algn="ctr"/>
                      <a:r>
                        <a:rPr lang="en-US" altLang="zh-CN" sz="1600" b="1" dirty="0" err="1">
                          <a:latin typeface="+mn-lt"/>
                          <a:ea typeface="+mn-ea"/>
                        </a:rPr>
                        <a:t>Sno</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Sname</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Ssex</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a:latin typeface="+mn-lt"/>
                          <a:ea typeface="+mn-ea"/>
                        </a:rPr>
                        <a:t>Sage</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Dno</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Sclass</a:t>
                      </a:r>
                      <a:endParaRPr lang="zh-CN" altLang="en-US" sz="1600" b="1" dirty="0">
                        <a:latin typeface="+mn-lt"/>
                        <a:ea typeface="+mn-ea"/>
                      </a:endParaRPr>
                    </a:p>
                  </a:txBody>
                  <a:tcPr marL="43321" marR="43321" marT="21662" marB="21662" anchor="ctr">
                    <a:solidFill>
                      <a:schemeClr val="accent5">
                        <a:lumMod val="20000"/>
                        <a:lumOff val="80000"/>
                      </a:schemeClr>
                    </a:solidFill>
                  </a:tcPr>
                </a:tc>
              </a:tr>
              <a:tr h="275237">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75237">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75237">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5804561" cy="4331131"/>
              </a:xfrm>
            </p:spPr>
            <p:txBody>
              <a:bodyPr>
                <a:normAutofit/>
              </a:bodyPr>
              <a:lstStyle/>
              <a:p>
                <a:pPr>
                  <a:buFont typeface="Wingdings" panose="05000000000000000000" pitchFamily="2" charset="2"/>
                  <a:buChar char="q"/>
                </a:pPr>
                <a:r>
                  <a:rPr lang="en-US" sz="2400" dirty="0"/>
                  <a:t> </a:t>
                </a:r>
                <a:r>
                  <a:rPr lang="en-US" sz="2400" b="1" dirty="0"/>
                  <a:t>Set Operation: </a:t>
                </a:r>
                <a:r>
                  <a:rPr lang="en-US" sz="2400" b="1" dirty="0">
                    <a:solidFill>
                      <a:srgbClr val="FF0000"/>
                    </a:solidFill>
                  </a:rPr>
                  <a:t>Cartesian Product</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The </a:t>
                </a:r>
                <a:r>
                  <a:rPr lang="en-US" sz="2200" dirty="0">
                    <a:solidFill>
                      <a:srgbClr val="FF0000"/>
                    </a:solidFill>
                  </a:rPr>
                  <a:t>generalized Cartesian product </a:t>
                </a:r>
                <a:r>
                  <a:rPr lang="en-US" sz="2200" dirty="0"/>
                  <a:t>(or simply </a:t>
                </a:r>
                <a:r>
                  <a:rPr lang="en-US" sz="2200" dirty="0">
                    <a:solidFill>
                      <a:srgbClr val="FF0000"/>
                    </a:solidFill>
                  </a:rPr>
                  <a:t>generalized product</a:t>
                </a:r>
                <a:r>
                  <a:rPr lang="en-US" sz="2200" dirty="0"/>
                  <a:t>) of relations </a:t>
                </a:r>
                <a14:m>
                  <m:oMath xmlns:m="http://schemas.openxmlformats.org/officeDocument/2006/math">
                    <m:r>
                      <a:rPr lang="en-US" sz="2200" i="1" dirty="0" smtClean="0">
                        <a:latin typeface="Cambria Math" panose="02040503050406030204" pitchFamily="18" charset="0"/>
                      </a:rPr>
                      <m:t>𝑅</m:t>
                    </m:r>
                    <m:r>
                      <a:rPr lang="en-US" sz="2200" i="1" dirty="0" smtClean="0">
                        <a:latin typeface="Cambria Math" panose="02040503050406030204" pitchFamily="18" charset="0"/>
                      </a:rPr>
                      <m:t>(&lt;</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𝑎</m:t>
                        </m:r>
                      </m:e>
                      <m:sub>
                        <m:r>
                          <a:rPr lang="en-US" sz="2200" i="1" dirty="0" smtClean="0">
                            <a:latin typeface="Cambria Math" panose="02040503050406030204" pitchFamily="18" charset="0"/>
                          </a:rPr>
                          <m:t>1</m:t>
                        </m:r>
                      </m:sub>
                    </m:sSub>
                    <m:r>
                      <a:rPr lang="en-US" sz="2200" i="1" dirty="0" smtClean="0">
                        <a:latin typeface="Cambria Math" panose="02040503050406030204" pitchFamily="18" charset="0"/>
                      </a:rPr>
                      <m:t>,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𝑎</m:t>
                        </m:r>
                      </m:e>
                      <m:sub>
                        <m:r>
                          <a:rPr lang="en-US" sz="2200" i="1" dirty="0" smtClean="0">
                            <a:latin typeface="Cambria Math" panose="02040503050406030204" pitchFamily="18" charset="0"/>
                          </a:rPr>
                          <m:t>2</m:t>
                        </m:r>
                      </m:sub>
                    </m:sSub>
                    <m:r>
                      <a:rPr lang="en-US" sz="2200" i="1" dirty="0" smtClean="0">
                        <a:latin typeface="Cambria Math" panose="02040503050406030204" pitchFamily="18" charset="0"/>
                      </a:rPr>
                      <m:t>, …,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𝑎</m:t>
                        </m:r>
                      </m:e>
                      <m:sub>
                        <m:r>
                          <a:rPr lang="en-US" sz="2200" i="1" dirty="0" smtClean="0">
                            <a:latin typeface="Cambria Math" panose="02040503050406030204" pitchFamily="18" charset="0"/>
                          </a:rPr>
                          <m:t>𝑛</m:t>
                        </m:r>
                      </m:sub>
                    </m:sSub>
                    <m:r>
                      <a:rPr lang="en-US" sz="2200" i="1" dirty="0" smtClean="0">
                        <a:latin typeface="Cambria Math" panose="02040503050406030204" pitchFamily="18" charset="0"/>
                      </a:rPr>
                      <m:t>&gt;) </m:t>
                    </m:r>
                  </m:oMath>
                </a14:m>
                <a:r>
                  <a:rPr lang="en-US" sz="2200" dirty="0"/>
                  <a:t>and relations                </a:t>
                </a:r>
                <a14:m>
                  <m:oMath xmlns:m="http://schemas.openxmlformats.org/officeDocument/2006/math">
                    <m:r>
                      <a:rPr lang="en-US" sz="2200" i="1" dirty="0" smtClean="0">
                        <a:latin typeface="Cambria Math" panose="02040503050406030204" pitchFamily="18" charset="0"/>
                      </a:rPr>
                      <m:t>𝑆</m:t>
                    </m:r>
                    <m:r>
                      <a:rPr lang="en-US" sz="2200" i="1" dirty="0" smtClean="0">
                        <a:latin typeface="Cambria Math" panose="02040503050406030204" pitchFamily="18" charset="0"/>
                      </a:rPr>
                      <m:t> (&lt;</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𝑏</m:t>
                        </m:r>
                      </m:e>
                      <m:sub>
                        <m:r>
                          <a:rPr lang="en-US" sz="2200" i="1" dirty="0" smtClean="0">
                            <a:latin typeface="Cambria Math" panose="02040503050406030204" pitchFamily="18" charset="0"/>
                          </a:rPr>
                          <m:t>1</m:t>
                        </m:r>
                      </m:sub>
                    </m:sSub>
                    <m:r>
                      <a:rPr lang="en-US" sz="2200" i="1" dirty="0" smtClean="0">
                        <a:latin typeface="Cambria Math" panose="02040503050406030204" pitchFamily="18" charset="0"/>
                      </a:rPr>
                      <m:t>,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𝑏</m:t>
                        </m:r>
                      </m:e>
                      <m:sub>
                        <m:r>
                          <a:rPr lang="en-US" sz="2200" i="1" dirty="0" smtClean="0">
                            <a:latin typeface="Cambria Math" panose="02040503050406030204" pitchFamily="18" charset="0"/>
                          </a:rPr>
                          <m:t>2</m:t>
                        </m:r>
                      </m:sub>
                    </m:sSub>
                    <m:r>
                      <a:rPr lang="en-US" sz="2200" i="1" dirty="0" smtClean="0">
                        <a:latin typeface="Cambria Math" panose="02040503050406030204" pitchFamily="18" charset="0"/>
                      </a:rPr>
                      <m:t>, …, </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𝑏</m:t>
                        </m:r>
                      </m:e>
                      <m:sub>
                        <m:r>
                          <a:rPr lang="en-US" sz="2200" i="1" dirty="0" smtClean="0">
                            <a:latin typeface="Cambria Math" panose="02040503050406030204" pitchFamily="18" charset="0"/>
                          </a:rPr>
                          <m:t>𝑚</m:t>
                        </m:r>
                      </m:sub>
                    </m:sSub>
                    <m:r>
                      <a:rPr lang="en-US" sz="2200" i="1" dirty="0" smtClean="0">
                        <a:latin typeface="Cambria Math" panose="02040503050406030204" pitchFamily="18" charset="0"/>
                      </a:rPr>
                      <m:t>&gt;) </m:t>
                    </m:r>
                  </m:oMath>
                </a14:m>
                <a:r>
                  <a:rPr lang="en-US" sz="2200" dirty="0"/>
                  <a:t>is also a relation, denoted as </a:t>
                </a:r>
                <a14:m>
                  <m:oMath xmlns:m="http://schemas.openxmlformats.org/officeDocument/2006/math">
                    <m:r>
                      <a:rPr lang="en-US" sz="2200" i="1" dirty="0" smtClean="0">
                        <a:latin typeface="Cambria Math" panose="02040503050406030204" pitchFamily="18" charset="0"/>
                      </a:rPr>
                      <m:t>𝑅</m:t>
                    </m:r>
                    <m:r>
                      <a:rPr lang="en-US" sz="2200" b="0" i="1" dirty="0" smtClean="0">
                        <a:solidFill>
                          <a:srgbClr val="FF0000"/>
                        </a:solidFill>
                        <a:latin typeface="Cambria Math" panose="02040503050406030204" pitchFamily="18" charset="0"/>
                      </a:rPr>
                      <m:t>×</m:t>
                    </m:r>
                    <m:r>
                      <a:rPr lang="en-US" sz="2200" i="1" dirty="0" smtClean="0">
                        <a:latin typeface="Cambria Math" panose="02040503050406030204" pitchFamily="18" charset="0"/>
                      </a:rPr>
                      <m:t>𝑆</m:t>
                    </m:r>
                  </m:oMath>
                </a14:m>
                <a:r>
                  <a:rPr lang="en-US" sz="2200" dirty="0"/>
                  <a:t>. It is formed by concatenating (or chaining) all possible tuples from relation R with tuples from relation S.</a:t>
                </a:r>
                <a:r>
                  <a:rPr lang="en-US" dirty="0"/>
                  <a:t> </a:t>
                </a:r>
                <a:endParaRPr lang="en-US" dirty="0"/>
              </a:p>
              <a:p>
                <a:pPr lvl="1">
                  <a:buFont typeface="Courier New" panose="02070309020205020404" pitchFamily="49" charset="0"/>
                  <a:buChar char="o"/>
                </a:pPr>
                <a:r>
                  <a:rPr lang="en-US" sz="2200" b="1" u="sng" dirty="0"/>
                  <a:t>Mathematical description</a:t>
                </a:r>
                <a:r>
                  <a:rPr lang="en-US" sz="2200" dirty="0"/>
                  <a:t>:</a:t>
                </a:r>
                <a:endParaRPr lang="en-US" sz="2200" dirty="0"/>
              </a:p>
              <a:p>
                <a:pPr marL="201295" lvl="1" indent="0">
                  <a:buNone/>
                </a:pPr>
                <a14:m>
                  <m:oMathPara xmlns:m="http://schemas.openxmlformats.org/officeDocument/2006/math">
                    <m:oMathParaPr>
                      <m:jc m:val="centerGroup"/>
                    </m:oMathParaPr>
                    <m:oMath xmlns:m="http://schemas.openxmlformats.org/officeDocument/2006/math">
                      <m:r>
                        <a:rPr lang="en-US" sz="2200" b="0" i="1" smtClean="0">
                          <a:solidFill>
                            <a:srgbClr val="FF0000"/>
                          </a:solidFill>
                          <a:latin typeface="Cambria Math" panose="02040503050406030204" pitchFamily="18" charset="0"/>
                        </a:rPr>
                        <m:t>𝑅</m:t>
                      </m:r>
                      <m:r>
                        <a:rPr lang="en-US" sz="2200" b="0" i="1" smtClean="0">
                          <a:solidFill>
                            <a:srgbClr val="FF0000"/>
                          </a:solidFill>
                          <a:latin typeface="Cambria Math" panose="02040503050406030204" pitchFamily="18" charset="0"/>
                        </a:rPr>
                        <m:t>×</m:t>
                      </m:r>
                      <m:r>
                        <a:rPr lang="en-US" sz="2200" b="0" i="1" smtClean="0">
                          <a:solidFill>
                            <a:srgbClr val="FF0000"/>
                          </a:solidFill>
                          <a:latin typeface="Cambria Math" panose="02040503050406030204" pitchFamily="18" charset="0"/>
                        </a:rPr>
                        <m:t>𝑆</m:t>
                      </m:r>
                      <m:r>
                        <a:rPr lang="en-US" sz="2200" b="0" i="1" smtClean="0">
                          <a:solidFill>
                            <a:srgbClr val="FF0000"/>
                          </a:solidFill>
                          <a:latin typeface="Cambria Math" panose="02040503050406030204" pitchFamily="18" charset="0"/>
                        </a:rPr>
                        <m:t>={&lt;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1</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𝑛</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𝑏</m:t>
                          </m:r>
                        </m:e>
                        <m:sub>
                          <m:r>
                            <a:rPr lang="en-US" sz="2200" b="0" i="1" smtClean="0">
                              <a:solidFill>
                                <a:srgbClr val="FF0000"/>
                              </a:solidFill>
                              <a:latin typeface="Cambria Math" panose="02040503050406030204" pitchFamily="18" charset="0"/>
                            </a:rPr>
                            <m:t>1</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𝑏</m:t>
                          </m:r>
                        </m:e>
                        <m:sub>
                          <m:r>
                            <a:rPr lang="en-US" sz="2200" b="0" i="1" smtClean="0">
                              <a:solidFill>
                                <a:srgbClr val="FF0000"/>
                              </a:solidFill>
                              <a:latin typeface="Cambria Math" panose="02040503050406030204" pitchFamily="18" charset="0"/>
                            </a:rPr>
                            <m:t>2</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𝑏</m:t>
                          </m:r>
                        </m:e>
                        <m:sub>
                          <m:r>
                            <a:rPr lang="en-US" sz="2200" b="0" i="1" smtClean="0">
                              <a:solidFill>
                                <a:srgbClr val="FF0000"/>
                              </a:solidFill>
                              <a:latin typeface="Cambria Math" panose="02040503050406030204" pitchFamily="18" charset="0"/>
                            </a:rPr>
                            <m:t>𝑚</m:t>
                          </m:r>
                        </m:sub>
                      </m:sSub>
                      <m:r>
                        <a:rPr lang="en-US" sz="2200" b="0" i="1" smtClean="0">
                          <a:solidFill>
                            <a:srgbClr val="FF0000"/>
                          </a:solidFill>
                          <a:latin typeface="Cambria Math" panose="02040503050406030204" pitchFamily="18" charset="0"/>
                        </a:rPr>
                        <m:t>&gt;|&lt;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1</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m:t>
                          </m:r>
                        </m:sub>
                      </m:sSub>
                      <m:r>
                        <a:rPr lang="en-US" sz="2200" b="0" i="1" smtClean="0">
                          <a:solidFill>
                            <a:srgbClr val="FF0000"/>
                          </a:solidFill>
                          <a:latin typeface="Cambria Math" panose="02040503050406030204" pitchFamily="18" charset="0"/>
                        </a:rPr>
                        <m:t>,…,</m:t>
                      </m:r>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𝑛</m:t>
                          </m:r>
                        </m:sub>
                      </m:sSub>
                      <m:r>
                        <a:rPr lang="en-US" sz="2200" b="0" i="1" smtClean="0">
                          <a:solidFill>
                            <a:srgbClr val="FF0000"/>
                          </a:solidFill>
                          <a:latin typeface="Cambria Math" panose="02040503050406030204" pitchFamily="18" charset="0"/>
                        </a:rPr>
                        <m:t>&gt;∈</m:t>
                      </m:r>
                      <m:r>
                        <a:rPr lang="en-US" sz="2200" b="0" i="1" smtClean="0">
                          <a:solidFill>
                            <a:srgbClr val="FF0000"/>
                          </a:solidFill>
                          <a:latin typeface="Cambria Math" panose="02040503050406030204" pitchFamily="18" charset="0"/>
                        </a:rPr>
                        <m:t>𝑅</m:t>
                      </m:r>
                      <m:r>
                        <a:rPr lang="en-US" sz="2200" b="0" i="1" smtClean="0">
                          <a:solidFill>
                            <a:srgbClr val="FF0000"/>
                          </a:solidFill>
                          <a:latin typeface="Cambria Math" panose="02040503050406030204" pitchFamily="18" charset="0"/>
                          <a:ea typeface="Cambria Math" panose="02040503050406030204" pitchFamily="18" charset="0"/>
                        </a:rPr>
                        <m:t>∧&lt;</m:t>
                      </m:r>
                      <m:sSub>
                        <m:sSubPr>
                          <m:ctrlPr>
                            <a:rPr lang="en-US" sz="2200" b="0" i="1" smtClean="0">
                              <a:solidFill>
                                <a:srgbClr val="FF0000"/>
                              </a:solidFill>
                              <a:latin typeface="Cambria Math" panose="02040503050406030204" pitchFamily="18" charset="0"/>
                              <a:ea typeface="Cambria Math" panose="02040503050406030204" pitchFamily="18" charset="0"/>
                            </a:rPr>
                          </m:ctrlPr>
                        </m:sSubPr>
                        <m:e>
                          <m:r>
                            <a:rPr lang="en-US" sz="2200" b="0" i="1" smtClean="0">
                              <a:solidFill>
                                <a:srgbClr val="FF0000"/>
                              </a:solidFill>
                              <a:latin typeface="Cambria Math" panose="02040503050406030204" pitchFamily="18" charset="0"/>
                              <a:ea typeface="Cambria Math" panose="02040503050406030204" pitchFamily="18" charset="0"/>
                            </a:rPr>
                            <m:t>𝑏</m:t>
                          </m:r>
                        </m:e>
                        <m:sub>
                          <m:r>
                            <a:rPr lang="en-US" sz="2200" b="0" i="1" smtClean="0">
                              <a:solidFill>
                                <a:srgbClr val="FF0000"/>
                              </a:solidFill>
                              <a:latin typeface="Cambria Math" panose="02040503050406030204" pitchFamily="18" charset="0"/>
                              <a:ea typeface="Cambria Math" panose="02040503050406030204" pitchFamily="18" charset="0"/>
                            </a:rPr>
                            <m:t>1</m:t>
                          </m:r>
                        </m:sub>
                      </m:sSub>
                      <m:r>
                        <a:rPr lang="en-US" sz="2200" b="0" i="1" smtClean="0">
                          <a:solidFill>
                            <a:srgbClr val="FF0000"/>
                          </a:solidFill>
                          <a:latin typeface="Cambria Math" panose="02040503050406030204" pitchFamily="18" charset="0"/>
                          <a:ea typeface="Cambria Math" panose="02040503050406030204" pitchFamily="18" charset="0"/>
                        </a:rPr>
                        <m:t>,</m:t>
                      </m:r>
                      <m:sSub>
                        <m:sSubPr>
                          <m:ctrlPr>
                            <a:rPr lang="en-US" sz="2200" b="0" i="1" smtClean="0">
                              <a:solidFill>
                                <a:srgbClr val="FF0000"/>
                              </a:solidFill>
                              <a:latin typeface="Cambria Math" panose="02040503050406030204" pitchFamily="18" charset="0"/>
                              <a:ea typeface="Cambria Math" panose="02040503050406030204" pitchFamily="18" charset="0"/>
                            </a:rPr>
                          </m:ctrlPr>
                        </m:sSubPr>
                        <m:e>
                          <m:r>
                            <a:rPr lang="en-US" sz="2200" b="0" i="1" smtClean="0">
                              <a:solidFill>
                                <a:srgbClr val="FF0000"/>
                              </a:solidFill>
                              <a:latin typeface="Cambria Math" panose="02040503050406030204" pitchFamily="18" charset="0"/>
                              <a:ea typeface="Cambria Math" panose="02040503050406030204" pitchFamily="18" charset="0"/>
                            </a:rPr>
                            <m:t>𝑏</m:t>
                          </m:r>
                        </m:e>
                        <m:sub>
                          <m:r>
                            <a:rPr lang="en-US" sz="2200" b="0" i="1" smtClean="0">
                              <a:solidFill>
                                <a:srgbClr val="FF0000"/>
                              </a:solidFill>
                              <a:latin typeface="Cambria Math" panose="02040503050406030204" pitchFamily="18" charset="0"/>
                              <a:ea typeface="Cambria Math" panose="02040503050406030204" pitchFamily="18" charset="0"/>
                            </a:rPr>
                            <m:t>2</m:t>
                          </m:r>
                        </m:sub>
                      </m:sSub>
                      <m:r>
                        <a:rPr lang="en-US" sz="2200" b="0" i="1" smtClean="0">
                          <a:solidFill>
                            <a:srgbClr val="FF0000"/>
                          </a:solidFill>
                          <a:latin typeface="Cambria Math" panose="02040503050406030204" pitchFamily="18" charset="0"/>
                          <a:ea typeface="Cambria Math" panose="02040503050406030204" pitchFamily="18" charset="0"/>
                        </a:rPr>
                        <m:t>,…,</m:t>
                      </m:r>
                      <m:sSub>
                        <m:sSubPr>
                          <m:ctrlPr>
                            <a:rPr lang="en-US" sz="2200" b="0" i="1" smtClean="0">
                              <a:solidFill>
                                <a:srgbClr val="FF0000"/>
                              </a:solidFill>
                              <a:latin typeface="Cambria Math" panose="02040503050406030204" pitchFamily="18" charset="0"/>
                              <a:ea typeface="Cambria Math" panose="02040503050406030204" pitchFamily="18" charset="0"/>
                            </a:rPr>
                          </m:ctrlPr>
                        </m:sSubPr>
                        <m:e>
                          <m:r>
                            <a:rPr lang="en-US" sz="2200" b="0" i="1" smtClean="0">
                              <a:solidFill>
                                <a:srgbClr val="FF0000"/>
                              </a:solidFill>
                              <a:latin typeface="Cambria Math" panose="02040503050406030204" pitchFamily="18" charset="0"/>
                              <a:ea typeface="Cambria Math" panose="02040503050406030204" pitchFamily="18" charset="0"/>
                            </a:rPr>
                            <m:t>𝑏</m:t>
                          </m:r>
                        </m:e>
                        <m:sub>
                          <m:r>
                            <a:rPr lang="en-US" sz="2200" b="0" i="1" smtClean="0">
                              <a:solidFill>
                                <a:srgbClr val="FF0000"/>
                              </a:solidFill>
                              <a:latin typeface="Cambria Math" panose="02040503050406030204" pitchFamily="18" charset="0"/>
                              <a:ea typeface="Cambria Math" panose="02040503050406030204" pitchFamily="18" charset="0"/>
                            </a:rPr>
                            <m:t>𝑚</m:t>
                          </m:r>
                        </m:sub>
                      </m:sSub>
                      <m:r>
                        <a:rPr lang="en-US" sz="2200" b="0" i="1" smtClean="0">
                          <a:solidFill>
                            <a:srgbClr val="FF0000"/>
                          </a:solidFill>
                          <a:latin typeface="Cambria Math" panose="02040503050406030204" pitchFamily="18" charset="0"/>
                          <a:ea typeface="Cambria Math" panose="02040503050406030204" pitchFamily="18" charset="0"/>
                        </a:rPr>
                        <m:t>&gt;∈</m:t>
                      </m:r>
                      <m:r>
                        <a:rPr lang="en-US" sz="2200" b="0" i="1" smtClean="0">
                          <a:solidFill>
                            <a:srgbClr val="FF0000"/>
                          </a:solidFill>
                          <a:latin typeface="Cambria Math" panose="02040503050406030204" pitchFamily="18" charset="0"/>
                          <a:ea typeface="Cambria Math" panose="02040503050406030204" pitchFamily="18" charset="0"/>
                        </a:rPr>
                        <m:t>𝑆</m:t>
                      </m:r>
                      <m:r>
                        <a:rPr lang="en-US" sz="2200" b="0" i="1" smtClean="0">
                          <a:solidFill>
                            <a:srgbClr val="FF0000"/>
                          </a:solidFill>
                          <a:latin typeface="Cambria Math" panose="02040503050406030204" pitchFamily="18" charset="0"/>
                        </a:rPr>
                        <m:t>}</m:t>
                      </m:r>
                    </m:oMath>
                  </m:oMathPara>
                </a14:m>
                <a:endParaRPr lang="en-US" sz="2200" dirty="0">
                  <a:solidFill>
                    <a:srgbClr val="FF0000"/>
                  </a:solidFill>
                </a:endParaRPr>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5804561" cy="4331131"/>
              </a:xfrm>
              <a:blipFill rotWithShape="1">
                <a:blip r:embed="rId1"/>
                <a:stretch>
                  <a:fillRect t="-10" b="5"/>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4" name="object 8"/>
          <p:cNvSpPr/>
          <p:nvPr/>
        </p:nvSpPr>
        <p:spPr>
          <a:xfrm>
            <a:off x="7059424" y="2114762"/>
            <a:ext cx="4882055" cy="3705388"/>
          </a:xfrm>
          <a:prstGeom prst="rect">
            <a:avLst/>
          </a:prstGeom>
          <a:blipFill>
            <a:blip r:embed="rId2" cstate="print"/>
            <a:stretch>
              <a:fillRect/>
            </a:stretch>
          </a:blipFill>
        </p:spPr>
        <p:txBody>
          <a:bodyPr wrap="square" lIns="0" tIns="0" rIns="0" bIns="0" rtlCol="0"/>
          <a:lstStyle/>
          <a:p>
            <a:endParaRPr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(Cartesian Product)</a:t>
            </a:r>
            <a:endParaRPr lang="en-US" sz="4000" u="sng" dirty="0"/>
          </a:p>
        </p:txBody>
      </p:sp>
      <p:sp>
        <p:nvSpPr>
          <p:cNvPr id="9" name="文本框 8"/>
          <p:cNvSpPr txBox="1"/>
          <p:nvPr/>
        </p:nvSpPr>
        <p:spPr>
          <a:xfrm>
            <a:off x="481044" y="882465"/>
            <a:ext cx="9896770" cy="1569660"/>
          </a:xfrm>
          <a:prstGeom prst="rect">
            <a:avLst/>
          </a:prstGeom>
          <a:noFill/>
        </p:spPr>
        <p:txBody>
          <a:bodyPr wrap="square">
            <a:spAutoFit/>
          </a:bodyPr>
          <a:lstStyle/>
          <a:p>
            <a:pPr marL="285750" indent="-285750">
              <a:buFont typeface="Wingdings" panose="05000000000000000000" pitchFamily="2" charset="2"/>
              <a:buChar char="Ø"/>
            </a:pPr>
            <a:r>
              <a:rPr lang="en-US" altLang="zh-CN" sz="2400" b="1" u="sng" dirty="0"/>
              <a:t>Example 1 of generalized product operation (Abstract)</a:t>
            </a:r>
            <a:endParaRPr lang="en-US" altLang="zh-CN" sz="2400" b="1" u="sng" dirty="0"/>
          </a:p>
          <a:p>
            <a:pPr marL="285750" indent="-285750">
              <a:buFont typeface="Wingdings" panose="05000000000000000000" pitchFamily="2" charset="2"/>
              <a:buChar char="Ø"/>
            </a:pPr>
            <a:r>
              <a:rPr lang="en-US" altLang="zh-CN" sz="2400" dirty="0"/>
              <a:t>Relation R has </a:t>
            </a:r>
            <a:r>
              <a:rPr lang="en-US" altLang="zh-CN" sz="2400" dirty="0">
                <a:solidFill>
                  <a:srgbClr val="FF0000"/>
                </a:solidFill>
              </a:rPr>
              <a:t>3</a:t>
            </a:r>
            <a:r>
              <a:rPr lang="en-US" altLang="zh-CN" sz="2400" dirty="0"/>
              <a:t> tuples and a degree of </a:t>
            </a:r>
            <a:r>
              <a:rPr lang="en-US" altLang="zh-CN" sz="2400" dirty="0">
                <a:solidFill>
                  <a:srgbClr val="FF0000"/>
                </a:solidFill>
              </a:rPr>
              <a:t>3</a:t>
            </a:r>
            <a:r>
              <a:rPr lang="en-US" altLang="zh-CN" sz="2400" dirty="0"/>
              <a:t>; relation S has </a:t>
            </a:r>
            <a:r>
              <a:rPr lang="en-US" altLang="zh-CN" sz="2400" dirty="0">
                <a:solidFill>
                  <a:srgbClr val="FF0000"/>
                </a:solidFill>
              </a:rPr>
              <a:t>4</a:t>
            </a:r>
            <a:r>
              <a:rPr lang="en-US" altLang="zh-CN" sz="2400" dirty="0"/>
              <a:t> tuples and a degree of </a:t>
            </a:r>
            <a:r>
              <a:rPr lang="en-US" altLang="zh-CN" sz="2400" dirty="0">
                <a:solidFill>
                  <a:srgbClr val="FF0000"/>
                </a:solidFill>
              </a:rPr>
              <a:t>3</a:t>
            </a:r>
            <a:r>
              <a:rPr lang="en-US" altLang="zh-CN" sz="2400" dirty="0"/>
              <a:t>. What is the value of R x S? </a:t>
            </a:r>
            <a:endParaRPr lang="en-US" altLang="zh-CN" sz="2400" dirty="0"/>
          </a:p>
          <a:p>
            <a:pPr marL="285750" indent="-285750">
              <a:buFont typeface="Wingdings" panose="05000000000000000000" pitchFamily="2" charset="2"/>
              <a:buChar char="Ø"/>
            </a:pPr>
            <a:r>
              <a:rPr lang="en-US" altLang="zh-CN" sz="2400" dirty="0"/>
              <a:t>The number of tuples in R x S is </a:t>
            </a:r>
            <a:r>
              <a:rPr lang="en-US" altLang="zh-CN" sz="2400" dirty="0">
                <a:solidFill>
                  <a:srgbClr val="FF0000"/>
                </a:solidFill>
              </a:rPr>
              <a:t>12</a:t>
            </a:r>
            <a:r>
              <a:rPr lang="en-US" altLang="zh-CN" sz="2400" dirty="0"/>
              <a:t>, and the degree is </a:t>
            </a:r>
            <a:r>
              <a:rPr lang="en-US" altLang="zh-CN" sz="2400" dirty="0">
                <a:solidFill>
                  <a:srgbClr val="FF0000"/>
                </a:solidFill>
              </a:rPr>
              <a:t>6</a:t>
            </a:r>
            <a:r>
              <a:rPr lang="en-US" altLang="zh-CN" sz="2400" dirty="0"/>
              <a:t>.</a:t>
            </a:r>
            <a:endParaRPr lang="zh-CN" altLang="en-US" sz="2400" dirty="0"/>
          </a:p>
        </p:txBody>
      </p:sp>
      <p:sp>
        <p:nvSpPr>
          <p:cNvPr id="4" name="object 8"/>
          <p:cNvSpPr/>
          <p:nvPr/>
        </p:nvSpPr>
        <p:spPr>
          <a:xfrm>
            <a:off x="1976975" y="3162286"/>
            <a:ext cx="1629917" cy="1572005"/>
          </a:xfrm>
          <a:prstGeom prst="rect">
            <a:avLst/>
          </a:prstGeom>
          <a:blipFill>
            <a:blip r:embed="rId1" cstate="print"/>
            <a:stretch>
              <a:fillRect/>
            </a:stretch>
          </a:blipFill>
        </p:spPr>
        <p:txBody>
          <a:bodyPr wrap="square" lIns="0" tIns="0" rIns="0" bIns="0" rtlCol="0"/>
          <a:lstStyle/>
          <a:p>
            <a:endParaRPr>
              <a:ea typeface="宋体" panose="02010600030101010101" pitchFamily="2" charset="-122"/>
            </a:endParaRPr>
          </a:p>
        </p:txBody>
      </p:sp>
      <p:sp>
        <p:nvSpPr>
          <p:cNvPr id="5" name="object 9"/>
          <p:cNvSpPr/>
          <p:nvPr/>
        </p:nvSpPr>
        <p:spPr>
          <a:xfrm>
            <a:off x="4969002" y="3162286"/>
            <a:ext cx="1629917" cy="1875282"/>
          </a:xfrm>
          <a:prstGeom prst="rect">
            <a:avLst/>
          </a:prstGeom>
          <a:blipFill>
            <a:blip r:embed="rId2" cstate="print"/>
            <a:stretch>
              <a:fillRect/>
            </a:stretch>
          </a:blipFill>
        </p:spPr>
        <p:txBody>
          <a:bodyPr wrap="square" lIns="0" tIns="0" rIns="0" bIns="0" rtlCol="0"/>
          <a:lstStyle/>
          <a:p>
            <a:endParaRPr>
              <a:ea typeface="宋体" panose="02010600030101010101" pitchFamily="2" charset="-122"/>
            </a:endParaRPr>
          </a:p>
        </p:txBody>
      </p:sp>
      <p:sp>
        <p:nvSpPr>
          <p:cNvPr id="7" name="object 10"/>
          <p:cNvSpPr/>
          <p:nvPr/>
        </p:nvSpPr>
        <p:spPr>
          <a:xfrm>
            <a:off x="7961030" y="1934323"/>
            <a:ext cx="3251453" cy="4331208"/>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(Cartesian Product)</a:t>
            </a:r>
            <a:endParaRPr lang="en-US" sz="4000" u="sng" dirty="0"/>
          </a:p>
        </p:txBody>
      </p:sp>
      <p:sp>
        <p:nvSpPr>
          <p:cNvPr id="9" name="文本框 8"/>
          <p:cNvSpPr txBox="1"/>
          <p:nvPr/>
        </p:nvSpPr>
        <p:spPr>
          <a:xfrm>
            <a:off x="481043" y="882465"/>
            <a:ext cx="10907247" cy="2308324"/>
          </a:xfrm>
          <a:prstGeom prst="rect">
            <a:avLst/>
          </a:prstGeom>
          <a:noFill/>
        </p:spPr>
        <p:txBody>
          <a:bodyPr wrap="square">
            <a:spAutoFit/>
          </a:bodyPr>
          <a:lstStyle/>
          <a:p>
            <a:pPr marL="285750" indent="-285750">
              <a:buFont typeface="Wingdings" panose="05000000000000000000" pitchFamily="2" charset="2"/>
              <a:buChar char="Ø"/>
            </a:pPr>
            <a:r>
              <a:rPr lang="en-US" altLang="zh-CN" sz="2400" b="1" u="sng" dirty="0"/>
              <a:t>Example 2 of Generalized Product Operations (Semantic)</a:t>
            </a:r>
            <a:endParaRPr lang="en-US" altLang="zh-CN" sz="2400" b="1" u="sng" dirty="0"/>
          </a:p>
          <a:p>
            <a:pPr marL="285750" indent="-285750">
              <a:buFont typeface="Wingdings" panose="05000000000000000000" pitchFamily="2" charset="2"/>
              <a:buChar char="Ø"/>
            </a:pPr>
            <a:r>
              <a:rPr lang="en-US" altLang="zh-CN" sz="2400" dirty="0"/>
              <a:t>When a retrieval involves multiple tables (such as a student table and a course table), these tables need to </a:t>
            </a:r>
            <a:r>
              <a:rPr lang="en-US" altLang="zh-CN" sz="2400" dirty="0">
                <a:solidFill>
                  <a:srgbClr val="FF0000"/>
                </a:solidFill>
              </a:rPr>
              <a:t>be concatenated or joined together </a:t>
            </a:r>
            <a:r>
              <a:rPr lang="en-US" altLang="zh-CN" sz="2400" dirty="0"/>
              <a:t>before the retrieval can be performed. This is where the generalized Cartesian product operation comes in.</a:t>
            </a:r>
            <a:endParaRPr lang="en-US" altLang="zh-CN" sz="2400" dirty="0"/>
          </a:p>
          <a:p>
            <a:pPr marL="285750" indent="-285750">
              <a:buFont typeface="Wingdings" panose="05000000000000000000" pitchFamily="2" charset="2"/>
              <a:buChar char="Ø"/>
            </a:pPr>
            <a:r>
              <a:rPr lang="en-US" altLang="zh-CN" sz="2400" dirty="0"/>
              <a:t>This forms the foundation for learning various </a:t>
            </a:r>
            <a:r>
              <a:rPr lang="en-US" altLang="zh-CN" sz="2400" dirty="0">
                <a:solidFill>
                  <a:srgbClr val="FF0000"/>
                </a:solidFill>
              </a:rPr>
              <a:t>join operations </a:t>
            </a:r>
            <a:r>
              <a:rPr lang="en-US" altLang="zh-CN" sz="2400" dirty="0"/>
              <a:t>later.</a:t>
            </a:r>
            <a:endParaRPr lang="zh-CN" altLang="en-US" sz="2400" dirty="0"/>
          </a:p>
        </p:txBody>
      </p:sp>
      <p:graphicFrame>
        <p:nvGraphicFramePr>
          <p:cNvPr id="8" name="表格 7"/>
          <p:cNvGraphicFramePr>
            <a:graphicFrameLocks noGrp="1"/>
          </p:cNvGraphicFramePr>
          <p:nvPr/>
        </p:nvGraphicFramePr>
        <p:xfrm>
          <a:off x="481044" y="3141313"/>
          <a:ext cx="3283904" cy="1325642"/>
        </p:xfrm>
        <a:graphic>
          <a:graphicData uri="http://schemas.openxmlformats.org/drawingml/2006/table">
            <a:tbl>
              <a:tblPr firstRow="1" bandRow="1"/>
              <a:tblGrid>
                <a:gridCol w="820976"/>
                <a:gridCol w="820976"/>
                <a:gridCol w="820976"/>
                <a:gridCol w="820976"/>
              </a:tblGrid>
              <a:tr h="286576">
                <a:tc gridSpan="4">
                  <a:txBody>
                    <a:bodyPr/>
                    <a:lstStyle/>
                    <a:p>
                      <a:pPr algn="l"/>
                      <a:r>
                        <a:rPr lang="en-US" altLang="zh-CN" sz="1200" b="1" dirty="0">
                          <a:latin typeface="+mn-lt"/>
                          <a:ea typeface="+mn-ea"/>
                        </a:rPr>
                        <a:t>Student</a:t>
                      </a:r>
                      <a:endParaRPr lang="zh-CN" altLang="en-US" sz="1200" b="1" dirty="0">
                        <a:latin typeface="+mn-lt"/>
                        <a:ea typeface="+mn-ea"/>
                      </a:endParaRPr>
                    </a:p>
                  </a:txBody>
                  <a:tcPr marL="84345" marR="84345" marT="42172" marB="42172" anchor="ctr">
                    <a:noFill/>
                  </a:tcPr>
                </a:tc>
                <a:tc hMerge="1">
                  <a:tcPr/>
                </a:tc>
                <a:tc hMerge="1">
                  <a:tcPr/>
                </a:tc>
                <a:tc hMerge="1">
                  <a:tcPr marL="86791" marR="86791" marT="43395" marB="43395" anchor="ctr">
                    <a:noFill/>
                  </a:tcPr>
                </a:tc>
              </a:tr>
              <a:tr h="246505">
                <a:tc>
                  <a:txBody>
                    <a:bodyPr/>
                    <a:lstStyle/>
                    <a:p>
                      <a:pPr algn="ctr"/>
                      <a:r>
                        <a:rPr lang="en-US" altLang="zh-CN" sz="1200" b="1" dirty="0">
                          <a:latin typeface="+mn-lt"/>
                          <a:ea typeface="+mn-ea"/>
                        </a:rPr>
                        <a:t>Sno</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name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age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address</a:t>
                      </a:r>
                      <a:endParaRPr lang="zh-CN" altLang="en-US" sz="1200" b="1" dirty="0">
                        <a:latin typeface="+mn-lt"/>
                        <a:ea typeface="+mn-ea"/>
                      </a:endParaRPr>
                    </a:p>
                  </a:txBody>
                  <a:tcPr marL="61573" marR="61573" marT="30787" marB="30787" anchor="ctr">
                    <a:solidFill>
                      <a:schemeClr val="accent5">
                        <a:lumMod val="20000"/>
                        <a:lumOff val="80000"/>
                      </a:schemeClr>
                    </a:solidFill>
                  </a:tcPr>
                </a:tc>
              </a:tr>
              <a:tr h="264187">
                <a:tc>
                  <a:txBody>
                    <a:bodyPr/>
                    <a:lstStyle/>
                    <a:p>
                      <a:pPr algn="ct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en-US" altLang="zh-CN"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r>
            </a:tbl>
          </a:graphicData>
        </a:graphic>
      </p:graphicFrame>
      <p:graphicFrame>
        <p:nvGraphicFramePr>
          <p:cNvPr id="10" name="表格 9"/>
          <p:cNvGraphicFramePr>
            <a:graphicFrameLocks noGrp="1"/>
          </p:cNvGraphicFramePr>
          <p:nvPr/>
        </p:nvGraphicFramePr>
        <p:xfrm>
          <a:off x="482171" y="4879329"/>
          <a:ext cx="3283904" cy="1325642"/>
        </p:xfrm>
        <a:graphic>
          <a:graphicData uri="http://schemas.openxmlformats.org/drawingml/2006/table">
            <a:tbl>
              <a:tblPr firstRow="1" bandRow="1"/>
              <a:tblGrid>
                <a:gridCol w="820976"/>
                <a:gridCol w="820976"/>
                <a:gridCol w="820976"/>
                <a:gridCol w="820976"/>
              </a:tblGrid>
              <a:tr h="286576">
                <a:tc gridSpan="4">
                  <a:txBody>
                    <a:bodyPr/>
                    <a:lstStyle/>
                    <a:p>
                      <a:pPr algn="l"/>
                      <a:r>
                        <a:rPr lang="en-US" altLang="zh-CN" sz="1200" b="1" dirty="0">
                          <a:latin typeface="+mn-lt"/>
                          <a:ea typeface="+mn-ea"/>
                        </a:rPr>
                        <a:t>Course</a:t>
                      </a:r>
                      <a:endParaRPr lang="zh-CN" altLang="en-US" sz="1200" b="1" dirty="0">
                        <a:latin typeface="+mn-lt"/>
                        <a:ea typeface="+mn-ea"/>
                      </a:endParaRPr>
                    </a:p>
                  </a:txBody>
                  <a:tcPr marL="84345" marR="84345" marT="42172" marB="42172" anchor="ctr">
                    <a:noFill/>
                  </a:tcPr>
                </a:tc>
                <a:tc hMerge="1">
                  <a:tcPr/>
                </a:tc>
                <a:tc hMerge="1">
                  <a:tcPr/>
                </a:tc>
                <a:tc hMerge="1">
                  <a:tcPr marL="86791" marR="86791" marT="43395" marB="43395" anchor="ctr">
                    <a:noFill/>
                  </a:tcPr>
                </a:tc>
              </a:tr>
              <a:tr h="246505">
                <a:tc>
                  <a:txBody>
                    <a:bodyPr/>
                    <a:lstStyle/>
                    <a:p>
                      <a:pPr algn="ctr"/>
                      <a:r>
                        <a:rPr lang="en-US" altLang="zh-CN" sz="1200" b="1" dirty="0" err="1">
                          <a:latin typeface="+mn-lt"/>
                          <a:ea typeface="+mn-ea"/>
                        </a:rPr>
                        <a:t>Cno</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err="1">
                          <a:latin typeface="+mn-lt"/>
                          <a:ea typeface="+mn-ea"/>
                        </a:rPr>
                        <a:t>Cname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Teacher</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period</a:t>
                      </a:r>
                      <a:endParaRPr lang="zh-CN" altLang="en-US" sz="1200" b="1" dirty="0">
                        <a:latin typeface="+mn-lt"/>
                        <a:ea typeface="+mn-ea"/>
                      </a:endParaRPr>
                    </a:p>
                  </a:txBody>
                  <a:tcPr marL="61573" marR="61573" marT="30787" marB="30787" anchor="ctr">
                    <a:solidFill>
                      <a:schemeClr val="accent5">
                        <a:lumMod val="20000"/>
                        <a:lumOff val="80000"/>
                      </a:schemeClr>
                    </a:solidFill>
                  </a:tcPr>
                </a:tc>
              </a:tr>
              <a:tr h="264187">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bl>
          </a:graphicData>
        </a:graphic>
      </p:graphicFrame>
      <p:graphicFrame>
        <p:nvGraphicFramePr>
          <p:cNvPr id="11" name="表格 10"/>
          <p:cNvGraphicFramePr>
            <a:graphicFrameLocks noGrp="1"/>
          </p:cNvGraphicFramePr>
          <p:nvPr/>
        </p:nvGraphicFramePr>
        <p:xfrm>
          <a:off x="4837315" y="3141313"/>
          <a:ext cx="6550976" cy="2910764"/>
        </p:xfrm>
        <a:graphic>
          <a:graphicData uri="http://schemas.openxmlformats.org/drawingml/2006/table">
            <a:tbl>
              <a:tblPr firstRow="1" bandRow="1"/>
              <a:tblGrid>
                <a:gridCol w="818872"/>
                <a:gridCol w="818872"/>
                <a:gridCol w="818872"/>
                <a:gridCol w="818872"/>
                <a:gridCol w="818872"/>
                <a:gridCol w="818872"/>
                <a:gridCol w="818872"/>
                <a:gridCol w="818872"/>
              </a:tblGrid>
              <a:tr h="286576">
                <a:tc gridSpan="8">
                  <a:txBody>
                    <a:bodyPr/>
                    <a:lstStyle/>
                    <a:p>
                      <a:pPr algn="l"/>
                      <a:r>
                        <a:rPr lang="en-US" altLang="zh-CN" sz="1200" b="1" dirty="0">
                          <a:latin typeface="+mn-lt"/>
                          <a:ea typeface="+mn-ea"/>
                        </a:rPr>
                        <a:t>(All students) (All courses)</a:t>
                      </a:r>
                      <a:endParaRPr lang="zh-CN" altLang="en-US" sz="1200" b="1" dirty="0">
                        <a:latin typeface="+mn-lt"/>
                        <a:ea typeface="+mn-ea"/>
                      </a:endParaRPr>
                    </a:p>
                  </a:txBody>
                  <a:tcPr marL="84345" marR="84345" marT="42172" marB="42172" anchor="ctr">
                    <a:noFill/>
                  </a:tcPr>
                </a:tc>
                <a:tc hMerge="1">
                  <a:tcPr/>
                </a:tc>
                <a:tc hMerge="1">
                  <a:tcPr/>
                </a:tc>
                <a:tc hMerge="1">
                  <a:tcPr marL="86791" marR="86791" marT="43395" marB="43395" anchor="ctr">
                    <a:noFill/>
                  </a:tcPr>
                </a:tc>
                <a:tc hMerge="1">
                  <a:tcPr marL="84345" marR="84345" marT="42172" marB="42172" anchor="ctr">
                    <a:noFill/>
                  </a:tcPr>
                </a:tc>
                <a:tc hMerge="1">
                  <a:tcPr marL="84345" marR="84345" marT="42172" marB="42172" anchor="ctr">
                    <a:noFill/>
                  </a:tcPr>
                </a:tc>
                <a:tc hMerge="1">
                  <a:tcPr marL="84345" marR="84345" marT="42172" marB="42172" anchor="ctr">
                    <a:noFill/>
                  </a:tcPr>
                </a:tc>
                <a:tc hMerge="1">
                  <a:tcPr marL="84345" marR="84345" marT="42172" marB="42172" anchor="ctr">
                    <a:noFill/>
                  </a:tcPr>
                </a:tc>
              </a:tr>
              <a:tr h="246505">
                <a:tc>
                  <a:txBody>
                    <a:bodyPr/>
                    <a:lstStyle/>
                    <a:p>
                      <a:pPr algn="ctr"/>
                      <a:r>
                        <a:rPr lang="en-US" altLang="zh-CN" sz="1200" b="1" dirty="0">
                          <a:latin typeface="+mn-lt"/>
                          <a:ea typeface="+mn-ea"/>
                        </a:rPr>
                        <a:t>Sno</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name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age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address</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err="1">
                          <a:solidFill>
                            <a:srgbClr val="FF0000"/>
                          </a:solidFill>
                          <a:latin typeface="+mn-lt"/>
                          <a:ea typeface="+mn-ea"/>
                        </a:rPr>
                        <a:t>Cno</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err="1">
                          <a:solidFill>
                            <a:srgbClr val="FF0000"/>
                          </a:solidFill>
                          <a:latin typeface="+mn-lt"/>
                          <a:ea typeface="+mn-ea"/>
                        </a:rPr>
                        <a:t>Cname</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solidFill>
                            <a:srgbClr val="FF0000"/>
                          </a:solidFill>
                          <a:latin typeface="+mn-lt"/>
                          <a:ea typeface="+mn-ea"/>
                        </a:rPr>
                        <a:t>Teacher</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solidFill>
                            <a:srgbClr val="FF0000"/>
                          </a:solidFill>
                          <a:latin typeface="+mn-lt"/>
                          <a:ea typeface="+mn-ea"/>
                        </a:rPr>
                        <a:t>period</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r>
              <a:tr h="264187">
                <a:tc>
                  <a:txBody>
                    <a:bodyPr/>
                    <a:lstStyle/>
                    <a:p>
                      <a:pPr algn="ct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bl>
          </a:graphicData>
        </a:graphic>
      </p:graphicFrame>
      <p:cxnSp>
        <p:nvCxnSpPr>
          <p:cNvPr id="12" name="直接箭头连接符 11"/>
          <p:cNvCxnSpPr/>
          <p:nvPr/>
        </p:nvCxnSpPr>
        <p:spPr>
          <a:xfrm>
            <a:off x="3764948" y="3812714"/>
            <a:ext cx="107124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p:cNvCxnSpPr>
            <a:endCxn id="11" idx="1"/>
          </p:cNvCxnSpPr>
          <p:nvPr/>
        </p:nvCxnSpPr>
        <p:spPr>
          <a:xfrm>
            <a:off x="3764948" y="4095651"/>
            <a:ext cx="1072367" cy="501044"/>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p:cNvCxnSpPr/>
          <p:nvPr/>
        </p:nvCxnSpPr>
        <p:spPr>
          <a:xfrm>
            <a:off x="3764385" y="4333778"/>
            <a:ext cx="1106613" cy="1104678"/>
          </a:xfrm>
          <a:prstGeom prst="bentConnector3">
            <a:avLst>
              <a:gd name="adj1" fmla="val 31064"/>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右大括号 14"/>
          <p:cNvSpPr/>
          <p:nvPr/>
        </p:nvSpPr>
        <p:spPr>
          <a:xfrm>
            <a:off x="3764385" y="5545166"/>
            <a:ext cx="175360" cy="611061"/>
          </a:xfrm>
          <a:prstGeom prst="righ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p:cNvSpPr/>
          <p:nvPr/>
        </p:nvSpPr>
        <p:spPr>
          <a:xfrm>
            <a:off x="7924487" y="3812714"/>
            <a:ext cx="196734" cy="515655"/>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左大括号 16"/>
          <p:cNvSpPr/>
          <p:nvPr/>
        </p:nvSpPr>
        <p:spPr>
          <a:xfrm>
            <a:off x="7924487" y="4577256"/>
            <a:ext cx="196734" cy="515655"/>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左大括号 17"/>
          <p:cNvSpPr/>
          <p:nvPr/>
        </p:nvSpPr>
        <p:spPr>
          <a:xfrm>
            <a:off x="7924485" y="5435589"/>
            <a:ext cx="196734" cy="515655"/>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 name="连接符: 肘形 18"/>
          <p:cNvCxnSpPr>
            <a:stCxn id="15" idx="1"/>
          </p:cNvCxnSpPr>
          <p:nvPr/>
        </p:nvCxnSpPr>
        <p:spPr>
          <a:xfrm rot="10800000" flipH="1">
            <a:off x="3939744" y="4070541"/>
            <a:ext cx="4083107" cy="1780156"/>
          </a:xfrm>
          <a:prstGeom prst="bentConnector3">
            <a:avLst>
              <a:gd name="adj1" fmla="val 97182"/>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(Cartesian Product)</a:t>
            </a:r>
            <a:endParaRPr lang="en-US" sz="4000" u="sng" dirty="0"/>
          </a:p>
        </p:txBody>
      </p:sp>
      <mc:AlternateContent xmlns:mc="http://schemas.openxmlformats.org/markup-compatibility/2006">
        <mc:Choice xmlns:a14="http://schemas.microsoft.com/office/drawing/2010/main" Requires="a14">
          <p:sp>
            <p:nvSpPr>
              <p:cNvPr id="9" name="文本框 8"/>
              <p:cNvSpPr txBox="1"/>
              <p:nvPr/>
            </p:nvSpPr>
            <p:spPr>
              <a:xfrm>
                <a:off x="481043" y="882465"/>
                <a:ext cx="10907247" cy="1938992"/>
              </a:xfrm>
              <a:prstGeom prst="rect">
                <a:avLst/>
              </a:prstGeom>
              <a:noFill/>
            </p:spPr>
            <p:txBody>
              <a:bodyPr wrap="square">
                <a:spAutoFit/>
              </a:bodyPr>
              <a:lstStyle/>
              <a:p>
                <a:pPr marL="285750" indent="-285750">
                  <a:buFont typeface="Wingdings" panose="05000000000000000000" pitchFamily="2" charset="2"/>
                  <a:buChar char="Ø"/>
                </a:pPr>
                <a:r>
                  <a:rPr lang="en-US" altLang="zh-CN" sz="2400" dirty="0"/>
                  <a:t>R × S = S × R</a:t>
                </a:r>
                <a:endParaRPr lang="en-US" altLang="zh-CN" sz="2400" dirty="0"/>
              </a:p>
              <a:p>
                <a:pPr marL="285750" indent="-285750">
                  <a:buFont typeface="Wingdings" panose="05000000000000000000" pitchFamily="2" charset="2"/>
                  <a:buChar char="Ø"/>
                </a:pPr>
                <a:r>
                  <a:rPr lang="en-US" altLang="zh-CN" sz="2400" dirty="0"/>
                  <a:t>R is an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-degree relation, S is an </a:t>
                </a:r>
                <a14:m>
                  <m:oMath xmlns:m="http://schemas.openxmlformats.org/officeDocument/2006/math">
                    <m:r>
                      <a:rPr lang="en-US" altLang="zh-CN" sz="2400" i="1" dirty="0" smtClean="0">
                        <a:latin typeface="Cambria Math" panose="02040503050406030204" pitchFamily="18" charset="0"/>
                      </a:rPr>
                      <m:t>𝑚</m:t>
                    </m:r>
                  </m:oMath>
                </a14:m>
                <a:r>
                  <a:rPr lang="en-US" altLang="zh-CN" sz="2400" dirty="0"/>
                  <a:t>-degree relation, and the number of attributes in R × S is </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𝑚</m:t>
                    </m:r>
                  </m:oMath>
                </a14:m>
                <a:r>
                  <a:rPr lang="en-US" altLang="zh-CN" sz="2400" dirty="0"/>
                  <a:t> (4 + 4). </a:t>
                </a:r>
                <a:endParaRPr lang="en-US" altLang="zh-CN" sz="2400" dirty="0"/>
              </a:p>
              <a:p>
                <a:pPr marL="285750" indent="-285750">
                  <a:buFont typeface="Wingdings" panose="05000000000000000000" pitchFamily="2" charset="2"/>
                  <a:buChar char="Ø"/>
                </a:pPr>
                <a:r>
                  <a:rPr lang="en-US" altLang="zh-CN" sz="2400" dirty="0"/>
                  <a:t>The cardinality </a:t>
                </a:r>
                <a14:m>
                  <m:oMath xmlns:m="http://schemas.openxmlformats.org/officeDocument/2006/math">
                    <m:r>
                      <a:rPr lang="en-US" altLang="zh-CN" sz="2400" i="1" dirty="0" smtClean="0">
                        <a:latin typeface="Cambria Math" panose="02040503050406030204" pitchFamily="18" charset="0"/>
                      </a:rPr>
                      <m:t>𝑥</m:t>
                    </m:r>
                  </m:oMath>
                </a14:m>
                <a:r>
                  <a:rPr lang="en-US" altLang="zh-CN" sz="2400" dirty="0"/>
                  <a:t> of relation R and the cardinality </a:t>
                </a:r>
                <a14:m>
                  <m:oMath xmlns:m="http://schemas.openxmlformats.org/officeDocument/2006/math">
                    <m:r>
                      <a:rPr lang="en-US" altLang="zh-CN" sz="2400" i="1" dirty="0" smtClean="0">
                        <a:latin typeface="Cambria Math" panose="02040503050406030204" pitchFamily="18" charset="0"/>
                      </a:rPr>
                      <m:t>𝑦</m:t>
                    </m:r>
                  </m:oMath>
                </a14:m>
                <a:r>
                  <a:rPr lang="en-US" altLang="zh-CN" sz="2400" dirty="0"/>
                  <a:t> of S are the same, and the cardinality of R × S is </a:t>
                </a:r>
                <a14:m>
                  <m:oMath xmlns:m="http://schemas.openxmlformats.org/officeDocument/2006/math">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𝑦</m:t>
                    </m:r>
                    <m:r>
                      <a:rPr lang="en-US" altLang="zh-CN" sz="2400" i="1" dirty="0" smtClean="0">
                        <a:latin typeface="Cambria Math" panose="02040503050406030204" pitchFamily="18" charset="0"/>
                      </a:rPr>
                      <m:t> </m:t>
                    </m:r>
                  </m:oMath>
                </a14:m>
                <a:r>
                  <a:rPr lang="en-US" altLang="zh-CN" sz="2400" dirty="0"/>
                  <a:t>(3 × 3).</a:t>
                </a:r>
                <a:endParaRPr lang="zh-CN" altLang="en-US" sz="2400" dirty="0"/>
              </a:p>
            </p:txBody>
          </p:sp>
        </mc:Choice>
        <mc:Fallback>
          <p:sp>
            <p:nvSpPr>
              <p:cNvPr id="9" name="文本框 8"/>
              <p:cNvSpPr txBox="1">
                <a:spLocks noRot="1" noChangeAspect="1" noMove="1" noResize="1" noEditPoints="1" noAdjustHandles="1" noChangeArrowheads="1" noChangeShapeType="1" noTextEdit="1"/>
              </p:cNvSpPr>
              <p:nvPr/>
            </p:nvSpPr>
            <p:spPr>
              <a:xfrm>
                <a:off x="481043" y="882465"/>
                <a:ext cx="10907247" cy="1938992"/>
              </a:xfrm>
              <a:prstGeom prst="rect">
                <a:avLst/>
              </a:prstGeom>
              <a:blipFill rotWithShape="1">
                <a:blip r:embed="rId1"/>
                <a:stretch>
                  <a:fillRect l="-3" t="-23" r="2" b="8"/>
                </a:stretch>
              </a:blipFill>
            </p:spPr>
            <p:txBody>
              <a:bodyPr/>
              <a:lstStyle/>
              <a:p>
                <a:r>
                  <a:rPr lang="zh-CN" altLang="en-US">
                    <a:noFill/>
                  </a:rPr>
                  <a:t> </a:t>
                </a:r>
              </a:p>
            </p:txBody>
          </p:sp>
        </mc:Fallback>
      </mc:AlternateContent>
      <p:graphicFrame>
        <p:nvGraphicFramePr>
          <p:cNvPr id="8" name="表格 7"/>
          <p:cNvGraphicFramePr>
            <a:graphicFrameLocks noGrp="1"/>
          </p:cNvGraphicFramePr>
          <p:nvPr/>
        </p:nvGraphicFramePr>
        <p:xfrm>
          <a:off x="481044" y="3141313"/>
          <a:ext cx="3283904" cy="1325642"/>
        </p:xfrm>
        <a:graphic>
          <a:graphicData uri="http://schemas.openxmlformats.org/drawingml/2006/table">
            <a:tbl>
              <a:tblPr firstRow="1" bandRow="1"/>
              <a:tblGrid>
                <a:gridCol w="820976"/>
                <a:gridCol w="820976"/>
                <a:gridCol w="820976"/>
                <a:gridCol w="820976"/>
              </a:tblGrid>
              <a:tr h="286576">
                <a:tc gridSpan="4">
                  <a:txBody>
                    <a:bodyPr/>
                    <a:lstStyle/>
                    <a:p>
                      <a:pPr algn="l"/>
                      <a:r>
                        <a:rPr lang="en-US" altLang="zh-CN" sz="1200" b="1" dirty="0">
                          <a:latin typeface="+mn-lt"/>
                          <a:ea typeface="+mn-ea"/>
                        </a:rPr>
                        <a:t>Student</a:t>
                      </a:r>
                      <a:endParaRPr lang="zh-CN" altLang="en-US" sz="1200" b="1" dirty="0">
                        <a:latin typeface="+mn-lt"/>
                        <a:ea typeface="+mn-ea"/>
                      </a:endParaRPr>
                    </a:p>
                  </a:txBody>
                  <a:tcPr marL="84345" marR="84345" marT="42172" marB="42172" anchor="ctr">
                    <a:noFill/>
                  </a:tcPr>
                </a:tc>
                <a:tc hMerge="1">
                  <a:tcPr/>
                </a:tc>
                <a:tc hMerge="1">
                  <a:tcPr/>
                </a:tc>
                <a:tc hMerge="1">
                  <a:tcPr marL="86791" marR="86791" marT="43395" marB="43395" anchor="ctr">
                    <a:noFill/>
                  </a:tcPr>
                </a:tc>
              </a:tr>
              <a:tr h="246505">
                <a:tc>
                  <a:txBody>
                    <a:bodyPr/>
                    <a:lstStyle/>
                    <a:p>
                      <a:pPr algn="ctr"/>
                      <a:r>
                        <a:rPr lang="en-US" altLang="zh-CN" sz="1200" b="1" dirty="0">
                          <a:latin typeface="+mn-lt"/>
                          <a:ea typeface="+mn-ea"/>
                        </a:rPr>
                        <a:t>Sno</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name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age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address</a:t>
                      </a:r>
                      <a:endParaRPr lang="zh-CN" altLang="en-US" sz="1200" b="1" dirty="0">
                        <a:latin typeface="+mn-lt"/>
                        <a:ea typeface="+mn-ea"/>
                      </a:endParaRPr>
                    </a:p>
                  </a:txBody>
                  <a:tcPr marL="61573" marR="61573" marT="30787" marB="30787" anchor="ctr">
                    <a:solidFill>
                      <a:schemeClr val="accent5">
                        <a:lumMod val="20000"/>
                        <a:lumOff val="80000"/>
                      </a:schemeClr>
                    </a:solidFill>
                  </a:tcPr>
                </a:tc>
              </a:tr>
              <a:tr h="264187">
                <a:tc>
                  <a:txBody>
                    <a:bodyPr/>
                    <a:lstStyle/>
                    <a:p>
                      <a:pPr algn="ct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en-US" altLang="zh-CN"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r>
            </a:tbl>
          </a:graphicData>
        </a:graphic>
      </p:graphicFrame>
      <p:graphicFrame>
        <p:nvGraphicFramePr>
          <p:cNvPr id="10" name="表格 9"/>
          <p:cNvGraphicFramePr>
            <a:graphicFrameLocks noGrp="1"/>
          </p:cNvGraphicFramePr>
          <p:nvPr/>
        </p:nvGraphicFramePr>
        <p:xfrm>
          <a:off x="482171" y="4879329"/>
          <a:ext cx="3283904" cy="1325642"/>
        </p:xfrm>
        <a:graphic>
          <a:graphicData uri="http://schemas.openxmlformats.org/drawingml/2006/table">
            <a:tbl>
              <a:tblPr firstRow="1" bandRow="1"/>
              <a:tblGrid>
                <a:gridCol w="820976"/>
                <a:gridCol w="820976"/>
                <a:gridCol w="820976"/>
                <a:gridCol w="820976"/>
              </a:tblGrid>
              <a:tr h="286576">
                <a:tc gridSpan="4">
                  <a:txBody>
                    <a:bodyPr/>
                    <a:lstStyle/>
                    <a:p>
                      <a:pPr algn="l"/>
                      <a:r>
                        <a:rPr lang="en-US" altLang="zh-CN" sz="1200" b="1" dirty="0">
                          <a:latin typeface="+mn-lt"/>
                          <a:ea typeface="+mn-ea"/>
                        </a:rPr>
                        <a:t>Course</a:t>
                      </a:r>
                      <a:endParaRPr lang="zh-CN" altLang="en-US" sz="1200" b="1" dirty="0">
                        <a:latin typeface="+mn-lt"/>
                        <a:ea typeface="+mn-ea"/>
                      </a:endParaRPr>
                    </a:p>
                  </a:txBody>
                  <a:tcPr marL="84345" marR="84345" marT="42172" marB="42172" anchor="ctr">
                    <a:noFill/>
                  </a:tcPr>
                </a:tc>
                <a:tc hMerge="1">
                  <a:tcPr/>
                </a:tc>
                <a:tc hMerge="1">
                  <a:tcPr/>
                </a:tc>
                <a:tc hMerge="1">
                  <a:tcPr marL="86791" marR="86791" marT="43395" marB="43395" anchor="ctr">
                    <a:noFill/>
                  </a:tcPr>
                </a:tc>
              </a:tr>
              <a:tr h="246505">
                <a:tc>
                  <a:txBody>
                    <a:bodyPr/>
                    <a:lstStyle/>
                    <a:p>
                      <a:pPr algn="ctr"/>
                      <a:r>
                        <a:rPr lang="en-US" altLang="zh-CN" sz="1200" b="1" dirty="0" err="1">
                          <a:latin typeface="+mn-lt"/>
                          <a:ea typeface="+mn-ea"/>
                        </a:rPr>
                        <a:t>Cno</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err="1">
                          <a:latin typeface="+mn-lt"/>
                          <a:ea typeface="+mn-ea"/>
                        </a:rPr>
                        <a:t>Cname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Teacher</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period</a:t>
                      </a:r>
                      <a:endParaRPr lang="zh-CN" altLang="en-US" sz="1200" b="1" dirty="0">
                        <a:latin typeface="+mn-lt"/>
                        <a:ea typeface="+mn-ea"/>
                      </a:endParaRPr>
                    </a:p>
                  </a:txBody>
                  <a:tcPr marL="61573" marR="61573" marT="30787" marB="30787" anchor="ctr">
                    <a:solidFill>
                      <a:schemeClr val="accent5">
                        <a:lumMod val="20000"/>
                        <a:lumOff val="80000"/>
                      </a:schemeClr>
                    </a:solidFill>
                  </a:tcPr>
                </a:tc>
              </a:tr>
              <a:tr h="264187">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bl>
          </a:graphicData>
        </a:graphic>
      </p:graphicFrame>
      <p:graphicFrame>
        <p:nvGraphicFramePr>
          <p:cNvPr id="11" name="表格 10"/>
          <p:cNvGraphicFramePr>
            <a:graphicFrameLocks noGrp="1"/>
          </p:cNvGraphicFramePr>
          <p:nvPr/>
        </p:nvGraphicFramePr>
        <p:xfrm>
          <a:off x="4837315" y="3141313"/>
          <a:ext cx="6550976" cy="2910764"/>
        </p:xfrm>
        <a:graphic>
          <a:graphicData uri="http://schemas.openxmlformats.org/drawingml/2006/table">
            <a:tbl>
              <a:tblPr firstRow="1" bandRow="1"/>
              <a:tblGrid>
                <a:gridCol w="818872"/>
                <a:gridCol w="818872"/>
                <a:gridCol w="818872"/>
                <a:gridCol w="818872"/>
                <a:gridCol w="818872"/>
                <a:gridCol w="818872"/>
                <a:gridCol w="818872"/>
                <a:gridCol w="818872"/>
              </a:tblGrid>
              <a:tr h="286576">
                <a:tc gridSpan="8">
                  <a:txBody>
                    <a:bodyPr/>
                    <a:lstStyle/>
                    <a:p>
                      <a:pPr algn="l"/>
                      <a:r>
                        <a:rPr lang="en-US" altLang="zh-CN" sz="1200" b="1" dirty="0">
                          <a:latin typeface="+mn-lt"/>
                          <a:ea typeface="+mn-ea"/>
                        </a:rPr>
                        <a:t>(All students) (All courses)</a:t>
                      </a:r>
                      <a:endParaRPr lang="zh-CN" altLang="en-US" sz="1200" b="1" dirty="0">
                        <a:latin typeface="+mn-lt"/>
                        <a:ea typeface="+mn-ea"/>
                      </a:endParaRPr>
                    </a:p>
                  </a:txBody>
                  <a:tcPr marL="84345" marR="84345" marT="42172" marB="42172" anchor="ctr">
                    <a:noFill/>
                  </a:tcPr>
                </a:tc>
                <a:tc hMerge="1">
                  <a:tcPr/>
                </a:tc>
                <a:tc hMerge="1">
                  <a:tcPr/>
                </a:tc>
                <a:tc hMerge="1">
                  <a:tcPr marL="86791" marR="86791" marT="43395" marB="43395" anchor="ctr">
                    <a:noFill/>
                  </a:tcPr>
                </a:tc>
                <a:tc hMerge="1">
                  <a:tcPr marL="84345" marR="84345" marT="42172" marB="42172" anchor="ctr">
                    <a:noFill/>
                  </a:tcPr>
                </a:tc>
                <a:tc hMerge="1">
                  <a:tcPr marL="84345" marR="84345" marT="42172" marB="42172" anchor="ctr">
                    <a:noFill/>
                  </a:tcPr>
                </a:tc>
                <a:tc hMerge="1">
                  <a:tcPr marL="84345" marR="84345" marT="42172" marB="42172" anchor="ctr">
                    <a:noFill/>
                  </a:tcPr>
                </a:tc>
                <a:tc hMerge="1">
                  <a:tcPr marL="84345" marR="84345" marT="42172" marB="42172" anchor="ctr">
                    <a:noFill/>
                  </a:tcPr>
                </a:tc>
              </a:tr>
              <a:tr h="246505">
                <a:tc>
                  <a:txBody>
                    <a:bodyPr/>
                    <a:lstStyle/>
                    <a:p>
                      <a:pPr algn="ctr"/>
                      <a:r>
                        <a:rPr lang="en-US" altLang="zh-CN" sz="1200" b="1" dirty="0">
                          <a:latin typeface="+mn-lt"/>
                          <a:ea typeface="+mn-ea"/>
                        </a:rPr>
                        <a:t>Sno</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name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age</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latin typeface="+mn-lt"/>
                          <a:ea typeface="+mn-ea"/>
                        </a:rPr>
                        <a:t>address</a:t>
                      </a:r>
                      <a:endParaRPr lang="zh-CN" altLang="en-US" sz="1200" b="1" dirty="0">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err="1">
                          <a:solidFill>
                            <a:srgbClr val="FF0000"/>
                          </a:solidFill>
                          <a:latin typeface="+mn-lt"/>
                          <a:ea typeface="+mn-ea"/>
                        </a:rPr>
                        <a:t>Cno</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err="1">
                          <a:solidFill>
                            <a:srgbClr val="FF0000"/>
                          </a:solidFill>
                          <a:latin typeface="+mn-lt"/>
                          <a:ea typeface="+mn-ea"/>
                        </a:rPr>
                        <a:t>Cname</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solidFill>
                            <a:srgbClr val="FF0000"/>
                          </a:solidFill>
                          <a:latin typeface="+mn-lt"/>
                          <a:ea typeface="+mn-ea"/>
                        </a:rPr>
                        <a:t>Teacher</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c>
                  <a:txBody>
                    <a:bodyPr/>
                    <a:lstStyle/>
                    <a:p>
                      <a:pPr algn="ctr"/>
                      <a:r>
                        <a:rPr lang="en-US" altLang="zh-CN" sz="1200" b="1" dirty="0">
                          <a:solidFill>
                            <a:srgbClr val="FF0000"/>
                          </a:solidFill>
                          <a:latin typeface="+mn-lt"/>
                          <a:ea typeface="+mn-ea"/>
                        </a:rPr>
                        <a:t>period</a:t>
                      </a:r>
                      <a:endParaRPr lang="zh-CN" altLang="en-US" sz="1200" b="1" dirty="0">
                        <a:solidFill>
                          <a:srgbClr val="FF0000"/>
                        </a:solidFill>
                        <a:latin typeface="+mn-lt"/>
                        <a:ea typeface="+mn-ea"/>
                      </a:endParaRPr>
                    </a:p>
                  </a:txBody>
                  <a:tcPr marL="61573" marR="61573" marT="30787" marB="30787" anchor="ctr">
                    <a:solidFill>
                      <a:schemeClr val="accent5">
                        <a:lumMod val="20000"/>
                        <a:lumOff val="80000"/>
                      </a:schemeClr>
                    </a:solidFill>
                  </a:tcPr>
                </a:tc>
              </a:tr>
              <a:tr h="264187">
                <a:tc>
                  <a:txBody>
                    <a:bodyPr/>
                    <a:lstStyle/>
                    <a:p>
                      <a:pPr algn="ct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effectLst/>
                          <a:latin typeface="+mn-lt"/>
                          <a:ea typeface="+mn-ea"/>
                        </a:rPr>
                        <a:t>210110401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Leo</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3010</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Emma</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17</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computer</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52</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physics</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Teacher2</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36</a:t>
                      </a:r>
                      <a:endParaRPr lang="zh-CN" altLang="en-US" sz="1200" b="1" dirty="0">
                        <a:effectLst/>
                        <a:latin typeface="+mn-lt"/>
                        <a:ea typeface="+mn-ea"/>
                      </a:endParaRPr>
                    </a:p>
                  </a:txBody>
                  <a:tcPr marL="26419" marR="26419" marT="26419" marB="26419" anchor="ctr">
                    <a:solidFill>
                      <a:schemeClr val="bg1">
                        <a:lumMod val="95000"/>
                      </a:schemeClr>
                    </a:solidFill>
                  </a:tcPr>
                </a:tc>
              </a:tr>
              <a:tr h="264187">
                <a:tc>
                  <a:txBody>
                    <a:bodyPr/>
                    <a:lstStyle/>
                    <a:p>
                      <a:pPr algn="ctr"/>
                      <a:r>
                        <a:rPr lang="en-US" altLang="zh-CN" sz="1200" b="1" dirty="0">
                          <a:effectLst/>
                          <a:latin typeface="+mn-lt"/>
                          <a:ea typeface="+mn-ea"/>
                        </a:rPr>
                        <a:t>210110403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Ben</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18</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3011</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C3</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math</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Teacher5</a:t>
                      </a:r>
                      <a:endParaRPr lang="zh-CN" altLang="en-US" sz="1200" b="1" dirty="0">
                        <a:effectLst/>
                        <a:latin typeface="+mn-lt"/>
                        <a:ea typeface="+mn-ea"/>
                      </a:endParaRPr>
                    </a:p>
                  </a:txBody>
                  <a:tcPr marL="26419" marR="26419" marT="26419" marB="26419" anchor="ctr">
                    <a:solidFill>
                      <a:schemeClr val="bg1">
                        <a:lumMod val="95000"/>
                      </a:schemeClr>
                    </a:solidFill>
                  </a:tcPr>
                </a:tc>
                <a:tc>
                  <a:txBody>
                    <a:bodyPr/>
                    <a:lstStyle/>
                    <a:p>
                      <a:pPr algn="ctr"/>
                      <a:r>
                        <a:rPr lang="en-US" altLang="zh-CN" sz="1200" b="1" dirty="0">
                          <a:effectLst/>
                          <a:latin typeface="+mn-lt"/>
                          <a:ea typeface="+mn-ea"/>
                        </a:rPr>
                        <a:t>40</a:t>
                      </a:r>
                      <a:endParaRPr lang="zh-CN" altLang="en-US" sz="1200" b="1" dirty="0">
                        <a:effectLst/>
                        <a:latin typeface="+mn-lt"/>
                        <a:ea typeface="+mn-ea"/>
                      </a:endParaRPr>
                    </a:p>
                  </a:txBody>
                  <a:tcPr marL="26419" marR="26419" marT="26419" marB="26419" anchor="ctr">
                    <a:solidFill>
                      <a:schemeClr val="bg1">
                        <a:lumMod val="95000"/>
                      </a:schemeClr>
                    </a:solidFill>
                  </a:tcPr>
                </a:tc>
              </a:tr>
            </a:tbl>
          </a:graphicData>
        </a:graphic>
      </p:graphicFrame>
      <p:cxnSp>
        <p:nvCxnSpPr>
          <p:cNvPr id="12" name="直接箭头连接符 11"/>
          <p:cNvCxnSpPr/>
          <p:nvPr/>
        </p:nvCxnSpPr>
        <p:spPr>
          <a:xfrm>
            <a:off x="3764948" y="3812714"/>
            <a:ext cx="107124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p:cNvCxnSpPr>
            <a:endCxn id="11" idx="1"/>
          </p:cNvCxnSpPr>
          <p:nvPr/>
        </p:nvCxnSpPr>
        <p:spPr>
          <a:xfrm>
            <a:off x="3764948" y="4095651"/>
            <a:ext cx="1072367" cy="501044"/>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p:cNvCxnSpPr/>
          <p:nvPr/>
        </p:nvCxnSpPr>
        <p:spPr>
          <a:xfrm>
            <a:off x="3764385" y="4333778"/>
            <a:ext cx="1106613" cy="1104678"/>
          </a:xfrm>
          <a:prstGeom prst="bentConnector3">
            <a:avLst>
              <a:gd name="adj1" fmla="val 31064"/>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右大括号 14"/>
          <p:cNvSpPr/>
          <p:nvPr/>
        </p:nvSpPr>
        <p:spPr>
          <a:xfrm>
            <a:off x="3764385" y="5545166"/>
            <a:ext cx="175360" cy="611061"/>
          </a:xfrm>
          <a:prstGeom prst="righ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p:cNvSpPr/>
          <p:nvPr/>
        </p:nvSpPr>
        <p:spPr>
          <a:xfrm>
            <a:off x="7924487" y="3812714"/>
            <a:ext cx="196734" cy="515655"/>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左大括号 16"/>
          <p:cNvSpPr/>
          <p:nvPr/>
        </p:nvSpPr>
        <p:spPr>
          <a:xfrm>
            <a:off x="7924487" y="4577256"/>
            <a:ext cx="196734" cy="515655"/>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左大括号 17"/>
          <p:cNvSpPr/>
          <p:nvPr/>
        </p:nvSpPr>
        <p:spPr>
          <a:xfrm>
            <a:off x="7924485" y="5435589"/>
            <a:ext cx="196734" cy="515655"/>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 name="连接符: 肘形 18"/>
          <p:cNvCxnSpPr>
            <a:stCxn id="15" idx="1"/>
          </p:cNvCxnSpPr>
          <p:nvPr/>
        </p:nvCxnSpPr>
        <p:spPr>
          <a:xfrm rot="10800000" flipH="1">
            <a:off x="3939744" y="4070541"/>
            <a:ext cx="4083107" cy="1780156"/>
          </a:xfrm>
          <a:prstGeom prst="bentConnector3">
            <a:avLst>
              <a:gd name="adj1" fmla="val 97182"/>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sz="2400" b="1" dirty="0">
                    <a:solidFill>
                      <a:srgbClr val="FF0000"/>
                    </a:solidFill>
                  </a:rPr>
                  <a:t>Select</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a:t>
                </a:r>
                <a14:m>
                  <m:oMath xmlns:m="http://schemas.openxmlformats.org/officeDocument/2006/math">
                    <m:sSub>
                      <m:sSubPr>
                        <m:ctrlPr>
                          <a:rPr lang="en-US" sz="2200" i="1" dirty="0" smtClean="0">
                            <a:solidFill>
                              <a:srgbClr val="FF0000"/>
                            </a:solidFill>
                            <a:latin typeface="Cambria Math" panose="02040503050406030204" pitchFamily="18" charset="0"/>
                          </a:rPr>
                        </m:ctrlPr>
                      </m:sSubPr>
                      <m:e>
                        <m:r>
                          <a:rPr lang="en-US" sz="2200" i="1" dirty="0" smtClean="0">
                            <a:solidFill>
                              <a:srgbClr val="FF0000"/>
                            </a:solidFill>
                            <a:latin typeface="Cambria Math" panose="02040503050406030204" pitchFamily="18" charset="0"/>
                          </a:rPr>
                          <m:t>𝝈</m:t>
                        </m:r>
                      </m:e>
                      <m:sub>
                        <m:r>
                          <a:rPr lang="en-US" sz="2200" i="1" dirty="0" smtClean="0">
                            <a:solidFill>
                              <a:srgbClr val="FF0000"/>
                            </a:solidFill>
                            <a:latin typeface="Cambria Math" panose="02040503050406030204" pitchFamily="18" charset="0"/>
                          </a:rPr>
                          <m:t>𝒄𝒐𝒏</m:t>
                        </m:r>
                      </m:sub>
                    </m:sSub>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𝑹</m:t>
                    </m:r>
                    <m:r>
                      <a:rPr lang="en-US" sz="2200" i="1" dirty="0" smtClean="0">
                        <a:solidFill>
                          <a:srgbClr val="FF0000"/>
                        </a:solidFill>
                        <a:latin typeface="Cambria Math" panose="02040503050406030204" pitchFamily="18" charset="0"/>
                      </a:rPr>
                      <m:t>) </m:t>
                    </m:r>
                  </m:oMath>
                </a14:m>
                <a:r>
                  <a:rPr lang="en-US" sz="2200" dirty="0"/>
                  <a:t>is a set of tuples selected from relation </a:t>
                </a:r>
                <a14:m>
                  <m:oMath xmlns:m="http://schemas.openxmlformats.org/officeDocument/2006/math">
                    <m:r>
                      <a:rPr lang="en-US" sz="2200" i="1" dirty="0" smtClean="0">
                        <a:latin typeface="Cambria Math" panose="02040503050406030204" pitchFamily="18" charset="0"/>
                      </a:rPr>
                      <m:t>𝑅</m:t>
                    </m:r>
                  </m:oMath>
                </a14:m>
                <a:r>
                  <a:rPr lang="en-US" sz="2200" dirty="0"/>
                  <a:t> that satisfy a given condition.</a:t>
                </a:r>
                <a:endParaRPr lang="en-US" sz="2200" dirty="0"/>
              </a:p>
              <a:p>
                <a:pPr lvl="1">
                  <a:buFont typeface="Courier New" panose="02070309020205020404" pitchFamily="49" charset="0"/>
                  <a:buChar char="o"/>
                </a:pPr>
                <a:r>
                  <a:rPr lang="en-US" sz="2200" b="1" u="sng" dirty="0"/>
                  <a:t>Mathematical description</a:t>
                </a:r>
                <a:r>
                  <a:rPr lang="en-US" sz="2200" dirty="0"/>
                  <a:t>: </a:t>
                </a:r>
                <a14:m>
                  <m:oMath xmlns:m="http://schemas.openxmlformats.org/officeDocument/2006/math">
                    <m:sSub>
                      <m:sSubPr>
                        <m:ctrlPr>
                          <a:rPr lang="en-US" sz="2200" i="1" dirty="0" smtClean="0">
                            <a:solidFill>
                              <a:srgbClr val="FF0000"/>
                            </a:solidFill>
                            <a:latin typeface="Cambria Math" panose="02040503050406030204" pitchFamily="18" charset="0"/>
                          </a:rPr>
                        </m:ctrlPr>
                      </m:sSubPr>
                      <m:e>
                        <m:r>
                          <a:rPr lang="en-US" sz="2200" i="1" dirty="0" smtClean="0">
                            <a:solidFill>
                              <a:srgbClr val="FF0000"/>
                            </a:solidFill>
                            <a:latin typeface="Cambria Math" panose="02040503050406030204" pitchFamily="18" charset="0"/>
                          </a:rPr>
                          <m:t>𝝈</m:t>
                        </m:r>
                      </m:e>
                      <m:sub>
                        <m:r>
                          <a:rPr lang="en-US" sz="2200" i="1" dirty="0" smtClean="0">
                            <a:solidFill>
                              <a:srgbClr val="FF0000"/>
                            </a:solidFill>
                            <a:latin typeface="Cambria Math" panose="02040503050406030204" pitchFamily="18" charset="0"/>
                          </a:rPr>
                          <m:t>𝒄𝒐𝒏</m:t>
                        </m:r>
                      </m:sub>
                    </m:sSub>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𝑹</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𝒕</m:t>
                    </m:r>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𝒕</m:t>
                    </m:r>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𝑹</m:t>
                    </m:r>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𝒄𝒐𝒏</m:t>
                    </m:r>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𝒕</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𝑡𝑟𝑢𝑒</m:t>
                    </m:r>
                    <m:r>
                      <a:rPr lang="en-US" sz="2200" i="1" dirty="0" smtClean="0">
                        <a:solidFill>
                          <a:srgbClr val="FF0000"/>
                        </a:solidFill>
                        <a:latin typeface="Cambria Math" panose="02040503050406030204" pitchFamily="18" charset="0"/>
                      </a:rPr>
                      <m:t>′}</m:t>
                    </m:r>
                    <m:r>
                      <a:rPr lang="en-US" i="1" dirty="0" smtClean="0">
                        <a:solidFill>
                          <a:srgbClr val="FF0000"/>
                        </a:solidFill>
                        <a:latin typeface="Cambria Math" panose="02040503050406030204" pitchFamily="18" charset="0"/>
                      </a:rPr>
                      <m:t> </m:t>
                    </m:r>
                  </m:oMath>
                </a14:m>
                <a:endParaRPr lang="en-US" dirty="0"/>
              </a:p>
              <a:p>
                <a:pPr marL="201295" lvl="1" indent="0">
                  <a:buNone/>
                </a:pP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10296144" cy="4331131"/>
              </a:xfrm>
              <a:blipFill rotWithShape="1">
                <a:blip r:embed="rId1"/>
                <a:stretch>
                  <a:fillRect t="-10" r="2" b="5"/>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mc:AlternateContent xmlns:mc="http://schemas.openxmlformats.org/markup-compatibility/2006">
        <mc:Choice xmlns:a14="http://schemas.microsoft.com/office/drawing/2010/main" Requires="a14">
          <p:sp>
            <p:nvSpPr>
              <p:cNvPr id="5" name="文本框 4"/>
              <p:cNvSpPr txBox="1"/>
              <p:nvPr/>
            </p:nvSpPr>
            <p:spPr>
              <a:xfrm>
                <a:off x="1188406" y="3564721"/>
                <a:ext cx="7974383" cy="2462213"/>
              </a:xfrm>
              <a:prstGeom prst="rect">
                <a:avLst/>
              </a:prstGeom>
              <a:solidFill>
                <a:schemeClr val="accent1">
                  <a:lumMod val="20000"/>
                  <a:lumOff val="80000"/>
                </a:schemeClr>
              </a:solidFill>
            </p:spPr>
            <p:txBody>
              <a:bodyPr wrap="square">
                <a:spAutoFit/>
              </a:bodyPr>
              <a:lstStyle/>
              <a:p>
                <a:pPr marL="457200" indent="-457200">
                  <a:buFont typeface="+mj-ea"/>
                  <a:buAutoNum type="circleNumDbPlain"/>
                </a:pPr>
                <a:r>
                  <a:rPr lang="zh-CN" altLang="en-US" sz="2200" dirty="0">
                    <a:solidFill>
                      <a:schemeClr val="tx1">
                        <a:lumMod val="75000"/>
                        <a:lumOff val="25000"/>
                      </a:schemeClr>
                    </a:solidFill>
                  </a:rPr>
                  <a:t>Let </a:t>
                </a:r>
                <a14:m>
                  <m:oMath xmlns:m="http://schemas.openxmlformats.org/officeDocument/2006/math">
                    <m:r>
                      <a:rPr lang="zh-CN" altLang="en-US" sz="2200" i="1" dirty="0" smtClean="0">
                        <a:solidFill>
                          <a:schemeClr val="tx1">
                            <a:lumMod val="75000"/>
                            <a:lumOff val="25000"/>
                          </a:schemeClr>
                        </a:solidFill>
                        <a:latin typeface="Cambria Math" panose="02040503050406030204" pitchFamily="18" charset="0"/>
                      </a:rPr>
                      <m:t>𝑅</m:t>
                    </m:r>
                    <m:d>
                      <m:dPr>
                        <m:ctrlPr>
                          <a:rPr lang="zh-CN" altLang="en-US" sz="2200" i="1" dirty="0" smtClean="0">
                            <a:solidFill>
                              <a:schemeClr val="tx1">
                                <a:lumMod val="75000"/>
                                <a:lumOff val="25000"/>
                              </a:schemeClr>
                            </a:solidFill>
                            <a:latin typeface="Cambria Math" panose="02040503050406030204" pitchFamily="18" charset="0"/>
                          </a:rPr>
                        </m:ctrlPr>
                      </m:dPr>
                      <m:e>
                        <m:sSub>
                          <m:sSubPr>
                            <m:ctrlPr>
                              <a:rPr lang="en-US" altLang="zh-CN" sz="2200" b="0" i="1" dirty="0" smtClean="0">
                                <a:solidFill>
                                  <a:schemeClr val="tx1">
                                    <a:lumMod val="75000"/>
                                    <a:lumOff val="25000"/>
                                  </a:schemeClr>
                                </a:solidFill>
                                <a:latin typeface="Cambria Math" panose="02040503050406030204" pitchFamily="18" charset="0"/>
                              </a:rPr>
                            </m:ctrlPr>
                          </m:sSubPr>
                          <m:e>
                            <m:r>
                              <a:rPr lang="zh-CN" altLang="en-US" sz="2200" i="1" dirty="0" smtClean="0">
                                <a:solidFill>
                                  <a:schemeClr val="tx1">
                                    <a:lumMod val="75000"/>
                                    <a:lumOff val="25000"/>
                                  </a:schemeClr>
                                </a:solidFill>
                                <a:latin typeface="Cambria Math" panose="02040503050406030204" pitchFamily="18" charset="0"/>
                              </a:rPr>
                              <m:t>𝐴</m:t>
                            </m:r>
                          </m:e>
                          <m:sub>
                            <m:r>
                              <a:rPr lang="zh-CN" altLang="en-US" sz="2200" i="1" dirty="0" smtClean="0">
                                <a:solidFill>
                                  <a:schemeClr val="tx1">
                                    <a:lumMod val="75000"/>
                                    <a:lumOff val="25000"/>
                                  </a:schemeClr>
                                </a:solidFill>
                                <a:latin typeface="Cambria Math" panose="02040503050406030204" pitchFamily="18" charset="0"/>
                              </a:rPr>
                              <m:t>1</m:t>
                            </m:r>
                          </m:sub>
                        </m:sSub>
                        <m:r>
                          <a:rPr lang="zh-CN" altLang="en-US" sz="2200" i="1" dirty="0" smtClean="0">
                            <a:solidFill>
                              <a:schemeClr val="tx1">
                                <a:lumMod val="75000"/>
                                <a:lumOff val="25000"/>
                              </a:schemeClr>
                            </a:solidFill>
                            <a:latin typeface="Cambria Math" panose="02040503050406030204" pitchFamily="18" charset="0"/>
                          </a:rPr>
                          <m:t>, </m:t>
                        </m:r>
                        <m:sSub>
                          <m:sSubPr>
                            <m:ctrlPr>
                              <a:rPr lang="en-US" altLang="zh-CN" sz="2200" b="0" i="1" dirty="0" smtClean="0">
                                <a:solidFill>
                                  <a:schemeClr val="tx1">
                                    <a:lumMod val="75000"/>
                                    <a:lumOff val="25000"/>
                                  </a:schemeClr>
                                </a:solidFill>
                                <a:latin typeface="Cambria Math" panose="02040503050406030204" pitchFamily="18" charset="0"/>
                              </a:rPr>
                            </m:ctrlPr>
                          </m:sSubPr>
                          <m:e>
                            <m:r>
                              <a:rPr lang="zh-CN" altLang="en-US" sz="2200" i="1" dirty="0" smtClean="0">
                                <a:solidFill>
                                  <a:schemeClr val="tx1">
                                    <a:lumMod val="75000"/>
                                    <a:lumOff val="25000"/>
                                  </a:schemeClr>
                                </a:solidFill>
                                <a:latin typeface="Cambria Math" panose="02040503050406030204" pitchFamily="18" charset="0"/>
                              </a:rPr>
                              <m:t>𝐴</m:t>
                            </m:r>
                          </m:e>
                          <m:sub>
                            <m:r>
                              <a:rPr lang="zh-CN" altLang="en-US" sz="2200" i="1" dirty="0" smtClean="0">
                                <a:solidFill>
                                  <a:schemeClr val="tx1">
                                    <a:lumMod val="75000"/>
                                    <a:lumOff val="25000"/>
                                  </a:schemeClr>
                                </a:solidFill>
                                <a:latin typeface="Cambria Math" panose="02040503050406030204" pitchFamily="18" charset="0"/>
                              </a:rPr>
                              <m:t>2</m:t>
                            </m:r>
                          </m:sub>
                        </m:sSub>
                        <m:r>
                          <a:rPr lang="zh-CN" altLang="en-US" sz="2200" i="1" dirty="0" smtClean="0">
                            <a:solidFill>
                              <a:schemeClr val="tx1">
                                <a:lumMod val="75000"/>
                                <a:lumOff val="25000"/>
                              </a:schemeClr>
                            </a:solidFill>
                            <a:latin typeface="Cambria Math" panose="02040503050406030204" pitchFamily="18" charset="0"/>
                          </a:rPr>
                          <m:t>, …, </m:t>
                        </m:r>
                        <m:sSub>
                          <m:sSubPr>
                            <m:ctrlPr>
                              <a:rPr lang="en-US" altLang="zh-CN" sz="2200" b="0" i="1" dirty="0" smtClean="0">
                                <a:solidFill>
                                  <a:schemeClr val="tx1">
                                    <a:lumMod val="75000"/>
                                    <a:lumOff val="25000"/>
                                  </a:schemeClr>
                                </a:solidFill>
                                <a:latin typeface="Cambria Math" panose="02040503050406030204" pitchFamily="18" charset="0"/>
                              </a:rPr>
                            </m:ctrlPr>
                          </m:sSubPr>
                          <m:e>
                            <m:r>
                              <a:rPr lang="zh-CN" altLang="en-US" sz="2200" i="1" dirty="0" smtClean="0">
                                <a:solidFill>
                                  <a:schemeClr val="tx1">
                                    <a:lumMod val="75000"/>
                                    <a:lumOff val="25000"/>
                                  </a:schemeClr>
                                </a:solidFill>
                                <a:latin typeface="Cambria Math" panose="02040503050406030204" pitchFamily="18" charset="0"/>
                              </a:rPr>
                              <m:t>𝐴</m:t>
                            </m:r>
                          </m:e>
                          <m:sub>
                            <m:r>
                              <a:rPr lang="zh-CN" altLang="en-US" sz="2200" i="1" dirty="0" smtClean="0">
                                <a:solidFill>
                                  <a:schemeClr val="tx1">
                                    <a:lumMod val="75000"/>
                                    <a:lumOff val="25000"/>
                                  </a:schemeClr>
                                </a:solidFill>
                                <a:latin typeface="Cambria Math" panose="02040503050406030204" pitchFamily="18" charset="0"/>
                              </a:rPr>
                              <m:t>𝑛</m:t>
                            </m:r>
                          </m:sub>
                        </m:sSub>
                      </m:e>
                    </m:d>
                  </m:oMath>
                </a14:m>
                <a:r>
                  <a:rPr lang="zh-CN" altLang="en-US" sz="2200" dirty="0">
                    <a:solidFill>
                      <a:schemeClr val="tx1">
                        <a:lumMod val="75000"/>
                        <a:lumOff val="25000"/>
                      </a:schemeClr>
                    </a:solidFill>
                  </a:rPr>
                  <a:t>, and </a:t>
                </a:r>
                <a14:m>
                  <m:oMath xmlns:m="http://schemas.openxmlformats.org/officeDocument/2006/math">
                    <m:r>
                      <a:rPr lang="zh-CN" altLang="en-US" sz="2200" i="1" dirty="0" smtClean="0">
                        <a:solidFill>
                          <a:schemeClr val="tx1">
                            <a:lumMod val="75000"/>
                            <a:lumOff val="25000"/>
                          </a:schemeClr>
                        </a:solidFill>
                        <a:latin typeface="Cambria Math" panose="02040503050406030204" pitchFamily="18" charset="0"/>
                      </a:rPr>
                      <m:t>𝑡</m:t>
                    </m:r>
                  </m:oMath>
                </a14:m>
                <a:r>
                  <a:rPr lang="zh-CN" altLang="en-US" sz="2200" dirty="0">
                    <a:solidFill>
                      <a:schemeClr val="tx1">
                        <a:lumMod val="75000"/>
                        <a:lumOff val="25000"/>
                      </a:schemeClr>
                    </a:solidFill>
                  </a:rPr>
                  <a:t> be a tuple of </a:t>
                </a:r>
                <a14:m>
                  <m:oMath xmlns:m="http://schemas.openxmlformats.org/officeDocument/2006/math">
                    <m:r>
                      <a:rPr lang="zh-CN" altLang="en-US" sz="2200" i="1" dirty="0" smtClean="0">
                        <a:solidFill>
                          <a:schemeClr val="tx1">
                            <a:lumMod val="75000"/>
                            <a:lumOff val="25000"/>
                          </a:schemeClr>
                        </a:solidFill>
                        <a:latin typeface="Cambria Math" panose="02040503050406030204" pitchFamily="18" charset="0"/>
                      </a:rPr>
                      <m:t>𝑅</m:t>
                    </m:r>
                  </m:oMath>
                </a14:m>
                <a:r>
                  <a:rPr lang="zh-CN" altLang="en-US" sz="2200" dirty="0">
                    <a:solidFill>
                      <a:schemeClr val="tx1">
                        <a:lumMod val="75000"/>
                        <a:lumOff val="25000"/>
                      </a:schemeClr>
                    </a:solidFill>
                  </a:rPr>
                  <a:t>. The components of </a:t>
                </a:r>
                <a14:m>
                  <m:oMath xmlns:m="http://schemas.openxmlformats.org/officeDocument/2006/math">
                    <m:r>
                      <a:rPr lang="zh-CN" altLang="en-US" sz="2200" i="1" dirty="0" smtClean="0">
                        <a:solidFill>
                          <a:schemeClr val="tx1">
                            <a:lumMod val="75000"/>
                            <a:lumOff val="25000"/>
                          </a:schemeClr>
                        </a:solidFill>
                        <a:latin typeface="Cambria Math" panose="02040503050406030204" pitchFamily="18" charset="0"/>
                      </a:rPr>
                      <m:t>𝑡</m:t>
                    </m:r>
                  </m:oMath>
                </a14:m>
                <a:r>
                  <a:rPr lang="zh-CN" altLang="en-US" sz="2200" dirty="0">
                    <a:solidFill>
                      <a:schemeClr val="tx1">
                        <a:lumMod val="75000"/>
                        <a:lumOff val="25000"/>
                      </a:schemeClr>
                    </a:solidFill>
                  </a:rPr>
                  <a:t> are denoted as </a:t>
                </a:r>
                <a14:m>
                  <m:oMath xmlns:m="http://schemas.openxmlformats.org/officeDocument/2006/math">
                    <m:r>
                      <a:rPr lang="zh-CN" altLang="en-US" sz="2200" i="1" dirty="0" smtClean="0">
                        <a:solidFill>
                          <a:schemeClr val="tx1">
                            <a:lumMod val="75000"/>
                            <a:lumOff val="25000"/>
                          </a:schemeClr>
                        </a:solidFill>
                        <a:latin typeface="Cambria Math" panose="02040503050406030204" pitchFamily="18" charset="0"/>
                      </a:rPr>
                      <m:t>𝑡</m:t>
                    </m:r>
                    <m:r>
                      <a:rPr lang="zh-CN" altLang="en-US" sz="2200" i="1" dirty="0" smtClean="0">
                        <a:solidFill>
                          <a:schemeClr val="tx1">
                            <a:lumMod val="75000"/>
                            <a:lumOff val="25000"/>
                          </a:schemeClr>
                        </a:solidFill>
                        <a:latin typeface="Cambria Math" panose="02040503050406030204" pitchFamily="18" charset="0"/>
                      </a:rPr>
                      <m:t>[</m:t>
                    </m:r>
                    <m:sSub>
                      <m:sSubPr>
                        <m:ctrlPr>
                          <a:rPr lang="en-US" altLang="zh-CN" sz="2200" b="0" i="1" dirty="0" smtClean="0">
                            <a:solidFill>
                              <a:schemeClr val="tx1">
                                <a:lumMod val="75000"/>
                                <a:lumOff val="25000"/>
                              </a:schemeClr>
                            </a:solidFill>
                            <a:latin typeface="Cambria Math" panose="02040503050406030204" pitchFamily="18" charset="0"/>
                          </a:rPr>
                        </m:ctrlPr>
                      </m:sSubPr>
                      <m:e>
                        <m:r>
                          <a:rPr lang="zh-CN" altLang="en-US" sz="2200" i="1" dirty="0" smtClean="0">
                            <a:solidFill>
                              <a:schemeClr val="tx1">
                                <a:lumMod val="75000"/>
                                <a:lumOff val="25000"/>
                              </a:schemeClr>
                            </a:solidFill>
                            <a:latin typeface="Cambria Math" panose="02040503050406030204" pitchFamily="18" charset="0"/>
                          </a:rPr>
                          <m:t>𝐴</m:t>
                        </m:r>
                      </m:e>
                      <m:sub>
                        <m:r>
                          <a:rPr lang="zh-CN" altLang="en-US" sz="2200" i="1" dirty="0" smtClean="0">
                            <a:solidFill>
                              <a:schemeClr val="tx1">
                                <a:lumMod val="75000"/>
                                <a:lumOff val="25000"/>
                              </a:schemeClr>
                            </a:solidFill>
                            <a:latin typeface="Cambria Math" panose="02040503050406030204" pitchFamily="18" charset="0"/>
                          </a:rPr>
                          <m:t>𝑖</m:t>
                        </m:r>
                      </m:sub>
                    </m:sSub>
                    <m:r>
                      <a:rPr lang="en-US" altLang="zh-CN" sz="2200" b="0" i="1" dirty="0" smtClean="0">
                        <a:solidFill>
                          <a:schemeClr val="tx1">
                            <a:lumMod val="75000"/>
                            <a:lumOff val="25000"/>
                          </a:schemeClr>
                        </a:solidFill>
                        <a:latin typeface="Cambria Math" panose="02040503050406030204" pitchFamily="18" charset="0"/>
                      </a:rPr>
                      <m:t>]</m:t>
                    </m:r>
                  </m:oMath>
                </a14:m>
                <a:r>
                  <a:rPr lang="zh-CN" altLang="en-US" sz="2200" dirty="0">
                    <a:solidFill>
                      <a:schemeClr val="tx1">
                        <a:lumMod val="75000"/>
                        <a:lumOff val="25000"/>
                      </a:schemeClr>
                    </a:solidFill>
                  </a:rPr>
                  <a:t>, or simply </a:t>
                </a:r>
                <a14:m>
                  <m:oMath xmlns:m="http://schemas.openxmlformats.org/officeDocument/2006/math">
                    <m:sSub>
                      <m:sSubPr>
                        <m:ctrlPr>
                          <a:rPr lang="en-US" altLang="zh-CN" sz="2200" b="0" i="1" dirty="0" smtClean="0">
                            <a:solidFill>
                              <a:schemeClr val="tx1">
                                <a:lumMod val="75000"/>
                                <a:lumOff val="25000"/>
                              </a:schemeClr>
                            </a:solidFill>
                            <a:latin typeface="Cambria Math" panose="02040503050406030204" pitchFamily="18" charset="0"/>
                          </a:rPr>
                        </m:ctrlPr>
                      </m:sSubPr>
                      <m:e>
                        <m:r>
                          <a:rPr lang="zh-CN" altLang="en-US" sz="2200" i="1" dirty="0" smtClean="0">
                            <a:solidFill>
                              <a:schemeClr val="tx1">
                                <a:lumMod val="75000"/>
                                <a:lumOff val="25000"/>
                              </a:schemeClr>
                            </a:solidFill>
                            <a:latin typeface="Cambria Math" panose="02040503050406030204" pitchFamily="18" charset="0"/>
                          </a:rPr>
                          <m:t>𝐴</m:t>
                        </m:r>
                      </m:e>
                      <m:sub>
                        <m:r>
                          <a:rPr lang="zh-CN" altLang="en-US" sz="2200" i="1" dirty="0" smtClean="0">
                            <a:solidFill>
                              <a:schemeClr val="tx1">
                                <a:lumMod val="75000"/>
                                <a:lumOff val="25000"/>
                              </a:schemeClr>
                            </a:solidFill>
                            <a:latin typeface="Cambria Math" panose="02040503050406030204" pitchFamily="18" charset="0"/>
                          </a:rPr>
                          <m:t>𝑖</m:t>
                        </m:r>
                      </m:sub>
                    </m:sSub>
                  </m:oMath>
                </a14:m>
                <a:r>
                  <a:rPr lang="zh-CN" altLang="en-US" sz="2200" dirty="0">
                    <a:solidFill>
                      <a:schemeClr val="tx1">
                        <a:lumMod val="75000"/>
                        <a:lumOff val="25000"/>
                      </a:schemeClr>
                    </a:solidFill>
                  </a:rPr>
                  <a:t>.</a:t>
                </a:r>
                <a:endParaRPr lang="en-US" altLang="zh-CN" sz="2200" dirty="0">
                  <a:solidFill>
                    <a:schemeClr val="tx1">
                      <a:lumMod val="75000"/>
                      <a:lumOff val="25000"/>
                    </a:schemeClr>
                  </a:solidFill>
                </a:endParaRPr>
              </a:p>
              <a:p>
                <a:pPr marL="457200" indent="-457200">
                  <a:buFont typeface="+mj-ea"/>
                  <a:buAutoNum type="circleNumDbPlain"/>
                </a:pPr>
                <a:r>
                  <a:rPr lang="zh-CN" altLang="en-US" sz="2200" b="1" dirty="0">
                    <a:solidFill>
                      <a:schemeClr val="tx1">
                        <a:lumMod val="75000"/>
                        <a:lumOff val="25000"/>
                      </a:schemeClr>
                    </a:solidFill>
                  </a:rPr>
                  <a:t>Con</a:t>
                </a:r>
                <a:r>
                  <a:rPr lang="zh-CN" altLang="en-US" sz="2200" dirty="0">
                    <a:solidFill>
                      <a:schemeClr val="tx1">
                        <a:lumMod val="75000"/>
                        <a:lumOff val="25000"/>
                      </a:schemeClr>
                    </a:solidFill>
                  </a:rPr>
                  <a:t>: </a:t>
                </a:r>
                <a:r>
                  <a:rPr lang="zh-CN" altLang="en-US" sz="2200" dirty="0">
                    <a:solidFill>
                      <a:srgbClr val="FF0000"/>
                    </a:solidFill>
                  </a:rPr>
                  <a:t>Logical operators </a:t>
                </a:r>
                <a:r>
                  <a:rPr lang="zh-CN" altLang="en-US" sz="2200" dirty="0">
                    <a:solidFill>
                      <a:schemeClr val="tx1">
                        <a:lumMod val="75000"/>
                        <a:lumOff val="25000"/>
                      </a:schemeClr>
                    </a:solidFill>
                  </a:rPr>
                  <a:t>connect arithmetic expressions.</a:t>
                </a:r>
                <a:endParaRPr lang="en-US" altLang="zh-CN" sz="2200" dirty="0">
                  <a:solidFill>
                    <a:schemeClr val="tx1">
                      <a:lumMod val="75000"/>
                      <a:lumOff val="25000"/>
                    </a:schemeClr>
                  </a:solidFill>
                </a:endParaRPr>
              </a:p>
              <a:p>
                <a:pPr marL="457200" indent="-457200">
                  <a:buFont typeface="+mj-ea"/>
                  <a:buAutoNum type="circleNumDbPlain"/>
                </a:pPr>
                <a:r>
                  <a:rPr lang="zh-CN" altLang="en-US" sz="2200" b="1" dirty="0">
                    <a:solidFill>
                      <a:schemeClr val="tx1">
                        <a:lumMod val="75000"/>
                        <a:lumOff val="25000"/>
                      </a:schemeClr>
                    </a:solidFill>
                  </a:rPr>
                  <a:t>Logical operators</a:t>
                </a:r>
                <a:r>
                  <a:rPr lang="zh-CN" altLang="en-US" sz="2200" dirty="0">
                    <a:solidFill>
                      <a:schemeClr val="tx1">
                        <a:lumMod val="75000"/>
                        <a:lumOff val="25000"/>
                      </a:schemeClr>
                    </a:solidFill>
                  </a:rPr>
                  <a:t>: ∧, ∨, ¬ (or written as AND, OR, NOT).</a:t>
                </a:r>
                <a:endParaRPr lang="en-US" altLang="zh-CN" sz="2200" dirty="0">
                  <a:solidFill>
                    <a:schemeClr val="tx1">
                      <a:lumMod val="75000"/>
                      <a:lumOff val="25000"/>
                    </a:schemeClr>
                  </a:solidFill>
                </a:endParaRPr>
              </a:p>
              <a:p>
                <a:pPr marL="457200" indent="-457200">
                  <a:buFont typeface="+mj-ea"/>
                  <a:buAutoNum type="circleNumDbPlain"/>
                </a:pPr>
                <a:r>
                  <a:rPr lang="zh-CN" altLang="en-US" sz="2200" b="1" dirty="0">
                    <a:solidFill>
                      <a:schemeClr val="tx1">
                        <a:lumMod val="75000"/>
                        <a:lumOff val="25000"/>
                      </a:schemeClr>
                    </a:solidFill>
                  </a:rPr>
                  <a:t>Arithmetic expression</a:t>
                </a:r>
                <a:r>
                  <a:rPr lang="zh-CN" altLang="en-US" sz="2200" dirty="0">
                    <a:solidFill>
                      <a:schemeClr val="tx1">
                        <a:lumMod val="75000"/>
                        <a:lumOff val="25000"/>
                      </a:schemeClr>
                    </a:solidFill>
                  </a:rPr>
                  <a:t>: X θ Y, where X and Y are components, constants, or simple functions of </a:t>
                </a:r>
                <a14:m>
                  <m:oMath xmlns:m="http://schemas.openxmlformats.org/officeDocument/2006/math">
                    <m:r>
                      <a:rPr lang="zh-CN" altLang="en-US" sz="2200" i="1" dirty="0" smtClean="0">
                        <a:solidFill>
                          <a:schemeClr val="tx1">
                            <a:lumMod val="75000"/>
                            <a:lumOff val="25000"/>
                          </a:schemeClr>
                        </a:solidFill>
                        <a:latin typeface="Cambria Math" panose="02040503050406030204" pitchFamily="18" charset="0"/>
                      </a:rPr>
                      <m:t>𝑡</m:t>
                    </m:r>
                  </m:oMath>
                </a14:m>
                <a:r>
                  <a:rPr lang="zh-CN" altLang="en-US" sz="2200" dirty="0">
                    <a:solidFill>
                      <a:schemeClr val="tx1">
                        <a:lumMod val="75000"/>
                        <a:lumOff val="25000"/>
                      </a:schemeClr>
                    </a:solidFill>
                  </a:rPr>
                  <a:t>, and θ is a </a:t>
                </a:r>
                <a:r>
                  <a:rPr lang="zh-CN" altLang="en-US" sz="2200" dirty="0">
                    <a:solidFill>
                      <a:srgbClr val="FF0000"/>
                    </a:solidFill>
                  </a:rPr>
                  <a:t>comparison operator</a:t>
                </a:r>
                <a:r>
                  <a:rPr lang="zh-CN" altLang="en-US" sz="2200" dirty="0">
                    <a:solidFill>
                      <a:schemeClr val="tx1">
                        <a:lumMod val="75000"/>
                        <a:lumOff val="25000"/>
                      </a:schemeClr>
                    </a:solidFill>
                  </a:rPr>
                  <a:t>, θ ∈ {&gt;, ≥, &lt;, ≤, =, ≠}.</a:t>
                </a:r>
                <a:endParaRPr lang="zh-CN" altLang="en-US" sz="2200" dirty="0">
                  <a:solidFill>
                    <a:schemeClr val="tx1">
                      <a:lumMod val="75000"/>
                      <a:lumOff val="25000"/>
                    </a:schemeClr>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1188406" y="3564721"/>
                <a:ext cx="7974383" cy="2462213"/>
              </a:xfrm>
              <a:prstGeom prst="rect">
                <a:avLst/>
              </a:prstGeom>
              <a:blipFill rotWithShape="1">
                <a:blip r:embed="rId2"/>
                <a:stretch>
                  <a:fillRect l="-4" t="-19" r="5" b="6"/>
                </a:stretch>
              </a:blipFill>
            </p:spPr>
            <p:txBody>
              <a:bodyPr/>
              <a:lstStyle/>
              <a:p>
                <a:r>
                  <a:rPr lang="zh-CN" altLang="en-US">
                    <a:noFill/>
                  </a:rPr>
                  <a:t> </a:t>
                </a:r>
              </a:p>
            </p:txBody>
          </p:sp>
        </mc:Fallback>
      </mc:AlternateContent>
      <p:sp>
        <p:nvSpPr>
          <p:cNvPr id="6" name="object 8"/>
          <p:cNvSpPr/>
          <p:nvPr/>
        </p:nvSpPr>
        <p:spPr>
          <a:xfrm>
            <a:off x="9469374" y="3532146"/>
            <a:ext cx="1625346" cy="2494788"/>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(Select)</a:t>
            </a:r>
            <a:endParaRPr lang="en-US" sz="4000" u="sng" dirty="0"/>
          </a:p>
        </p:txBody>
      </p:sp>
      <p:sp>
        <p:nvSpPr>
          <p:cNvPr id="9" name="文本框 8"/>
          <p:cNvSpPr txBox="1"/>
          <p:nvPr/>
        </p:nvSpPr>
        <p:spPr>
          <a:xfrm>
            <a:off x="481043" y="882465"/>
            <a:ext cx="10907247" cy="46166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t>Example 1 of the selection operation (abstract)</a:t>
            </a:r>
            <a:endParaRPr lang="zh-CN" altLang="en-US" sz="2400" b="1" dirty="0"/>
          </a:p>
        </p:txBody>
      </p:sp>
      <p:sp>
        <p:nvSpPr>
          <p:cNvPr id="3" name="object 8"/>
          <p:cNvSpPr/>
          <p:nvPr/>
        </p:nvSpPr>
        <p:spPr>
          <a:xfrm>
            <a:off x="798166" y="1853135"/>
            <a:ext cx="2297428" cy="2230500"/>
          </a:xfrm>
          <a:prstGeom prst="rect">
            <a:avLst/>
          </a:prstGeom>
          <a:blipFill>
            <a:blip r:embed="rId1" cstate="print"/>
            <a:stretch>
              <a:fillRect/>
            </a:stretch>
          </a:blipFill>
        </p:spPr>
        <p:txBody>
          <a:bodyPr wrap="square" lIns="0" tIns="0" rIns="0" bIns="0" rtlCol="0"/>
          <a:lstStyle/>
          <a:p>
            <a:endParaRPr>
              <a:ea typeface="宋体" panose="02010600030101010101" pitchFamily="2" charset="-122"/>
            </a:endParaRPr>
          </a:p>
        </p:txBody>
      </p:sp>
      <p:sp>
        <p:nvSpPr>
          <p:cNvPr id="4" name="object 9"/>
          <p:cNvSpPr/>
          <p:nvPr/>
        </p:nvSpPr>
        <p:spPr>
          <a:xfrm>
            <a:off x="4829410" y="1794635"/>
            <a:ext cx="2326648" cy="1835865"/>
          </a:xfrm>
          <a:prstGeom prst="rect">
            <a:avLst/>
          </a:prstGeom>
          <a:blipFill>
            <a:blip r:embed="rId2" cstate="print"/>
            <a:stretch>
              <a:fillRect/>
            </a:stretch>
          </a:blipFill>
        </p:spPr>
        <p:txBody>
          <a:bodyPr wrap="square" lIns="0" tIns="0" rIns="0" bIns="0" rtlCol="0"/>
          <a:lstStyle/>
          <a:p>
            <a:endParaRPr>
              <a:ea typeface="宋体" panose="02010600030101010101" pitchFamily="2" charset="-122"/>
            </a:endParaRPr>
          </a:p>
        </p:txBody>
      </p:sp>
      <p:sp>
        <p:nvSpPr>
          <p:cNvPr id="5" name="object 10"/>
          <p:cNvSpPr/>
          <p:nvPr/>
        </p:nvSpPr>
        <p:spPr>
          <a:xfrm>
            <a:off x="6651321" y="4285736"/>
            <a:ext cx="2338552" cy="1404470"/>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
        <p:nvSpPr>
          <p:cNvPr id="7" name="object 11"/>
          <p:cNvSpPr/>
          <p:nvPr/>
        </p:nvSpPr>
        <p:spPr>
          <a:xfrm>
            <a:off x="8452107" y="1794635"/>
            <a:ext cx="2526848" cy="1847759"/>
          </a:xfrm>
          <a:prstGeom prst="rect">
            <a:avLst/>
          </a:prstGeom>
          <a:blipFill>
            <a:blip r:embed="rId4" cstate="print"/>
            <a:stretch>
              <a:fillRect/>
            </a:stretch>
          </a:blipFill>
        </p:spPr>
        <p:txBody>
          <a:bodyPr wrap="square" lIns="0" tIns="0" rIns="0" bIns="0" rtlCol="0"/>
          <a:lstStyle/>
          <a:p>
            <a:endParaRPr>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(Select)</a:t>
            </a:r>
            <a:endParaRPr lang="en-US" sz="4000" u="sng" dirty="0"/>
          </a:p>
        </p:txBody>
      </p:sp>
      <p:sp>
        <p:nvSpPr>
          <p:cNvPr id="9" name="文本框 8"/>
          <p:cNvSpPr txBox="1"/>
          <p:nvPr/>
        </p:nvSpPr>
        <p:spPr>
          <a:xfrm>
            <a:off x="481043" y="882465"/>
            <a:ext cx="10907247" cy="46166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t>Example 2 of selection operations (semantic)</a:t>
            </a:r>
            <a:endParaRPr lang="zh-CN" altLang="en-US" sz="2400" b="1" dirty="0"/>
          </a:p>
        </p:txBody>
      </p:sp>
      <p:graphicFrame>
        <p:nvGraphicFramePr>
          <p:cNvPr id="8" name="表格 7"/>
          <p:cNvGraphicFramePr>
            <a:graphicFrameLocks noGrp="1"/>
          </p:cNvGraphicFramePr>
          <p:nvPr/>
        </p:nvGraphicFramePr>
        <p:xfrm>
          <a:off x="972007" y="2019813"/>
          <a:ext cx="4582762" cy="2052266"/>
        </p:xfrm>
        <a:graphic>
          <a:graphicData uri="http://schemas.openxmlformats.org/drawingml/2006/table">
            <a:tbl>
              <a:tblPr firstRow="1" bandRow="1"/>
              <a:tblGrid>
                <a:gridCol w="1036955"/>
                <a:gridCol w="794576"/>
                <a:gridCol w="607227"/>
                <a:gridCol w="546283"/>
                <a:gridCol w="546283"/>
                <a:gridCol w="1051438"/>
              </a:tblGrid>
              <a:tr h="196008">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400" b="1" dirty="0">
                          <a:latin typeface="+mn-lt"/>
                          <a:ea typeface="+mn-ea"/>
                        </a:rPr>
                        <a:t>210110101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119422" marR="119422" marT="59711" marB="59711" anchor="ctr">
                    <a:solidFill>
                      <a:schemeClr val="bg1">
                        <a:lumMod val="95000"/>
                      </a:schemeClr>
                    </a:solidFill>
                  </a:tcPr>
                </a:tc>
              </a:tr>
              <a:tr h="196008">
                <a:tc>
                  <a:txBody>
                    <a:bodyPr/>
                    <a:lstStyle/>
                    <a:p>
                      <a:pPr algn="ctr"/>
                      <a:r>
                        <a:rPr lang="en-US" altLang="zh-CN" sz="1400" b="1" dirty="0">
                          <a:latin typeface="+mn-lt"/>
                          <a:ea typeface="+mn-ea"/>
                        </a:rPr>
                        <a:t>210110102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2102</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2102</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210110303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05</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2103</a:t>
                      </a:r>
                      <a:endParaRPr lang="zh-CN" altLang="en-US" sz="1400" b="1" dirty="0">
                        <a:latin typeface="+mn-lt"/>
                        <a:ea typeface="+mn-ea"/>
                      </a:endParaRPr>
                    </a:p>
                  </a:txBody>
                  <a:tcPr marL="0" marR="0" marT="37347" marB="0" anchor="ctr">
                    <a:solidFill>
                      <a:schemeClr val="bg1">
                        <a:lumMod val="95000"/>
                      </a:schemeClr>
                    </a:solidFill>
                  </a:tcPr>
                </a:tc>
              </a:tr>
            </a:tbl>
          </a:graphicData>
        </a:graphic>
      </p:graphicFrame>
      <p:graphicFrame>
        <p:nvGraphicFramePr>
          <p:cNvPr id="10" name="表格 9"/>
          <p:cNvGraphicFramePr>
            <a:graphicFrameLocks noGrp="1"/>
          </p:cNvGraphicFramePr>
          <p:nvPr/>
        </p:nvGraphicFramePr>
        <p:xfrm>
          <a:off x="941845" y="5126122"/>
          <a:ext cx="4582762" cy="1130284"/>
        </p:xfrm>
        <a:graphic>
          <a:graphicData uri="http://schemas.openxmlformats.org/drawingml/2006/table">
            <a:tbl>
              <a:tblPr firstRow="1" bandRow="1"/>
              <a:tblGrid>
                <a:gridCol w="1036955"/>
                <a:gridCol w="794576"/>
                <a:gridCol w="607227"/>
                <a:gridCol w="546283"/>
                <a:gridCol w="546283"/>
                <a:gridCol w="1051438"/>
              </a:tblGrid>
              <a:tr h="196008">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400" b="1" dirty="0">
                          <a:latin typeface="+mn-lt"/>
                          <a:ea typeface="+mn-ea"/>
                        </a:rPr>
                        <a:t>210110102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18</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2102</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210110303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05</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2103</a:t>
                      </a:r>
                      <a:endParaRPr lang="zh-CN" altLang="en-US" sz="1400" b="1" dirty="0">
                        <a:latin typeface="+mn-lt"/>
                        <a:ea typeface="+mn-ea"/>
                      </a:endParaRPr>
                    </a:p>
                  </a:txBody>
                  <a:tcPr marL="0" marR="0" marT="37347" marB="0" anchor="ctr">
                    <a:solidFill>
                      <a:schemeClr val="bg1">
                        <a:lumMod val="95000"/>
                      </a:schemeClr>
                    </a:solidFill>
                  </a:tcPr>
                </a:tc>
              </a:tr>
            </a:tbl>
          </a:graphicData>
        </a:graphic>
      </p:graphicFrame>
      <p:graphicFrame>
        <p:nvGraphicFramePr>
          <p:cNvPr id="12" name="表格 11"/>
          <p:cNvGraphicFramePr>
            <a:graphicFrameLocks noGrp="1"/>
          </p:cNvGraphicFramePr>
          <p:nvPr/>
        </p:nvGraphicFramePr>
        <p:xfrm>
          <a:off x="6161475" y="2212234"/>
          <a:ext cx="4622425" cy="1483466"/>
        </p:xfrm>
        <a:graphic>
          <a:graphicData uri="http://schemas.openxmlformats.org/drawingml/2006/table">
            <a:tbl>
              <a:tblPr firstRow="1" bandRow="1"/>
              <a:tblGrid>
                <a:gridCol w="1036955"/>
                <a:gridCol w="803464"/>
                <a:gridCol w="614020"/>
                <a:gridCol w="552393"/>
                <a:gridCol w="552393"/>
                <a:gridCol w="1063200"/>
              </a:tblGrid>
              <a:tr h="196008">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400" b="1" dirty="0">
                          <a:latin typeface="+mn-lt"/>
                          <a:ea typeface="+mn-ea"/>
                        </a:rPr>
                        <a:t>210110101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119422" marR="119422" marT="59711" marB="59711" anchor="ctr">
                    <a:solidFill>
                      <a:schemeClr val="bg1">
                        <a:lumMod val="95000"/>
                      </a:schemeClr>
                    </a:solidFill>
                  </a:tcPr>
                </a:tc>
              </a:tr>
              <a:tr h="196008">
                <a:tc>
                  <a:txBody>
                    <a:bodyPr/>
                    <a:lstStyle/>
                    <a:p>
                      <a:pPr algn="ctr"/>
                      <a:r>
                        <a:rPr lang="en-US" altLang="zh-CN" sz="1400" b="1" dirty="0">
                          <a:latin typeface="+mn-lt"/>
                          <a:ea typeface="+mn-ea"/>
                        </a:rPr>
                        <a:t>210110102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20</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2101</a:t>
                      </a:r>
                      <a:endParaRPr lang="zh-CN" altLang="en-US" sz="1400" b="1" dirty="0">
                        <a:latin typeface="+mn-lt"/>
                        <a:ea typeface="+mn-ea"/>
                      </a:endParaRPr>
                    </a:p>
                  </a:txBody>
                  <a:tcPr marL="0" marR="0" marT="37347" marB="0" anchor="ctr">
                    <a:solidFill>
                      <a:schemeClr val="bg1">
                        <a:lumMod val="95000"/>
                      </a:schemeClr>
                    </a:solidFill>
                  </a:tcPr>
                </a:tc>
              </a:tr>
              <a:tr h="196008">
                <a:tc>
                  <a:txBody>
                    <a:bodyPr/>
                    <a:lstStyle/>
                    <a:p>
                      <a:pPr algn="ctr"/>
                      <a:r>
                        <a:rPr lang="en-US" altLang="zh-CN" sz="1400" b="1" dirty="0">
                          <a:latin typeface="+mn-lt"/>
                          <a:ea typeface="+mn-ea"/>
                        </a:rPr>
                        <a:t>210110303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19</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05</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2103</a:t>
                      </a:r>
                      <a:endParaRPr lang="zh-CN" altLang="en-US" sz="1400" b="1" dirty="0">
                        <a:latin typeface="+mn-lt"/>
                        <a:ea typeface="+mn-ea"/>
                      </a:endParaRPr>
                    </a:p>
                  </a:txBody>
                  <a:tcPr marL="0" marR="0" marT="37347" marB="0" anchor="ctr">
                    <a:solidFill>
                      <a:schemeClr val="bg1">
                        <a:lumMod val="95000"/>
                      </a:schemeClr>
                    </a:solidFill>
                  </a:tcPr>
                </a:tc>
              </a:tr>
            </a:tbl>
          </a:graphicData>
        </a:graphic>
      </p:graphicFrame>
      <p:sp>
        <p:nvSpPr>
          <p:cNvPr id="14" name="文本框 13"/>
          <p:cNvSpPr txBox="1"/>
          <p:nvPr/>
        </p:nvSpPr>
        <p:spPr>
          <a:xfrm>
            <a:off x="894046" y="1614703"/>
            <a:ext cx="6097044" cy="369332"/>
          </a:xfrm>
          <a:prstGeom prst="rect">
            <a:avLst/>
          </a:prstGeom>
          <a:noFill/>
        </p:spPr>
        <p:txBody>
          <a:bodyPr wrap="square">
            <a:spAutoFit/>
          </a:bodyPr>
          <a:lstStyle/>
          <a:p>
            <a:r>
              <a:rPr lang="en-US" altLang="zh-CN" b="1" dirty="0">
                <a:solidFill>
                  <a:srgbClr val="FF0000"/>
                </a:solidFill>
              </a:rPr>
              <a:t>R(Student)</a:t>
            </a:r>
            <a:endParaRPr lang="en-US" altLang="zh-CN" b="1" dirty="0">
              <a:solidFill>
                <a:srgbClr val="FF0000"/>
              </a:solidFill>
            </a:endParaRPr>
          </a:p>
        </p:txBody>
      </p:sp>
      <mc:AlternateContent xmlns:mc="http://schemas.openxmlformats.org/markup-compatibility/2006">
        <mc:Choice xmlns:a14="http://schemas.microsoft.com/office/drawing/2010/main" Requires="a14">
          <p:sp>
            <p:nvSpPr>
              <p:cNvPr id="15" name="文本框 14"/>
              <p:cNvSpPr txBox="1"/>
              <p:nvPr/>
            </p:nvSpPr>
            <p:spPr>
              <a:xfrm>
                <a:off x="903169" y="4453502"/>
                <a:ext cx="4469611" cy="672620"/>
              </a:xfrm>
              <a:prstGeom prst="rect">
                <a:avLst/>
              </a:prstGeom>
              <a:noFill/>
            </p:spPr>
            <p:txBody>
              <a:bodyPr wrap="square">
                <a:spAutoFit/>
              </a:bodyPr>
              <a:lstStyle/>
              <a:p>
                <a:r>
                  <a:rPr lang="en-US" altLang="zh-CN" b="1" dirty="0">
                    <a:solidFill>
                      <a:srgbClr val="FF0000"/>
                    </a:solidFill>
                  </a:rPr>
                  <a:t>Search for information on all students under the age of 20, </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zh-CN" altLang="en-US" b="1" i="1" dirty="0" smtClean="0">
                            <a:solidFill>
                              <a:srgbClr val="FF0000"/>
                            </a:solidFill>
                            <a:latin typeface="Cambria Math" panose="02040503050406030204" pitchFamily="18" charset="0"/>
                          </a:rPr>
                          <m:t>𝝈</m:t>
                        </m:r>
                      </m:e>
                      <m:sub>
                        <m:r>
                          <a:rPr lang="zh-CN" altLang="en-US" b="1" i="1" dirty="0">
                            <a:solidFill>
                              <a:srgbClr val="FF0000"/>
                            </a:solidFill>
                            <a:latin typeface="Cambria Math" panose="02040503050406030204" pitchFamily="18" charset="0"/>
                          </a:rPr>
                          <m:t>𝑺𝒂𝒈𝒆</m:t>
                        </m:r>
                        <m:r>
                          <a:rPr lang="en-US" altLang="zh-CN" b="1" i="1" dirty="0">
                            <a:solidFill>
                              <a:srgbClr val="FF0000"/>
                            </a:solidFill>
                            <a:latin typeface="Cambria Math" panose="02040503050406030204" pitchFamily="18" charset="0"/>
                          </a:rPr>
                          <m:t>&lt;</m:t>
                        </m:r>
                        <m:r>
                          <a:rPr lang="zh-CN" altLang="en-US" b="1" i="1" dirty="0">
                            <a:solidFill>
                              <a:srgbClr val="FF0000"/>
                            </a:solidFill>
                            <a:latin typeface="Cambria Math" panose="02040503050406030204" pitchFamily="18" charset="0"/>
                          </a:rPr>
                          <m:t>𝟐𝟎</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a14:m>
                <a:endParaRPr lang="en-US" altLang="zh-CN" b="1" dirty="0">
                  <a:solidFill>
                    <a:srgbClr val="FF000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903169" y="4453502"/>
                <a:ext cx="4469611" cy="672620"/>
              </a:xfrm>
              <a:prstGeom prst="rect">
                <a:avLst/>
              </a:prstGeom>
              <a:blipFill rotWithShape="1">
                <a:blip r:embed="rId1"/>
                <a:stretch>
                  <a:fillRect l="-4" t="-37" r="1"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6096000" y="1521195"/>
                <a:ext cx="4919847" cy="646331"/>
              </a:xfrm>
              <a:prstGeom prst="rect">
                <a:avLst/>
              </a:prstGeom>
              <a:noFill/>
            </p:spPr>
            <p:txBody>
              <a:bodyPr wrap="square">
                <a:spAutoFit/>
              </a:bodyPr>
              <a:lstStyle/>
              <a:p>
                <a:r>
                  <a:rPr lang="en-US" altLang="zh-CN" b="1" dirty="0">
                    <a:solidFill>
                      <a:srgbClr val="FF0000"/>
                    </a:solidFill>
                  </a:rPr>
                  <a:t>Search for all 3-series or 5-series information, </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zh-CN" altLang="en-US" b="1" i="1" dirty="0" smtClean="0">
                            <a:solidFill>
                              <a:srgbClr val="FF0000"/>
                            </a:solidFill>
                            <a:latin typeface="Cambria Math" panose="02040503050406030204" pitchFamily="18" charset="0"/>
                          </a:rPr>
                          <m:t>𝝈</m:t>
                        </m:r>
                      </m:e>
                      <m:sub>
                        <m:r>
                          <a:rPr lang="zh-CN" altLang="en-US" b="1" i="1" dirty="0">
                            <a:solidFill>
                              <a:srgbClr val="FF0000"/>
                            </a:solidFill>
                            <a:latin typeface="Cambria Math" panose="02040503050406030204" pitchFamily="18" charset="0"/>
                          </a:rPr>
                          <m:t>𝑫𝑵𝒐</m:t>
                        </m:r>
                        <m:r>
                          <a:rPr lang="en-US" altLang="zh-CN" b="1" i="1" dirty="0">
                            <a:solidFill>
                              <a:srgbClr val="FF0000"/>
                            </a:solidFill>
                            <a:latin typeface="Cambria Math" panose="02040503050406030204" pitchFamily="18" charset="0"/>
                          </a:rPr>
                          <m:t>=‘</m:t>
                        </m:r>
                        <m:r>
                          <a:rPr lang="en-US" altLang="zh-CN" b="1" i="1" dirty="0">
                            <a:solidFill>
                              <a:srgbClr val="FF0000"/>
                            </a:solidFill>
                            <a:latin typeface="Cambria Math" panose="02040503050406030204" pitchFamily="18" charset="0"/>
                          </a:rPr>
                          <m:t>𝟎𝟑</m:t>
                        </m:r>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𝑫𝑵𝒐</m:t>
                        </m:r>
                        <m:r>
                          <a:rPr lang="en-US" altLang="zh-CN" b="1" i="1" dirty="0">
                            <a:solidFill>
                              <a:srgbClr val="FF0000"/>
                            </a:solidFill>
                            <a:latin typeface="Cambria Math" panose="02040503050406030204" pitchFamily="18" charset="0"/>
                          </a:rPr>
                          <m:t>=‘</m:t>
                        </m:r>
                        <m:r>
                          <a:rPr lang="en-US" altLang="zh-CN" b="1" i="1" dirty="0">
                            <a:solidFill>
                              <a:srgbClr val="FF0000"/>
                            </a:solidFill>
                            <a:latin typeface="Cambria Math" panose="02040503050406030204" pitchFamily="18" charset="0"/>
                          </a:rPr>
                          <m:t>𝟎𝟓</m:t>
                        </m:r>
                        <m:r>
                          <a:rPr lang="en-US" altLang="zh-CN" b="1" i="1" dirty="0">
                            <a:solidFill>
                              <a:srgbClr val="FF0000"/>
                            </a:solidFill>
                            <a:latin typeface="Cambria Math" panose="02040503050406030204" pitchFamily="18" charset="0"/>
                          </a:rPr>
                          <m:t>’</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a14:m>
                <a:endParaRPr lang="zh-CN" altLang="en-US" b="1" dirty="0">
                  <a:solidFill>
                    <a:srgbClr val="FF0000"/>
                  </a:solidFill>
                </a:endParaRPr>
              </a:p>
            </p:txBody>
          </p:sp>
        </mc:Choice>
        <mc:Fallback>
          <p:sp>
            <p:nvSpPr>
              <p:cNvPr id="17" name="文本框 16"/>
              <p:cNvSpPr txBox="1">
                <a:spLocks noRot="1" noChangeAspect="1" noMove="1" noResize="1" noEditPoints="1" noAdjustHandles="1" noChangeArrowheads="1" noChangeShapeType="1" noTextEdit="1"/>
              </p:cNvSpPr>
              <p:nvPr/>
            </p:nvSpPr>
            <p:spPr>
              <a:xfrm>
                <a:off x="6096000" y="1521195"/>
                <a:ext cx="4919847" cy="646331"/>
              </a:xfrm>
              <a:prstGeom prst="rect">
                <a:avLst/>
              </a:prstGeom>
              <a:blipFill rotWithShape="1">
                <a:blip r:embed="rId2"/>
                <a:stretch>
                  <a:fillRect t="-57" r="10"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6096000" y="3655327"/>
                <a:ext cx="5483087" cy="950004"/>
              </a:xfrm>
              <a:prstGeom prst="rect">
                <a:avLst/>
              </a:prstGeom>
              <a:noFill/>
            </p:spPr>
            <p:txBody>
              <a:bodyPr wrap="square">
                <a:spAutoFit/>
              </a:bodyPr>
              <a:lstStyle/>
              <a:p>
                <a:r>
                  <a:rPr lang="en-US" altLang="zh-CN" b="1" dirty="0">
                    <a:solidFill>
                      <a:srgbClr val="FF0000"/>
                    </a:solidFill>
                  </a:rPr>
                  <a:t>Query information for all other students who are not included in the requirement of (3rd Department students aged 20 and above), </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zh-CN" altLang="en-US" b="1" i="1" dirty="0" smtClean="0">
                            <a:solidFill>
                              <a:srgbClr val="FF0000"/>
                            </a:solidFill>
                            <a:latin typeface="Cambria Math" panose="02040503050406030204" pitchFamily="18" charset="0"/>
                          </a:rPr>
                          <m:t>𝝈</m:t>
                        </m:r>
                      </m:e>
                      <m: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𝑺𝒂𝒈𝒆</m:t>
                        </m:r>
                        <m:r>
                          <a:rPr lang="en-US" altLang="zh-CN" b="1" i="1" dirty="0">
                            <a:solidFill>
                              <a:srgbClr val="FF0000"/>
                            </a:solidFill>
                            <a:latin typeface="Cambria Math" panose="02040503050406030204" pitchFamily="18" charset="0"/>
                          </a:rPr>
                          <m:t>&gt;</m:t>
                        </m:r>
                        <m:r>
                          <a:rPr lang="zh-CN" altLang="en-US" b="1" i="1" dirty="0">
                            <a:solidFill>
                              <a:srgbClr val="FF0000"/>
                            </a:solidFill>
                            <a:latin typeface="Cambria Math" panose="02040503050406030204" pitchFamily="18" charset="0"/>
                          </a:rPr>
                          <m:t>𝟐𝟎</m:t>
                        </m:r>
                        <m:r>
                          <a:rPr lang="zh-CN" altLang="en-US"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𝑫𝒏𝒐</m:t>
                        </m:r>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𝟎𝟑</m:t>
                        </m:r>
                        <m:r>
                          <a:rPr lang="zh-CN" altLang="en-US" b="1" i="1" dirty="0">
                            <a:solidFill>
                              <a:srgbClr val="FF0000"/>
                            </a:solidFill>
                            <a:latin typeface="Cambria Math" panose="02040503050406030204" pitchFamily="18" charset="0"/>
                          </a:rPr>
                          <m:t>’)</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a14:m>
                <a:endParaRPr lang="zh-CN" altLang="en-US" b="1" dirty="0">
                  <a:solidFill>
                    <a:srgbClr val="FF0000"/>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6096000" y="3655327"/>
                <a:ext cx="5483087" cy="950004"/>
              </a:xfrm>
              <a:prstGeom prst="rect">
                <a:avLst/>
              </a:prstGeom>
              <a:blipFill rotWithShape="1">
                <a:blip r:embed="rId3"/>
                <a:stretch>
                  <a:fillRect t="-28" r="9" b="33"/>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6161475" y="4608844"/>
          <a:ext cx="4919847" cy="1719484"/>
        </p:xfrm>
        <a:graphic>
          <a:graphicData uri="http://schemas.openxmlformats.org/drawingml/2006/table">
            <a:tbl>
              <a:tblPr firstRow="1" bandRow="1"/>
              <a:tblGrid>
                <a:gridCol w="1017651"/>
                <a:gridCol w="662904"/>
                <a:gridCol w="773348"/>
                <a:gridCol w="695731"/>
                <a:gridCol w="655487"/>
                <a:gridCol w="1114726"/>
              </a:tblGrid>
              <a:tr h="196008">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b="1" dirty="0"/>
              <a:t>Example 3 of Selection Operations (Semantic)</a:t>
            </a:r>
            <a:endParaRPr lang="en-US" sz="2400" b="1" dirty="0"/>
          </a:p>
          <a:p>
            <a:pPr>
              <a:buFont typeface="Wingdings" panose="05000000000000000000" pitchFamily="2" charset="2"/>
              <a:buChar char="q"/>
            </a:pPr>
            <a:r>
              <a:rPr lang="en-US" sz="2400" dirty="0"/>
              <a:t>Selection operations choose rows from a given relation that satisfy certain conditions.</a:t>
            </a:r>
            <a:endParaRPr lang="en-US" sz="2400" dirty="0"/>
          </a:p>
          <a:p>
            <a:pPr>
              <a:buFont typeface="Wingdings" panose="05000000000000000000" pitchFamily="2" charset="2"/>
              <a:buChar char="q"/>
            </a:pPr>
            <a:r>
              <a:rPr lang="en-US" sz="2400" b="1" dirty="0"/>
              <a:t>The writing of the conditions is important</a:t>
            </a:r>
            <a:r>
              <a:rPr lang="en-US" sz="2400" dirty="0"/>
              <a:t>, especially when different operators are used together. Pay attention to the operator precedence, which, from highest to lowest, is { </a:t>
            </a:r>
            <a:r>
              <a:rPr lang="en-US" sz="2400" dirty="0">
                <a:solidFill>
                  <a:srgbClr val="FF0000"/>
                </a:solidFill>
              </a:rPr>
              <a:t>brackets; θ; ¬; ∧; ∨ </a:t>
            </a:r>
            <a:r>
              <a:rPr lang="en-US" sz="2400" dirty="0"/>
              <a:t>}</a:t>
            </a:r>
            <a:endParaRPr lang="en-US" sz="2400" dirty="0"/>
          </a:p>
          <a:p>
            <a:pPr>
              <a:buFont typeface="Wingdings" panose="05000000000000000000" pitchFamily="2" charset="2"/>
              <a:buChar char="q"/>
            </a:pPr>
            <a:r>
              <a:rPr lang="en-US" sz="2400" dirty="0"/>
              <a:t>For example:</a:t>
            </a:r>
            <a:endParaRPr lang="en-US" sz="2400" dirty="0"/>
          </a:p>
          <a:p>
            <a:pPr marL="201295" lvl="1" indent="0">
              <a:buNone/>
            </a:pPr>
            <a:r>
              <a:rPr lang="en-US" sz="2200" dirty="0"/>
              <a:t>	Sage&lt;20 ∨ Sage&gt;18 ∧ </a:t>
            </a:r>
            <a:r>
              <a:rPr lang="en-US" sz="2200" dirty="0" err="1"/>
              <a:t>Dno</a:t>
            </a:r>
            <a:r>
              <a:rPr lang="en-US" sz="2200" dirty="0"/>
              <a:t> = “03”</a:t>
            </a:r>
            <a:endParaRPr lang="en-US" sz="2200" dirty="0"/>
          </a:p>
          <a:p>
            <a:pPr marL="201295" lvl="1" indent="0">
              <a:buNone/>
            </a:pPr>
            <a:r>
              <a:rPr lang="en-US" sz="2200" dirty="0"/>
              <a:t>	(Sage&lt;20 ∨ Sage&gt;18) ∧ </a:t>
            </a:r>
            <a:r>
              <a:rPr lang="en-US" sz="2200" dirty="0" err="1"/>
              <a:t>Dno</a:t>
            </a:r>
            <a:r>
              <a:rPr lang="en-US" sz="2200" dirty="0"/>
              <a:t> = “03”</a:t>
            </a:r>
            <a:endParaRPr lang="en-US"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766221"/>
                <a:ext cx="10296144" cy="4853241"/>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sz="2400" b="1" dirty="0">
                    <a:solidFill>
                      <a:srgbClr val="FF0000"/>
                    </a:solidFill>
                  </a:rPr>
                  <a:t>Project</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Given a relation R, the result of the projection operation is also a relation, denoted as </a:t>
                </a:r>
                <a14:m>
                  <m:oMath xmlns:m="http://schemas.openxmlformats.org/officeDocument/2006/math">
                    <m:sSub>
                      <m:sSubPr>
                        <m:ctrlPr>
                          <a:rPr lang="en-US" sz="2200" i="1" dirty="0" smtClean="0">
                            <a:solidFill>
                              <a:srgbClr val="FF0000"/>
                            </a:solidFill>
                            <a:latin typeface="Cambria Math" panose="02040503050406030204" pitchFamily="18" charset="0"/>
                          </a:rPr>
                        </m:ctrlPr>
                      </m:sSubPr>
                      <m:e>
                        <m:r>
                          <a:rPr lang="en-US" sz="2200" i="1" dirty="0" smtClean="0">
                            <a:solidFill>
                              <a:srgbClr val="FF0000"/>
                            </a:solidFill>
                            <a:latin typeface="Cambria Math" panose="02040503050406030204" pitchFamily="18" charset="0"/>
                          </a:rPr>
                          <m:t>𝝅</m:t>
                        </m:r>
                      </m:e>
                      <m:sub>
                        <m:r>
                          <a:rPr lang="en-US" sz="2200" i="1" dirty="0" smtClean="0">
                            <a:solidFill>
                              <a:srgbClr val="FF0000"/>
                            </a:solidFill>
                            <a:latin typeface="Cambria Math" panose="02040503050406030204" pitchFamily="18" charset="0"/>
                          </a:rPr>
                          <m:t>𝑨</m:t>
                        </m:r>
                      </m:sub>
                    </m:sSub>
                    <m:r>
                      <a:rPr lang="en-US" sz="2200" i="1" dirty="0" smtClean="0">
                        <a:solidFill>
                          <a:srgbClr val="FF0000"/>
                        </a:solidFill>
                        <a:latin typeface="Cambria Math" panose="02040503050406030204" pitchFamily="18" charset="0"/>
                      </a:rPr>
                      <m:t>(</m:t>
                    </m:r>
                    <m:r>
                      <m:rPr>
                        <m:sty m:val="p"/>
                      </m:rPr>
                      <a:rPr lang="en-US" sz="2200" i="1" dirty="0" smtClean="0">
                        <a:solidFill>
                          <a:srgbClr val="FF0000"/>
                        </a:solidFill>
                        <a:latin typeface="Cambria Math" panose="02040503050406030204" pitchFamily="18" charset="0"/>
                      </a:rPr>
                      <m:t>R</m:t>
                    </m:r>
                    <m:r>
                      <a:rPr lang="en-US" sz="2200" i="1" dirty="0" smtClean="0">
                        <a:solidFill>
                          <a:srgbClr val="FF0000"/>
                        </a:solidFill>
                        <a:latin typeface="Cambria Math" panose="02040503050406030204" pitchFamily="18" charset="0"/>
                      </a:rPr>
                      <m:t>) </m:t>
                    </m:r>
                  </m:oMath>
                </a14:m>
                <a:r>
                  <a:rPr lang="en-US" sz="2200" dirty="0"/>
                  <a:t>, which is formed by selecting the columns whose attributes are contained in A from relation R.</a:t>
                </a: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r>
                  <a:rPr lang="en-US" sz="2200" dirty="0"/>
                  <a:t>Distinguishing features: </a:t>
                </a:r>
                <a:r>
                  <a:rPr lang="en-US" sz="2200" dirty="0">
                    <a:solidFill>
                      <a:srgbClr val="FF0000"/>
                    </a:solidFill>
                  </a:rPr>
                  <a:t>Project operation </a:t>
                </a:r>
                <a:r>
                  <a:rPr lang="en-US" sz="2200" dirty="0"/>
                  <a:t>selects certain </a:t>
                </a:r>
                <a:r>
                  <a:rPr lang="en-US" sz="2200" dirty="0">
                    <a:solidFill>
                      <a:srgbClr val="FF0000"/>
                    </a:solidFill>
                  </a:rPr>
                  <a:t>columns</a:t>
                </a:r>
                <a:r>
                  <a:rPr lang="en-US" sz="2200" dirty="0"/>
                  <a:t> from a given relation to form a new relation, while </a:t>
                </a:r>
                <a:r>
                  <a:rPr lang="en-US" sz="2200" dirty="0">
                    <a:solidFill>
                      <a:srgbClr val="FF0000"/>
                    </a:solidFill>
                  </a:rPr>
                  <a:t>select operation </a:t>
                </a:r>
                <a:r>
                  <a:rPr lang="en-US" sz="2200" dirty="0"/>
                  <a:t>selects certain </a:t>
                </a:r>
                <a:r>
                  <a:rPr lang="en-US" sz="2200" dirty="0">
                    <a:solidFill>
                      <a:srgbClr val="FF0000"/>
                    </a:solidFill>
                  </a:rPr>
                  <a:t>rows</a:t>
                </a:r>
                <a:r>
                  <a:rPr lang="en-US" sz="2200" dirty="0"/>
                  <a:t> from a given relation to form a new relation.</a:t>
                </a:r>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766221"/>
                <a:ext cx="10296144" cy="4853241"/>
              </a:xfrm>
              <a:blipFill rotWithShape="1">
                <a:blip r:embed="rId1"/>
                <a:stretch>
                  <a:fillRect t="-6" r="2" b="-4169"/>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grpSp>
        <p:nvGrpSpPr>
          <p:cNvPr id="4" name="组合 3"/>
          <p:cNvGrpSpPr/>
          <p:nvPr/>
        </p:nvGrpSpPr>
        <p:grpSpPr>
          <a:xfrm>
            <a:off x="1335554" y="3234924"/>
            <a:ext cx="5238307" cy="2136374"/>
            <a:chOff x="168545" y="2608584"/>
            <a:chExt cx="6274644" cy="2962595"/>
          </a:xfrm>
        </p:grpSpPr>
        <p:sp>
          <p:nvSpPr>
            <p:cNvPr id="7" name="文本框 6"/>
            <p:cNvSpPr txBox="1"/>
            <p:nvPr/>
          </p:nvSpPr>
          <p:spPr>
            <a:xfrm>
              <a:off x="715721" y="2646884"/>
              <a:ext cx="5238308" cy="640209"/>
            </a:xfrm>
            <a:prstGeom prst="rect">
              <a:avLst/>
            </a:prstGeom>
            <a:noFill/>
          </p:spPr>
          <p:txBody>
            <a:bodyPr wrap="square">
              <a:spAutoFit/>
            </a:bodyPr>
            <a:lstStyle/>
            <a:p>
              <a:pPr marL="342900" indent="-342900">
                <a:spcAft>
                  <a:spcPts val="800"/>
                </a:spcAft>
                <a:buFont typeface="Wingdings" panose="05000000000000000000" pitchFamily="2" charset="2"/>
                <a:buChar char="Ø"/>
              </a:pPr>
              <a:r>
                <a:rPr lang="en-US" altLang="zh-CN" sz="2400" b="1" dirty="0">
                  <a:solidFill>
                    <a:schemeClr val="accent2"/>
                  </a:solidFill>
                  <a:cs typeface="Times New Roman" panose="02020603050405020304" pitchFamily="18" charset="0"/>
                </a:rPr>
                <a:t>Example 1 (abstract)</a:t>
              </a:r>
              <a:endParaRPr lang="zh-CN" altLang="en-US" sz="2400" b="1" dirty="0">
                <a:solidFill>
                  <a:schemeClr val="accent2"/>
                </a:solidFill>
                <a:cs typeface="Times New Roman" panose="02020603050405020304" pitchFamily="18" charset="0"/>
              </a:endParaRPr>
            </a:p>
          </p:txBody>
        </p:sp>
        <p:sp>
          <p:nvSpPr>
            <p:cNvPr id="8" name="object 8"/>
            <p:cNvSpPr/>
            <p:nvPr/>
          </p:nvSpPr>
          <p:spPr>
            <a:xfrm>
              <a:off x="386463" y="3395275"/>
              <a:ext cx="1983025" cy="1947379"/>
            </a:xfrm>
            <a:prstGeom prst="rect">
              <a:avLst/>
            </a:prstGeom>
            <a:blipFill>
              <a:blip r:embed="rId2" cstate="print"/>
              <a:stretch>
                <a:fillRect/>
              </a:stretch>
            </a:blipFill>
          </p:spPr>
          <p:txBody>
            <a:bodyPr wrap="square" lIns="0" tIns="0" rIns="0" bIns="0" rtlCol="0"/>
            <a:lstStyle/>
            <a:p>
              <a:endParaRPr>
                <a:ea typeface="宋体" panose="02010600030101010101" pitchFamily="2" charset="-122"/>
              </a:endParaRPr>
            </a:p>
          </p:txBody>
        </p:sp>
        <p:sp>
          <p:nvSpPr>
            <p:cNvPr id="9" name="object 9"/>
            <p:cNvSpPr/>
            <p:nvPr/>
          </p:nvSpPr>
          <p:spPr>
            <a:xfrm>
              <a:off x="4505461" y="3404022"/>
              <a:ext cx="1525436" cy="1947380"/>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
          <p:nvSpPr>
            <p:cNvPr id="10" name="object 10"/>
            <p:cNvSpPr/>
            <p:nvPr/>
          </p:nvSpPr>
          <p:spPr>
            <a:xfrm>
              <a:off x="2645635" y="3395275"/>
              <a:ext cx="1525436" cy="1947380"/>
            </a:xfrm>
            <a:prstGeom prst="rect">
              <a:avLst/>
            </a:prstGeom>
            <a:blipFill>
              <a:blip r:embed="rId4" cstate="print"/>
              <a:stretch>
                <a:fillRect/>
              </a:stretch>
            </a:blipFill>
          </p:spPr>
          <p:txBody>
            <a:bodyPr wrap="square" lIns="0" tIns="0" rIns="0" bIns="0" rtlCol="0"/>
            <a:lstStyle/>
            <a:p>
              <a:endParaRPr>
                <a:ea typeface="宋体" panose="02010600030101010101" pitchFamily="2" charset="-122"/>
              </a:endParaRPr>
            </a:p>
          </p:txBody>
        </p:sp>
        <p:sp>
          <p:nvSpPr>
            <p:cNvPr id="12" name="矩形 11"/>
            <p:cNvSpPr/>
            <p:nvPr/>
          </p:nvSpPr>
          <p:spPr>
            <a:xfrm>
              <a:off x="168545" y="2608584"/>
              <a:ext cx="6274644" cy="2962595"/>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6812135" y="3234921"/>
            <a:ext cx="4581289" cy="2136375"/>
            <a:chOff x="6842860" y="2605403"/>
            <a:chExt cx="5238307" cy="2962595"/>
          </a:xfrm>
        </p:grpSpPr>
        <p:sp>
          <p:nvSpPr>
            <p:cNvPr id="14" name="文本框 13"/>
            <p:cNvSpPr txBox="1"/>
            <p:nvPr/>
          </p:nvSpPr>
          <p:spPr>
            <a:xfrm>
              <a:off x="6892513" y="2608584"/>
              <a:ext cx="5158618" cy="981653"/>
            </a:xfrm>
            <a:prstGeom prst="rect">
              <a:avLst/>
            </a:prstGeom>
            <a:noFill/>
            <a:ln>
              <a:solidFill>
                <a:schemeClr val="accent1"/>
              </a:solidFill>
            </a:ln>
          </p:spPr>
          <p:txBody>
            <a:bodyPr wrap="square">
              <a:spAutoFit/>
            </a:bodyPr>
            <a:lstStyle/>
            <a:p>
              <a:pPr marL="342900" indent="-342900">
                <a:spcAft>
                  <a:spcPts val="800"/>
                </a:spcAft>
                <a:buFont typeface="Wingdings" panose="05000000000000000000" pitchFamily="2" charset="2"/>
                <a:buChar char="Ø"/>
              </a:pPr>
              <a:r>
                <a:rPr lang="en-US" altLang="zh-CN" sz="2000" b="1" dirty="0">
                  <a:cs typeface="Times New Roman" panose="02020603050405020304" pitchFamily="18" charset="0"/>
                </a:rPr>
                <a:t>Duplicate tuples should be removed after projection.</a:t>
              </a:r>
              <a:endParaRPr lang="zh-CN" altLang="en-US" sz="2000" b="1" dirty="0">
                <a:solidFill>
                  <a:srgbClr val="0000FF"/>
                </a:solidFill>
                <a:cs typeface="Times New Roman" panose="02020603050405020304" pitchFamily="18" charset="0"/>
              </a:endParaRPr>
            </a:p>
          </p:txBody>
        </p:sp>
        <p:sp>
          <p:nvSpPr>
            <p:cNvPr id="15" name="object 8"/>
            <p:cNvSpPr/>
            <p:nvPr/>
          </p:nvSpPr>
          <p:spPr>
            <a:xfrm>
              <a:off x="7595655" y="3729628"/>
              <a:ext cx="1603722" cy="1562360"/>
            </a:xfrm>
            <a:prstGeom prst="rect">
              <a:avLst/>
            </a:prstGeom>
            <a:blipFill>
              <a:blip r:embed="rId5" cstate="print"/>
              <a:stretch>
                <a:fillRect/>
              </a:stretch>
            </a:blipFill>
            <a:ln>
              <a:solidFill>
                <a:schemeClr val="accent1"/>
              </a:solidFill>
            </a:ln>
          </p:spPr>
          <p:txBody>
            <a:bodyPr wrap="square" lIns="0" tIns="0" rIns="0" bIns="0" rtlCol="0"/>
            <a:lstStyle/>
            <a:p>
              <a:endParaRPr>
                <a:ea typeface="宋体" panose="02010600030101010101" pitchFamily="2" charset="-122"/>
              </a:endParaRPr>
            </a:p>
          </p:txBody>
        </p:sp>
        <p:sp>
          <p:nvSpPr>
            <p:cNvPr id="16" name="object 9"/>
            <p:cNvSpPr/>
            <p:nvPr/>
          </p:nvSpPr>
          <p:spPr>
            <a:xfrm>
              <a:off x="9507876" y="3674935"/>
              <a:ext cx="1821926" cy="1664541"/>
            </a:xfrm>
            <a:prstGeom prst="rect">
              <a:avLst/>
            </a:prstGeom>
            <a:blipFill>
              <a:blip r:embed="rId6" cstate="print"/>
              <a:stretch>
                <a:fillRect/>
              </a:stretch>
            </a:blipFill>
            <a:ln>
              <a:solidFill>
                <a:schemeClr val="accent1"/>
              </a:solidFill>
            </a:ln>
          </p:spPr>
          <p:txBody>
            <a:bodyPr wrap="square" lIns="0" tIns="0" rIns="0" bIns="0" rtlCol="0"/>
            <a:lstStyle/>
            <a:p>
              <a:endParaRPr>
                <a:ea typeface="宋体" panose="02010600030101010101" pitchFamily="2" charset="-122"/>
              </a:endParaRPr>
            </a:p>
          </p:txBody>
        </p:sp>
        <p:sp>
          <p:nvSpPr>
            <p:cNvPr id="17" name="矩形 16"/>
            <p:cNvSpPr/>
            <p:nvPr/>
          </p:nvSpPr>
          <p:spPr>
            <a:xfrm>
              <a:off x="6842860" y="2605403"/>
              <a:ext cx="5238307" cy="2962595"/>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(Project)</a:t>
            </a:r>
            <a:endParaRPr lang="en-US" sz="4000" u="sng" dirty="0"/>
          </a:p>
        </p:txBody>
      </p:sp>
      <p:sp>
        <p:nvSpPr>
          <p:cNvPr id="9" name="文本框 8"/>
          <p:cNvSpPr txBox="1"/>
          <p:nvPr/>
        </p:nvSpPr>
        <p:spPr>
          <a:xfrm>
            <a:off x="481043" y="882465"/>
            <a:ext cx="10907247" cy="46166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t>Example 2 of project operation (semantic)</a:t>
            </a:r>
            <a:endParaRPr lang="zh-CN" altLang="en-US" sz="2400" b="1" dirty="0"/>
          </a:p>
        </p:txBody>
      </p:sp>
      <p:sp>
        <p:nvSpPr>
          <p:cNvPr id="14" name="文本框 13"/>
          <p:cNvSpPr txBox="1"/>
          <p:nvPr/>
        </p:nvSpPr>
        <p:spPr>
          <a:xfrm>
            <a:off x="713245" y="2500455"/>
            <a:ext cx="1406583" cy="369332"/>
          </a:xfrm>
          <a:prstGeom prst="rect">
            <a:avLst/>
          </a:prstGeom>
          <a:noFill/>
        </p:spPr>
        <p:txBody>
          <a:bodyPr wrap="square">
            <a:spAutoFit/>
          </a:bodyPr>
          <a:lstStyle/>
          <a:p>
            <a:r>
              <a:rPr lang="en-US" altLang="zh-CN" b="1" dirty="0">
                <a:solidFill>
                  <a:srgbClr val="FF0000"/>
                </a:solidFill>
              </a:rPr>
              <a:t>R(Student)</a:t>
            </a:r>
            <a:endParaRPr lang="en-US" altLang="zh-CN" b="1" dirty="0">
              <a:solidFill>
                <a:srgbClr val="FF0000"/>
              </a:solidFill>
            </a:endParaRPr>
          </a:p>
        </p:txBody>
      </p:sp>
      <mc:AlternateContent xmlns:mc="http://schemas.openxmlformats.org/markup-compatibility/2006">
        <mc:Choice xmlns:a14="http://schemas.microsoft.com/office/drawing/2010/main" Requires="a14">
          <p:sp>
            <p:nvSpPr>
              <p:cNvPr id="3" name="文本框 2"/>
              <p:cNvSpPr txBox="1"/>
              <p:nvPr/>
            </p:nvSpPr>
            <p:spPr>
              <a:xfrm>
                <a:off x="8671378" y="2032699"/>
                <a:ext cx="3335091" cy="935513"/>
              </a:xfrm>
              <a:prstGeom prst="rect">
                <a:avLst/>
              </a:prstGeom>
              <a:noFill/>
            </p:spPr>
            <p:txBody>
              <a:bodyPr wrap="square">
                <a:spAutoFit/>
              </a:bodyPr>
              <a:lstStyle/>
              <a:p>
                <a:r>
                  <a:rPr lang="en-US" altLang="zh-CN" b="1" dirty="0">
                    <a:solidFill>
                      <a:srgbClr val="FF0000"/>
                    </a:solidFill>
                  </a:rPr>
                  <a:t>Retrieve the names of all students and their respective departments: </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en-US" altLang="zh-CN" b="1" i="1" dirty="0" smtClean="0">
                            <a:solidFill>
                              <a:srgbClr val="FF0000"/>
                            </a:solidFill>
                            <a:latin typeface="Cambria Math" panose="02040503050406030204" pitchFamily="18" charset="0"/>
                          </a:rPr>
                          <m:t>𝝅</m:t>
                        </m:r>
                      </m:e>
                      <m:sub>
                        <m:r>
                          <a:rPr lang="zh-CN" altLang="en-US" b="1" i="1" dirty="0">
                            <a:solidFill>
                              <a:srgbClr val="FF0000"/>
                            </a:solidFill>
                            <a:latin typeface="Cambria Math" panose="02040503050406030204" pitchFamily="18" charset="0"/>
                          </a:rPr>
                          <m:t>𝑺𝒏𝒂𝒎𝒆</m:t>
                        </m:r>
                        <m:r>
                          <a:rPr lang="en-US" altLang="zh-CN" b="1" i="1" dirty="0" smtClean="0">
                            <a:solidFill>
                              <a:srgbClr val="FF0000"/>
                            </a:solidFill>
                            <a:latin typeface="Cambria Math" panose="02040503050406030204" pitchFamily="18" charset="0"/>
                          </a:rPr>
                          <m:t>,</m:t>
                        </m:r>
                        <m:r>
                          <a:rPr lang="en-US" altLang="zh-CN" b="1" i="1" dirty="0" smtClean="0">
                            <a:solidFill>
                              <a:srgbClr val="FF0000"/>
                            </a:solidFill>
                            <a:latin typeface="Cambria Math" panose="02040503050406030204" pitchFamily="18" charset="0"/>
                          </a:rPr>
                          <m:t>𝑫𝒏𝒐</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a14:m>
                <a:endParaRPr lang="zh-CN" altLang="en-US" b="1" dirty="0">
                  <a:solidFill>
                    <a:srgbClr val="FF0000"/>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8671378" y="2032699"/>
                <a:ext cx="3335091" cy="935513"/>
              </a:xfrm>
              <a:prstGeom prst="rect">
                <a:avLst/>
              </a:prstGeom>
              <a:blipFill rotWithShape="1">
                <a:blip r:embed="rId1"/>
                <a:stretch>
                  <a:fillRect l="-14" t="-7" r="16" b="24"/>
                </a:stretch>
              </a:blipFill>
            </p:spPr>
            <p:txBody>
              <a:bodyPr/>
              <a:lstStyle/>
              <a:p>
                <a:r>
                  <a:rPr lang="zh-CN" altLang="en-US">
                    <a:noFill/>
                  </a:rPr>
                  <a:t> </a:t>
                </a:r>
              </a:p>
            </p:txBody>
          </p:sp>
        </mc:Fallback>
      </mc:AlternateContent>
      <p:graphicFrame>
        <p:nvGraphicFramePr>
          <p:cNvPr id="5" name="表格 4"/>
          <p:cNvGraphicFramePr>
            <a:graphicFrameLocks noGrp="1"/>
          </p:cNvGraphicFramePr>
          <p:nvPr/>
        </p:nvGraphicFramePr>
        <p:xfrm>
          <a:off x="713245" y="2957070"/>
          <a:ext cx="4642552" cy="2107537"/>
        </p:xfrm>
        <a:graphic>
          <a:graphicData uri="http://schemas.openxmlformats.org/drawingml/2006/table">
            <a:tbl>
              <a:tblPr firstRow="1" bandRow="1"/>
              <a:tblGrid>
                <a:gridCol w="1036955"/>
                <a:gridCol w="807974"/>
                <a:gridCol w="617468"/>
                <a:gridCol w="555494"/>
                <a:gridCol w="555494"/>
                <a:gridCol w="1069167"/>
              </a:tblGrid>
              <a:tr h="258515">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345483">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16483">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16483">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11" name="表格 10"/>
          <p:cNvGraphicFramePr>
            <a:graphicFrameLocks noGrp="1"/>
          </p:cNvGraphicFramePr>
          <p:nvPr/>
        </p:nvGraphicFramePr>
        <p:xfrm>
          <a:off x="5729396" y="2968212"/>
          <a:ext cx="2349981" cy="2176444"/>
        </p:xfrm>
        <a:graphic>
          <a:graphicData uri="http://schemas.openxmlformats.org/drawingml/2006/table">
            <a:tbl>
              <a:tblPr firstRow="1" bandRow="1"/>
              <a:tblGrid>
                <a:gridCol w="1392569"/>
                <a:gridCol w="957412"/>
              </a:tblGrid>
              <a:tr h="196008">
                <a:tc>
                  <a:txBody>
                    <a:bodyPr/>
                    <a:lstStyle/>
                    <a:p>
                      <a:pPr algn="ctr"/>
                      <a:r>
                        <a:rPr lang="en-US" altLang="zh-CN" sz="1600" b="1" dirty="0" err="1">
                          <a:latin typeface="+mn-lt"/>
                          <a:ea typeface="+mn-ea"/>
                        </a:rPr>
                        <a:t>Sname</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a:latin typeface="+mn-lt"/>
                          <a:ea typeface="+mn-ea"/>
                        </a:rPr>
                        <a:t>Sage</a:t>
                      </a:r>
                      <a:endParaRPr lang="zh-CN" altLang="en-US" sz="16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600" b="1" dirty="0">
                          <a:latin typeface="+mn-lt"/>
                          <a:ea typeface="+mn-ea"/>
                        </a:rPr>
                        <a:t>Bob</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21</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Marry</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19</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Tom</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20</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Jerry</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18</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Steve</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21</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Lily</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19</a:t>
                      </a:r>
                      <a:endParaRPr lang="zh-CN" altLang="en-US" sz="16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13" name="表格 12"/>
          <p:cNvGraphicFramePr>
            <a:graphicFrameLocks noGrp="1"/>
          </p:cNvGraphicFramePr>
          <p:nvPr/>
        </p:nvGraphicFramePr>
        <p:xfrm>
          <a:off x="8812461" y="2968212"/>
          <a:ext cx="2666294" cy="2176444"/>
        </p:xfrm>
        <a:graphic>
          <a:graphicData uri="http://schemas.openxmlformats.org/drawingml/2006/table">
            <a:tbl>
              <a:tblPr firstRow="1" bandRow="1"/>
              <a:tblGrid>
                <a:gridCol w="1580012"/>
                <a:gridCol w="1086282"/>
              </a:tblGrid>
              <a:tr h="196008">
                <a:tc>
                  <a:txBody>
                    <a:bodyPr/>
                    <a:lstStyle/>
                    <a:p>
                      <a:pPr algn="ctr"/>
                      <a:r>
                        <a:rPr lang="en-US" altLang="zh-CN" sz="1600" b="1" dirty="0" err="1">
                          <a:latin typeface="+mn-lt"/>
                          <a:ea typeface="+mn-ea"/>
                        </a:rPr>
                        <a:t>Sname</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Dno</a:t>
                      </a:r>
                      <a:endParaRPr lang="zh-CN" altLang="en-US" sz="16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600" b="1" dirty="0">
                          <a:latin typeface="+mn-lt"/>
                          <a:ea typeface="+mn-ea"/>
                        </a:rPr>
                        <a:t>Bob</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03</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Marry</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03</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Tom</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03</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Jerry</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04</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Steve</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04</a:t>
                      </a:r>
                      <a:endParaRPr lang="zh-CN" altLang="en-US" sz="1600" b="1" dirty="0">
                        <a:latin typeface="+mn-lt"/>
                        <a:ea typeface="+mn-ea"/>
                      </a:endParaRPr>
                    </a:p>
                  </a:txBody>
                  <a:tcPr marL="71039" marR="71039" marT="35520" marB="35520" anchor="ctr">
                    <a:solidFill>
                      <a:schemeClr val="bg1">
                        <a:lumMod val="95000"/>
                      </a:schemeClr>
                    </a:solidFill>
                  </a:tcPr>
                </a:tc>
              </a:tr>
              <a:tr h="196008">
                <a:tc>
                  <a:txBody>
                    <a:bodyPr/>
                    <a:lstStyle/>
                    <a:p>
                      <a:pPr algn="ctr"/>
                      <a:r>
                        <a:rPr lang="en-US" altLang="zh-CN" sz="1600" b="1" dirty="0">
                          <a:latin typeface="+mn-lt"/>
                          <a:ea typeface="+mn-ea"/>
                        </a:rPr>
                        <a:t>Lily</a:t>
                      </a:r>
                      <a:endParaRPr lang="zh-CN" altLang="en-US" sz="16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600" b="1" dirty="0">
                          <a:latin typeface="+mn-lt"/>
                          <a:ea typeface="+mn-ea"/>
                        </a:rPr>
                        <a:t>05</a:t>
                      </a:r>
                      <a:endParaRPr lang="zh-CN" altLang="en-US" sz="1600" b="1" dirty="0">
                        <a:latin typeface="+mn-lt"/>
                        <a:ea typeface="+mn-ea"/>
                      </a:endParaRPr>
                    </a:p>
                  </a:txBody>
                  <a:tcPr marL="71039" marR="71039" marT="35520" marB="35520" anchor="ctr">
                    <a:solidFill>
                      <a:schemeClr val="bg1">
                        <a:lumMod val="95000"/>
                      </a:schemeClr>
                    </a:solidFill>
                  </a:tcPr>
                </a:tc>
              </a:tr>
            </a:tbl>
          </a:graphicData>
        </a:graphic>
      </p:graphicFrame>
      <mc:AlternateContent xmlns:mc="http://schemas.openxmlformats.org/markup-compatibility/2006">
        <mc:Choice xmlns:a14="http://schemas.microsoft.com/office/drawing/2010/main" Requires="a14">
          <p:sp>
            <p:nvSpPr>
              <p:cNvPr id="16" name="文本框 15"/>
              <p:cNvSpPr txBox="1"/>
              <p:nvPr/>
            </p:nvSpPr>
            <p:spPr>
              <a:xfrm>
                <a:off x="5729396" y="2002527"/>
                <a:ext cx="2661119" cy="949619"/>
              </a:xfrm>
              <a:prstGeom prst="rect">
                <a:avLst/>
              </a:prstGeom>
              <a:noFill/>
            </p:spPr>
            <p:txBody>
              <a:bodyPr wrap="square">
                <a:spAutoFit/>
              </a:bodyPr>
              <a:lstStyle/>
              <a:p>
                <a:r>
                  <a:rPr lang="en-US" altLang="zh-CN" b="1" dirty="0">
                    <a:solidFill>
                      <a:srgbClr val="FF0000"/>
                    </a:solidFill>
                  </a:rPr>
                  <a:t>Retrieve the name and age of all students: </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en-US" altLang="zh-CN" b="1" i="1" dirty="0" smtClean="0">
                            <a:solidFill>
                              <a:srgbClr val="FF0000"/>
                            </a:solidFill>
                            <a:latin typeface="Cambria Math" panose="02040503050406030204" pitchFamily="18" charset="0"/>
                          </a:rPr>
                          <m:t>𝝅</m:t>
                        </m:r>
                      </m:e>
                      <m:sub>
                        <m:r>
                          <a:rPr lang="zh-CN" altLang="en-US" b="1" i="1" dirty="0">
                            <a:solidFill>
                              <a:srgbClr val="FF0000"/>
                            </a:solidFill>
                            <a:latin typeface="Cambria Math" panose="02040503050406030204" pitchFamily="18" charset="0"/>
                          </a:rPr>
                          <m:t>𝑺𝒏𝒂𝒎𝒆</m:t>
                        </m:r>
                        <m:r>
                          <a:rPr lang="en-US" altLang="zh-CN" b="1" i="1" dirty="0" smtClean="0">
                            <a:solidFill>
                              <a:srgbClr val="FF0000"/>
                            </a:solidFill>
                            <a:latin typeface="Cambria Math" panose="02040503050406030204" pitchFamily="18" charset="0"/>
                          </a:rPr>
                          <m:t>,</m:t>
                        </m:r>
                        <m:r>
                          <a:rPr lang="en-US" altLang="zh-CN" b="1" i="1" dirty="0" smtClean="0">
                            <a:solidFill>
                              <a:srgbClr val="FF0000"/>
                            </a:solidFill>
                            <a:latin typeface="Cambria Math" panose="02040503050406030204" pitchFamily="18" charset="0"/>
                          </a:rPr>
                          <m:t>𝑺𝑺𝒂𝒈𝒆</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a14:m>
                <a:endParaRPr lang="zh-CN" altLang="en-US" b="1" dirty="0">
                  <a:solidFill>
                    <a:srgbClr val="FF0000"/>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5729396" y="2002527"/>
                <a:ext cx="2661119" cy="949619"/>
              </a:xfrm>
              <a:prstGeom prst="rect">
                <a:avLst/>
              </a:prstGeom>
              <a:blipFill rotWithShape="1">
                <a:blip r:embed="rId2"/>
                <a:stretch>
                  <a:fillRect l="-16" t="-39" r="10" b="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(Select and Project)</a:t>
            </a:r>
            <a:endParaRPr lang="en-US" sz="4000" u="sng" dirty="0"/>
          </a:p>
        </p:txBody>
      </p:sp>
      <p:sp>
        <p:nvSpPr>
          <p:cNvPr id="9" name="文本框 8"/>
          <p:cNvSpPr txBox="1"/>
          <p:nvPr/>
        </p:nvSpPr>
        <p:spPr>
          <a:xfrm>
            <a:off x="481043" y="882465"/>
            <a:ext cx="10907247" cy="46166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t>Examples of using project and select operations together (semantic).</a:t>
            </a:r>
            <a:endParaRPr lang="zh-CN" altLang="en-US" sz="2400" b="1" dirty="0"/>
          </a:p>
        </p:txBody>
      </p:sp>
      <p:sp>
        <p:nvSpPr>
          <p:cNvPr id="14" name="文本框 13"/>
          <p:cNvSpPr txBox="1"/>
          <p:nvPr/>
        </p:nvSpPr>
        <p:spPr>
          <a:xfrm>
            <a:off x="713245" y="2095106"/>
            <a:ext cx="1406583" cy="369332"/>
          </a:xfrm>
          <a:prstGeom prst="rect">
            <a:avLst/>
          </a:prstGeom>
          <a:noFill/>
        </p:spPr>
        <p:txBody>
          <a:bodyPr wrap="square">
            <a:spAutoFit/>
          </a:bodyPr>
          <a:lstStyle/>
          <a:p>
            <a:r>
              <a:rPr lang="en-US" altLang="zh-CN" b="1" dirty="0">
                <a:solidFill>
                  <a:srgbClr val="FF0000"/>
                </a:solidFill>
              </a:rPr>
              <a:t>R(Student)</a:t>
            </a:r>
            <a:endParaRPr lang="en-US" altLang="zh-CN" b="1" dirty="0">
              <a:solidFill>
                <a:srgbClr val="FF0000"/>
              </a:solidFill>
            </a:endParaRPr>
          </a:p>
        </p:txBody>
      </p:sp>
      <mc:AlternateContent xmlns:mc="http://schemas.openxmlformats.org/markup-compatibility/2006">
        <mc:Choice xmlns:a14="http://schemas.microsoft.com/office/drawing/2010/main" Requires="a14">
          <p:sp>
            <p:nvSpPr>
              <p:cNvPr id="3" name="文本框 2"/>
              <p:cNvSpPr txBox="1"/>
              <p:nvPr/>
            </p:nvSpPr>
            <p:spPr>
              <a:xfrm>
                <a:off x="6428976" y="4094324"/>
                <a:ext cx="4943086" cy="935513"/>
              </a:xfrm>
              <a:prstGeom prst="rect">
                <a:avLst/>
              </a:prstGeom>
              <a:noFill/>
            </p:spPr>
            <p:txBody>
              <a:bodyPr wrap="square">
                <a:spAutoFit/>
              </a:bodyPr>
              <a:lstStyle/>
              <a:p>
                <a:r>
                  <a:rPr lang="en-US" altLang="zh-CN" b="1" dirty="0">
                    <a:solidFill>
                      <a:srgbClr val="FF0000"/>
                    </a:solidFill>
                  </a:rPr>
                  <a:t>Search for the student IDs and names of all male students enrolled in Department 4.</a:t>
                </a:r>
                <a:endParaRPr lang="en-US" altLang="zh-CN" b="1" dirty="0">
                  <a:solidFill>
                    <a:srgbClr val="FF0000"/>
                  </a:solidFill>
                </a:endParaRPr>
              </a:p>
              <a:p>
                <a14:m>
                  <m:oMathPara xmlns:m="http://schemas.openxmlformats.org/officeDocument/2006/math">
                    <m:oMathParaPr>
                      <m:jc m:val="centerGroup"/>
                    </m:oMathParaPr>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zh-CN" altLang="en-US" b="1" i="1" dirty="0" smtClean="0">
                              <a:solidFill>
                                <a:srgbClr val="FF0000"/>
                              </a:solidFill>
                              <a:latin typeface="Cambria Math" panose="02040503050406030204" pitchFamily="18" charset="0"/>
                            </a:rPr>
                            <m:t>𝝅</m:t>
                          </m:r>
                        </m:e>
                        <m:sub>
                          <m:r>
                            <a:rPr lang="zh-CN" altLang="en-US" b="1" i="1" dirty="0">
                              <a:solidFill>
                                <a:srgbClr val="FF0000"/>
                              </a:solidFill>
                              <a:latin typeface="Cambria Math" panose="02040503050406030204" pitchFamily="18" charset="0"/>
                            </a:rPr>
                            <m:t>𝑺𝒏𝒐</m:t>
                          </m:r>
                          <m:r>
                            <a:rPr lang="en-US" altLang="zh-CN" b="1" i="1" dirty="0">
                              <a:solidFill>
                                <a:srgbClr val="FF0000"/>
                              </a:solidFill>
                              <a:latin typeface="Cambria Math" panose="02040503050406030204" pitchFamily="18" charset="0"/>
                            </a:rPr>
                            <m:t>, </m:t>
                          </m:r>
                          <m:r>
                            <a:rPr lang="zh-CN" altLang="en-US" b="1" i="1" dirty="0">
                              <a:solidFill>
                                <a:srgbClr val="FF0000"/>
                              </a:solidFill>
                              <a:latin typeface="Cambria Math" panose="02040503050406030204" pitchFamily="18" charset="0"/>
                            </a:rPr>
                            <m:t>𝑺𝒏𝒂𝒎𝒆</m:t>
                          </m:r>
                        </m:sub>
                      </m:sSub>
                      <m:r>
                        <a:rPr lang="en-US" altLang="zh-CN" b="1" i="1" dirty="0">
                          <a:solidFill>
                            <a:srgbClr val="FF0000"/>
                          </a:solidFill>
                          <a:latin typeface="Cambria Math" panose="02040503050406030204" pitchFamily="18" charset="0"/>
                        </a:rPr>
                        <m:t>(</m:t>
                      </m:r>
                      <m:sSub>
                        <m:sSubPr>
                          <m:ctrlPr>
                            <a:rPr lang="en-US" altLang="zh-CN" b="1" i="1" dirty="0">
                              <a:solidFill>
                                <a:srgbClr val="FF0000"/>
                              </a:solidFill>
                              <a:latin typeface="Cambria Math" panose="02040503050406030204" pitchFamily="18" charset="0"/>
                            </a:rPr>
                          </m:ctrlPr>
                        </m:sSubPr>
                        <m:e>
                          <m:r>
                            <a:rPr lang="zh-CN" altLang="en-US" b="1" i="1" dirty="0">
                              <a:solidFill>
                                <a:srgbClr val="FF0000"/>
                              </a:solidFill>
                              <a:latin typeface="Cambria Math" panose="02040503050406030204" pitchFamily="18" charset="0"/>
                            </a:rPr>
                            <m:t>𝝈</m:t>
                          </m:r>
                        </m:e>
                        <m:sub>
                          <m:r>
                            <a:rPr lang="zh-CN" altLang="en-US" b="1" i="1" dirty="0">
                              <a:solidFill>
                                <a:srgbClr val="FF0000"/>
                              </a:solidFill>
                              <a:latin typeface="Cambria Math" panose="02040503050406030204" pitchFamily="18" charset="0"/>
                            </a:rPr>
                            <m:t>𝑫𝑵𝒐</m:t>
                          </m:r>
                          <m:r>
                            <a:rPr lang="en-US" altLang="zh-CN" b="1" i="1" dirty="0">
                              <a:solidFill>
                                <a:srgbClr val="FF0000"/>
                              </a:solidFill>
                              <a:latin typeface="Cambria Math" panose="02040503050406030204" pitchFamily="18" charset="0"/>
                            </a:rPr>
                            <m:t>=‘</m:t>
                          </m:r>
                          <m:r>
                            <a:rPr lang="en-US" altLang="zh-CN" b="1" i="1" dirty="0">
                              <a:solidFill>
                                <a:srgbClr val="FF0000"/>
                              </a:solidFill>
                              <a:latin typeface="Cambria Math" panose="02040503050406030204" pitchFamily="18" charset="0"/>
                            </a:rPr>
                            <m:t>𝟎𝟒</m:t>
                          </m:r>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𝑺𝒔𝒆𝒙</m:t>
                          </m:r>
                          <m:r>
                            <a:rPr lang="en-US" altLang="zh-CN" b="1" i="1" dirty="0">
                              <a:solidFill>
                                <a:srgbClr val="FF0000"/>
                              </a:solidFill>
                              <a:latin typeface="Cambria Math" panose="02040503050406030204" pitchFamily="18" charset="0"/>
                            </a:rPr>
                            <m:t>=‘</m:t>
                          </m:r>
                          <m:r>
                            <a:rPr lang="en-US" altLang="zh-CN" b="1" i="1" dirty="0" smtClean="0">
                              <a:solidFill>
                                <a:srgbClr val="FF0000"/>
                              </a:solidFill>
                              <a:latin typeface="Cambria Math" panose="02040503050406030204" pitchFamily="18" charset="0"/>
                            </a:rPr>
                            <m:t>𝑴</m:t>
                          </m:r>
                          <m:r>
                            <a:rPr lang="zh-CN" altLang="en-US" b="1" i="1" dirty="0">
                              <a:solidFill>
                                <a:srgbClr val="FF0000"/>
                              </a:solidFill>
                              <a:latin typeface="Cambria Math" panose="02040503050406030204" pitchFamily="18" charset="0"/>
                            </a:rPr>
                            <m:t>’</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m:oMathPara>
                </a14:m>
                <a:endParaRPr lang="en-US" altLang="zh-CN" b="1" dirty="0">
                  <a:solidFill>
                    <a:srgbClr val="FF0000"/>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6428976" y="4094324"/>
                <a:ext cx="4943086" cy="935513"/>
              </a:xfrm>
              <a:prstGeom prst="rect">
                <a:avLst/>
              </a:prstGeom>
              <a:blipFill rotWithShape="1">
                <a:blip r:embed="rId1"/>
                <a:stretch>
                  <a:fillRect l="-5" t="-51" r="10"/>
                </a:stretch>
              </a:blipFill>
            </p:spPr>
            <p:txBody>
              <a:bodyPr/>
              <a:lstStyle/>
              <a:p>
                <a:r>
                  <a:rPr lang="zh-CN" altLang="en-US">
                    <a:noFill/>
                  </a:rPr>
                  <a:t> </a:t>
                </a:r>
              </a:p>
            </p:txBody>
          </p:sp>
        </mc:Fallback>
      </mc:AlternateContent>
      <p:graphicFrame>
        <p:nvGraphicFramePr>
          <p:cNvPr id="5" name="表格 4"/>
          <p:cNvGraphicFramePr>
            <a:graphicFrameLocks noGrp="1"/>
          </p:cNvGraphicFramePr>
          <p:nvPr/>
        </p:nvGraphicFramePr>
        <p:xfrm>
          <a:off x="738303" y="2569916"/>
          <a:ext cx="4642552" cy="2107537"/>
        </p:xfrm>
        <a:graphic>
          <a:graphicData uri="http://schemas.openxmlformats.org/drawingml/2006/table">
            <a:tbl>
              <a:tblPr firstRow="1" bandRow="1"/>
              <a:tblGrid>
                <a:gridCol w="1036955"/>
                <a:gridCol w="807974"/>
                <a:gridCol w="617468"/>
                <a:gridCol w="555494"/>
                <a:gridCol w="555494"/>
                <a:gridCol w="1069167"/>
              </a:tblGrid>
              <a:tr h="258515">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345483">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16483">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16483">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4" name="表格 3"/>
          <p:cNvGraphicFramePr>
            <a:graphicFrameLocks noGrp="1"/>
          </p:cNvGraphicFramePr>
          <p:nvPr/>
        </p:nvGraphicFramePr>
        <p:xfrm>
          <a:off x="7669670" y="2622604"/>
          <a:ext cx="2236070" cy="1171084"/>
        </p:xfrm>
        <a:graphic>
          <a:graphicData uri="http://schemas.openxmlformats.org/drawingml/2006/table">
            <a:tbl>
              <a:tblPr firstRow="1" bandRow="1"/>
              <a:tblGrid>
                <a:gridCol w="1063155"/>
                <a:gridCol w="1172915"/>
              </a:tblGrid>
              <a:tr h="238044">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238044">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71039" marR="71039" marT="35520" marB="35520" anchor="ctr">
                    <a:solidFill>
                      <a:schemeClr val="bg1">
                        <a:lumMod val="95000"/>
                      </a:schemeClr>
                    </a:solidFill>
                  </a:tcPr>
                </a:tc>
              </a:tr>
              <a:tr h="238044">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71039" marR="71039" marT="35520" marB="35520" anchor="ctr">
                    <a:solidFill>
                      <a:schemeClr val="bg1">
                        <a:lumMod val="95000"/>
                      </a:schemeClr>
                    </a:solidFill>
                  </a:tcPr>
                </a:tc>
              </a:tr>
              <a:tr h="238044">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graphicFrame>
        <p:nvGraphicFramePr>
          <p:cNvPr id="7" name="表格 6"/>
          <p:cNvGraphicFramePr>
            <a:graphicFrameLocks noGrp="1"/>
          </p:cNvGraphicFramePr>
          <p:nvPr/>
        </p:nvGraphicFramePr>
        <p:xfrm>
          <a:off x="7669670" y="5181386"/>
          <a:ext cx="2556635" cy="916924"/>
        </p:xfrm>
        <a:graphic>
          <a:graphicData uri="http://schemas.openxmlformats.org/drawingml/2006/table">
            <a:tbl>
              <a:tblPr firstRow="1" bandRow="1"/>
              <a:tblGrid>
                <a:gridCol w="1215570"/>
                <a:gridCol w="1341065"/>
              </a:tblGrid>
              <a:tr h="196008">
                <a:tc>
                  <a:txBody>
                    <a:bodyPr/>
                    <a:lstStyle/>
                    <a:p>
                      <a:pPr algn="ctr"/>
                      <a:r>
                        <a:rPr lang="en-US" altLang="zh-CN" sz="1600" b="1" dirty="0" err="1">
                          <a:latin typeface="+mn-lt"/>
                          <a:ea typeface="+mn-ea"/>
                        </a:rPr>
                        <a:t>Sno</a:t>
                      </a:r>
                      <a:endParaRPr lang="zh-CN" altLang="en-US" sz="16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600" b="1" dirty="0" err="1">
                          <a:latin typeface="+mn-lt"/>
                          <a:ea typeface="+mn-ea"/>
                        </a:rPr>
                        <a:t>Sname</a:t>
                      </a:r>
                      <a:endParaRPr lang="zh-CN" altLang="en-US" sz="1600" b="1" dirty="0">
                        <a:latin typeface="+mn-lt"/>
                        <a:ea typeface="+mn-ea"/>
                      </a:endParaRPr>
                    </a:p>
                  </a:txBody>
                  <a:tcPr marL="43321" marR="43321" marT="21662" marB="21662" anchor="ctr">
                    <a:solidFill>
                      <a:schemeClr val="accent5">
                        <a:lumMod val="20000"/>
                        <a:lumOff val="80000"/>
                      </a:schemeClr>
                    </a:solidFill>
                  </a:tcPr>
                </a:tc>
              </a:tr>
              <a:tr h="196008">
                <a:tc>
                  <a:txBody>
                    <a:bodyPr/>
                    <a:lstStyle/>
                    <a:p>
                      <a:pPr algn="ctr"/>
                      <a:r>
                        <a:rPr lang="en-US" altLang="zh-CN" sz="1600" b="1" dirty="0">
                          <a:latin typeface="+mn-lt"/>
                          <a:ea typeface="+mn-ea"/>
                        </a:rPr>
                        <a:t>210140201</a:t>
                      </a:r>
                      <a:endParaRPr lang="zh-CN" altLang="en-US" sz="1600" b="1" dirty="0">
                        <a:latin typeface="+mn-lt"/>
                        <a:ea typeface="+mn-ea"/>
                      </a:endParaRPr>
                    </a:p>
                  </a:txBody>
                  <a:tcPr marL="0" marR="0" marT="28596" marB="0" anchor="ctr">
                    <a:solidFill>
                      <a:schemeClr val="bg1">
                        <a:lumMod val="95000"/>
                      </a:schemeClr>
                    </a:solidFill>
                  </a:tcPr>
                </a:tc>
                <a:tc>
                  <a:txBody>
                    <a:bodyPr/>
                    <a:lstStyle/>
                    <a:p>
                      <a:pPr algn="ctr"/>
                      <a:r>
                        <a:rPr lang="en-US" altLang="zh-CN" sz="1600" b="1" dirty="0">
                          <a:latin typeface="+mn-lt"/>
                          <a:ea typeface="+mn-ea"/>
                        </a:rPr>
                        <a:t>Jerry</a:t>
                      </a:r>
                      <a:endParaRPr lang="zh-CN" altLang="en-US" sz="1600" b="1" dirty="0">
                        <a:latin typeface="+mn-lt"/>
                        <a:ea typeface="+mn-ea"/>
                      </a:endParaRPr>
                    </a:p>
                  </a:txBody>
                  <a:tcPr marL="71039" marR="71039" marT="35520" marB="35520" anchor="ctr">
                    <a:solidFill>
                      <a:schemeClr val="bg1">
                        <a:lumMod val="95000"/>
                      </a:schemeClr>
                    </a:solidFill>
                  </a:tcPr>
                </a:tc>
              </a:tr>
              <a:tr h="162000">
                <a:tc>
                  <a:txBody>
                    <a:bodyPr/>
                    <a:lstStyle/>
                    <a:p>
                      <a:pPr algn="ctr"/>
                      <a:r>
                        <a:rPr lang="en-US" altLang="zh-CN" sz="1600" b="1" dirty="0">
                          <a:latin typeface="+mn-lt"/>
                          <a:ea typeface="+mn-ea"/>
                        </a:rPr>
                        <a:t>210140202</a:t>
                      </a:r>
                      <a:endParaRPr lang="zh-CN" altLang="en-US" sz="1600" b="1" dirty="0">
                        <a:latin typeface="+mn-lt"/>
                        <a:ea typeface="+mn-ea"/>
                      </a:endParaRPr>
                    </a:p>
                  </a:txBody>
                  <a:tcPr marL="0" marR="0" marT="28596" marB="0" anchor="ctr">
                    <a:solidFill>
                      <a:schemeClr val="bg1">
                        <a:lumMod val="95000"/>
                      </a:schemeClr>
                    </a:solidFill>
                  </a:tcPr>
                </a:tc>
                <a:tc>
                  <a:txBody>
                    <a:bodyPr/>
                    <a:lstStyle/>
                    <a:p>
                      <a:pPr algn="ctr"/>
                      <a:r>
                        <a:rPr lang="en-US" altLang="zh-CN" sz="1600" b="1" dirty="0">
                          <a:latin typeface="+mn-lt"/>
                          <a:ea typeface="+mn-ea"/>
                        </a:rPr>
                        <a:t>Steve</a:t>
                      </a:r>
                      <a:endParaRPr lang="zh-CN" altLang="en-US" sz="1600" b="1" dirty="0">
                        <a:latin typeface="+mn-lt"/>
                        <a:ea typeface="+mn-ea"/>
                      </a:endParaRPr>
                    </a:p>
                  </a:txBody>
                  <a:tcPr marL="71039" marR="71039" marT="35520" marB="35520" anchor="ctr">
                    <a:solidFill>
                      <a:schemeClr val="bg1">
                        <a:lumMod val="95000"/>
                      </a:schemeClr>
                    </a:solidFill>
                  </a:tcPr>
                </a:tc>
              </a:tr>
            </a:tbl>
          </a:graphicData>
        </a:graphic>
      </p:graphicFrame>
      <mc:AlternateContent xmlns:mc="http://schemas.openxmlformats.org/markup-compatibility/2006">
        <mc:Choice xmlns:a14="http://schemas.microsoft.com/office/drawing/2010/main" Requires="a14">
          <p:sp>
            <p:nvSpPr>
              <p:cNvPr id="8" name="文本框 7"/>
              <p:cNvSpPr txBox="1"/>
              <p:nvPr/>
            </p:nvSpPr>
            <p:spPr>
              <a:xfrm>
                <a:off x="6452585" y="1620297"/>
                <a:ext cx="5475515" cy="949619"/>
              </a:xfrm>
              <a:prstGeom prst="rect">
                <a:avLst/>
              </a:prstGeom>
              <a:noFill/>
            </p:spPr>
            <p:txBody>
              <a:bodyPr wrap="square">
                <a:spAutoFit/>
              </a:bodyPr>
              <a:lstStyle/>
              <a:p>
                <a:r>
                  <a:rPr lang="en-US" altLang="zh-CN" b="1" dirty="0">
                    <a:solidFill>
                      <a:srgbClr val="FF0000"/>
                    </a:solidFill>
                  </a:rPr>
                  <a:t>Retrieve the student IDs and names of all students enrolled in Department 3 who are older than 19: </a:t>
                </a:r>
                <a14:m>
                  <m:oMath xmlns:m="http://schemas.openxmlformats.org/officeDocument/2006/math">
                    <m:sSub>
                      <m:sSubPr>
                        <m:ctrlPr>
                          <a:rPr lang="en-US" altLang="zh-CN" b="1" i="1" dirty="0" smtClean="0">
                            <a:solidFill>
                              <a:srgbClr val="FF0000"/>
                            </a:solidFill>
                            <a:latin typeface="Cambria Math" panose="02040503050406030204" pitchFamily="18" charset="0"/>
                          </a:rPr>
                        </m:ctrlPr>
                      </m:sSubPr>
                      <m:e>
                        <m:r>
                          <a:rPr lang="zh-CN" altLang="en-US" b="1" i="1" dirty="0" smtClean="0">
                            <a:solidFill>
                              <a:srgbClr val="FF0000"/>
                            </a:solidFill>
                            <a:latin typeface="Cambria Math" panose="02040503050406030204" pitchFamily="18" charset="0"/>
                          </a:rPr>
                          <m:t>𝝅</m:t>
                        </m:r>
                      </m:e>
                      <m:sub>
                        <m:r>
                          <a:rPr lang="zh-CN" altLang="en-US" b="1" i="1" dirty="0">
                            <a:solidFill>
                              <a:srgbClr val="FF0000"/>
                            </a:solidFill>
                            <a:latin typeface="Cambria Math" panose="02040503050406030204" pitchFamily="18" charset="0"/>
                          </a:rPr>
                          <m:t>𝑺𝒏𝒐</m:t>
                        </m:r>
                        <m:r>
                          <a:rPr lang="en-US" altLang="zh-CN" b="1" i="1" dirty="0">
                            <a:solidFill>
                              <a:srgbClr val="FF0000"/>
                            </a:solidFill>
                            <a:latin typeface="Cambria Math" panose="02040503050406030204" pitchFamily="18" charset="0"/>
                          </a:rPr>
                          <m:t>, </m:t>
                        </m:r>
                        <m:r>
                          <a:rPr lang="zh-CN" altLang="en-US" b="1" i="1" dirty="0">
                            <a:solidFill>
                              <a:srgbClr val="FF0000"/>
                            </a:solidFill>
                            <a:latin typeface="Cambria Math" panose="02040503050406030204" pitchFamily="18" charset="0"/>
                          </a:rPr>
                          <m:t>𝑺𝒏𝒂𝒎𝒆</m:t>
                        </m:r>
                      </m:sub>
                    </m:sSub>
                    <m:r>
                      <a:rPr lang="en-US" altLang="zh-CN" b="1" i="1" dirty="0" smtClean="0">
                        <a:solidFill>
                          <a:srgbClr val="FF0000"/>
                        </a:solidFill>
                        <a:latin typeface="Cambria Math" panose="02040503050406030204" pitchFamily="18" charset="0"/>
                      </a:rPr>
                      <m:t> </m:t>
                    </m:r>
                    <m:r>
                      <a:rPr lang="en-US" altLang="zh-CN" b="1" i="1" dirty="0">
                        <a:solidFill>
                          <a:srgbClr val="FF0000"/>
                        </a:solidFill>
                        <a:latin typeface="Cambria Math" panose="02040503050406030204" pitchFamily="18" charset="0"/>
                      </a:rPr>
                      <m:t>(</m:t>
                    </m:r>
                    <m:sSub>
                      <m:sSubPr>
                        <m:ctrlPr>
                          <a:rPr lang="en-US" altLang="zh-CN" b="1" i="1" dirty="0">
                            <a:solidFill>
                              <a:srgbClr val="FF0000"/>
                            </a:solidFill>
                            <a:latin typeface="Cambria Math" panose="02040503050406030204" pitchFamily="18" charset="0"/>
                          </a:rPr>
                        </m:ctrlPr>
                      </m:sSubPr>
                      <m:e>
                        <m:r>
                          <a:rPr lang="zh-CN" altLang="en-US" b="1" i="1" dirty="0">
                            <a:solidFill>
                              <a:srgbClr val="FF0000"/>
                            </a:solidFill>
                            <a:latin typeface="Cambria Math" panose="02040503050406030204" pitchFamily="18" charset="0"/>
                          </a:rPr>
                          <m:t>𝝈</m:t>
                        </m:r>
                      </m:e>
                      <m:sub>
                        <m:r>
                          <a:rPr lang="zh-CN" altLang="en-US" b="1" i="1" dirty="0">
                            <a:solidFill>
                              <a:srgbClr val="FF0000"/>
                            </a:solidFill>
                            <a:latin typeface="Cambria Math" panose="02040503050406030204" pitchFamily="18" charset="0"/>
                          </a:rPr>
                          <m:t>𝑫𝒏𝒐</m:t>
                        </m:r>
                        <m:r>
                          <a:rPr lang="en-US" altLang="zh-CN" b="1" i="1" dirty="0">
                            <a:solidFill>
                              <a:srgbClr val="FF0000"/>
                            </a:solidFill>
                            <a:latin typeface="Cambria Math" panose="02040503050406030204" pitchFamily="18" charset="0"/>
                          </a:rPr>
                          <m:t>=‘</m:t>
                        </m:r>
                        <m:r>
                          <a:rPr lang="en-US" altLang="zh-CN" b="1" i="1" dirty="0">
                            <a:solidFill>
                              <a:srgbClr val="FF0000"/>
                            </a:solidFill>
                            <a:latin typeface="Cambria Math" panose="02040503050406030204" pitchFamily="18" charset="0"/>
                          </a:rPr>
                          <m:t>𝟎𝟑</m:t>
                        </m:r>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𝑺𝒂𝒈𝒆</m:t>
                        </m:r>
                        <m:r>
                          <a:rPr lang="en-US" altLang="zh-CN" b="1" i="1" dirty="0">
                            <a:solidFill>
                              <a:srgbClr val="FF0000"/>
                            </a:solidFill>
                            <a:latin typeface="Cambria Math" panose="02040503050406030204" pitchFamily="18" charset="0"/>
                          </a:rPr>
                          <m:t>&gt;</m:t>
                        </m:r>
                        <m:r>
                          <a:rPr lang="zh-CN" altLang="en-US" b="1" i="1" dirty="0">
                            <a:solidFill>
                              <a:srgbClr val="FF0000"/>
                            </a:solidFill>
                            <a:latin typeface="Cambria Math" panose="02040503050406030204" pitchFamily="18" charset="0"/>
                          </a:rPr>
                          <m:t>𝟏𝟗</m:t>
                        </m:r>
                      </m:sub>
                    </m:sSub>
                    <m:r>
                      <a:rPr lang="en-US" altLang="zh-CN" b="1" i="1" dirty="0">
                        <a:solidFill>
                          <a:srgbClr val="FF0000"/>
                        </a:solidFill>
                        <a:latin typeface="Cambria Math" panose="02040503050406030204" pitchFamily="18" charset="0"/>
                      </a:rPr>
                      <m:t>(</m:t>
                    </m:r>
                    <m:r>
                      <a:rPr lang="zh-CN" altLang="en-US" b="1" i="1" dirty="0">
                        <a:solidFill>
                          <a:srgbClr val="FF0000"/>
                        </a:solidFill>
                        <a:latin typeface="Cambria Math" panose="02040503050406030204" pitchFamily="18" charset="0"/>
                      </a:rPr>
                      <m:t>𝑹</m:t>
                    </m:r>
                    <m:r>
                      <a:rPr lang="en-US" altLang="zh-CN" b="1" i="1" dirty="0">
                        <a:solidFill>
                          <a:srgbClr val="FF0000"/>
                        </a:solidFill>
                        <a:latin typeface="Cambria Math" panose="02040503050406030204" pitchFamily="18" charset="0"/>
                      </a:rPr>
                      <m:t>))</m:t>
                    </m:r>
                  </m:oMath>
                </a14:m>
                <a:endParaRPr lang="zh-CN" altLang="en-US" b="1" dirty="0">
                  <a:solidFill>
                    <a:srgbClr val="FF0000"/>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6452585" y="1620297"/>
                <a:ext cx="5475515" cy="949619"/>
              </a:xfrm>
              <a:prstGeom prst="rect">
                <a:avLst/>
              </a:prstGeom>
              <a:blipFill rotWithShape="1">
                <a:blip r:embed="rId2"/>
                <a:stretch>
                  <a:fillRect l="-6" t="-43" r="5" b="7"/>
                </a:stretch>
              </a:blipFill>
            </p:spPr>
            <p:txBody>
              <a:bodyPr/>
              <a:lstStyle/>
              <a:p>
                <a:r>
                  <a:rPr lang="zh-CN" altLang="en-US">
                    <a:noFill/>
                  </a:rPr>
                  <a:t> </a:t>
                </a:r>
              </a:p>
            </p:txBody>
          </p:sp>
        </mc:Fallback>
      </mc:AlternateContent>
      <p:sp>
        <p:nvSpPr>
          <p:cNvPr id="15" name="文本框 14"/>
          <p:cNvSpPr txBox="1"/>
          <p:nvPr/>
        </p:nvSpPr>
        <p:spPr>
          <a:xfrm>
            <a:off x="713245" y="5007706"/>
            <a:ext cx="6136734" cy="769441"/>
          </a:xfrm>
          <a:prstGeom prst="rect">
            <a:avLst/>
          </a:prstGeom>
          <a:solidFill>
            <a:schemeClr val="accent1">
              <a:lumMod val="20000"/>
              <a:lumOff val="80000"/>
            </a:schemeClr>
          </a:solidFill>
        </p:spPr>
        <p:txBody>
          <a:bodyPr wrap="square">
            <a:spAutoFit/>
          </a:bodyPr>
          <a:lstStyle/>
          <a:p>
            <a:r>
              <a:rPr lang="en-US" altLang="zh-CN" sz="2200" dirty="0">
                <a:solidFill>
                  <a:schemeClr val="tx1">
                    <a:lumMod val="75000"/>
                    <a:lumOff val="25000"/>
                  </a:schemeClr>
                </a:solidFill>
              </a:rPr>
              <a:t>Users can query the data they are interested in by using projection and selection operations as needed.</a:t>
            </a:r>
            <a:endParaRPr lang="zh-CN" altLang="en-US" sz="2200" dirty="0">
              <a:solidFill>
                <a:schemeClr val="tx1">
                  <a:lumMod val="75000"/>
                  <a:lumOff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4FAB73BC-B049-4115-A692-8D63A059BFB8}" type="slidenum">
              <a:rPr lang="en-US" smtClean="0"/>
            </a:fld>
            <a:endParaRPr lang="en-US" dirty="0"/>
          </a:p>
        </p:txBody>
      </p:sp>
      <p:graphicFrame>
        <p:nvGraphicFramePr>
          <p:cNvPr id="5" name="表格 4"/>
          <p:cNvGraphicFramePr>
            <a:graphicFrameLocks noGrp="1"/>
          </p:cNvGraphicFramePr>
          <p:nvPr/>
        </p:nvGraphicFramePr>
        <p:xfrm>
          <a:off x="738303" y="2569916"/>
          <a:ext cx="4642552" cy="2107537"/>
        </p:xfrm>
        <a:graphic>
          <a:graphicData uri="http://schemas.openxmlformats.org/drawingml/2006/table">
            <a:tbl>
              <a:tblPr firstRow="1" bandRow="1"/>
              <a:tblGrid>
                <a:gridCol w="1036955"/>
                <a:gridCol w="807974"/>
                <a:gridCol w="617468"/>
                <a:gridCol w="555494"/>
                <a:gridCol w="555494"/>
                <a:gridCol w="1069167"/>
              </a:tblGrid>
              <a:tr h="258515">
                <a:tc>
                  <a:txBody>
                    <a:bodyPr/>
                    <a:lstStyle/>
                    <a:p>
                      <a:pPr algn="ctr"/>
                      <a:r>
                        <a:rPr lang="en-US" altLang="zh-CN" sz="1400" b="1" dirty="0" err="1">
                          <a:latin typeface="+mn-lt"/>
                          <a:ea typeface="+mn-ea"/>
                        </a:rPr>
                        <a:t>Sno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Sname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Ssex</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a:latin typeface="+mn-lt"/>
                          <a:ea typeface="+mn-ea"/>
                        </a:rPr>
                        <a:t>Sage</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Dno</a:t>
                      </a:r>
                      <a:endParaRPr lang="zh-CN" altLang="en-US" sz="1400" b="1" dirty="0">
                        <a:latin typeface="+mn-lt"/>
                        <a:ea typeface="+mn-ea"/>
                      </a:endParaRPr>
                    </a:p>
                  </a:txBody>
                  <a:tcPr marL="43321" marR="43321" marT="21662" marB="21662" anchor="ctr">
                    <a:solidFill>
                      <a:schemeClr val="accent5">
                        <a:lumMod val="20000"/>
                        <a:lumOff val="80000"/>
                      </a:schemeClr>
                    </a:solidFill>
                  </a:tcPr>
                </a:tc>
                <a:tc>
                  <a:txBody>
                    <a:bodyPr/>
                    <a:lstStyle/>
                    <a:p>
                      <a:pPr algn="ctr"/>
                      <a:r>
                        <a:rPr lang="en-US" altLang="zh-CN" sz="1400" b="1" dirty="0" err="1">
                          <a:latin typeface="+mn-lt"/>
                          <a:ea typeface="+mn-ea"/>
                        </a:rPr>
                        <a:t>Sclass</a:t>
                      </a:r>
                      <a:endParaRPr lang="zh-CN" altLang="en-US" sz="1400" b="1" dirty="0">
                        <a:latin typeface="+mn-lt"/>
                        <a:ea typeface="+mn-ea"/>
                      </a:endParaRPr>
                    </a:p>
                  </a:txBody>
                  <a:tcPr marL="43321" marR="43321" marT="21662" marB="21662" anchor="ctr">
                    <a:solidFill>
                      <a:schemeClr val="accent5">
                        <a:lumMod val="20000"/>
                        <a:lumOff val="80000"/>
                      </a:schemeClr>
                    </a:solidFill>
                  </a:tcPr>
                </a:tc>
              </a:tr>
              <a:tr h="345483">
                <a:tc>
                  <a:txBody>
                    <a:bodyPr/>
                    <a:lstStyle/>
                    <a:p>
                      <a:pPr algn="ctr"/>
                      <a:r>
                        <a:rPr lang="en-US" altLang="zh-CN" sz="1400" b="1" dirty="0">
                          <a:latin typeface="+mn-lt"/>
                          <a:ea typeface="+mn-ea"/>
                        </a:rPr>
                        <a:t>210130101</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Bob</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16483">
                <a:tc>
                  <a:txBody>
                    <a:bodyPr/>
                    <a:lstStyle/>
                    <a:p>
                      <a:pPr algn="ctr"/>
                      <a:r>
                        <a:rPr lang="en-US" altLang="zh-CN" sz="1400" b="1" dirty="0">
                          <a:latin typeface="+mn-lt"/>
                          <a:ea typeface="+mn-ea"/>
                        </a:rPr>
                        <a:t>210130102</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Marry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316483">
                <a:tc>
                  <a:txBody>
                    <a:bodyPr/>
                    <a:lstStyle/>
                    <a:p>
                      <a:pPr algn="ctr"/>
                      <a:r>
                        <a:rPr lang="en-US" altLang="zh-CN" sz="1400" b="1" dirty="0">
                          <a:latin typeface="+mn-lt"/>
                          <a:ea typeface="+mn-ea"/>
                        </a:rPr>
                        <a:t>210130103</a:t>
                      </a:r>
                      <a:endParaRPr lang="zh-CN" altLang="en-US" sz="1400" b="1" dirty="0">
                        <a:latin typeface="+mn-lt"/>
                        <a:ea typeface="+mn-ea"/>
                      </a:endParaRPr>
                    </a:p>
                  </a:txBody>
                  <a:tcPr anchor="ctr">
                    <a:solidFill>
                      <a:schemeClr val="bg1">
                        <a:lumMod val="95000"/>
                      </a:schemeClr>
                    </a:solidFill>
                  </a:tcPr>
                </a:tc>
                <a:tc>
                  <a:txBody>
                    <a:bodyPr/>
                    <a:lstStyle/>
                    <a:p>
                      <a:pPr algn="ctr"/>
                      <a:r>
                        <a:rPr lang="en-US" altLang="zh-CN" sz="1400" b="1" dirty="0">
                          <a:latin typeface="+mn-lt"/>
                          <a:ea typeface="+mn-ea"/>
                        </a:rPr>
                        <a:t>Tom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20</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03</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301</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210140201</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Jerry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18</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210140202</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Steve</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M</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21</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r h="290191">
                <a:tc>
                  <a:txBody>
                    <a:bodyPr/>
                    <a:lstStyle/>
                    <a:p>
                      <a:pPr algn="ctr"/>
                      <a:r>
                        <a:rPr lang="en-US" altLang="zh-CN" sz="1400" b="1" dirty="0">
                          <a:latin typeface="+mn-lt"/>
                          <a:ea typeface="+mn-ea"/>
                        </a:rPr>
                        <a:t>210140203</a:t>
                      </a:r>
                      <a:endParaRPr lang="zh-CN" altLang="en-US" sz="1400" b="1" dirty="0">
                        <a:latin typeface="+mn-lt"/>
                        <a:ea typeface="+mn-ea"/>
                      </a:endParaRPr>
                    </a:p>
                  </a:txBody>
                  <a:tcPr marL="0" marR="0" marT="28596" marB="0" anchor="ctr">
                    <a:solidFill>
                      <a:schemeClr val="bg1">
                        <a:lumMod val="95000"/>
                      </a:schemeClr>
                    </a:solidFill>
                  </a:tcPr>
                </a:tc>
                <a:tc>
                  <a:txBody>
                    <a:bodyPr/>
                    <a:lstStyle/>
                    <a:p>
                      <a:pPr algn="ctr"/>
                      <a:r>
                        <a:rPr lang="en-US" altLang="zh-CN" sz="1400" b="1" dirty="0">
                          <a:latin typeface="+mn-lt"/>
                          <a:ea typeface="+mn-ea"/>
                        </a:rPr>
                        <a:t>Lily</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mn-lt"/>
                          <a:ea typeface="+mn-ea"/>
                        </a:rPr>
                        <a:t>F</a:t>
                      </a:r>
                      <a:endParaRPr lang="zh-CN" altLang="en-US" sz="1400" b="1" dirty="0">
                        <a:latin typeface="+mn-lt"/>
                        <a:ea typeface="+mn-ea"/>
                      </a:endParaRPr>
                    </a:p>
                  </a:txBody>
                  <a:tcPr marL="43321" marR="43321" marT="21662" marB="21662" anchor="ctr">
                    <a:solidFill>
                      <a:schemeClr val="bg1">
                        <a:lumMod val="95000"/>
                      </a:schemeClr>
                    </a:solidFill>
                  </a:tcPr>
                </a:tc>
                <a:tc>
                  <a:txBody>
                    <a:bodyPr/>
                    <a:lstStyle/>
                    <a:p>
                      <a:pPr algn="ctr"/>
                      <a:r>
                        <a:rPr lang="en-US" altLang="zh-CN" sz="1400" b="1" dirty="0">
                          <a:latin typeface="华文楷体" panose="02010600040101010101" pitchFamily="2" charset="-122"/>
                          <a:ea typeface="华文楷体" panose="02010600040101010101" pitchFamily="2" charset="-122"/>
                        </a:rPr>
                        <a:t>19</a:t>
                      </a:r>
                      <a:endParaRPr lang="zh-CN" altLang="en-US" sz="14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04</a:t>
                      </a:r>
                      <a:endParaRPr lang="zh-CN" altLang="en-US" sz="1400" b="1" dirty="0">
                        <a:latin typeface="+mn-lt"/>
                        <a:ea typeface="+mn-ea"/>
                      </a:endParaRPr>
                    </a:p>
                  </a:txBody>
                  <a:tcPr marL="71039" marR="71039" marT="35520" marB="35520" anchor="ctr">
                    <a:solidFill>
                      <a:schemeClr val="bg1">
                        <a:lumMod val="95000"/>
                      </a:schemeClr>
                    </a:solidFill>
                  </a:tcPr>
                </a:tc>
                <a:tc>
                  <a:txBody>
                    <a:bodyPr/>
                    <a:lstStyle/>
                    <a:p>
                      <a:pPr algn="ctr"/>
                      <a:r>
                        <a:rPr lang="en-US" altLang="zh-CN" sz="1400" b="1" dirty="0">
                          <a:latin typeface="+mn-lt"/>
                          <a:ea typeface="+mn-ea"/>
                        </a:rPr>
                        <a:t>402</a:t>
                      </a:r>
                      <a:endParaRPr lang="zh-CN" altLang="en-US" sz="1400" b="1" dirty="0">
                        <a:latin typeface="+mn-lt"/>
                        <a:ea typeface="+mn-ea"/>
                      </a:endParaRPr>
                    </a:p>
                  </a:txBody>
                  <a:tcPr marL="71039" marR="71039" marT="35520" marB="35520" anchor="ctr">
                    <a:solidFill>
                      <a:schemeClr val="bg1">
                        <a:lumMod val="95000"/>
                      </a:schemeClr>
                    </a:solidFill>
                  </a:tcPr>
                </a:tc>
              </a:tr>
            </a:tbl>
          </a:graphicData>
        </a:graphic>
      </p:graphicFrame>
      <p:sp>
        <p:nvSpPr>
          <p:cNvPr id="9" name="文本框 8"/>
          <p:cNvSpPr txBox="1"/>
          <p:nvPr/>
        </p:nvSpPr>
        <p:spPr>
          <a:xfrm>
            <a:off x="481043" y="882465"/>
            <a:ext cx="10907247" cy="1198880"/>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t>Query all the female students (Sno, </a:t>
            </a:r>
            <a:r>
              <a:rPr lang="en-US" altLang="zh-CN" sz="2400" b="1" dirty="0"/>
              <a:t>Sname) who are not from department ‘03’.</a:t>
            </a:r>
            <a:endParaRPr lang="en-US" altLang="zh-CN" sz="2400" b="1" dirty="0"/>
          </a:p>
          <a:p>
            <a:pPr marL="285750" indent="-285750">
              <a:buFont typeface="Wingdings" panose="05000000000000000000" pitchFamily="2" charset="2"/>
              <a:buChar char="Ø"/>
            </a:pPr>
            <a:endParaRPr lang="en-US" altLang="zh-CN" sz="2400" b="1" dirty="0"/>
          </a:p>
          <a:p>
            <a:pPr marL="285750" indent="-285750">
              <a:buFont typeface="Wingdings" panose="05000000000000000000" pitchFamily="2" charset="2"/>
              <a:buChar char="Ø"/>
            </a:pPr>
            <a:r>
              <a:rPr lang="en-US" altLang="zh-CN" sz="2400" b="1" dirty="0"/>
              <a:t>Query all the students </a:t>
            </a:r>
            <a:r>
              <a:rPr lang="en-US" altLang="zh-CN" sz="2400" b="1" dirty="0">
                <a:sym typeface="+mn-ea"/>
              </a:rPr>
              <a:t>(Sno, Sname) </a:t>
            </a:r>
            <a:r>
              <a:rPr lang="en-US" altLang="zh-CN" sz="2400" b="1" dirty="0"/>
              <a:t>who are not in the above result. </a:t>
            </a:r>
            <a:endParaRPr lang="en-US" altLang="zh-CN" sz="2400" b="1"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Exercise</a:t>
            </a:r>
            <a:endParaRPr lang="en-US" sz="4000" u="sng"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800" dirty="0"/>
              <a:t> </a:t>
            </a:r>
            <a:r>
              <a:rPr lang="en-US" sz="2800" b="1" dirty="0"/>
              <a:t>Relational Operation: </a:t>
            </a:r>
            <a:r>
              <a:rPr lang="en-US" altLang="zh-CN" sz="2800" b="1" dirty="0">
                <a:solidFill>
                  <a:srgbClr val="FF0000"/>
                </a:solidFill>
              </a:rPr>
              <a:t>θ-Join</a:t>
            </a:r>
            <a:endParaRPr lang="en-US" sz="2800" b="1" dirty="0">
              <a:solidFill>
                <a:srgbClr val="FF0000"/>
              </a:solidFill>
            </a:endParaRPr>
          </a:p>
          <a:p>
            <a:pPr lvl="1">
              <a:buFont typeface="Courier New" panose="02070309020205020404" pitchFamily="49" charset="0"/>
              <a:buChar char="o"/>
            </a:pPr>
            <a:r>
              <a:rPr lang="en-US" sz="2400" dirty="0"/>
              <a:t>Project and select operations operate on a </a:t>
            </a:r>
            <a:r>
              <a:rPr lang="en-US" sz="2400" dirty="0">
                <a:solidFill>
                  <a:schemeClr val="accent2"/>
                </a:solidFill>
              </a:rPr>
              <a:t>single</a:t>
            </a:r>
            <a:r>
              <a:rPr lang="en-US" sz="2400" dirty="0"/>
              <a:t> relation (table), while practical applications often involve operations </a:t>
            </a:r>
            <a:r>
              <a:rPr lang="en-US" sz="2400" dirty="0">
                <a:solidFill>
                  <a:srgbClr val="FF0000"/>
                </a:solidFill>
              </a:rPr>
              <a:t>between multiple tables</a:t>
            </a:r>
            <a:r>
              <a:rPr lang="en-US" sz="2400" dirty="0"/>
              <a:t>.</a:t>
            </a:r>
            <a:endParaRPr lang="en-US" sz="2400" dirty="0"/>
          </a:p>
          <a:p>
            <a:pPr lvl="1">
              <a:buFont typeface="Courier New" panose="02070309020205020404" pitchFamily="49" charset="0"/>
              <a:buChar char="o"/>
            </a:pPr>
            <a:r>
              <a:rPr lang="en-US" sz="2400" dirty="0"/>
              <a:t>For example, querying the names of students whose scores are above 90 (involving Student, Course, SC)</a:t>
            </a:r>
            <a:endParaRPr lang="en-US" sz="2400" dirty="0"/>
          </a:p>
          <a:p>
            <a:pPr lvl="1">
              <a:buFont typeface="Courier New" panose="02070309020205020404" pitchFamily="49" charset="0"/>
              <a:buChar char="o"/>
            </a:pPr>
            <a:r>
              <a:rPr lang="en-US" sz="2400" dirty="0"/>
              <a:t>This requires a </a:t>
            </a:r>
            <a:r>
              <a:rPr lang="en-US" altLang="zh-CN" sz="2400" dirty="0">
                <a:solidFill>
                  <a:srgbClr val="FF0000"/>
                </a:solidFill>
              </a:rPr>
              <a:t>θ</a:t>
            </a:r>
            <a:r>
              <a:rPr lang="en-US" sz="2400" dirty="0">
                <a:solidFill>
                  <a:srgbClr val="FF0000"/>
                </a:solidFill>
              </a:rPr>
              <a:t>-join operation</a:t>
            </a:r>
            <a:r>
              <a:rPr lang="en-US" sz="2400" dirty="0"/>
              <a:t>.</a:t>
            </a:r>
            <a:endParaRPr lang="en-US" sz="2000" dirty="0"/>
          </a:p>
          <a:p>
            <a:endParaRPr lang="en-US" sz="24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altLang="zh-CN" sz="2400" b="1" dirty="0">
                <a:solidFill>
                  <a:srgbClr val="FF0000"/>
                </a:solidFill>
              </a:rPr>
              <a:t>θ-Join</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Given relations R and S, the result of the θ join operation between R and S is also a relation, denoted as              , which is composed of tuples selected from the Cartesian product of relations R and S that satisfy the </a:t>
            </a:r>
            <a:r>
              <a:rPr lang="en-US" sz="2200" dirty="0">
                <a:solidFill>
                  <a:srgbClr val="FF0000"/>
                </a:solidFill>
              </a:rPr>
              <a:t>θ</a:t>
            </a:r>
            <a:r>
              <a:rPr lang="en-US" sz="2200" dirty="0"/>
              <a:t> condition between attribute A in R and attribute B in S.</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grpSp>
        <p:nvGrpSpPr>
          <p:cNvPr id="8" name="组合 7"/>
          <p:cNvGrpSpPr/>
          <p:nvPr/>
        </p:nvGrpSpPr>
        <p:grpSpPr>
          <a:xfrm>
            <a:off x="4713786" y="2425575"/>
            <a:ext cx="954157" cy="572347"/>
            <a:chOff x="3607904" y="4533631"/>
            <a:chExt cx="954157" cy="572347"/>
          </a:xfrm>
        </p:grpSpPr>
        <mc:AlternateContent xmlns:mc="http://schemas.openxmlformats.org/markup-compatibility/2006">
          <mc:Choice xmlns:a14="http://schemas.microsoft.com/office/drawing/2010/main" Requires="a14">
            <p:sp>
              <p:nvSpPr>
                <p:cNvPr id="5" name="文本框 4"/>
                <p:cNvSpPr txBox="1"/>
                <p:nvPr/>
              </p:nvSpPr>
              <p:spPr>
                <a:xfrm>
                  <a:off x="3607904" y="4533631"/>
                  <a:ext cx="954157"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𝑅</m:t>
                        </m:r>
                        <m:r>
                          <a:rPr lang="en-US" altLang="zh-CN" sz="2200" b="0" i="1" smtClean="0">
                            <a:solidFill>
                              <a:srgbClr val="FF0000"/>
                            </a:solidFill>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𝑆</m:t>
                        </m:r>
                      </m:oMath>
                    </m:oMathPara>
                  </a14:m>
                  <a:endParaRPr lang="en-US" altLang="zh-CN" sz="2200" dirty="0"/>
                </a:p>
              </p:txBody>
            </p:sp>
          </mc:Choice>
          <mc:Fallback>
            <p:sp>
              <p:nvSpPr>
                <p:cNvPr id="5" name="文本框 4"/>
                <p:cNvSpPr txBox="1">
                  <a:spLocks noRot="1" noChangeAspect="1" noMove="1" noResize="1" noEditPoints="1" noAdjustHandles="1" noChangeArrowheads="1" noChangeShapeType="1" noTextEdit="1"/>
                </p:cNvSpPr>
                <p:nvPr/>
              </p:nvSpPr>
              <p:spPr>
                <a:xfrm>
                  <a:off x="3607904" y="4533631"/>
                  <a:ext cx="954157" cy="430887"/>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647660" y="4798201"/>
                  <a:ext cx="874643" cy="30777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𝐴</m:t>
                        </m:r>
                        <m:r>
                          <m:rPr>
                            <m:sty m:val="p"/>
                          </m:rPr>
                          <a:rPr lang="en-US" altLang="zh-CN" sz="1400" b="0" i="0" smtClean="0">
                            <a:solidFill>
                              <a:srgbClr val="FF0000"/>
                            </a:solidFill>
                            <a:latin typeface="Cambria Math" panose="02040503050406030204" pitchFamily="18" charset="0"/>
                          </a:rPr>
                          <m:t>θ</m:t>
                        </m:r>
                        <m:r>
                          <a:rPr lang="en-US" altLang="zh-CN" sz="1400" b="0" i="1" smtClean="0">
                            <a:latin typeface="Cambria Math" panose="02040503050406030204" pitchFamily="18" charset="0"/>
                          </a:rPr>
                          <m:t>𝐵</m:t>
                        </m:r>
                      </m:oMath>
                    </m:oMathPara>
                  </a14:m>
                  <a:endParaRPr lang="en-US" altLang="zh-CN" sz="1400" dirty="0"/>
                </a:p>
              </p:txBody>
            </p:sp>
          </mc:Choice>
          <mc:Fallback>
            <p:sp>
              <p:nvSpPr>
                <p:cNvPr id="6" name="文本框 5"/>
                <p:cNvSpPr txBox="1">
                  <a:spLocks noRot="1" noChangeAspect="1" noMove="1" noResize="1" noEditPoints="1" noAdjustHandles="1" noChangeArrowheads="1" noChangeShapeType="1" noTextEdit="1"/>
                </p:cNvSpPr>
                <p:nvPr/>
              </p:nvSpPr>
              <p:spPr>
                <a:xfrm>
                  <a:off x="3647660" y="4798201"/>
                  <a:ext cx="874643" cy="307777"/>
                </a:xfrm>
                <a:prstGeom prst="rect">
                  <a:avLst/>
                </a:prstGeom>
                <a:blipFill rotWithShape="1">
                  <a:blip r:embed="rId2"/>
                </a:blipFill>
              </p:spPr>
              <p:txBody>
                <a:bodyPr/>
                <a:lstStyle/>
                <a:p>
                  <a:r>
                    <a:rPr lang="zh-CN" altLang="en-US">
                      <a:noFill/>
                    </a:rPr>
                    <a:t> </a:t>
                  </a:r>
                </a:p>
              </p:txBody>
            </p:sp>
          </mc:Fallback>
        </mc:AlternateContent>
      </p:grpSp>
      <p:sp>
        <p:nvSpPr>
          <p:cNvPr id="9" name="object 8"/>
          <p:cNvSpPr/>
          <p:nvPr/>
        </p:nvSpPr>
        <p:spPr>
          <a:xfrm>
            <a:off x="2427083" y="3607020"/>
            <a:ext cx="1085849" cy="1267967"/>
          </a:xfrm>
          <a:prstGeom prst="rect">
            <a:avLst/>
          </a:prstGeom>
          <a:blipFill>
            <a:blip r:embed="rId3" cstate="print"/>
            <a:stretch>
              <a:fillRect/>
            </a:stretch>
          </a:blipFill>
        </p:spPr>
        <p:txBody>
          <a:bodyPr wrap="square" lIns="0" tIns="0" rIns="0" bIns="0" rtlCol="0"/>
          <a:lstStyle/>
          <a:p>
            <a:endParaRPr>
              <a:ea typeface="宋体" panose="02010600030101010101" pitchFamily="2" charset="-122"/>
            </a:endParaRPr>
          </a:p>
        </p:txBody>
      </p:sp>
      <p:sp>
        <p:nvSpPr>
          <p:cNvPr id="10" name="object 9"/>
          <p:cNvSpPr/>
          <p:nvPr/>
        </p:nvSpPr>
        <p:spPr>
          <a:xfrm>
            <a:off x="5597178" y="3545298"/>
            <a:ext cx="2125217" cy="2535935"/>
          </a:xfrm>
          <a:prstGeom prst="rect">
            <a:avLst/>
          </a:prstGeom>
          <a:blipFill>
            <a:blip r:embed="rId4" cstate="print"/>
            <a:stretch>
              <a:fillRect/>
            </a:stretch>
          </a:blipFill>
        </p:spPr>
        <p:txBody>
          <a:bodyPr wrap="square" lIns="0" tIns="0" rIns="0" bIns="0" rtlCol="0"/>
          <a:lstStyle/>
          <a:p>
            <a:endParaRPr>
              <a:ea typeface="宋体" panose="02010600030101010101" pitchFamily="2" charset="-122"/>
            </a:endParaRPr>
          </a:p>
        </p:txBody>
      </p:sp>
      <p:sp>
        <p:nvSpPr>
          <p:cNvPr id="12" name="object 10"/>
          <p:cNvSpPr/>
          <p:nvPr/>
        </p:nvSpPr>
        <p:spPr>
          <a:xfrm>
            <a:off x="3960989" y="3607020"/>
            <a:ext cx="1085088" cy="1571244"/>
          </a:xfrm>
          <a:prstGeom prst="rect">
            <a:avLst/>
          </a:prstGeom>
          <a:blipFill>
            <a:blip r:embed="rId5" cstate="print"/>
            <a:stretch>
              <a:fillRect/>
            </a:stretch>
          </a:blipFill>
        </p:spPr>
        <p:txBody>
          <a:bodyPr wrap="square" lIns="0" tIns="0" rIns="0" bIns="0" rtlCol="0"/>
          <a:lstStyle/>
          <a:p>
            <a:endParaRPr>
              <a:ea typeface="宋体" panose="02010600030101010101" pitchFamily="2" charset="-122"/>
            </a:endParaRPr>
          </a:p>
        </p:txBody>
      </p:sp>
      <p:sp>
        <p:nvSpPr>
          <p:cNvPr id="13" name="object 11"/>
          <p:cNvSpPr/>
          <p:nvPr/>
        </p:nvSpPr>
        <p:spPr>
          <a:xfrm>
            <a:off x="3055733" y="4276818"/>
            <a:ext cx="371475" cy="245110"/>
          </a:xfrm>
          <a:custGeom>
            <a:avLst/>
            <a:gdLst/>
            <a:ahLst/>
            <a:cxnLst/>
            <a:rect l="l" t="t" r="r" b="b"/>
            <a:pathLst>
              <a:path w="371475" h="245110">
                <a:moveTo>
                  <a:pt x="32004" y="104393"/>
                </a:moveTo>
                <a:lnTo>
                  <a:pt x="4572" y="95249"/>
                </a:lnTo>
                <a:lnTo>
                  <a:pt x="4572" y="96773"/>
                </a:lnTo>
                <a:lnTo>
                  <a:pt x="2286" y="103631"/>
                </a:lnTo>
                <a:lnTo>
                  <a:pt x="1524" y="109727"/>
                </a:lnTo>
                <a:lnTo>
                  <a:pt x="0" y="123443"/>
                </a:lnTo>
                <a:lnTo>
                  <a:pt x="762" y="128777"/>
                </a:lnTo>
                <a:lnTo>
                  <a:pt x="28956" y="127253"/>
                </a:lnTo>
                <a:lnTo>
                  <a:pt x="28956" y="117347"/>
                </a:lnTo>
                <a:lnTo>
                  <a:pt x="29718" y="113537"/>
                </a:lnTo>
                <a:lnTo>
                  <a:pt x="30480" y="108965"/>
                </a:lnTo>
                <a:lnTo>
                  <a:pt x="32004" y="104393"/>
                </a:lnTo>
                <a:close/>
              </a:path>
              <a:path w="371475" h="245110">
                <a:moveTo>
                  <a:pt x="60960" y="66293"/>
                </a:moveTo>
                <a:lnTo>
                  <a:pt x="43434" y="44195"/>
                </a:lnTo>
                <a:lnTo>
                  <a:pt x="38862" y="47243"/>
                </a:lnTo>
                <a:lnTo>
                  <a:pt x="24384" y="61721"/>
                </a:lnTo>
                <a:lnTo>
                  <a:pt x="21336" y="66293"/>
                </a:lnTo>
                <a:lnTo>
                  <a:pt x="43434" y="83819"/>
                </a:lnTo>
                <a:lnTo>
                  <a:pt x="46482" y="80009"/>
                </a:lnTo>
                <a:lnTo>
                  <a:pt x="57912" y="68579"/>
                </a:lnTo>
                <a:lnTo>
                  <a:pt x="60960" y="66293"/>
                </a:lnTo>
                <a:close/>
              </a:path>
              <a:path w="371475" h="245110">
                <a:moveTo>
                  <a:pt x="107442" y="41909"/>
                </a:moveTo>
                <a:lnTo>
                  <a:pt x="97536" y="15239"/>
                </a:lnTo>
                <a:lnTo>
                  <a:pt x="83820" y="19811"/>
                </a:lnTo>
                <a:lnTo>
                  <a:pt x="70104" y="26669"/>
                </a:lnTo>
                <a:lnTo>
                  <a:pt x="69342" y="27431"/>
                </a:lnTo>
                <a:lnTo>
                  <a:pt x="83820" y="51815"/>
                </a:lnTo>
                <a:lnTo>
                  <a:pt x="96012" y="45719"/>
                </a:lnTo>
                <a:lnTo>
                  <a:pt x="107442" y="41909"/>
                </a:lnTo>
                <a:close/>
              </a:path>
              <a:path w="371475" h="245110">
                <a:moveTo>
                  <a:pt x="159258" y="30479"/>
                </a:moveTo>
                <a:lnTo>
                  <a:pt x="156972" y="2285"/>
                </a:lnTo>
                <a:lnTo>
                  <a:pt x="149352" y="3047"/>
                </a:lnTo>
                <a:lnTo>
                  <a:pt x="131826" y="5333"/>
                </a:lnTo>
                <a:lnTo>
                  <a:pt x="126492" y="6857"/>
                </a:lnTo>
                <a:lnTo>
                  <a:pt x="133350" y="34289"/>
                </a:lnTo>
                <a:lnTo>
                  <a:pt x="137922" y="33527"/>
                </a:lnTo>
                <a:lnTo>
                  <a:pt x="159258" y="30479"/>
                </a:lnTo>
                <a:close/>
              </a:path>
              <a:path w="371475" h="245110">
                <a:moveTo>
                  <a:pt x="216408" y="2285"/>
                </a:moveTo>
                <a:lnTo>
                  <a:pt x="204216" y="761"/>
                </a:lnTo>
                <a:lnTo>
                  <a:pt x="187452" y="0"/>
                </a:lnTo>
                <a:lnTo>
                  <a:pt x="186690" y="28955"/>
                </a:lnTo>
                <a:lnTo>
                  <a:pt x="203454" y="29717"/>
                </a:lnTo>
                <a:lnTo>
                  <a:pt x="214122" y="30479"/>
                </a:lnTo>
                <a:lnTo>
                  <a:pt x="216408" y="2285"/>
                </a:lnTo>
                <a:close/>
              </a:path>
              <a:path w="371475" h="245110">
                <a:moveTo>
                  <a:pt x="275844" y="15239"/>
                </a:moveTo>
                <a:lnTo>
                  <a:pt x="272034" y="13715"/>
                </a:lnTo>
                <a:lnTo>
                  <a:pt x="256032" y="9143"/>
                </a:lnTo>
                <a:lnTo>
                  <a:pt x="246888" y="6857"/>
                </a:lnTo>
                <a:lnTo>
                  <a:pt x="240030" y="35051"/>
                </a:lnTo>
                <a:lnTo>
                  <a:pt x="249936" y="37337"/>
                </a:lnTo>
                <a:lnTo>
                  <a:pt x="263652" y="41147"/>
                </a:lnTo>
                <a:lnTo>
                  <a:pt x="265938" y="41909"/>
                </a:lnTo>
                <a:lnTo>
                  <a:pt x="275844" y="15239"/>
                </a:lnTo>
                <a:close/>
              </a:path>
              <a:path w="371475" h="245110">
                <a:moveTo>
                  <a:pt x="329946" y="44957"/>
                </a:moveTo>
                <a:lnTo>
                  <a:pt x="314706" y="33527"/>
                </a:lnTo>
                <a:lnTo>
                  <a:pt x="304038" y="28193"/>
                </a:lnTo>
                <a:lnTo>
                  <a:pt x="289560" y="52577"/>
                </a:lnTo>
                <a:lnTo>
                  <a:pt x="300228" y="58673"/>
                </a:lnTo>
                <a:lnTo>
                  <a:pt x="304800" y="61721"/>
                </a:lnTo>
                <a:lnTo>
                  <a:pt x="310134" y="65531"/>
                </a:lnTo>
                <a:lnTo>
                  <a:pt x="311658" y="67055"/>
                </a:lnTo>
                <a:lnTo>
                  <a:pt x="329946" y="44957"/>
                </a:lnTo>
                <a:close/>
              </a:path>
              <a:path w="371475" h="245110">
                <a:moveTo>
                  <a:pt x="368046" y="97535"/>
                </a:moveTo>
                <a:lnTo>
                  <a:pt x="367284" y="96011"/>
                </a:lnTo>
                <a:lnTo>
                  <a:pt x="362712" y="83819"/>
                </a:lnTo>
                <a:lnTo>
                  <a:pt x="358902" y="77723"/>
                </a:lnTo>
                <a:lnTo>
                  <a:pt x="355854" y="72389"/>
                </a:lnTo>
                <a:lnTo>
                  <a:pt x="352806" y="67817"/>
                </a:lnTo>
                <a:lnTo>
                  <a:pt x="329184" y="84581"/>
                </a:lnTo>
                <a:lnTo>
                  <a:pt x="332232" y="89153"/>
                </a:lnTo>
                <a:lnTo>
                  <a:pt x="335280" y="92963"/>
                </a:lnTo>
                <a:lnTo>
                  <a:pt x="336804" y="97535"/>
                </a:lnTo>
                <a:lnTo>
                  <a:pt x="339090" y="101345"/>
                </a:lnTo>
                <a:lnTo>
                  <a:pt x="340614" y="105917"/>
                </a:lnTo>
                <a:lnTo>
                  <a:pt x="368046" y="97535"/>
                </a:lnTo>
                <a:close/>
              </a:path>
              <a:path w="371475" h="245110">
                <a:moveTo>
                  <a:pt x="371094" y="135635"/>
                </a:moveTo>
                <a:lnTo>
                  <a:pt x="371094" y="131063"/>
                </a:lnTo>
                <a:lnTo>
                  <a:pt x="342900" y="128015"/>
                </a:lnTo>
                <a:lnTo>
                  <a:pt x="342138" y="131825"/>
                </a:lnTo>
                <a:lnTo>
                  <a:pt x="341376" y="136397"/>
                </a:lnTo>
                <a:lnTo>
                  <a:pt x="340614" y="140207"/>
                </a:lnTo>
                <a:lnTo>
                  <a:pt x="338328" y="144779"/>
                </a:lnTo>
                <a:lnTo>
                  <a:pt x="336804" y="148589"/>
                </a:lnTo>
                <a:lnTo>
                  <a:pt x="336042" y="150113"/>
                </a:lnTo>
                <a:lnTo>
                  <a:pt x="361188" y="163067"/>
                </a:lnTo>
                <a:lnTo>
                  <a:pt x="362712" y="160781"/>
                </a:lnTo>
                <a:lnTo>
                  <a:pt x="365760" y="154685"/>
                </a:lnTo>
                <a:lnTo>
                  <a:pt x="368046" y="148589"/>
                </a:lnTo>
                <a:lnTo>
                  <a:pt x="369570" y="141731"/>
                </a:lnTo>
                <a:lnTo>
                  <a:pt x="371094" y="135635"/>
                </a:lnTo>
                <a:close/>
              </a:path>
              <a:path w="371475" h="245110">
                <a:moveTo>
                  <a:pt x="341376" y="189737"/>
                </a:moveTo>
                <a:lnTo>
                  <a:pt x="321564" y="169163"/>
                </a:lnTo>
                <a:lnTo>
                  <a:pt x="318516" y="172973"/>
                </a:lnTo>
                <a:lnTo>
                  <a:pt x="313944" y="176783"/>
                </a:lnTo>
                <a:lnTo>
                  <a:pt x="309372" y="179831"/>
                </a:lnTo>
                <a:lnTo>
                  <a:pt x="304800" y="183641"/>
                </a:lnTo>
                <a:lnTo>
                  <a:pt x="301752" y="185927"/>
                </a:lnTo>
                <a:lnTo>
                  <a:pt x="317754" y="209549"/>
                </a:lnTo>
                <a:lnTo>
                  <a:pt x="321564" y="206501"/>
                </a:lnTo>
                <a:lnTo>
                  <a:pt x="327660" y="202691"/>
                </a:lnTo>
                <a:lnTo>
                  <a:pt x="332994" y="198119"/>
                </a:lnTo>
                <a:lnTo>
                  <a:pt x="341376" y="189737"/>
                </a:lnTo>
                <a:close/>
              </a:path>
              <a:path w="371475" h="245110">
                <a:moveTo>
                  <a:pt x="290322" y="224027"/>
                </a:moveTo>
                <a:lnTo>
                  <a:pt x="278130" y="198119"/>
                </a:lnTo>
                <a:lnTo>
                  <a:pt x="275844" y="198881"/>
                </a:lnTo>
                <a:lnTo>
                  <a:pt x="262890" y="204215"/>
                </a:lnTo>
                <a:lnTo>
                  <a:pt x="252984" y="207263"/>
                </a:lnTo>
                <a:lnTo>
                  <a:pt x="261366" y="233933"/>
                </a:lnTo>
                <a:lnTo>
                  <a:pt x="272796" y="230885"/>
                </a:lnTo>
                <a:lnTo>
                  <a:pt x="288036" y="224789"/>
                </a:lnTo>
                <a:lnTo>
                  <a:pt x="290322" y="224027"/>
                </a:lnTo>
                <a:close/>
              </a:path>
              <a:path w="371475" h="245110">
                <a:moveTo>
                  <a:pt x="231648" y="240791"/>
                </a:moveTo>
                <a:lnTo>
                  <a:pt x="227076" y="212597"/>
                </a:lnTo>
                <a:lnTo>
                  <a:pt x="217932" y="214121"/>
                </a:lnTo>
                <a:lnTo>
                  <a:pt x="201930" y="215645"/>
                </a:lnTo>
                <a:lnTo>
                  <a:pt x="200406" y="215645"/>
                </a:lnTo>
                <a:lnTo>
                  <a:pt x="201930" y="244601"/>
                </a:lnTo>
                <a:lnTo>
                  <a:pt x="204978" y="243839"/>
                </a:lnTo>
                <a:lnTo>
                  <a:pt x="222504" y="242315"/>
                </a:lnTo>
                <a:lnTo>
                  <a:pt x="231648" y="240791"/>
                </a:lnTo>
                <a:close/>
              </a:path>
              <a:path w="371475" h="245110">
                <a:moveTo>
                  <a:pt x="172974" y="215645"/>
                </a:moveTo>
                <a:lnTo>
                  <a:pt x="168402" y="215573"/>
                </a:lnTo>
                <a:lnTo>
                  <a:pt x="153162" y="214121"/>
                </a:lnTo>
                <a:lnTo>
                  <a:pt x="146304" y="213359"/>
                </a:lnTo>
                <a:lnTo>
                  <a:pt x="141732" y="241553"/>
                </a:lnTo>
                <a:lnTo>
                  <a:pt x="150114" y="242315"/>
                </a:lnTo>
                <a:lnTo>
                  <a:pt x="168402" y="243839"/>
                </a:lnTo>
                <a:lnTo>
                  <a:pt x="172212" y="244601"/>
                </a:lnTo>
                <a:lnTo>
                  <a:pt x="172974" y="215645"/>
                </a:lnTo>
                <a:close/>
              </a:path>
              <a:path w="371475" h="245110">
                <a:moveTo>
                  <a:pt x="120396" y="207263"/>
                </a:moveTo>
                <a:lnTo>
                  <a:pt x="108204" y="203453"/>
                </a:lnTo>
                <a:lnTo>
                  <a:pt x="95250" y="198881"/>
                </a:lnTo>
                <a:lnTo>
                  <a:pt x="83058" y="224789"/>
                </a:lnTo>
                <a:lnTo>
                  <a:pt x="85344" y="225551"/>
                </a:lnTo>
                <a:lnTo>
                  <a:pt x="99822" y="230885"/>
                </a:lnTo>
                <a:lnTo>
                  <a:pt x="112014" y="234695"/>
                </a:lnTo>
                <a:lnTo>
                  <a:pt x="120396" y="207263"/>
                </a:lnTo>
                <a:close/>
              </a:path>
              <a:path w="371475" h="245110">
                <a:moveTo>
                  <a:pt x="71628" y="186689"/>
                </a:moveTo>
                <a:lnTo>
                  <a:pt x="67056" y="182879"/>
                </a:lnTo>
                <a:lnTo>
                  <a:pt x="62484" y="179831"/>
                </a:lnTo>
                <a:lnTo>
                  <a:pt x="53340" y="172211"/>
                </a:lnTo>
                <a:lnTo>
                  <a:pt x="51816" y="170687"/>
                </a:lnTo>
                <a:lnTo>
                  <a:pt x="32004" y="191261"/>
                </a:lnTo>
                <a:lnTo>
                  <a:pt x="34290" y="193547"/>
                </a:lnTo>
                <a:lnTo>
                  <a:pt x="39624" y="198119"/>
                </a:lnTo>
                <a:lnTo>
                  <a:pt x="45720" y="202691"/>
                </a:lnTo>
                <a:lnTo>
                  <a:pt x="51054" y="207263"/>
                </a:lnTo>
                <a:lnTo>
                  <a:pt x="56388" y="210311"/>
                </a:lnTo>
                <a:lnTo>
                  <a:pt x="71628" y="186689"/>
                </a:lnTo>
                <a:close/>
              </a:path>
              <a:path w="371475" h="245110">
                <a:moveTo>
                  <a:pt x="36576" y="151637"/>
                </a:moveTo>
                <a:lnTo>
                  <a:pt x="35052" y="147827"/>
                </a:lnTo>
                <a:lnTo>
                  <a:pt x="32766" y="143255"/>
                </a:lnTo>
                <a:lnTo>
                  <a:pt x="31242" y="139445"/>
                </a:lnTo>
                <a:lnTo>
                  <a:pt x="30480" y="134873"/>
                </a:lnTo>
                <a:lnTo>
                  <a:pt x="29718" y="131063"/>
                </a:lnTo>
                <a:lnTo>
                  <a:pt x="29718" y="129539"/>
                </a:lnTo>
                <a:lnTo>
                  <a:pt x="762" y="133349"/>
                </a:lnTo>
                <a:lnTo>
                  <a:pt x="1524" y="136397"/>
                </a:lnTo>
                <a:lnTo>
                  <a:pt x="3048" y="143255"/>
                </a:lnTo>
                <a:lnTo>
                  <a:pt x="4572" y="149351"/>
                </a:lnTo>
                <a:lnTo>
                  <a:pt x="6858" y="155447"/>
                </a:lnTo>
                <a:lnTo>
                  <a:pt x="9906" y="161543"/>
                </a:lnTo>
                <a:lnTo>
                  <a:pt x="11430" y="165353"/>
                </a:lnTo>
                <a:lnTo>
                  <a:pt x="36576" y="151637"/>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14" name="object 12"/>
          <p:cNvSpPr/>
          <p:nvPr/>
        </p:nvSpPr>
        <p:spPr>
          <a:xfrm>
            <a:off x="3055733" y="4594573"/>
            <a:ext cx="371475" cy="243840"/>
          </a:xfrm>
          <a:custGeom>
            <a:avLst/>
            <a:gdLst/>
            <a:ahLst/>
            <a:cxnLst/>
            <a:rect l="l" t="t" r="r" b="b"/>
            <a:pathLst>
              <a:path w="371475" h="243839">
                <a:moveTo>
                  <a:pt x="32004" y="104393"/>
                </a:moveTo>
                <a:lnTo>
                  <a:pt x="5334" y="94487"/>
                </a:lnTo>
                <a:lnTo>
                  <a:pt x="4572" y="96773"/>
                </a:lnTo>
                <a:lnTo>
                  <a:pt x="2286" y="102869"/>
                </a:lnTo>
                <a:lnTo>
                  <a:pt x="1524" y="109727"/>
                </a:lnTo>
                <a:lnTo>
                  <a:pt x="762" y="115823"/>
                </a:lnTo>
                <a:lnTo>
                  <a:pt x="0" y="122681"/>
                </a:lnTo>
                <a:lnTo>
                  <a:pt x="762" y="128777"/>
                </a:lnTo>
                <a:lnTo>
                  <a:pt x="28956" y="127253"/>
                </a:lnTo>
                <a:lnTo>
                  <a:pt x="28956" y="117347"/>
                </a:lnTo>
                <a:lnTo>
                  <a:pt x="30480" y="108203"/>
                </a:lnTo>
                <a:lnTo>
                  <a:pt x="32004" y="104393"/>
                </a:lnTo>
                <a:close/>
              </a:path>
              <a:path w="371475" h="243839">
                <a:moveTo>
                  <a:pt x="60960" y="66293"/>
                </a:moveTo>
                <a:lnTo>
                  <a:pt x="43434" y="43433"/>
                </a:lnTo>
                <a:lnTo>
                  <a:pt x="38862" y="47243"/>
                </a:lnTo>
                <a:lnTo>
                  <a:pt x="33528" y="51815"/>
                </a:lnTo>
                <a:lnTo>
                  <a:pt x="28956" y="56387"/>
                </a:lnTo>
                <a:lnTo>
                  <a:pt x="24384" y="61721"/>
                </a:lnTo>
                <a:lnTo>
                  <a:pt x="21336" y="65531"/>
                </a:lnTo>
                <a:lnTo>
                  <a:pt x="43434" y="83819"/>
                </a:lnTo>
                <a:lnTo>
                  <a:pt x="46482" y="80009"/>
                </a:lnTo>
                <a:lnTo>
                  <a:pt x="57912" y="68579"/>
                </a:lnTo>
                <a:lnTo>
                  <a:pt x="60960" y="66293"/>
                </a:lnTo>
                <a:close/>
              </a:path>
              <a:path w="371475" h="243839">
                <a:moveTo>
                  <a:pt x="107442" y="41147"/>
                </a:moveTo>
                <a:lnTo>
                  <a:pt x="97536" y="14477"/>
                </a:lnTo>
                <a:lnTo>
                  <a:pt x="83820" y="19811"/>
                </a:lnTo>
                <a:lnTo>
                  <a:pt x="70104" y="26669"/>
                </a:lnTo>
                <a:lnTo>
                  <a:pt x="69342" y="26669"/>
                </a:lnTo>
                <a:lnTo>
                  <a:pt x="83820" y="51815"/>
                </a:lnTo>
                <a:lnTo>
                  <a:pt x="96012" y="45719"/>
                </a:lnTo>
                <a:lnTo>
                  <a:pt x="107442" y="41147"/>
                </a:lnTo>
                <a:close/>
              </a:path>
              <a:path w="371475" h="243839">
                <a:moveTo>
                  <a:pt x="160020" y="30479"/>
                </a:moveTo>
                <a:lnTo>
                  <a:pt x="156972" y="1523"/>
                </a:lnTo>
                <a:lnTo>
                  <a:pt x="149352" y="2285"/>
                </a:lnTo>
                <a:lnTo>
                  <a:pt x="131826" y="5333"/>
                </a:lnTo>
                <a:lnTo>
                  <a:pt x="127254" y="6095"/>
                </a:lnTo>
                <a:lnTo>
                  <a:pt x="133350" y="34289"/>
                </a:lnTo>
                <a:lnTo>
                  <a:pt x="137922" y="32765"/>
                </a:lnTo>
                <a:lnTo>
                  <a:pt x="153924" y="30479"/>
                </a:lnTo>
                <a:lnTo>
                  <a:pt x="160020" y="30479"/>
                </a:lnTo>
                <a:close/>
              </a:path>
              <a:path w="371475" h="243839">
                <a:moveTo>
                  <a:pt x="216408" y="1523"/>
                </a:moveTo>
                <a:lnTo>
                  <a:pt x="203454" y="727"/>
                </a:lnTo>
                <a:lnTo>
                  <a:pt x="187452" y="0"/>
                </a:lnTo>
                <a:lnTo>
                  <a:pt x="186690" y="28955"/>
                </a:lnTo>
                <a:lnTo>
                  <a:pt x="204216" y="29064"/>
                </a:lnTo>
                <a:lnTo>
                  <a:pt x="214122" y="30479"/>
                </a:lnTo>
                <a:lnTo>
                  <a:pt x="216408" y="1523"/>
                </a:lnTo>
                <a:close/>
              </a:path>
              <a:path w="371475" h="243839">
                <a:moveTo>
                  <a:pt x="275844" y="15239"/>
                </a:moveTo>
                <a:lnTo>
                  <a:pt x="272034" y="13715"/>
                </a:lnTo>
                <a:lnTo>
                  <a:pt x="256032" y="9143"/>
                </a:lnTo>
                <a:lnTo>
                  <a:pt x="246888" y="6857"/>
                </a:lnTo>
                <a:lnTo>
                  <a:pt x="240030" y="34289"/>
                </a:lnTo>
                <a:lnTo>
                  <a:pt x="249936" y="36575"/>
                </a:lnTo>
                <a:lnTo>
                  <a:pt x="265938" y="41909"/>
                </a:lnTo>
                <a:lnTo>
                  <a:pt x="275844" y="15239"/>
                </a:lnTo>
                <a:close/>
              </a:path>
              <a:path w="371475" h="243839">
                <a:moveTo>
                  <a:pt x="329946" y="44195"/>
                </a:moveTo>
                <a:lnTo>
                  <a:pt x="326898" y="41909"/>
                </a:lnTo>
                <a:lnTo>
                  <a:pt x="320802" y="38099"/>
                </a:lnTo>
                <a:lnTo>
                  <a:pt x="314706" y="33527"/>
                </a:lnTo>
                <a:lnTo>
                  <a:pt x="304038" y="27431"/>
                </a:lnTo>
                <a:lnTo>
                  <a:pt x="290322" y="52577"/>
                </a:lnTo>
                <a:lnTo>
                  <a:pt x="300228" y="58673"/>
                </a:lnTo>
                <a:lnTo>
                  <a:pt x="304800" y="61721"/>
                </a:lnTo>
                <a:lnTo>
                  <a:pt x="310134" y="65531"/>
                </a:lnTo>
                <a:lnTo>
                  <a:pt x="312420" y="67055"/>
                </a:lnTo>
                <a:lnTo>
                  <a:pt x="329946" y="44195"/>
                </a:lnTo>
                <a:close/>
              </a:path>
              <a:path w="371475" h="243839">
                <a:moveTo>
                  <a:pt x="368046" y="97535"/>
                </a:moveTo>
                <a:lnTo>
                  <a:pt x="367284" y="95249"/>
                </a:lnTo>
                <a:lnTo>
                  <a:pt x="364998" y="89153"/>
                </a:lnTo>
                <a:lnTo>
                  <a:pt x="362712" y="83819"/>
                </a:lnTo>
                <a:lnTo>
                  <a:pt x="358902" y="77723"/>
                </a:lnTo>
                <a:lnTo>
                  <a:pt x="355854" y="71627"/>
                </a:lnTo>
                <a:lnTo>
                  <a:pt x="352806" y="67817"/>
                </a:lnTo>
                <a:lnTo>
                  <a:pt x="329184" y="84581"/>
                </a:lnTo>
                <a:lnTo>
                  <a:pt x="332232" y="88391"/>
                </a:lnTo>
                <a:lnTo>
                  <a:pt x="335280" y="92963"/>
                </a:lnTo>
                <a:lnTo>
                  <a:pt x="336804" y="96773"/>
                </a:lnTo>
                <a:lnTo>
                  <a:pt x="339090" y="101345"/>
                </a:lnTo>
                <a:lnTo>
                  <a:pt x="340614" y="105155"/>
                </a:lnTo>
                <a:lnTo>
                  <a:pt x="368046" y="97535"/>
                </a:lnTo>
                <a:close/>
              </a:path>
              <a:path w="371475" h="243839">
                <a:moveTo>
                  <a:pt x="371094" y="134873"/>
                </a:moveTo>
                <a:lnTo>
                  <a:pt x="371094" y="131063"/>
                </a:lnTo>
                <a:lnTo>
                  <a:pt x="342900" y="128015"/>
                </a:lnTo>
                <a:lnTo>
                  <a:pt x="341376" y="135635"/>
                </a:lnTo>
                <a:lnTo>
                  <a:pt x="340614" y="140207"/>
                </a:lnTo>
                <a:lnTo>
                  <a:pt x="338328" y="144017"/>
                </a:lnTo>
                <a:lnTo>
                  <a:pt x="336804" y="148589"/>
                </a:lnTo>
                <a:lnTo>
                  <a:pt x="336042" y="150113"/>
                </a:lnTo>
                <a:lnTo>
                  <a:pt x="361188" y="163067"/>
                </a:lnTo>
                <a:lnTo>
                  <a:pt x="365760" y="153923"/>
                </a:lnTo>
                <a:lnTo>
                  <a:pt x="368046" y="147827"/>
                </a:lnTo>
                <a:lnTo>
                  <a:pt x="369570" y="141731"/>
                </a:lnTo>
                <a:lnTo>
                  <a:pt x="371094" y="134873"/>
                </a:lnTo>
                <a:close/>
              </a:path>
              <a:path w="371475" h="243839">
                <a:moveTo>
                  <a:pt x="341376" y="189737"/>
                </a:moveTo>
                <a:lnTo>
                  <a:pt x="321564" y="169163"/>
                </a:lnTo>
                <a:lnTo>
                  <a:pt x="318516" y="172211"/>
                </a:lnTo>
                <a:lnTo>
                  <a:pt x="304800" y="183641"/>
                </a:lnTo>
                <a:lnTo>
                  <a:pt x="301752" y="185165"/>
                </a:lnTo>
                <a:lnTo>
                  <a:pt x="316992" y="208787"/>
                </a:lnTo>
                <a:lnTo>
                  <a:pt x="321564" y="206501"/>
                </a:lnTo>
                <a:lnTo>
                  <a:pt x="327660" y="201929"/>
                </a:lnTo>
                <a:lnTo>
                  <a:pt x="338328" y="192785"/>
                </a:lnTo>
                <a:lnTo>
                  <a:pt x="341376" y="189737"/>
                </a:lnTo>
                <a:close/>
              </a:path>
              <a:path w="371475" h="243839">
                <a:moveTo>
                  <a:pt x="290322" y="223265"/>
                </a:moveTo>
                <a:lnTo>
                  <a:pt x="278130" y="198119"/>
                </a:lnTo>
                <a:lnTo>
                  <a:pt x="275844" y="198881"/>
                </a:lnTo>
                <a:lnTo>
                  <a:pt x="262890" y="204215"/>
                </a:lnTo>
                <a:lnTo>
                  <a:pt x="252984" y="206501"/>
                </a:lnTo>
                <a:lnTo>
                  <a:pt x="261366" y="233933"/>
                </a:lnTo>
                <a:lnTo>
                  <a:pt x="272796" y="230885"/>
                </a:lnTo>
                <a:lnTo>
                  <a:pt x="288036" y="224789"/>
                </a:lnTo>
                <a:lnTo>
                  <a:pt x="290322" y="223265"/>
                </a:lnTo>
                <a:close/>
              </a:path>
              <a:path w="371475" h="243839">
                <a:moveTo>
                  <a:pt x="231648" y="240791"/>
                </a:moveTo>
                <a:lnTo>
                  <a:pt x="227076" y="212597"/>
                </a:lnTo>
                <a:lnTo>
                  <a:pt x="217932" y="214121"/>
                </a:lnTo>
                <a:lnTo>
                  <a:pt x="201930" y="215645"/>
                </a:lnTo>
                <a:lnTo>
                  <a:pt x="200406" y="215645"/>
                </a:lnTo>
                <a:lnTo>
                  <a:pt x="201930" y="243839"/>
                </a:lnTo>
                <a:lnTo>
                  <a:pt x="204978" y="243839"/>
                </a:lnTo>
                <a:lnTo>
                  <a:pt x="222504" y="242315"/>
                </a:lnTo>
                <a:lnTo>
                  <a:pt x="231648" y="240791"/>
                </a:lnTo>
                <a:close/>
              </a:path>
              <a:path w="371475" h="243839">
                <a:moveTo>
                  <a:pt x="172974" y="215645"/>
                </a:moveTo>
                <a:lnTo>
                  <a:pt x="168402" y="215573"/>
                </a:lnTo>
                <a:lnTo>
                  <a:pt x="153162" y="214121"/>
                </a:lnTo>
                <a:lnTo>
                  <a:pt x="146304" y="212597"/>
                </a:lnTo>
                <a:lnTo>
                  <a:pt x="141732" y="240791"/>
                </a:lnTo>
                <a:lnTo>
                  <a:pt x="150114" y="242315"/>
                </a:lnTo>
                <a:lnTo>
                  <a:pt x="168402" y="243839"/>
                </a:lnTo>
                <a:lnTo>
                  <a:pt x="172212" y="243839"/>
                </a:lnTo>
                <a:lnTo>
                  <a:pt x="172974" y="215645"/>
                </a:lnTo>
                <a:close/>
              </a:path>
              <a:path w="371475" h="243839">
                <a:moveTo>
                  <a:pt x="120396" y="207263"/>
                </a:moveTo>
                <a:lnTo>
                  <a:pt x="108204" y="203453"/>
                </a:lnTo>
                <a:lnTo>
                  <a:pt x="95250" y="198119"/>
                </a:lnTo>
                <a:lnTo>
                  <a:pt x="83058" y="224027"/>
                </a:lnTo>
                <a:lnTo>
                  <a:pt x="85344" y="224789"/>
                </a:lnTo>
                <a:lnTo>
                  <a:pt x="99822" y="230885"/>
                </a:lnTo>
                <a:lnTo>
                  <a:pt x="112014" y="234695"/>
                </a:lnTo>
                <a:lnTo>
                  <a:pt x="120396" y="207263"/>
                </a:lnTo>
                <a:close/>
              </a:path>
              <a:path w="371475" h="243839">
                <a:moveTo>
                  <a:pt x="71628" y="185927"/>
                </a:moveTo>
                <a:lnTo>
                  <a:pt x="67056" y="182879"/>
                </a:lnTo>
                <a:lnTo>
                  <a:pt x="62484" y="179069"/>
                </a:lnTo>
                <a:lnTo>
                  <a:pt x="57912" y="176021"/>
                </a:lnTo>
                <a:lnTo>
                  <a:pt x="53340" y="172211"/>
                </a:lnTo>
                <a:lnTo>
                  <a:pt x="51816" y="169925"/>
                </a:lnTo>
                <a:lnTo>
                  <a:pt x="32004" y="190499"/>
                </a:lnTo>
                <a:lnTo>
                  <a:pt x="34290" y="193547"/>
                </a:lnTo>
                <a:lnTo>
                  <a:pt x="39624" y="198119"/>
                </a:lnTo>
                <a:lnTo>
                  <a:pt x="45720" y="202691"/>
                </a:lnTo>
                <a:lnTo>
                  <a:pt x="56388" y="210311"/>
                </a:lnTo>
                <a:lnTo>
                  <a:pt x="71628" y="185927"/>
                </a:lnTo>
                <a:close/>
              </a:path>
              <a:path w="371475" h="243839">
                <a:moveTo>
                  <a:pt x="36576" y="150875"/>
                </a:moveTo>
                <a:lnTo>
                  <a:pt x="32766" y="143255"/>
                </a:lnTo>
                <a:lnTo>
                  <a:pt x="31242" y="139445"/>
                </a:lnTo>
                <a:lnTo>
                  <a:pt x="29718" y="130301"/>
                </a:lnTo>
                <a:lnTo>
                  <a:pt x="29718" y="129539"/>
                </a:lnTo>
                <a:lnTo>
                  <a:pt x="762" y="132587"/>
                </a:lnTo>
                <a:lnTo>
                  <a:pt x="1524" y="136397"/>
                </a:lnTo>
                <a:lnTo>
                  <a:pt x="4572" y="148589"/>
                </a:lnTo>
                <a:lnTo>
                  <a:pt x="6858" y="155447"/>
                </a:lnTo>
                <a:lnTo>
                  <a:pt x="9906" y="160781"/>
                </a:lnTo>
                <a:lnTo>
                  <a:pt x="11430" y="164591"/>
                </a:lnTo>
                <a:lnTo>
                  <a:pt x="36576" y="150875"/>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15" name="object 13"/>
          <p:cNvSpPr/>
          <p:nvPr/>
        </p:nvSpPr>
        <p:spPr>
          <a:xfrm>
            <a:off x="4059287" y="4264626"/>
            <a:ext cx="371475" cy="243840"/>
          </a:xfrm>
          <a:custGeom>
            <a:avLst/>
            <a:gdLst/>
            <a:ahLst/>
            <a:cxnLst/>
            <a:rect l="l" t="t" r="r" b="b"/>
            <a:pathLst>
              <a:path w="371475" h="243839">
                <a:moveTo>
                  <a:pt x="31242" y="104393"/>
                </a:moveTo>
                <a:lnTo>
                  <a:pt x="4571" y="94487"/>
                </a:lnTo>
                <a:lnTo>
                  <a:pt x="3809" y="96011"/>
                </a:lnTo>
                <a:lnTo>
                  <a:pt x="2285" y="102869"/>
                </a:lnTo>
                <a:lnTo>
                  <a:pt x="761" y="108965"/>
                </a:lnTo>
                <a:lnTo>
                  <a:pt x="0" y="115823"/>
                </a:lnTo>
                <a:lnTo>
                  <a:pt x="0" y="128015"/>
                </a:lnTo>
                <a:lnTo>
                  <a:pt x="28956" y="127253"/>
                </a:lnTo>
                <a:lnTo>
                  <a:pt x="28956" y="117347"/>
                </a:lnTo>
                <a:lnTo>
                  <a:pt x="30480" y="108203"/>
                </a:lnTo>
                <a:lnTo>
                  <a:pt x="31242" y="104393"/>
                </a:lnTo>
                <a:close/>
              </a:path>
              <a:path w="371475" h="243839">
                <a:moveTo>
                  <a:pt x="60960" y="65531"/>
                </a:moveTo>
                <a:lnTo>
                  <a:pt x="43433" y="43433"/>
                </a:lnTo>
                <a:lnTo>
                  <a:pt x="38861" y="46481"/>
                </a:lnTo>
                <a:lnTo>
                  <a:pt x="33527" y="51053"/>
                </a:lnTo>
                <a:lnTo>
                  <a:pt x="24383" y="61721"/>
                </a:lnTo>
                <a:lnTo>
                  <a:pt x="20574" y="65531"/>
                </a:lnTo>
                <a:lnTo>
                  <a:pt x="42672" y="83819"/>
                </a:lnTo>
                <a:lnTo>
                  <a:pt x="46481" y="79247"/>
                </a:lnTo>
                <a:lnTo>
                  <a:pt x="49529" y="75437"/>
                </a:lnTo>
                <a:lnTo>
                  <a:pt x="53340" y="71627"/>
                </a:lnTo>
                <a:lnTo>
                  <a:pt x="57912" y="67817"/>
                </a:lnTo>
                <a:lnTo>
                  <a:pt x="60960" y="65531"/>
                </a:lnTo>
                <a:close/>
              </a:path>
              <a:path w="371475" h="243839">
                <a:moveTo>
                  <a:pt x="107442" y="41147"/>
                </a:moveTo>
                <a:lnTo>
                  <a:pt x="97535" y="14477"/>
                </a:lnTo>
                <a:lnTo>
                  <a:pt x="83819" y="19811"/>
                </a:lnTo>
                <a:lnTo>
                  <a:pt x="69341" y="26669"/>
                </a:lnTo>
                <a:lnTo>
                  <a:pt x="83058" y="51815"/>
                </a:lnTo>
                <a:lnTo>
                  <a:pt x="83820" y="51053"/>
                </a:lnTo>
                <a:lnTo>
                  <a:pt x="96012" y="45719"/>
                </a:lnTo>
                <a:lnTo>
                  <a:pt x="107442" y="41147"/>
                </a:lnTo>
                <a:close/>
              </a:path>
              <a:path w="371475" h="243839">
                <a:moveTo>
                  <a:pt x="159258" y="29717"/>
                </a:moveTo>
                <a:lnTo>
                  <a:pt x="156972" y="1523"/>
                </a:lnTo>
                <a:lnTo>
                  <a:pt x="149352" y="2285"/>
                </a:lnTo>
                <a:lnTo>
                  <a:pt x="131826" y="5333"/>
                </a:lnTo>
                <a:lnTo>
                  <a:pt x="126492" y="6095"/>
                </a:lnTo>
                <a:lnTo>
                  <a:pt x="133350" y="34289"/>
                </a:lnTo>
                <a:lnTo>
                  <a:pt x="137922" y="32765"/>
                </a:lnTo>
                <a:lnTo>
                  <a:pt x="159258" y="29717"/>
                </a:lnTo>
                <a:close/>
              </a:path>
              <a:path w="371475" h="243839">
                <a:moveTo>
                  <a:pt x="216408" y="1523"/>
                </a:moveTo>
                <a:lnTo>
                  <a:pt x="203454" y="0"/>
                </a:lnTo>
                <a:lnTo>
                  <a:pt x="186690" y="0"/>
                </a:lnTo>
                <a:lnTo>
                  <a:pt x="185928" y="28193"/>
                </a:lnTo>
                <a:lnTo>
                  <a:pt x="202692" y="28955"/>
                </a:lnTo>
                <a:lnTo>
                  <a:pt x="213360" y="29717"/>
                </a:lnTo>
                <a:lnTo>
                  <a:pt x="216408" y="1523"/>
                </a:lnTo>
                <a:close/>
              </a:path>
              <a:path w="371475" h="243839">
                <a:moveTo>
                  <a:pt x="275844" y="15239"/>
                </a:moveTo>
                <a:lnTo>
                  <a:pt x="272034" y="13715"/>
                </a:lnTo>
                <a:lnTo>
                  <a:pt x="256032" y="8381"/>
                </a:lnTo>
                <a:lnTo>
                  <a:pt x="246126" y="6857"/>
                </a:lnTo>
                <a:lnTo>
                  <a:pt x="240029" y="34289"/>
                </a:lnTo>
                <a:lnTo>
                  <a:pt x="249174" y="36575"/>
                </a:lnTo>
                <a:lnTo>
                  <a:pt x="263652" y="41147"/>
                </a:lnTo>
                <a:lnTo>
                  <a:pt x="265938" y="41909"/>
                </a:lnTo>
                <a:lnTo>
                  <a:pt x="275844" y="15239"/>
                </a:lnTo>
                <a:close/>
              </a:path>
              <a:path w="371475" h="243839">
                <a:moveTo>
                  <a:pt x="329946" y="44195"/>
                </a:moveTo>
                <a:lnTo>
                  <a:pt x="326136" y="41909"/>
                </a:lnTo>
                <a:lnTo>
                  <a:pt x="320802" y="37337"/>
                </a:lnTo>
                <a:lnTo>
                  <a:pt x="313944" y="33527"/>
                </a:lnTo>
                <a:lnTo>
                  <a:pt x="304038" y="27431"/>
                </a:lnTo>
                <a:lnTo>
                  <a:pt x="289560" y="52577"/>
                </a:lnTo>
                <a:lnTo>
                  <a:pt x="300228" y="57911"/>
                </a:lnTo>
                <a:lnTo>
                  <a:pt x="304800" y="61721"/>
                </a:lnTo>
                <a:lnTo>
                  <a:pt x="311658" y="66293"/>
                </a:lnTo>
                <a:lnTo>
                  <a:pt x="329946" y="44195"/>
                </a:lnTo>
                <a:close/>
              </a:path>
              <a:path w="371475" h="243839">
                <a:moveTo>
                  <a:pt x="368046" y="96773"/>
                </a:moveTo>
                <a:lnTo>
                  <a:pt x="367284" y="95249"/>
                </a:lnTo>
                <a:lnTo>
                  <a:pt x="364998" y="89153"/>
                </a:lnTo>
                <a:lnTo>
                  <a:pt x="358902" y="76961"/>
                </a:lnTo>
                <a:lnTo>
                  <a:pt x="355092" y="71627"/>
                </a:lnTo>
                <a:lnTo>
                  <a:pt x="352044" y="67055"/>
                </a:lnTo>
                <a:lnTo>
                  <a:pt x="329184" y="83819"/>
                </a:lnTo>
                <a:lnTo>
                  <a:pt x="332232" y="88391"/>
                </a:lnTo>
                <a:lnTo>
                  <a:pt x="334518" y="92201"/>
                </a:lnTo>
                <a:lnTo>
                  <a:pt x="339090" y="101345"/>
                </a:lnTo>
                <a:lnTo>
                  <a:pt x="340614" y="105155"/>
                </a:lnTo>
                <a:lnTo>
                  <a:pt x="368046" y="96773"/>
                </a:lnTo>
                <a:close/>
              </a:path>
              <a:path w="371475" h="243839">
                <a:moveTo>
                  <a:pt x="371094" y="131063"/>
                </a:moveTo>
                <a:lnTo>
                  <a:pt x="342900" y="127253"/>
                </a:lnTo>
                <a:lnTo>
                  <a:pt x="342138" y="131063"/>
                </a:lnTo>
                <a:lnTo>
                  <a:pt x="341376" y="135635"/>
                </a:lnTo>
                <a:lnTo>
                  <a:pt x="339852" y="140207"/>
                </a:lnTo>
                <a:lnTo>
                  <a:pt x="336804" y="147827"/>
                </a:lnTo>
                <a:lnTo>
                  <a:pt x="336042" y="149351"/>
                </a:lnTo>
                <a:lnTo>
                  <a:pt x="361188" y="163067"/>
                </a:lnTo>
                <a:lnTo>
                  <a:pt x="362712" y="160019"/>
                </a:lnTo>
                <a:lnTo>
                  <a:pt x="367284" y="147827"/>
                </a:lnTo>
                <a:lnTo>
                  <a:pt x="369570" y="140969"/>
                </a:lnTo>
                <a:lnTo>
                  <a:pt x="370332" y="134873"/>
                </a:lnTo>
                <a:lnTo>
                  <a:pt x="371094" y="131063"/>
                </a:lnTo>
                <a:close/>
              </a:path>
              <a:path w="371475" h="243839">
                <a:moveTo>
                  <a:pt x="341376" y="188975"/>
                </a:moveTo>
                <a:lnTo>
                  <a:pt x="321564" y="168401"/>
                </a:lnTo>
                <a:lnTo>
                  <a:pt x="313944" y="176021"/>
                </a:lnTo>
                <a:lnTo>
                  <a:pt x="309372" y="179831"/>
                </a:lnTo>
                <a:lnTo>
                  <a:pt x="304038" y="182879"/>
                </a:lnTo>
                <a:lnTo>
                  <a:pt x="300990" y="185165"/>
                </a:lnTo>
                <a:lnTo>
                  <a:pt x="316992" y="208787"/>
                </a:lnTo>
                <a:lnTo>
                  <a:pt x="320802" y="206501"/>
                </a:lnTo>
                <a:lnTo>
                  <a:pt x="332994" y="197357"/>
                </a:lnTo>
                <a:lnTo>
                  <a:pt x="341376" y="188975"/>
                </a:lnTo>
                <a:close/>
              </a:path>
              <a:path w="371475" h="243839">
                <a:moveTo>
                  <a:pt x="290322" y="223265"/>
                </a:moveTo>
                <a:lnTo>
                  <a:pt x="278130" y="197357"/>
                </a:lnTo>
                <a:lnTo>
                  <a:pt x="275844" y="198881"/>
                </a:lnTo>
                <a:lnTo>
                  <a:pt x="252984" y="206501"/>
                </a:lnTo>
                <a:lnTo>
                  <a:pt x="261365" y="233933"/>
                </a:lnTo>
                <a:lnTo>
                  <a:pt x="272796" y="230123"/>
                </a:lnTo>
                <a:lnTo>
                  <a:pt x="288036" y="224789"/>
                </a:lnTo>
                <a:lnTo>
                  <a:pt x="290322" y="223265"/>
                </a:lnTo>
                <a:close/>
              </a:path>
              <a:path w="371475" h="243839">
                <a:moveTo>
                  <a:pt x="231647" y="240791"/>
                </a:moveTo>
                <a:lnTo>
                  <a:pt x="227076" y="212597"/>
                </a:lnTo>
                <a:lnTo>
                  <a:pt x="217932" y="213359"/>
                </a:lnTo>
                <a:lnTo>
                  <a:pt x="201930" y="214883"/>
                </a:lnTo>
                <a:lnTo>
                  <a:pt x="200406" y="214883"/>
                </a:lnTo>
                <a:lnTo>
                  <a:pt x="201168" y="243839"/>
                </a:lnTo>
                <a:lnTo>
                  <a:pt x="204978" y="243839"/>
                </a:lnTo>
                <a:lnTo>
                  <a:pt x="222504" y="241553"/>
                </a:lnTo>
                <a:lnTo>
                  <a:pt x="231647" y="240791"/>
                </a:lnTo>
                <a:close/>
              </a:path>
              <a:path w="371475" h="243839">
                <a:moveTo>
                  <a:pt x="172974" y="215645"/>
                </a:moveTo>
                <a:lnTo>
                  <a:pt x="168402" y="214883"/>
                </a:lnTo>
                <a:lnTo>
                  <a:pt x="152400" y="213359"/>
                </a:lnTo>
                <a:lnTo>
                  <a:pt x="146304" y="212597"/>
                </a:lnTo>
                <a:lnTo>
                  <a:pt x="141732" y="240791"/>
                </a:lnTo>
                <a:lnTo>
                  <a:pt x="150114" y="242315"/>
                </a:lnTo>
                <a:lnTo>
                  <a:pt x="167640" y="243839"/>
                </a:lnTo>
                <a:lnTo>
                  <a:pt x="172212" y="243839"/>
                </a:lnTo>
                <a:lnTo>
                  <a:pt x="172974" y="215645"/>
                </a:lnTo>
                <a:close/>
              </a:path>
              <a:path w="371475" h="243839">
                <a:moveTo>
                  <a:pt x="120396" y="207263"/>
                </a:moveTo>
                <a:lnTo>
                  <a:pt x="108204" y="203453"/>
                </a:lnTo>
                <a:lnTo>
                  <a:pt x="95250" y="198119"/>
                </a:lnTo>
                <a:lnTo>
                  <a:pt x="83058" y="224027"/>
                </a:lnTo>
                <a:lnTo>
                  <a:pt x="84582" y="224789"/>
                </a:lnTo>
                <a:lnTo>
                  <a:pt x="99822" y="230885"/>
                </a:lnTo>
                <a:lnTo>
                  <a:pt x="112014" y="233933"/>
                </a:lnTo>
                <a:lnTo>
                  <a:pt x="120396" y="207263"/>
                </a:lnTo>
                <a:close/>
              </a:path>
              <a:path w="371475" h="243839">
                <a:moveTo>
                  <a:pt x="71628" y="185927"/>
                </a:moveTo>
                <a:lnTo>
                  <a:pt x="67056" y="182879"/>
                </a:lnTo>
                <a:lnTo>
                  <a:pt x="61722" y="179069"/>
                </a:lnTo>
                <a:lnTo>
                  <a:pt x="57150" y="175259"/>
                </a:lnTo>
                <a:lnTo>
                  <a:pt x="53340" y="171449"/>
                </a:lnTo>
                <a:lnTo>
                  <a:pt x="51053" y="169925"/>
                </a:lnTo>
                <a:lnTo>
                  <a:pt x="31242" y="190499"/>
                </a:lnTo>
                <a:lnTo>
                  <a:pt x="34290" y="192785"/>
                </a:lnTo>
                <a:lnTo>
                  <a:pt x="39624" y="198119"/>
                </a:lnTo>
                <a:lnTo>
                  <a:pt x="44958" y="201929"/>
                </a:lnTo>
                <a:lnTo>
                  <a:pt x="51053" y="206501"/>
                </a:lnTo>
                <a:lnTo>
                  <a:pt x="56388" y="209549"/>
                </a:lnTo>
                <a:lnTo>
                  <a:pt x="71628" y="185927"/>
                </a:lnTo>
                <a:close/>
              </a:path>
              <a:path w="371475" h="243839">
                <a:moveTo>
                  <a:pt x="36576" y="150875"/>
                </a:moveTo>
                <a:lnTo>
                  <a:pt x="35052" y="147065"/>
                </a:lnTo>
                <a:lnTo>
                  <a:pt x="32766" y="143255"/>
                </a:lnTo>
                <a:lnTo>
                  <a:pt x="31242" y="138683"/>
                </a:lnTo>
                <a:lnTo>
                  <a:pt x="29718" y="134873"/>
                </a:lnTo>
                <a:lnTo>
                  <a:pt x="28956" y="130301"/>
                </a:lnTo>
                <a:lnTo>
                  <a:pt x="28956" y="129539"/>
                </a:lnTo>
                <a:lnTo>
                  <a:pt x="762" y="132587"/>
                </a:lnTo>
                <a:lnTo>
                  <a:pt x="1524" y="135635"/>
                </a:lnTo>
                <a:lnTo>
                  <a:pt x="2286" y="142493"/>
                </a:lnTo>
                <a:lnTo>
                  <a:pt x="9144" y="160781"/>
                </a:lnTo>
                <a:lnTo>
                  <a:pt x="11430" y="164591"/>
                </a:lnTo>
                <a:lnTo>
                  <a:pt x="36576" y="150875"/>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16" name="object 14"/>
          <p:cNvSpPr/>
          <p:nvPr/>
        </p:nvSpPr>
        <p:spPr>
          <a:xfrm>
            <a:off x="4072241" y="4569426"/>
            <a:ext cx="371475" cy="243840"/>
          </a:xfrm>
          <a:custGeom>
            <a:avLst/>
            <a:gdLst/>
            <a:ahLst/>
            <a:cxnLst/>
            <a:rect l="l" t="t" r="r" b="b"/>
            <a:pathLst>
              <a:path w="371475" h="243839">
                <a:moveTo>
                  <a:pt x="31242" y="104394"/>
                </a:moveTo>
                <a:lnTo>
                  <a:pt x="4571" y="94488"/>
                </a:lnTo>
                <a:lnTo>
                  <a:pt x="3809" y="96012"/>
                </a:lnTo>
                <a:lnTo>
                  <a:pt x="2285" y="102870"/>
                </a:lnTo>
                <a:lnTo>
                  <a:pt x="761" y="108966"/>
                </a:lnTo>
                <a:lnTo>
                  <a:pt x="0" y="115824"/>
                </a:lnTo>
                <a:lnTo>
                  <a:pt x="0" y="128016"/>
                </a:lnTo>
                <a:lnTo>
                  <a:pt x="28194" y="127274"/>
                </a:lnTo>
                <a:lnTo>
                  <a:pt x="28194" y="121158"/>
                </a:lnTo>
                <a:lnTo>
                  <a:pt x="28956" y="117348"/>
                </a:lnTo>
                <a:lnTo>
                  <a:pt x="28956" y="112776"/>
                </a:lnTo>
                <a:lnTo>
                  <a:pt x="29718" y="108204"/>
                </a:lnTo>
                <a:lnTo>
                  <a:pt x="31242" y="104394"/>
                </a:lnTo>
                <a:close/>
              </a:path>
              <a:path w="371475" h="243839">
                <a:moveTo>
                  <a:pt x="28956" y="127254"/>
                </a:moveTo>
                <a:lnTo>
                  <a:pt x="28194" y="121158"/>
                </a:lnTo>
                <a:lnTo>
                  <a:pt x="28194" y="127274"/>
                </a:lnTo>
                <a:lnTo>
                  <a:pt x="28956" y="127254"/>
                </a:lnTo>
                <a:close/>
              </a:path>
              <a:path w="371475" h="243839">
                <a:moveTo>
                  <a:pt x="60960" y="65532"/>
                </a:moveTo>
                <a:lnTo>
                  <a:pt x="42671" y="43434"/>
                </a:lnTo>
                <a:lnTo>
                  <a:pt x="38861" y="46482"/>
                </a:lnTo>
                <a:lnTo>
                  <a:pt x="33527" y="51054"/>
                </a:lnTo>
                <a:lnTo>
                  <a:pt x="28193" y="56388"/>
                </a:lnTo>
                <a:lnTo>
                  <a:pt x="23621" y="61722"/>
                </a:lnTo>
                <a:lnTo>
                  <a:pt x="20574" y="65532"/>
                </a:lnTo>
                <a:lnTo>
                  <a:pt x="42672" y="83820"/>
                </a:lnTo>
                <a:lnTo>
                  <a:pt x="45719" y="79248"/>
                </a:lnTo>
                <a:lnTo>
                  <a:pt x="53340" y="71628"/>
                </a:lnTo>
                <a:lnTo>
                  <a:pt x="57912" y="67818"/>
                </a:lnTo>
                <a:lnTo>
                  <a:pt x="60960" y="65532"/>
                </a:lnTo>
                <a:close/>
              </a:path>
              <a:path w="371475" h="243839">
                <a:moveTo>
                  <a:pt x="107442" y="41148"/>
                </a:moveTo>
                <a:lnTo>
                  <a:pt x="96773" y="14478"/>
                </a:lnTo>
                <a:lnTo>
                  <a:pt x="83819" y="19812"/>
                </a:lnTo>
                <a:lnTo>
                  <a:pt x="69341" y="26670"/>
                </a:lnTo>
                <a:lnTo>
                  <a:pt x="68580" y="26670"/>
                </a:lnTo>
                <a:lnTo>
                  <a:pt x="83058" y="51816"/>
                </a:lnTo>
                <a:lnTo>
                  <a:pt x="83820" y="51054"/>
                </a:lnTo>
                <a:lnTo>
                  <a:pt x="96012" y="45720"/>
                </a:lnTo>
                <a:lnTo>
                  <a:pt x="107442" y="41148"/>
                </a:lnTo>
                <a:close/>
              </a:path>
              <a:path w="371475" h="243839">
                <a:moveTo>
                  <a:pt x="159258" y="29718"/>
                </a:moveTo>
                <a:lnTo>
                  <a:pt x="156210" y="1524"/>
                </a:lnTo>
                <a:lnTo>
                  <a:pt x="148590" y="2286"/>
                </a:lnTo>
                <a:lnTo>
                  <a:pt x="131064" y="5334"/>
                </a:lnTo>
                <a:lnTo>
                  <a:pt x="126492" y="6096"/>
                </a:lnTo>
                <a:lnTo>
                  <a:pt x="132588" y="34290"/>
                </a:lnTo>
                <a:lnTo>
                  <a:pt x="137922" y="32766"/>
                </a:lnTo>
                <a:lnTo>
                  <a:pt x="153162" y="30480"/>
                </a:lnTo>
                <a:lnTo>
                  <a:pt x="159258" y="29718"/>
                </a:lnTo>
                <a:close/>
              </a:path>
              <a:path w="371475" h="243839">
                <a:moveTo>
                  <a:pt x="216408" y="1524"/>
                </a:moveTo>
                <a:lnTo>
                  <a:pt x="203454" y="0"/>
                </a:lnTo>
                <a:lnTo>
                  <a:pt x="186690" y="0"/>
                </a:lnTo>
                <a:lnTo>
                  <a:pt x="185928" y="28194"/>
                </a:lnTo>
                <a:lnTo>
                  <a:pt x="202692" y="28956"/>
                </a:lnTo>
                <a:lnTo>
                  <a:pt x="213360" y="29718"/>
                </a:lnTo>
                <a:lnTo>
                  <a:pt x="216408" y="1524"/>
                </a:lnTo>
                <a:close/>
              </a:path>
              <a:path w="371475" h="243839">
                <a:moveTo>
                  <a:pt x="275082" y="15240"/>
                </a:moveTo>
                <a:lnTo>
                  <a:pt x="271272" y="13716"/>
                </a:lnTo>
                <a:lnTo>
                  <a:pt x="255270" y="8382"/>
                </a:lnTo>
                <a:lnTo>
                  <a:pt x="246126" y="6858"/>
                </a:lnTo>
                <a:lnTo>
                  <a:pt x="240029" y="34290"/>
                </a:lnTo>
                <a:lnTo>
                  <a:pt x="249174" y="36576"/>
                </a:lnTo>
                <a:lnTo>
                  <a:pt x="265176" y="41910"/>
                </a:lnTo>
                <a:lnTo>
                  <a:pt x="275082" y="15240"/>
                </a:lnTo>
                <a:close/>
              </a:path>
              <a:path w="371475" h="243839">
                <a:moveTo>
                  <a:pt x="329184" y="44196"/>
                </a:moveTo>
                <a:lnTo>
                  <a:pt x="320040" y="37338"/>
                </a:lnTo>
                <a:lnTo>
                  <a:pt x="313944" y="33528"/>
                </a:lnTo>
                <a:lnTo>
                  <a:pt x="303276" y="27432"/>
                </a:lnTo>
                <a:lnTo>
                  <a:pt x="289560" y="52578"/>
                </a:lnTo>
                <a:lnTo>
                  <a:pt x="299466" y="57912"/>
                </a:lnTo>
                <a:lnTo>
                  <a:pt x="304800" y="61722"/>
                </a:lnTo>
                <a:lnTo>
                  <a:pt x="311658" y="66294"/>
                </a:lnTo>
                <a:lnTo>
                  <a:pt x="329184" y="44196"/>
                </a:lnTo>
                <a:close/>
              </a:path>
              <a:path w="371475" h="243839">
                <a:moveTo>
                  <a:pt x="367284" y="96774"/>
                </a:moveTo>
                <a:lnTo>
                  <a:pt x="367284" y="95250"/>
                </a:lnTo>
                <a:lnTo>
                  <a:pt x="364236" y="89154"/>
                </a:lnTo>
                <a:lnTo>
                  <a:pt x="361950" y="83058"/>
                </a:lnTo>
                <a:lnTo>
                  <a:pt x="358902" y="76962"/>
                </a:lnTo>
                <a:lnTo>
                  <a:pt x="355092" y="71628"/>
                </a:lnTo>
                <a:lnTo>
                  <a:pt x="352044" y="67056"/>
                </a:lnTo>
                <a:lnTo>
                  <a:pt x="328422" y="83820"/>
                </a:lnTo>
                <a:lnTo>
                  <a:pt x="332232" y="88392"/>
                </a:lnTo>
                <a:lnTo>
                  <a:pt x="334518" y="92202"/>
                </a:lnTo>
                <a:lnTo>
                  <a:pt x="336804" y="96774"/>
                </a:lnTo>
                <a:lnTo>
                  <a:pt x="338328" y="101346"/>
                </a:lnTo>
                <a:lnTo>
                  <a:pt x="339852" y="105156"/>
                </a:lnTo>
                <a:lnTo>
                  <a:pt x="367284" y="96774"/>
                </a:lnTo>
                <a:close/>
              </a:path>
              <a:path w="371475" h="243839">
                <a:moveTo>
                  <a:pt x="371094" y="131064"/>
                </a:moveTo>
                <a:lnTo>
                  <a:pt x="342138" y="127254"/>
                </a:lnTo>
                <a:lnTo>
                  <a:pt x="342138" y="131064"/>
                </a:lnTo>
                <a:lnTo>
                  <a:pt x="340614" y="135636"/>
                </a:lnTo>
                <a:lnTo>
                  <a:pt x="339852" y="140208"/>
                </a:lnTo>
                <a:lnTo>
                  <a:pt x="338328" y="144018"/>
                </a:lnTo>
                <a:lnTo>
                  <a:pt x="336042" y="147828"/>
                </a:lnTo>
                <a:lnTo>
                  <a:pt x="335280" y="149352"/>
                </a:lnTo>
                <a:lnTo>
                  <a:pt x="360426" y="163068"/>
                </a:lnTo>
                <a:lnTo>
                  <a:pt x="364998" y="153924"/>
                </a:lnTo>
                <a:lnTo>
                  <a:pt x="367284" y="147828"/>
                </a:lnTo>
                <a:lnTo>
                  <a:pt x="368808" y="140970"/>
                </a:lnTo>
                <a:lnTo>
                  <a:pt x="370332" y="134874"/>
                </a:lnTo>
                <a:lnTo>
                  <a:pt x="371094" y="131064"/>
                </a:lnTo>
                <a:close/>
              </a:path>
              <a:path w="371475" h="243839">
                <a:moveTo>
                  <a:pt x="341376" y="188976"/>
                </a:moveTo>
                <a:lnTo>
                  <a:pt x="321564" y="168402"/>
                </a:lnTo>
                <a:lnTo>
                  <a:pt x="317754" y="172212"/>
                </a:lnTo>
                <a:lnTo>
                  <a:pt x="308610" y="179832"/>
                </a:lnTo>
                <a:lnTo>
                  <a:pt x="304038" y="182880"/>
                </a:lnTo>
                <a:lnTo>
                  <a:pt x="300990" y="185166"/>
                </a:lnTo>
                <a:lnTo>
                  <a:pt x="316992" y="208788"/>
                </a:lnTo>
                <a:lnTo>
                  <a:pt x="320802" y="206502"/>
                </a:lnTo>
                <a:lnTo>
                  <a:pt x="326898" y="201930"/>
                </a:lnTo>
                <a:lnTo>
                  <a:pt x="337566" y="192786"/>
                </a:lnTo>
                <a:lnTo>
                  <a:pt x="341376" y="188976"/>
                </a:lnTo>
                <a:close/>
              </a:path>
              <a:path w="371475" h="243839">
                <a:moveTo>
                  <a:pt x="289560" y="223266"/>
                </a:moveTo>
                <a:lnTo>
                  <a:pt x="277368" y="197358"/>
                </a:lnTo>
                <a:lnTo>
                  <a:pt x="275082" y="198882"/>
                </a:lnTo>
                <a:lnTo>
                  <a:pt x="262128" y="203454"/>
                </a:lnTo>
                <a:lnTo>
                  <a:pt x="252984" y="206502"/>
                </a:lnTo>
                <a:lnTo>
                  <a:pt x="261365" y="233934"/>
                </a:lnTo>
                <a:lnTo>
                  <a:pt x="272034" y="230124"/>
                </a:lnTo>
                <a:lnTo>
                  <a:pt x="287274" y="224790"/>
                </a:lnTo>
                <a:lnTo>
                  <a:pt x="289560" y="223266"/>
                </a:lnTo>
                <a:close/>
              </a:path>
              <a:path w="371475" h="243839">
                <a:moveTo>
                  <a:pt x="231647" y="240792"/>
                </a:moveTo>
                <a:lnTo>
                  <a:pt x="227076" y="212598"/>
                </a:lnTo>
                <a:lnTo>
                  <a:pt x="217932" y="213360"/>
                </a:lnTo>
                <a:lnTo>
                  <a:pt x="201930" y="214884"/>
                </a:lnTo>
                <a:lnTo>
                  <a:pt x="200406" y="214884"/>
                </a:lnTo>
                <a:lnTo>
                  <a:pt x="201168" y="243840"/>
                </a:lnTo>
                <a:lnTo>
                  <a:pt x="204215" y="243840"/>
                </a:lnTo>
                <a:lnTo>
                  <a:pt x="222504" y="241554"/>
                </a:lnTo>
                <a:lnTo>
                  <a:pt x="231647" y="240792"/>
                </a:lnTo>
                <a:close/>
              </a:path>
              <a:path w="371475" h="243839">
                <a:moveTo>
                  <a:pt x="172974" y="215646"/>
                </a:moveTo>
                <a:lnTo>
                  <a:pt x="168402" y="214884"/>
                </a:lnTo>
                <a:lnTo>
                  <a:pt x="152400" y="213360"/>
                </a:lnTo>
                <a:lnTo>
                  <a:pt x="146304" y="212598"/>
                </a:lnTo>
                <a:lnTo>
                  <a:pt x="141732" y="240792"/>
                </a:lnTo>
                <a:lnTo>
                  <a:pt x="149352" y="242316"/>
                </a:lnTo>
                <a:lnTo>
                  <a:pt x="167640" y="243840"/>
                </a:lnTo>
                <a:lnTo>
                  <a:pt x="171450" y="243840"/>
                </a:lnTo>
                <a:lnTo>
                  <a:pt x="172974" y="215646"/>
                </a:lnTo>
                <a:close/>
              </a:path>
              <a:path w="371475" h="243839">
                <a:moveTo>
                  <a:pt x="119634" y="207264"/>
                </a:moveTo>
                <a:lnTo>
                  <a:pt x="108204" y="203454"/>
                </a:lnTo>
                <a:lnTo>
                  <a:pt x="94488" y="198120"/>
                </a:lnTo>
                <a:lnTo>
                  <a:pt x="83058" y="224028"/>
                </a:lnTo>
                <a:lnTo>
                  <a:pt x="84582" y="224790"/>
                </a:lnTo>
                <a:lnTo>
                  <a:pt x="99822" y="230886"/>
                </a:lnTo>
                <a:lnTo>
                  <a:pt x="112014" y="233934"/>
                </a:lnTo>
                <a:lnTo>
                  <a:pt x="119634" y="207264"/>
                </a:lnTo>
                <a:close/>
              </a:path>
              <a:path w="371475" h="243839">
                <a:moveTo>
                  <a:pt x="71628" y="185928"/>
                </a:moveTo>
                <a:lnTo>
                  <a:pt x="66294" y="182880"/>
                </a:lnTo>
                <a:lnTo>
                  <a:pt x="52577" y="171450"/>
                </a:lnTo>
                <a:lnTo>
                  <a:pt x="51053" y="169926"/>
                </a:lnTo>
                <a:lnTo>
                  <a:pt x="31242" y="190500"/>
                </a:lnTo>
                <a:lnTo>
                  <a:pt x="38862" y="198120"/>
                </a:lnTo>
                <a:lnTo>
                  <a:pt x="44958" y="201930"/>
                </a:lnTo>
                <a:lnTo>
                  <a:pt x="51053" y="206502"/>
                </a:lnTo>
                <a:lnTo>
                  <a:pt x="55626" y="209550"/>
                </a:lnTo>
                <a:lnTo>
                  <a:pt x="71628" y="185928"/>
                </a:lnTo>
                <a:close/>
              </a:path>
              <a:path w="371475" h="243839">
                <a:moveTo>
                  <a:pt x="36576" y="150876"/>
                </a:moveTo>
                <a:lnTo>
                  <a:pt x="34290" y="147066"/>
                </a:lnTo>
                <a:lnTo>
                  <a:pt x="32766" y="143256"/>
                </a:lnTo>
                <a:lnTo>
                  <a:pt x="31242" y="138684"/>
                </a:lnTo>
                <a:lnTo>
                  <a:pt x="29718" y="134874"/>
                </a:lnTo>
                <a:lnTo>
                  <a:pt x="28956" y="130302"/>
                </a:lnTo>
                <a:lnTo>
                  <a:pt x="28956" y="129540"/>
                </a:lnTo>
                <a:lnTo>
                  <a:pt x="762" y="132588"/>
                </a:lnTo>
                <a:lnTo>
                  <a:pt x="11430" y="164592"/>
                </a:lnTo>
                <a:lnTo>
                  <a:pt x="36576" y="150876"/>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17" name="object 15"/>
          <p:cNvSpPr/>
          <p:nvPr/>
        </p:nvSpPr>
        <p:spPr>
          <a:xfrm>
            <a:off x="4059287" y="4874226"/>
            <a:ext cx="371475" cy="243840"/>
          </a:xfrm>
          <a:custGeom>
            <a:avLst/>
            <a:gdLst/>
            <a:ahLst/>
            <a:cxnLst/>
            <a:rect l="l" t="t" r="r" b="b"/>
            <a:pathLst>
              <a:path w="371475" h="243839">
                <a:moveTo>
                  <a:pt x="31242" y="104394"/>
                </a:moveTo>
                <a:lnTo>
                  <a:pt x="4571" y="94488"/>
                </a:lnTo>
                <a:lnTo>
                  <a:pt x="3809" y="96012"/>
                </a:lnTo>
                <a:lnTo>
                  <a:pt x="2285" y="102870"/>
                </a:lnTo>
                <a:lnTo>
                  <a:pt x="761" y="108966"/>
                </a:lnTo>
                <a:lnTo>
                  <a:pt x="0" y="115824"/>
                </a:lnTo>
                <a:lnTo>
                  <a:pt x="0" y="128016"/>
                </a:lnTo>
                <a:lnTo>
                  <a:pt x="28956" y="127254"/>
                </a:lnTo>
                <a:lnTo>
                  <a:pt x="28956" y="117348"/>
                </a:lnTo>
                <a:lnTo>
                  <a:pt x="30480" y="108204"/>
                </a:lnTo>
                <a:lnTo>
                  <a:pt x="31242" y="104394"/>
                </a:lnTo>
                <a:close/>
              </a:path>
              <a:path w="371475" h="243839">
                <a:moveTo>
                  <a:pt x="60960" y="65532"/>
                </a:moveTo>
                <a:lnTo>
                  <a:pt x="43433" y="43434"/>
                </a:lnTo>
                <a:lnTo>
                  <a:pt x="38861" y="46482"/>
                </a:lnTo>
                <a:lnTo>
                  <a:pt x="33527" y="51054"/>
                </a:lnTo>
                <a:lnTo>
                  <a:pt x="24383" y="61722"/>
                </a:lnTo>
                <a:lnTo>
                  <a:pt x="20574" y="65532"/>
                </a:lnTo>
                <a:lnTo>
                  <a:pt x="42672" y="83820"/>
                </a:lnTo>
                <a:lnTo>
                  <a:pt x="46481" y="79248"/>
                </a:lnTo>
                <a:lnTo>
                  <a:pt x="49529" y="75438"/>
                </a:lnTo>
                <a:lnTo>
                  <a:pt x="53340" y="71628"/>
                </a:lnTo>
                <a:lnTo>
                  <a:pt x="57912" y="67818"/>
                </a:lnTo>
                <a:lnTo>
                  <a:pt x="60960" y="65532"/>
                </a:lnTo>
                <a:close/>
              </a:path>
              <a:path w="371475" h="243839">
                <a:moveTo>
                  <a:pt x="107442" y="41148"/>
                </a:moveTo>
                <a:lnTo>
                  <a:pt x="97535" y="14478"/>
                </a:lnTo>
                <a:lnTo>
                  <a:pt x="83819" y="19812"/>
                </a:lnTo>
                <a:lnTo>
                  <a:pt x="69341" y="26670"/>
                </a:lnTo>
                <a:lnTo>
                  <a:pt x="83058" y="51816"/>
                </a:lnTo>
                <a:lnTo>
                  <a:pt x="83820" y="51054"/>
                </a:lnTo>
                <a:lnTo>
                  <a:pt x="96012" y="45720"/>
                </a:lnTo>
                <a:lnTo>
                  <a:pt x="107442" y="41148"/>
                </a:lnTo>
                <a:close/>
              </a:path>
              <a:path w="371475" h="243839">
                <a:moveTo>
                  <a:pt x="159258" y="29718"/>
                </a:moveTo>
                <a:lnTo>
                  <a:pt x="156972" y="1524"/>
                </a:lnTo>
                <a:lnTo>
                  <a:pt x="149352" y="2286"/>
                </a:lnTo>
                <a:lnTo>
                  <a:pt x="131826" y="5334"/>
                </a:lnTo>
                <a:lnTo>
                  <a:pt x="126492" y="6096"/>
                </a:lnTo>
                <a:lnTo>
                  <a:pt x="133350" y="34290"/>
                </a:lnTo>
                <a:lnTo>
                  <a:pt x="137922" y="32766"/>
                </a:lnTo>
                <a:lnTo>
                  <a:pt x="159258" y="29718"/>
                </a:lnTo>
                <a:close/>
              </a:path>
              <a:path w="371475" h="243839">
                <a:moveTo>
                  <a:pt x="216408" y="1524"/>
                </a:moveTo>
                <a:lnTo>
                  <a:pt x="203454" y="0"/>
                </a:lnTo>
                <a:lnTo>
                  <a:pt x="186690" y="0"/>
                </a:lnTo>
                <a:lnTo>
                  <a:pt x="185928" y="28194"/>
                </a:lnTo>
                <a:lnTo>
                  <a:pt x="202692" y="28956"/>
                </a:lnTo>
                <a:lnTo>
                  <a:pt x="213360" y="29718"/>
                </a:lnTo>
                <a:lnTo>
                  <a:pt x="216408" y="1524"/>
                </a:lnTo>
                <a:close/>
              </a:path>
              <a:path w="371475" h="243839">
                <a:moveTo>
                  <a:pt x="275844" y="15240"/>
                </a:moveTo>
                <a:lnTo>
                  <a:pt x="272034" y="13716"/>
                </a:lnTo>
                <a:lnTo>
                  <a:pt x="256032" y="8382"/>
                </a:lnTo>
                <a:lnTo>
                  <a:pt x="246126" y="6858"/>
                </a:lnTo>
                <a:lnTo>
                  <a:pt x="240029" y="34290"/>
                </a:lnTo>
                <a:lnTo>
                  <a:pt x="249174" y="36576"/>
                </a:lnTo>
                <a:lnTo>
                  <a:pt x="263652" y="41148"/>
                </a:lnTo>
                <a:lnTo>
                  <a:pt x="265938" y="41910"/>
                </a:lnTo>
                <a:lnTo>
                  <a:pt x="275844" y="15240"/>
                </a:lnTo>
                <a:close/>
              </a:path>
              <a:path w="371475" h="243839">
                <a:moveTo>
                  <a:pt x="329946" y="44196"/>
                </a:moveTo>
                <a:lnTo>
                  <a:pt x="326136" y="41910"/>
                </a:lnTo>
                <a:lnTo>
                  <a:pt x="320802" y="37338"/>
                </a:lnTo>
                <a:lnTo>
                  <a:pt x="313944" y="33528"/>
                </a:lnTo>
                <a:lnTo>
                  <a:pt x="304038" y="27432"/>
                </a:lnTo>
                <a:lnTo>
                  <a:pt x="289560" y="52578"/>
                </a:lnTo>
                <a:lnTo>
                  <a:pt x="300228" y="57912"/>
                </a:lnTo>
                <a:lnTo>
                  <a:pt x="304800" y="61722"/>
                </a:lnTo>
                <a:lnTo>
                  <a:pt x="311658" y="66294"/>
                </a:lnTo>
                <a:lnTo>
                  <a:pt x="329946" y="44196"/>
                </a:lnTo>
                <a:close/>
              </a:path>
              <a:path w="371475" h="243839">
                <a:moveTo>
                  <a:pt x="368046" y="96774"/>
                </a:moveTo>
                <a:lnTo>
                  <a:pt x="367284" y="95250"/>
                </a:lnTo>
                <a:lnTo>
                  <a:pt x="364998" y="89154"/>
                </a:lnTo>
                <a:lnTo>
                  <a:pt x="358902" y="76962"/>
                </a:lnTo>
                <a:lnTo>
                  <a:pt x="355092" y="71628"/>
                </a:lnTo>
                <a:lnTo>
                  <a:pt x="352044" y="67056"/>
                </a:lnTo>
                <a:lnTo>
                  <a:pt x="329184" y="83820"/>
                </a:lnTo>
                <a:lnTo>
                  <a:pt x="332232" y="88392"/>
                </a:lnTo>
                <a:lnTo>
                  <a:pt x="334518" y="92202"/>
                </a:lnTo>
                <a:lnTo>
                  <a:pt x="339090" y="101346"/>
                </a:lnTo>
                <a:lnTo>
                  <a:pt x="340614" y="105156"/>
                </a:lnTo>
                <a:lnTo>
                  <a:pt x="368046" y="96774"/>
                </a:lnTo>
                <a:close/>
              </a:path>
              <a:path w="371475" h="243839">
                <a:moveTo>
                  <a:pt x="371094" y="131064"/>
                </a:moveTo>
                <a:lnTo>
                  <a:pt x="342900" y="127254"/>
                </a:lnTo>
                <a:lnTo>
                  <a:pt x="342138" y="131064"/>
                </a:lnTo>
                <a:lnTo>
                  <a:pt x="341376" y="135636"/>
                </a:lnTo>
                <a:lnTo>
                  <a:pt x="339852" y="140208"/>
                </a:lnTo>
                <a:lnTo>
                  <a:pt x="336804" y="147828"/>
                </a:lnTo>
                <a:lnTo>
                  <a:pt x="336042" y="149352"/>
                </a:lnTo>
                <a:lnTo>
                  <a:pt x="361188" y="163068"/>
                </a:lnTo>
                <a:lnTo>
                  <a:pt x="362712" y="160020"/>
                </a:lnTo>
                <a:lnTo>
                  <a:pt x="367284" y="147828"/>
                </a:lnTo>
                <a:lnTo>
                  <a:pt x="369570" y="140970"/>
                </a:lnTo>
                <a:lnTo>
                  <a:pt x="370332" y="134874"/>
                </a:lnTo>
                <a:lnTo>
                  <a:pt x="371094" y="131064"/>
                </a:lnTo>
                <a:close/>
              </a:path>
              <a:path w="371475" h="243839">
                <a:moveTo>
                  <a:pt x="341376" y="188976"/>
                </a:moveTo>
                <a:lnTo>
                  <a:pt x="321564" y="168402"/>
                </a:lnTo>
                <a:lnTo>
                  <a:pt x="313944" y="176022"/>
                </a:lnTo>
                <a:lnTo>
                  <a:pt x="309372" y="179832"/>
                </a:lnTo>
                <a:lnTo>
                  <a:pt x="304038" y="182880"/>
                </a:lnTo>
                <a:lnTo>
                  <a:pt x="300990" y="185166"/>
                </a:lnTo>
                <a:lnTo>
                  <a:pt x="316992" y="208788"/>
                </a:lnTo>
                <a:lnTo>
                  <a:pt x="320802" y="206502"/>
                </a:lnTo>
                <a:lnTo>
                  <a:pt x="332994" y="197358"/>
                </a:lnTo>
                <a:lnTo>
                  <a:pt x="341376" y="188976"/>
                </a:lnTo>
                <a:close/>
              </a:path>
              <a:path w="371475" h="243839">
                <a:moveTo>
                  <a:pt x="290322" y="223266"/>
                </a:moveTo>
                <a:lnTo>
                  <a:pt x="278130" y="197358"/>
                </a:lnTo>
                <a:lnTo>
                  <a:pt x="275844" y="198882"/>
                </a:lnTo>
                <a:lnTo>
                  <a:pt x="252984" y="206502"/>
                </a:lnTo>
                <a:lnTo>
                  <a:pt x="261365" y="233934"/>
                </a:lnTo>
                <a:lnTo>
                  <a:pt x="272796" y="230124"/>
                </a:lnTo>
                <a:lnTo>
                  <a:pt x="288036" y="224790"/>
                </a:lnTo>
                <a:lnTo>
                  <a:pt x="290322" y="223266"/>
                </a:lnTo>
                <a:close/>
              </a:path>
              <a:path w="371475" h="243839">
                <a:moveTo>
                  <a:pt x="231647" y="240792"/>
                </a:moveTo>
                <a:lnTo>
                  <a:pt x="227076" y="212598"/>
                </a:lnTo>
                <a:lnTo>
                  <a:pt x="217932" y="213360"/>
                </a:lnTo>
                <a:lnTo>
                  <a:pt x="201930" y="214884"/>
                </a:lnTo>
                <a:lnTo>
                  <a:pt x="200406" y="214884"/>
                </a:lnTo>
                <a:lnTo>
                  <a:pt x="201168" y="243840"/>
                </a:lnTo>
                <a:lnTo>
                  <a:pt x="204978" y="243840"/>
                </a:lnTo>
                <a:lnTo>
                  <a:pt x="222504" y="241554"/>
                </a:lnTo>
                <a:lnTo>
                  <a:pt x="231647" y="240792"/>
                </a:lnTo>
                <a:close/>
              </a:path>
              <a:path w="371475" h="243839">
                <a:moveTo>
                  <a:pt x="172974" y="215646"/>
                </a:moveTo>
                <a:lnTo>
                  <a:pt x="168402" y="214884"/>
                </a:lnTo>
                <a:lnTo>
                  <a:pt x="152400" y="213360"/>
                </a:lnTo>
                <a:lnTo>
                  <a:pt x="146304" y="212598"/>
                </a:lnTo>
                <a:lnTo>
                  <a:pt x="141732" y="240792"/>
                </a:lnTo>
                <a:lnTo>
                  <a:pt x="150114" y="242316"/>
                </a:lnTo>
                <a:lnTo>
                  <a:pt x="167640" y="243840"/>
                </a:lnTo>
                <a:lnTo>
                  <a:pt x="172212" y="243840"/>
                </a:lnTo>
                <a:lnTo>
                  <a:pt x="172974" y="215646"/>
                </a:lnTo>
                <a:close/>
              </a:path>
              <a:path w="371475" h="243839">
                <a:moveTo>
                  <a:pt x="120396" y="207264"/>
                </a:moveTo>
                <a:lnTo>
                  <a:pt x="108204" y="203454"/>
                </a:lnTo>
                <a:lnTo>
                  <a:pt x="95250" y="198120"/>
                </a:lnTo>
                <a:lnTo>
                  <a:pt x="83058" y="224028"/>
                </a:lnTo>
                <a:lnTo>
                  <a:pt x="84582" y="224790"/>
                </a:lnTo>
                <a:lnTo>
                  <a:pt x="99822" y="230886"/>
                </a:lnTo>
                <a:lnTo>
                  <a:pt x="112014" y="233934"/>
                </a:lnTo>
                <a:lnTo>
                  <a:pt x="120396" y="207264"/>
                </a:lnTo>
                <a:close/>
              </a:path>
              <a:path w="371475" h="243839">
                <a:moveTo>
                  <a:pt x="71628" y="185928"/>
                </a:moveTo>
                <a:lnTo>
                  <a:pt x="67056" y="182880"/>
                </a:lnTo>
                <a:lnTo>
                  <a:pt x="61722" y="179070"/>
                </a:lnTo>
                <a:lnTo>
                  <a:pt x="57150" y="175260"/>
                </a:lnTo>
                <a:lnTo>
                  <a:pt x="53340" y="171450"/>
                </a:lnTo>
                <a:lnTo>
                  <a:pt x="51053" y="169926"/>
                </a:lnTo>
                <a:lnTo>
                  <a:pt x="31242" y="190500"/>
                </a:lnTo>
                <a:lnTo>
                  <a:pt x="34290" y="192786"/>
                </a:lnTo>
                <a:lnTo>
                  <a:pt x="39624" y="198120"/>
                </a:lnTo>
                <a:lnTo>
                  <a:pt x="44958" y="201930"/>
                </a:lnTo>
                <a:lnTo>
                  <a:pt x="51053" y="206502"/>
                </a:lnTo>
                <a:lnTo>
                  <a:pt x="56388" y="209550"/>
                </a:lnTo>
                <a:lnTo>
                  <a:pt x="71628" y="185928"/>
                </a:lnTo>
                <a:close/>
              </a:path>
              <a:path w="371475" h="243839">
                <a:moveTo>
                  <a:pt x="36576" y="150876"/>
                </a:moveTo>
                <a:lnTo>
                  <a:pt x="35052" y="147066"/>
                </a:lnTo>
                <a:lnTo>
                  <a:pt x="32766" y="143256"/>
                </a:lnTo>
                <a:lnTo>
                  <a:pt x="31242" y="138684"/>
                </a:lnTo>
                <a:lnTo>
                  <a:pt x="29718" y="134874"/>
                </a:lnTo>
                <a:lnTo>
                  <a:pt x="28956" y="130302"/>
                </a:lnTo>
                <a:lnTo>
                  <a:pt x="28956" y="129540"/>
                </a:lnTo>
                <a:lnTo>
                  <a:pt x="762" y="132588"/>
                </a:lnTo>
                <a:lnTo>
                  <a:pt x="1524" y="135636"/>
                </a:lnTo>
                <a:lnTo>
                  <a:pt x="2286" y="142494"/>
                </a:lnTo>
                <a:lnTo>
                  <a:pt x="9144" y="160782"/>
                </a:lnTo>
                <a:lnTo>
                  <a:pt x="11430" y="164592"/>
                </a:lnTo>
                <a:lnTo>
                  <a:pt x="36576" y="150876"/>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18" name="object 16"/>
          <p:cNvSpPr/>
          <p:nvPr/>
        </p:nvSpPr>
        <p:spPr>
          <a:xfrm>
            <a:off x="343825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19" name="object 17"/>
          <p:cNvSpPr/>
          <p:nvPr/>
        </p:nvSpPr>
        <p:spPr>
          <a:xfrm>
            <a:off x="349540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0" name="object 18"/>
          <p:cNvSpPr/>
          <p:nvPr/>
        </p:nvSpPr>
        <p:spPr>
          <a:xfrm>
            <a:off x="355255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1" name="object 19"/>
          <p:cNvSpPr/>
          <p:nvPr/>
        </p:nvSpPr>
        <p:spPr>
          <a:xfrm>
            <a:off x="360970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2" name="object 20"/>
          <p:cNvSpPr/>
          <p:nvPr/>
        </p:nvSpPr>
        <p:spPr>
          <a:xfrm>
            <a:off x="366685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3" name="object 21"/>
          <p:cNvSpPr/>
          <p:nvPr/>
        </p:nvSpPr>
        <p:spPr>
          <a:xfrm>
            <a:off x="372400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4" name="object 22"/>
          <p:cNvSpPr/>
          <p:nvPr/>
        </p:nvSpPr>
        <p:spPr>
          <a:xfrm>
            <a:off x="378115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5" name="object 23"/>
          <p:cNvSpPr/>
          <p:nvPr/>
        </p:nvSpPr>
        <p:spPr>
          <a:xfrm>
            <a:off x="383830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6" name="object 24"/>
          <p:cNvSpPr/>
          <p:nvPr/>
        </p:nvSpPr>
        <p:spPr>
          <a:xfrm>
            <a:off x="389545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7" name="object 25"/>
          <p:cNvSpPr/>
          <p:nvPr/>
        </p:nvSpPr>
        <p:spPr>
          <a:xfrm>
            <a:off x="395260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8" name="object 26"/>
          <p:cNvSpPr/>
          <p:nvPr/>
        </p:nvSpPr>
        <p:spPr>
          <a:xfrm>
            <a:off x="4009757" y="4405597"/>
            <a:ext cx="29209" cy="0"/>
          </a:xfrm>
          <a:custGeom>
            <a:avLst/>
            <a:gdLst/>
            <a:ahLst/>
            <a:cxnLst/>
            <a:rect l="l" t="t" r="r" b="b"/>
            <a:pathLst>
              <a:path w="29210">
                <a:moveTo>
                  <a:pt x="0" y="0"/>
                </a:moveTo>
                <a:lnTo>
                  <a:pt x="28956"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29" name="object 27"/>
          <p:cNvSpPr/>
          <p:nvPr/>
        </p:nvSpPr>
        <p:spPr>
          <a:xfrm>
            <a:off x="4066907" y="4405597"/>
            <a:ext cx="6985" cy="0"/>
          </a:xfrm>
          <a:custGeom>
            <a:avLst/>
            <a:gdLst/>
            <a:ahLst/>
            <a:cxnLst/>
            <a:rect l="l" t="t" r="r" b="b"/>
            <a:pathLst>
              <a:path w="6985">
                <a:moveTo>
                  <a:pt x="0" y="0"/>
                </a:moveTo>
                <a:lnTo>
                  <a:pt x="6858" y="0"/>
                </a:lnTo>
              </a:path>
            </a:pathLst>
          </a:custGeom>
          <a:ln w="28955">
            <a:solidFill>
              <a:srgbClr val="FF00FF"/>
            </a:solidFill>
          </a:ln>
        </p:spPr>
        <p:txBody>
          <a:bodyPr wrap="square" lIns="0" tIns="0" rIns="0" bIns="0" rtlCol="0"/>
          <a:lstStyle/>
          <a:p>
            <a:endParaRPr>
              <a:ea typeface="宋体" panose="02010600030101010101" pitchFamily="2" charset="-122"/>
            </a:endParaRPr>
          </a:p>
        </p:txBody>
      </p:sp>
      <p:sp>
        <p:nvSpPr>
          <p:cNvPr id="30" name="object 28"/>
          <p:cNvSpPr/>
          <p:nvPr/>
        </p:nvSpPr>
        <p:spPr>
          <a:xfrm>
            <a:off x="3432923" y="4392643"/>
            <a:ext cx="659130" cy="318770"/>
          </a:xfrm>
          <a:custGeom>
            <a:avLst/>
            <a:gdLst/>
            <a:ahLst/>
            <a:cxnLst/>
            <a:rect l="l" t="t" r="r" b="b"/>
            <a:pathLst>
              <a:path w="659130" h="318770">
                <a:moveTo>
                  <a:pt x="37338" y="11429"/>
                </a:moveTo>
                <a:lnTo>
                  <a:pt x="11430" y="0"/>
                </a:lnTo>
                <a:lnTo>
                  <a:pt x="0" y="25908"/>
                </a:lnTo>
                <a:lnTo>
                  <a:pt x="25908" y="38100"/>
                </a:lnTo>
                <a:lnTo>
                  <a:pt x="37338" y="11429"/>
                </a:lnTo>
                <a:close/>
              </a:path>
              <a:path w="659130" h="318770">
                <a:moveTo>
                  <a:pt x="89916" y="35051"/>
                </a:moveTo>
                <a:lnTo>
                  <a:pt x="64008" y="23621"/>
                </a:lnTo>
                <a:lnTo>
                  <a:pt x="51816" y="49530"/>
                </a:lnTo>
                <a:lnTo>
                  <a:pt x="77724" y="60960"/>
                </a:lnTo>
                <a:lnTo>
                  <a:pt x="89916" y="35051"/>
                </a:lnTo>
                <a:close/>
              </a:path>
              <a:path w="659130" h="318770">
                <a:moveTo>
                  <a:pt x="141732" y="58673"/>
                </a:moveTo>
                <a:lnTo>
                  <a:pt x="115824" y="47243"/>
                </a:lnTo>
                <a:lnTo>
                  <a:pt x="103632" y="73151"/>
                </a:lnTo>
                <a:lnTo>
                  <a:pt x="130302" y="84581"/>
                </a:lnTo>
                <a:lnTo>
                  <a:pt x="141732" y="58673"/>
                </a:lnTo>
                <a:close/>
              </a:path>
              <a:path w="659130" h="318770">
                <a:moveTo>
                  <a:pt x="193548" y="82296"/>
                </a:moveTo>
                <a:lnTo>
                  <a:pt x="167640" y="70865"/>
                </a:lnTo>
                <a:lnTo>
                  <a:pt x="156210" y="96773"/>
                </a:lnTo>
                <a:lnTo>
                  <a:pt x="182118" y="108204"/>
                </a:lnTo>
                <a:lnTo>
                  <a:pt x="193548" y="82296"/>
                </a:lnTo>
                <a:close/>
              </a:path>
              <a:path w="659130" h="318770">
                <a:moveTo>
                  <a:pt x="246126" y="105917"/>
                </a:moveTo>
                <a:lnTo>
                  <a:pt x="220218" y="93725"/>
                </a:lnTo>
                <a:lnTo>
                  <a:pt x="208026" y="120395"/>
                </a:lnTo>
                <a:lnTo>
                  <a:pt x="233934" y="131826"/>
                </a:lnTo>
                <a:lnTo>
                  <a:pt x="246126" y="105917"/>
                </a:lnTo>
                <a:close/>
              </a:path>
              <a:path w="659130" h="318770">
                <a:moveTo>
                  <a:pt x="297942" y="129539"/>
                </a:moveTo>
                <a:lnTo>
                  <a:pt x="272034" y="117347"/>
                </a:lnTo>
                <a:lnTo>
                  <a:pt x="260604" y="143255"/>
                </a:lnTo>
                <a:lnTo>
                  <a:pt x="286512" y="155447"/>
                </a:lnTo>
                <a:lnTo>
                  <a:pt x="297942" y="129539"/>
                </a:lnTo>
                <a:close/>
              </a:path>
              <a:path w="659130" h="318770">
                <a:moveTo>
                  <a:pt x="350520" y="152399"/>
                </a:moveTo>
                <a:lnTo>
                  <a:pt x="323850" y="140969"/>
                </a:lnTo>
                <a:lnTo>
                  <a:pt x="312420" y="166877"/>
                </a:lnTo>
                <a:lnTo>
                  <a:pt x="338328" y="179069"/>
                </a:lnTo>
                <a:lnTo>
                  <a:pt x="350520" y="152399"/>
                </a:lnTo>
                <a:close/>
              </a:path>
              <a:path w="659130" h="318770">
                <a:moveTo>
                  <a:pt x="402336" y="176021"/>
                </a:moveTo>
                <a:lnTo>
                  <a:pt x="376428" y="164592"/>
                </a:lnTo>
                <a:lnTo>
                  <a:pt x="364236" y="190499"/>
                </a:lnTo>
                <a:lnTo>
                  <a:pt x="390906" y="201929"/>
                </a:lnTo>
                <a:lnTo>
                  <a:pt x="402336" y="176021"/>
                </a:lnTo>
                <a:close/>
              </a:path>
              <a:path w="659130" h="318770">
                <a:moveTo>
                  <a:pt x="454152" y="199644"/>
                </a:moveTo>
                <a:lnTo>
                  <a:pt x="428244" y="188213"/>
                </a:lnTo>
                <a:lnTo>
                  <a:pt x="416814" y="214121"/>
                </a:lnTo>
                <a:lnTo>
                  <a:pt x="442722" y="225551"/>
                </a:lnTo>
                <a:lnTo>
                  <a:pt x="454152" y="199644"/>
                </a:lnTo>
                <a:close/>
              </a:path>
              <a:path w="659130" h="318770">
                <a:moveTo>
                  <a:pt x="506730" y="223265"/>
                </a:moveTo>
                <a:lnTo>
                  <a:pt x="480060" y="211835"/>
                </a:lnTo>
                <a:lnTo>
                  <a:pt x="468630" y="237743"/>
                </a:lnTo>
                <a:lnTo>
                  <a:pt x="494538" y="249173"/>
                </a:lnTo>
                <a:lnTo>
                  <a:pt x="506730" y="223265"/>
                </a:lnTo>
                <a:close/>
              </a:path>
              <a:path w="659130" h="318770">
                <a:moveTo>
                  <a:pt x="558546" y="246887"/>
                </a:moveTo>
                <a:lnTo>
                  <a:pt x="532638" y="234695"/>
                </a:lnTo>
                <a:lnTo>
                  <a:pt x="520446" y="261365"/>
                </a:lnTo>
                <a:lnTo>
                  <a:pt x="547116" y="272795"/>
                </a:lnTo>
                <a:lnTo>
                  <a:pt x="558546" y="246887"/>
                </a:lnTo>
                <a:close/>
              </a:path>
              <a:path w="659130" h="318770">
                <a:moveTo>
                  <a:pt x="610362" y="270509"/>
                </a:moveTo>
                <a:lnTo>
                  <a:pt x="584454" y="258317"/>
                </a:lnTo>
                <a:lnTo>
                  <a:pt x="573024" y="284225"/>
                </a:lnTo>
                <a:lnTo>
                  <a:pt x="598932" y="296417"/>
                </a:lnTo>
                <a:lnTo>
                  <a:pt x="610362" y="270509"/>
                </a:lnTo>
                <a:close/>
              </a:path>
              <a:path w="659130" h="318770">
                <a:moveTo>
                  <a:pt x="659130" y="291845"/>
                </a:moveTo>
                <a:lnTo>
                  <a:pt x="637032" y="281939"/>
                </a:lnTo>
                <a:lnTo>
                  <a:pt x="624840" y="307847"/>
                </a:lnTo>
                <a:lnTo>
                  <a:pt x="647700" y="318515"/>
                </a:lnTo>
                <a:lnTo>
                  <a:pt x="659130" y="291845"/>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31" name="object 29"/>
          <p:cNvSpPr/>
          <p:nvPr/>
        </p:nvSpPr>
        <p:spPr>
          <a:xfrm>
            <a:off x="3394823" y="4735543"/>
            <a:ext cx="671830" cy="300355"/>
          </a:xfrm>
          <a:custGeom>
            <a:avLst/>
            <a:gdLst/>
            <a:ahLst/>
            <a:cxnLst/>
            <a:rect l="l" t="t" r="r" b="b"/>
            <a:pathLst>
              <a:path w="671830" h="300354">
                <a:moveTo>
                  <a:pt x="37338" y="10667"/>
                </a:moveTo>
                <a:lnTo>
                  <a:pt x="11430" y="0"/>
                </a:lnTo>
                <a:lnTo>
                  <a:pt x="0" y="25908"/>
                </a:lnTo>
                <a:lnTo>
                  <a:pt x="26670" y="37338"/>
                </a:lnTo>
                <a:lnTo>
                  <a:pt x="37338" y="10667"/>
                </a:lnTo>
                <a:close/>
              </a:path>
              <a:path w="671830" h="300354">
                <a:moveTo>
                  <a:pt x="90678" y="32765"/>
                </a:moveTo>
                <a:lnTo>
                  <a:pt x="64008" y="22097"/>
                </a:lnTo>
                <a:lnTo>
                  <a:pt x="53340" y="48006"/>
                </a:lnTo>
                <a:lnTo>
                  <a:pt x="79248" y="59436"/>
                </a:lnTo>
                <a:lnTo>
                  <a:pt x="90678" y="32765"/>
                </a:lnTo>
                <a:close/>
              </a:path>
              <a:path w="671830" h="300354">
                <a:moveTo>
                  <a:pt x="143256" y="54863"/>
                </a:moveTo>
                <a:lnTo>
                  <a:pt x="116586" y="43433"/>
                </a:lnTo>
                <a:lnTo>
                  <a:pt x="105918" y="70103"/>
                </a:lnTo>
                <a:lnTo>
                  <a:pt x="131826" y="80772"/>
                </a:lnTo>
                <a:lnTo>
                  <a:pt x="143256" y="54863"/>
                </a:lnTo>
                <a:close/>
              </a:path>
              <a:path w="671830" h="300354">
                <a:moveTo>
                  <a:pt x="195834" y="76199"/>
                </a:moveTo>
                <a:lnTo>
                  <a:pt x="169164" y="65531"/>
                </a:lnTo>
                <a:lnTo>
                  <a:pt x="158496" y="92201"/>
                </a:lnTo>
                <a:lnTo>
                  <a:pt x="185166" y="102870"/>
                </a:lnTo>
                <a:lnTo>
                  <a:pt x="195834" y="76199"/>
                </a:lnTo>
                <a:close/>
              </a:path>
              <a:path w="671830" h="300354">
                <a:moveTo>
                  <a:pt x="248412" y="98297"/>
                </a:moveTo>
                <a:lnTo>
                  <a:pt x="222504" y="87630"/>
                </a:lnTo>
                <a:lnTo>
                  <a:pt x="211074" y="113537"/>
                </a:lnTo>
                <a:lnTo>
                  <a:pt x="237744" y="124967"/>
                </a:lnTo>
                <a:lnTo>
                  <a:pt x="248412" y="98297"/>
                </a:lnTo>
                <a:close/>
              </a:path>
              <a:path w="671830" h="300354">
                <a:moveTo>
                  <a:pt x="301752" y="120395"/>
                </a:moveTo>
                <a:lnTo>
                  <a:pt x="275082" y="109727"/>
                </a:lnTo>
                <a:lnTo>
                  <a:pt x="264414" y="135635"/>
                </a:lnTo>
                <a:lnTo>
                  <a:pt x="290322" y="147065"/>
                </a:lnTo>
                <a:lnTo>
                  <a:pt x="301752" y="120395"/>
                </a:lnTo>
                <a:close/>
              </a:path>
              <a:path w="671830" h="300354">
                <a:moveTo>
                  <a:pt x="354330" y="142494"/>
                </a:moveTo>
                <a:lnTo>
                  <a:pt x="327660" y="131063"/>
                </a:lnTo>
                <a:lnTo>
                  <a:pt x="316992" y="157733"/>
                </a:lnTo>
                <a:lnTo>
                  <a:pt x="343662" y="168401"/>
                </a:lnTo>
                <a:lnTo>
                  <a:pt x="354330" y="142494"/>
                </a:lnTo>
                <a:close/>
              </a:path>
              <a:path w="671830" h="300354">
                <a:moveTo>
                  <a:pt x="406908" y="163829"/>
                </a:moveTo>
                <a:lnTo>
                  <a:pt x="381000" y="153161"/>
                </a:lnTo>
                <a:lnTo>
                  <a:pt x="369570" y="179831"/>
                </a:lnTo>
                <a:lnTo>
                  <a:pt x="396240" y="190499"/>
                </a:lnTo>
                <a:lnTo>
                  <a:pt x="406908" y="163829"/>
                </a:lnTo>
                <a:close/>
              </a:path>
              <a:path w="671830" h="300354">
                <a:moveTo>
                  <a:pt x="459486" y="185927"/>
                </a:moveTo>
                <a:lnTo>
                  <a:pt x="433578" y="175260"/>
                </a:lnTo>
                <a:lnTo>
                  <a:pt x="422148" y="201167"/>
                </a:lnTo>
                <a:lnTo>
                  <a:pt x="448818" y="212597"/>
                </a:lnTo>
                <a:lnTo>
                  <a:pt x="459486" y="185927"/>
                </a:lnTo>
                <a:close/>
              </a:path>
              <a:path w="671830" h="300354">
                <a:moveTo>
                  <a:pt x="512826" y="208025"/>
                </a:moveTo>
                <a:lnTo>
                  <a:pt x="486156" y="197357"/>
                </a:lnTo>
                <a:lnTo>
                  <a:pt x="475488" y="223265"/>
                </a:lnTo>
                <a:lnTo>
                  <a:pt x="501396" y="234695"/>
                </a:lnTo>
                <a:lnTo>
                  <a:pt x="512826" y="208025"/>
                </a:lnTo>
                <a:close/>
              </a:path>
              <a:path w="671830" h="300354">
                <a:moveTo>
                  <a:pt x="565404" y="230123"/>
                </a:moveTo>
                <a:lnTo>
                  <a:pt x="538734" y="218693"/>
                </a:lnTo>
                <a:lnTo>
                  <a:pt x="528066" y="245363"/>
                </a:lnTo>
                <a:lnTo>
                  <a:pt x="554736" y="256031"/>
                </a:lnTo>
                <a:lnTo>
                  <a:pt x="565404" y="230123"/>
                </a:lnTo>
                <a:close/>
              </a:path>
              <a:path w="671830" h="300354">
                <a:moveTo>
                  <a:pt x="617982" y="251459"/>
                </a:moveTo>
                <a:lnTo>
                  <a:pt x="592074" y="240791"/>
                </a:lnTo>
                <a:lnTo>
                  <a:pt x="580644" y="267461"/>
                </a:lnTo>
                <a:lnTo>
                  <a:pt x="607314" y="278129"/>
                </a:lnTo>
                <a:lnTo>
                  <a:pt x="617982" y="251459"/>
                </a:lnTo>
                <a:close/>
              </a:path>
              <a:path w="671830" h="300354">
                <a:moveTo>
                  <a:pt x="671322" y="273557"/>
                </a:moveTo>
                <a:lnTo>
                  <a:pt x="644652" y="262889"/>
                </a:lnTo>
                <a:lnTo>
                  <a:pt x="633984" y="288797"/>
                </a:lnTo>
                <a:lnTo>
                  <a:pt x="659892" y="300227"/>
                </a:lnTo>
                <a:lnTo>
                  <a:pt x="671322" y="273557"/>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32" name="object 30"/>
          <p:cNvSpPr/>
          <p:nvPr/>
        </p:nvSpPr>
        <p:spPr>
          <a:xfrm>
            <a:off x="3400919" y="4401025"/>
            <a:ext cx="713740" cy="565785"/>
          </a:xfrm>
          <a:custGeom>
            <a:avLst/>
            <a:gdLst/>
            <a:ahLst/>
            <a:cxnLst/>
            <a:rect l="l" t="t" r="r" b="b"/>
            <a:pathLst>
              <a:path w="713739" h="565785">
                <a:moveTo>
                  <a:pt x="40385" y="17526"/>
                </a:moveTo>
                <a:lnTo>
                  <a:pt x="18287" y="0"/>
                </a:lnTo>
                <a:lnTo>
                  <a:pt x="0" y="22098"/>
                </a:lnTo>
                <a:lnTo>
                  <a:pt x="22859" y="39624"/>
                </a:lnTo>
                <a:lnTo>
                  <a:pt x="40385" y="17526"/>
                </a:lnTo>
                <a:close/>
              </a:path>
              <a:path w="713739" h="565785">
                <a:moveTo>
                  <a:pt x="85343" y="52577"/>
                </a:moveTo>
                <a:lnTo>
                  <a:pt x="63245" y="35052"/>
                </a:lnTo>
                <a:lnTo>
                  <a:pt x="45719" y="57150"/>
                </a:lnTo>
                <a:lnTo>
                  <a:pt x="67817" y="74676"/>
                </a:lnTo>
                <a:lnTo>
                  <a:pt x="85343" y="52577"/>
                </a:lnTo>
                <a:close/>
              </a:path>
              <a:path w="713739" h="565785">
                <a:moveTo>
                  <a:pt x="130301" y="87630"/>
                </a:moveTo>
                <a:lnTo>
                  <a:pt x="108203" y="70104"/>
                </a:lnTo>
                <a:lnTo>
                  <a:pt x="90677" y="92964"/>
                </a:lnTo>
                <a:lnTo>
                  <a:pt x="112775" y="110489"/>
                </a:lnTo>
                <a:lnTo>
                  <a:pt x="130301" y="87630"/>
                </a:lnTo>
                <a:close/>
              </a:path>
              <a:path w="713739" h="565785">
                <a:moveTo>
                  <a:pt x="175259" y="122682"/>
                </a:moveTo>
                <a:lnTo>
                  <a:pt x="153161" y="105155"/>
                </a:lnTo>
                <a:lnTo>
                  <a:pt x="135635" y="128016"/>
                </a:lnTo>
                <a:lnTo>
                  <a:pt x="157733" y="145542"/>
                </a:lnTo>
                <a:lnTo>
                  <a:pt x="175259" y="122682"/>
                </a:lnTo>
                <a:close/>
              </a:path>
              <a:path w="713739" h="565785">
                <a:moveTo>
                  <a:pt x="220979" y="157733"/>
                </a:moveTo>
                <a:lnTo>
                  <a:pt x="198119" y="140208"/>
                </a:lnTo>
                <a:lnTo>
                  <a:pt x="180593" y="163068"/>
                </a:lnTo>
                <a:lnTo>
                  <a:pt x="202691" y="180594"/>
                </a:lnTo>
                <a:lnTo>
                  <a:pt x="220979" y="157733"/>
                </a:lnTo>
                <a:close/>
              </a:path>
              <a:path w="713739" h="565785">
                <a:moveTo>
                  <a:pt x="265938" y="193547"/>
                </a:moveTo>
                <a:lnTo>
                  <a:pt x="243077" y="175260"/>
                </a:lnTo>
                <a:lnTo>
                  <a:pt x="225551" y="198119"/>
                </a:lnTo>
                <a:lnTo>
                  <a:pt x="248411" y="215646"/>
                </a:lnTo>
                <a:lnTo>
                  <a:pt x="265938" y="193547"/>
                </a:lnTo>
                <a:close/>
              </a:path>
              <a:path w="713739" h="565785">
                <a:moveTo>
                  <a:pt x="310895" y="228600"/>
                </a:moveTo>
                <a:lnTo>
                  <a:pt x="288035" y="211074"/>
                </a:lnTo>
                <a:lnTo>
                  <a:pt x="270509" y="233172"/>
                </a:lnTo>
                <a:lnTo>
                  <a:pt x="293370" y="250697"/>
                </a:lnTo>
                <a:lnTo>
                  <a:pt x="310895" y="228600"/>
                </a:lnTo>
                <a:close/>
              </a:path>
              <a:path w="713739" h="565785">
                <a:moveTo>
                  <a:pt x="355853" y="263652"/>
                </a:moveTo>
                <a:lnTo>
                  <a:pt x="332994" y="246126"/>
                </a:lnTo>
                <a:lnTo>
                  <a:pt x="315467" y="268224"/>
                </a:lnTo>
                <a:lnTo>
                  <a:pt x="338327" y="285750"/>
                </a:lnTo>
                <a:lnTo>
                  <a:pt x="355853" y="263652"/>
                </a:lnTo>
                <a:close/>
              </a:path>
              <a:path w="713739" h="565785">
                <a:moveTo>
                  <a:pt x="400812" y="298703"/>
                </a:moveTo>
                <a:lnTo>
                  <a:pt x="377952" y="281178"/>
                </a:lnTo>
                <a:lnTo>
                  <a:pt x="360426" y="304038"/>
                </a:lnTo>
                <a:lnTo>
                  <a:pt x="383285" y="321564"/>
                </a:lnTo>
                <a:lnTo>
                  <a:pt x="400812" y="298703"/>
                </a:lnTo>
                <a:close/>
              </a:path>
              <a:path w="713739" h="565785">
                <a:moveTo>
                  <a:pt x="445769" y="333755"/>
                </a:moveTo>
                <a:lnTo>
                  <a:pt x="423672" y="316229"/>
                </a:lnTo>
                <a:lnTo>
                  <a:pt x="405384" y="339089"/>
                </a:lnTo>
                <a:lnTo>
                  <a:pt x="428244" y="356615"/>
                </a:lnTo>
                <a:lnTo>
                  <a:pt x="445769" y="333755"/>
                </a:lnTo>
                <a:close/>
              </a:path>
              <a:path w="713739" h="565785">
                <a:moveTo>
                  <a:pt x="490728" y="368807"/>
                </a:moveTo>
                <a:lnTo>
                  <a:pt x="468630" y="351281"/>
                </a:lnTo>
                <a:lnTo>
                  <a:pt x="451103" y="374141"/>
                </a:lnTo>
                <a:lnTo>
                  <a:pt x="473202" y="391667"/>
                </a:lnTo>
                <a:lnTo>
                  <a:pt x="490728" y="368807"/>
                </a:lnTo>
                <a:close/>
              </a:path>
              <a:path w="713739" h="565785">
                <a:moveTo>
                  <a:pt x="535686" y="403859"/>
                </a:moveTo>
                <a:lnTo>
                  <a:pt x="513588" y="386334"/>
                </a:lnTo>
                <a:lnTo>
                  <a:pt x="496061" y="409194"/>
                </a:lnTo>
                <a:lnTo>
                  <a:pt x="518159" y="426720"/>
                </a:lnTo>
                <a:lnTo>
                  <a:pt x="535686" y="403859"/>
                </a:lnTo>
                <a:close/>
              </a:path>
              <a:path w="713739" h="565785">
                <a:moveTo>
                  <a:pt x="580644" y="439673"/>
                </a:moveTo>
                <a:lnTo>
                  <a:pt x="558546" y="422148"/>
                </a:lnTo>
                <a:lnTo>
                  <a:pt x="541019" y="444245"/>
                </a:lnTo>
                <a:lnTo>
                  <a:pt x="563118" y="461772"/>
                </a:lnTo>
                <a:lnTo>
                  <a:pt x="580644" y="439673"/>
                </a:lnTo>
                <a:close/>
              </a:path>
              <a:path w="713739" h="565785">
                <a:moveTo>
                  <a:pt x="626364" y="474726"/>
                </a:moveTo>
                <a:lnTo>
                  <a:pt x="603504" y="457200"/>
                </a:lnTo>
                <a:lnTo>
                  <a:pt x="585978" y="479298"/>
                </a:lnTo>
                <a:lnTo>
                  <a:pt x="608076" y="496823"/>
                </a:lnTo>
                <a:lnTo>
                  <a:pt x="626364" y="474726"/>
                </a:lnTo>
                <a:close/>
              </a:path>
              <a:path w="713739" h="565785">
                <a:moveTo>
                  <a:pt x="671322" y="509778"/>
                </a:moveTo>
                <a:lnTo>
                  <a:pt x="648461" y="492252"/>
                </a:lnTo>
                <a:lnTo>
                  <a:pt x="630936" y="514350"/>
                </a:lnTo>
                <a:lnTo>
                  <a:pt x="653796" y="532638"/>
                </a:lnTo>
                <a:lnTo>
                  <a:pt x="671322" y="509778"/>
                </a:lnTo>
                <a:close/>
              </a:path>
              <a:path w="713739" h="565785">
                <a:moveTo>
                  <a:pt x="713232" y="542544"/>
                </a:moveTo>
                <a:lnTo>
                  <a:pt x="693419" y="527304"/>
                </a:lnTo>
                <a:lnTo>
                  <a:pt x="675894" y="550164"/>
                </a:lnTo>
                <a:lnTo>
                  <a:pt x="695706" y="565404"/>
                </a:lnTo>
                <a:lnTo>
                  <a:pt x="713232" y="542544"/>
                </a:lnTo>
                <a:close/>
              </a:path>
            </a:pathLst>
          </a:custGeom>
          <a:solidFill>
            <a:srgbClr val="FF00FF"/>
          </a:solidFill>
        </p:spPr>
        <p:txBody>
          <a:bodyPr wrap="square" lIns="0" tIns="0" rIns="0" bIns="0" rtlCol="0"/>
          <a:lstStyle/>
          <a:p>
            <a:endParaRPr>
              <a:ea typeface="宋体" panose="02010600030101010101" pitchFamily="2" charset="-122"/>
            </a:endParaRPr>
          </a:p>
        </p:txBody>
      </p:sp>
      <p:sp>
        <p:nvSpPr>
          <p:cNvPr id="33" name="object 31"/>
          <p:cNvSpPr/>
          <p:nvPr/>
        </p:nvSpPr>
        <p:spPr>
          <a:xfrm>
            <a:off x="8208364" y="3594067"/>
            <a:ext cx="2154173" cy="1941576"/>
          </a:xfrm>
          <a:prstGeom prst="rect">
            <a:avLst/>
          </a:prstGeom>
          <a:blipFill>
            <a:blip r:embed="rId6" cstate="print"/>
            <a:stretch>
              <a:fillRect/>
            </a:stretch>
          </a:blipFill>
        </p:spPr>
        <p:txBody>
          <a:bodyPr wrap="square" lIns="0" tIns="0" rIns="0" bIns="0" rtlCol="0"/>
          <a:lstStyle/>
          <a:p>
            <a:endParaRPr>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a:t>
            </a:r>
            <a:r>
              <a:rPr lang="en-US" altLang="zh-CN" sz="4000" u="sng" dirty="0"/>
              <a:t>θ-Join</a:t>
            </a:r>
            <a:r>
              <a:rPr lang="en-US" sz="4000" u="sng" dirty="0"/>
              <a:t>)</a:t>
            </a:r>
            <a:endParaRPr lang="en-US" sz="4000" u="sng" dirty="0"/>
          </a:p>
        </p:txBody>
      </p:sp>
      <p:sp>
        <p:nvSpPr>
          <p:cNvPr id="9" name="文本框 8"/>
          <p:cNvSpPr txBox="1"/>
          <p:nvPr/>
        </p:nvSpPr>
        <p:spPr>
          <a:xfrm>
            <a:off x="481043" y="882465"/>
            <a:ext cx="10907247" cy="1200329"/>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t>Examples of using θ-Join operation (semantic).</a:t>
            </a:r>
            <a:endParaRPr lang="en-US" altLang="zh-CN" sz="2400" b="1" dirty="0"/>
          </a:p>
          <a:p>
            <a:pPr marL="285750" indent="-285750">
              <a:buFont typeface="Wingdings" panose="05000000000000000000" pitchFamily="2" charset="2"/>
              <a:buChar char="Ø"/>
            </a:pPr>
            <a:r>
              <a:rPr lang="en-US" altLang="zh-CN" sz="2400" b="1" u="sng" dirty="0"/>
              <a:t>Employee table</a:t>
            </a:r>
            <a:r>
              <a:rPr lang="en-US" altLang="zh-CN" sz="2400" dirty="0"/>
              <a:t>: Worker(</a:t>
            </a:r>
            <a:r>
              <a:rPr lang="en-US" altLang="zh-CN" sz="2400" dirty="0" err="1"/>
              <a:t>Wno</a:t>
            </a:r>
            <a:r>
              <a:rPr lang="en-US" altLang="zh-CN" sz="2400" dirty="0"/>
              <a:t>, </a:t>
            </a:r>
            <a:r>
              <a:rPr lang="en-US" altLang="zh-CN" sz="2400" dirty="0" err="1"/>
              <a:t>Wname</a:t>
            </a:r>
            <a:r>
              <a:rPr lang="en-US" altLang="zh-CN" sz="2400" dirty="0"/>
              <a:t>, </a:t>
            </a:r>
            <a:r>
              <a:rPr lang="en-US" altLang="zh-CN" sz="2400" dirty="0" err="1"/>
              <a:t>Wsex</a:t>
            </a:r>
            <a:r>
              <a:rPr lang="en-US" altLang="zh-CN" sz="2400" dirty="0"/>
              <a:t>, Wage, Degree)</a:t>
            </a:r>
            <a:endParaRPr lang="en-US" altLang="zh-CN" sz="2400" dirty="0"/>
          </a:p>
          <a:p>
            <a:pPr marL="285750" indent="-285750">
              <a:buFont typeface="Wingdings" panose="05000000000000000000" pitchFamily="2" charset="2"/>
              <a:buChar char="Ø"/>
            </a:pPr>
            <a:r>
              <a:rPr lang="en-US" altLang="zh-CN" sz="2400" b="1" u="sng" dirty="0"/>
              <a:t>Job restriction table</a:t>
            </a:r>
            <a:r>
              <a:rPr lang="en-US" altLang="zh-CN" sz="2400" dirty="0"/>
              <a:t>: Position(Type, </a:t>
            </a:r>
            <a:r>
              <a:rPr lang="en-US" altLang="zh-CN" sz="2400" dirty="0" err="1"/>
              <a:t>Limited_Degree</a:t>
            </a:r>
            <a:r>
              <a:rPr lang="en-US" altLang="zh-CN" sz="2400" dirty="0"/>
              <a:t>)</a:t>
            </a:r>
            <a:endParaRPr lang="zh-CN" altLang="en-US" sz="2400" dirty="0"/>
          </a:p>
        </p:txBody>
      </p:sp>
      <p:sp>
        <p:nvSpPr>
          <p:cNvPr id="14" name="文本框 13"/>
          <p:cNvSpPr txBox="1"/>
          <p:nvPr/>
        </p:nvSpPr>
        <p:spPr>
          <a:xfrm>
            <a:off x="573626" y="2413337"/>
            <a:ext cx="7914391" cy="1015663"/>
          </a:xfrm>
          <a:prstGeom prst="rect">
            <a:avLst/>
          </a:prstGeom>
          <a:noFill/>
        </p:spPr>
        <p:txBody>
          <a:bodyPr wrap="square">
            <a:spAutoFit/>
          </a:bodyPr>
          <a:lstStyle/>
          <a:p>
            <a:r>
              <a:rPr lang="en-US" altLang="zh-CN" sz="2000" dirty="0">
                <a:solidFill>
                  <a:srgbClr val="FF0000"/>
                </a:solidFill>
              </a:rPr>
              <a:t>The positions being applied for must be filled by individuals with at least the minimum educational qualifications required. Find the names of all employees and the names of the positions they may be applying for.</a:t>
            </a:r>
            <a:endParaRPr lang="en-US" altLang="zh-CN" sz="2000" dirty="0">
              <a:solidFill>
                <a:srgbClr val="FF0000"/>
              </a:solidFill>
            </a:endParaRPr>
          </a:p>
        </p:txBody>
      </p:sp>
      <p:graphicFrame>
        <p:nvGraphicFramePr>
          <p:cNvPr id="10" name="表格 9"/>
          <p:cNvGraphicFramePr>
            <a:graphicFrameLocks noGrp="1"/>
          </p:cNvGraphicFramePr>
          <p:nvPr/>
        </p:nvGraphicFramePr>
        <p:xfrm>
          <a:off x="643671" y="3618661"/>
          <a:ext cx="4652916" cy="1623955"/>
        </p:xfrm>
        <a:graphic>
          <a:graphicData uri="http://schemas.openxmlformats.org/drawingml/2006/table">
            <a:tbl>
              <a:tblPr firstRow="1" bandRow="1"/>
              <a:tblGrid>
                <a:gridCol w="900903"/>
                <a:gridCol w="993910"/>
                <a:gridCol w="759563"/>
                <a:gridCol w="683329"/>
                <a:gridCol w="1315211"/>
              </a:tblGrid>
              <a:tr h="338307">
                <a:tc gridSpan="5">
                  <a:txBody>
                    <a:bodyPr/>
                    <a:lstStyle/>
                    <a:p>
                      <a:pPr algn="l"/>
                      <a:r>
                        <a:rPr lang="en-US" altLang="zh-CN" sz="1500" b="1" dirty="0">
                          <a:latin typeface="华文楷体" panose="02010600040101010101" pitchFamily="2" charset="-122"/>
                          <a:ea typeface="华文楷体" panose="02010600040101010101" pitchFamily="2" charset="-122"/>
                        </a:rPr>
                        <a:t>worker</a:t>
                      </a:r>
                      <a:endParaRPr lang="zh-CN" altLang="en-US" sz="1500" b="1" dirty="0">
                        <a:latin typeface="华文楷体" panose="02010600040101010101" pitchFamily="2" charset="-122"/>
                        <a:ea typeface="华文楷体" panose="02010600040101010101" pitchFamily="2" charset="-122"/>
                      </a:endParaRPr>
                    </a:p>
                  </a:txBody>
                  <a:tcPr marL="86791" marR="86791" marT="43395" marB="43395" anchor="ctr">
                    <a:noFill/>
                  </a:tcPr>
                </a:tc>
                <a:tc hMerge="1">
                  <a:tcPr/>
                </a:tc>
                <a:tc hMerge="1">
                  <a:tcPr/>
                </a:tc>
                <a:tc hMerge="1">
                  <a:tcPr/>
                </a:tc>
                <a:tc hMerge="1">
                  <a:tcPr/>
                </a:tc>
              </a:tr>
              <a:tr h="321412">
                <a:tc>
                  <a:txBody>
                    <a:bodyPr/>
                    <a:lstStyle/>
                    <a:p>
                      <a:pPr algn="ctr"/>
                      <a:r>
                        <a:rPr lang="en-US" altLang="zh-CN" sz="1500" b="1" dirty="0" err="1">
                          <a:latin typeface="华文楷体" panose="02010600040101010101" pitchFamily="2" charset="-122"/>
                          <a:ea typeface="华文楷体" panose="02010600040101010101" pitchFamily="2" charset="-122"/>
                        </a:rPr>
                        <a:t>Wno</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Wname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Wsex</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Wage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Degree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r>
              <a:tr h="321412">
                <a:tc>
                  <a:txBody>
                    <a:bodyPr/>
                    <a:lstStyle/>
                    <a:p>
                      <a:pPr algn="ctr"/>
                      <a:r>
                        <a:rPr lang="en-US" altLang="zh-CN" sz="1500" b="1" dirty="0">
                          <a:latin typeface="华文楷体" panose="02010600040101010101" pitchFamily="2" charset="-122"/>
                          <a:ea typeface="华文楷体" panose="02010600040101010101" pitchFamily="2" charset="-122"/>
                        </a:rPr>
                        <a:t>01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Bob</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321412">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321412">
                <a:tc>
                  <a:txBody>
                    <a:bodyPr/>
                    <a:lstStyle/>
                    <a:p>
                      <a:pPr algn="ctr"/>
                      <a:r>
                        <a:rPr lang="en-US" altLang="zh-CN" sz="1500" b="1" dirty="0">
                          <a:latin typeface="华文楷体" panose="02010600040101010101" pitchFamily="2" charset="-122"/>
                          <a:ea typeface="华文楷体" panose="02010600040101010101" pitchFamily="2" charset="-122"/>
                        </a:rPr>
                        <a:t>03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55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bl>
          </a:graphicData>
        </a:graphic>
      </p:graphicFrame>
      <p:graphicFrame>
        <p:nvGraphicFramePr>
          <p:cNvPr id="11" name="表格 10"/>
          <p:cNvGraphicFramePr>
            <a:graphicFrameLocks noGrp="1"/>
          </p:cNvGraphicFramePr>
          <p:nvPr/>
        </p:nvGraphicFramePr>
        <p:xfrm>
          <a:off x="5768008" y="3618661"/>
          <a:ext cx="3981450" cy="1623955"/>
        </p:xfrm>
        <a:graphic>
          <a:graphicData uri="http://schemas.openxmlformats.org/drawingml/2006/table">
            <a:tbl>
              <a:tblPr firstRow="1" bandRow="1"/>
              <a:tblGrid>
                <a:gridCol w="1893010"/>
                <a:gridCol w="2088440"/>
              </a:tblGrid>
              <a:tr h="338307">
                <a:tc gridSpan="2">
                  <a:txBody>
                    <a:bodyPr/>
                    <a:lstStyle/>
                    <a:p>
                      <a:pPr algn="l"/>
                      <a:r>
                        <a:rPr lang="en-US" altLang="zh-CN" sz="1500" b="1" dirty="0">
                          <a:latin typeface="华文楷体" panose="02010600040101010101" pitchFamily="2" charset="-122"/>
                          <a:ea typeface="华文楷体" panose="02010600040101010101" pitchFamily="2" charset="-122"/>
                        </a:rPr>
                        <a:t>position</a:t>
                      </a:r>
                      <a:endParaRPr lang="zh-CN" altLang="en-US" sz="1500" b="1" dirty="0">
                        <a:latin typeface="华文楷体" panose="02010600040101010101" pitchFamily="2" charset="-122"/>
                        <a:ea typeface="华文楷体" panose="02010600040101010101" pitchFamily="2" charset="-122"/>
                      </a:endParaRPr>
                    </a:p>
                  </a:txBody>
                  <a:tcPr marL="86791" marR="86791" marT="43395" marB="43395" anchor="ctr">
                    <a:noFill/>
                  </a:tcPr>
                </a:tc>
                <a:tc hMerge="1">
                  <a:tcPr/>
                </a:tc>
              </a:tr>
              <a:tr h="321412">
                <a:tc>
                  <a:txBody>
                    <a:bodyPr/>
                    <a:lstStyle/>
                    <a:p>
                      <a:pPr algn="ctr"/>
                      <a:r>
                        <a:rPr lang="en-US" altLang="zh-CN" sz="1500" b="1">
                          <a:latin typeface="华文楷体" panose="02010600040101010101" pitchFamily="2" charset="-122"/>
                          <a:ea typeface="华文楷体" panose="02010600040101010101" pitchFamily="2" charset="-122"/>
                        </a:rPr>
                        <a:t>Type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Limited_Degree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r>
              <a:tr h="321412">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321412">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321412">
                <a:tc>
                  <a:txBody>
                    <a:bodyPr/>
                    <a:lstStyle/>
                    <a:p>
                      <a:pPr algn="ctr"/>
                      <a:r>
                        <a:rPr lang="en-US" altLang="zh-CN" sz="1500" b="1" dirty="0">
                          <a:latin typeface="华文楷体" panose="02010600040101010101" pitchFamily="2" charset="-122"/>
                          <a:ea typeface="华文楷体" panose="02010600040101010101" pitchFamily="2" charset="-122"/>
                        </a:rPr>
                        <a:t>Department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bl>
          </a:graphicData>
        </a:graphic>
      </p:graphicFrame>
      <p:sp>
        <p:nvSpPr>
          <p:cNvPr id="12" name="文本框 11"/>
          <p:cNvSpPr txBox="1"/>
          <p:nvPr/>
        </p:nvSpPr>
        <p:spPr>
          <a:xfrm>
            <a:off x="9900458" y="4408546"/>
            <a:ext cx="2166730" cy="923330"/>
          </a:xfrm>
          <a:prstGeom prst="rect">
            <a:avLst/>
          </a:prstGeom>
          <a:noFill/>
        </p:spPr>
        <p:txBody>
          <a:bodyPr wrap="square">
            <a:spAutoFit/>
          </a:bodyPr>
          <a:lstStyle/>
          <a:p>
            <a:r>
              <a:rPr lang="en-US" altLang="zh-CN" b="1" dirty="0"/>
              <a:t>1: Bachelor's Degree</a:t>
            </a:r>
            <a:endParaRPr lang="en-US" altLang="zh-CN" b="1" dirty="0"/>
          </a:p>
          <a:p>
            <a:r>
              <a:rPr lang="en-US" altLang="zh-CN" b="1" dirty="0"/>
              <a:t>2: Master's Degree</a:t>
            </a:r>
            <a:endParaRPr lang="en-US" altLang="zh-CN" b="1" dirty="0"/>
          </a:p>
          <a:p>
            <a:r>
              <a:rPr lang="en-US" altLang="zh-CN" b="1" dirty="0"/>
              <a:t>3: Doctoral Degree</a:t>
            </a:r>
            <a:endParaRPr lang="zh-CN" altLang="en-US"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a:t>
            </a:r>
            <a:r>
              <a:rPr lang="en-US" altLang="zh-CN" sz="4000" u="sng" dirty="0"/>
              <a:t>θ-Join</a:t>
            </a:r>
            <a:r>
              <a:rPr lang="en-US" sz="4000" u="sng" dirty="0"/>
              <a:t>)</a:t>
            </a:r>
            <a:endParaRPr lang="en-US" sz="4000" u="sng" dirty="0"/>
          </a:p>
        </p:txBody>
      </p:sp>
      <p:sp>
        <p:nvSpPr>
          <p:cNvPr id="14" name="文本框 13"/>
          <p:cNvSpPr txBox="1"/>
          <p:nvPr/>
        </p:nvSpPr>
        <p:spPr>
          <a:xfrm>
            <a:off x="592184" y="1852140"/>
            <a:ext cx="9744513" cy="400110"/>
          </a:xfrm>
          <a:prstGeom prst="rect">
            <a:avLst/>
          </a:prstGeom>
          <a:noFill/>
        </p:spPr>
        <p:txBody>
          <a:bodyPr wrap="square">
            <a:spAutoFit/>
          </a:bodyPr>
          <a:lstStyle/>
          <a:p>
            <a:r>
              <a:rPr lang="en-US" altLang="zh-CN" sz="2000" dirty="0">
                <a:solidFill>
                  <a:srgbClr val="FF0000"/>
                </a:solidFill>
              </a:rPr>
              <a:t>Step 1: Perform a generalized Cartesian product on the two tables (worker and position).</a:t>
            </a:r>
            <a:endParaRPr lang="en-US" altLang="zh-CN" sz="2000" dirty="0">
              <a:solidFill>
                <a:srgbClr val="FF0000"/>
              </a:solidFill>
            </a:endParaRPr>
          </a:p>
        </p:txBody>
      </p:sp>
      <p:grpSp>
        <p:nvGrpSpPr>
          <p:cNvPr id="3" name="组合 2"/>
          <p:cNvGrpSpPr/>
          <p:nvPr/>
        </p:nvGrpSpPr>
        <p:grpSpPr>
          <a:xfrm>
            <a:off x="8292647" y="1273656"/>
            <a:ext cx="3899353" cy="485729"/>
            <a:chOff x="8181225" y="2393838"/>
            <a:chExt cx="3899353" cy="485729"/>
          </a:xfrm>
        </p:grpSpPr>
        <p:sp>
          <p:nvSpPr>
            <p:cNvPr id="4" name="object 9"/>
            <p:cNvSpPr txBox="1"/>
            <p:nvPr/>
          </p:nvSpPr>
          <p:spPr>
            <a:xfrm>
              <a:off x="8181225" y="2435574"/>
              <a:ext cx="2144395" cy="349885"/>
            </a:xfrm>
            <a:prstGeom prst="rect">
              <a:avLst/>
            </a:prstGeom>
          </p:spPr>
          <p:txBody>
            <a:bodyPr vert="horz" wrap="square" lIns="0" tIns="0" rIns="0" bIns="0" rtlCol="0">
              <a:spAutoFit/>
            </a:bodyPr>
            <a:lstStyle/>
            <a:p>
              <a:pPr marL="12700">
                <a:lnSpc>
                  <a:spcPts val="2730"/>
                </a:lnSpc>
              </a:pPr>
              <a:r>
                <a:rPr sz="3600" b="1" spc="-7" baseline="1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π</a:t>
              </a:r>
              <a:r>
                <a:rPr sz="1200" b="1" spc="-5" dirty="0">
                  <a:latin typeface="Times New Roman" panose="02020603050405020304" pitchFamily="18" charset="0"/>
                  <a:ea typeface="宋体" panose="02010600030101010101" pitchFamily="2" charset="-122"/>
                  <a:cs typeface="Times New Roman" panose="02020603050405020304" pitchFamily="18" charset="0"/>
                </a:rPr>
                <a:t>Wname,</a:t>
              </a:r>
              <a:r>
                <a:rPr sz="1200" b="1" spc="-65" dirty="0">
                  <a:latin typeface="Times New Roman" panose="02020603050405020304" pitchFamily="18" charset="0"/>
                  <a:ea typeface="宋体" panose="02010600030101010101" pitchFamily="2" charset="-122"/>
                  <a:cs typeface="Times New Roman" panose="02020603050405020304" pitchFamily="18" charset="0"/>
                </a:rPr>
                <a:t> </a:t>
              </a:r>
              <a:r>
                <a:rPr sz="1200" b="1" spc="-15" dirty="0">
                  <a:latin typeface="Times New Roman" panose="02020603050405020304" pitchFamily="18" charset="0"/>
                  <a:ea typeface="宋体" panose="02010600030101010101" pitchFamily="2" charset="-122"/>
                  <a:cs typeface="Times New Roman" panose="02020603050405020304" pitchFamily="18" charset="0"/>
                </a:rPr>
                <a:t>Type</a:t>
              </a:r>
              <a:r>
                <a:rPr sz="3000" b="1" spc="-22" baseline="13000" dirty="0">
                  <a:latin typeface="Times New Roman" panose="02020603050405020304" pitchFamily="18" charset="0"/>
                  <a:ea typeface="宋体" panose="02010600030101010101" pitchFamily="2" charset="-122"/>
                  <a:cs typeface="Times New Roman" panose="02020603050405020304" pitchFamily="18" charset="0"/>
                </a:rPr>
                <a:t>(worker</a:t>
              </a:r>
              <a:endParaRPr sz="3000" baseline="13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object 10"/>
            <p:cNvSpPr txBox="1"/>
            <p:nvPr/>
          </p:nvSpPr>
          <p:spPr>
            <a:xfrm>
              <a:off x="10983933" y="2393838"/>
              <a:ext cx="1096645" cy="307340"/>
            </a:xfrm>
            <a:prstGeom prst="rect">
              <a:avLst/>
            </a:prstGeom>
          </p:spPr>
          <p:txBody>
            <a:bodyPr vert="horz" wrap="square" lIns="0" tIns="0" rIns="0" bIns="0" rtlCol="0">
              <a:spAutoFit/>
            </a:bodyPr>
            <a:lstStyle/>
            <a:p>
              <a:pPr marL="12700">
                <a:lnSpc>
                  <a:spcPct val="100000"/>
                </a:lnSpc>
              </a:pPr>
              <a:r>
                <a:rPr sz="2000" b="1" spc="-10" dirty="0">
                  <a:latin typeface="Times New Roman" panose="02020603050405020304" pitchFamily="18" charset="0"/>
                  <a:ea typeface="宋体" panose="02010600030101010101" pitchFamily="2" charset="-122"/>
                  <a:cs typeface="Times New Roman" panose="02020603050405020304" pitchFamily="18" charset="0"/>
                </a:rPr>
                <a:t>position)</a:t>
              </a:r>
              <a:endParaRPr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object 11"/>
            <p:cNvSpPr txBox="1"/>
            <p:nvPr/>
          </p:nvSpPr>
          <p:spPr>
            <a:xfrm>
              <a:off x="9829800" y="2695417"/>
              <a:ext cx="1864360" cy="184150"/>
            </a:xfrm>
            <a:prstGeom prst="rect">
              <a:avLst/>
            </a:prstGeom>
          </p:spPr>
          <p:txBody>
            <a:bodyPr vert="horz" wrap="square" lIns="0" tIns="0" rIns="0" bIns="0" rtlCol="0">
              <a:spAutoFit/>
            </a:bodyPr>
            <a:lstStyle/>
            <a:p>
              <a:pPr marL="12700">
                <a:lnSpc>
                  <a:spcPct val="100000"/>
                </a:lnSpc>
              </a:pPr>
              <a:r>
                <a:rP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degree &gt;=</a:t>
              </a:r>
              <a:r>
                <a:rPr sz="1200" b="1" spc="-11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limited_degree</a:t>
              </a:r>
              <a:endParaRPr sz="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object 12"/>
            <p:cNvSpPr/>
            <p:nvPr/>
          </p:nvSpPr>
          <p:spPr>
            <a:xfrm>
              <a:off x="10435729" y="2498059"/>
              <a:ext cx="388620" cy="190500"/>
            </a:xfrm>
            <a:custGeom>
              <a:avLst/>
              <a:gdLst/>
              <a:ahLst/>
              <a:cxnLst/>
              <a:rect l="l" t="t" r="r" b="b"/>
              <a:pathLst>
                <a:path w="388620" h="190500">
                  <a:moveTo>
                    <a:pt x="193793" y="74874"/>
                  </a:moveTo>
                  <a:lnTo>
                    <a:pt x="0" y="0"/>
                  </a:lnTo>
                  <a:lnTo>
                    <a:pt x="0" y="190500"/>
                  </a:lnTo>
                  <a:lnTo>
                    <a:pt x="12192" y="185789"/>
                  </a:lnTo>
                  <a:lnTo>
                    <a:pt x="12192" y="45720"/>
                  </a:lnTo>
                  <a:lnTo>
                    <a:pt x="38100" y="28194"/>
                  </a:lnTo>
                  <a:lnTo>
                    <a:pt x="38100" y="55692"/>
                  </a:lnTo>
                  <a:lnTo>
                    <a:pt x="140862" y="95250"/>
                  </a:lnTo>
                  <a:lnTo>
                    <a:pt x="193793" y="74874"/>
                  </a:lnTo>
                  <a:close/>
                </a:path>
                <a:path w="388620" h="190500">
                  <a:moveTo>
                    <a:pt x="38100" y="55692"/>
                  </a:moveTo>
                  <a:lnTo>
                    <a:pt x="38100" y="28194"/>
                  </a:lnTo>
                  <a:lnTo>
                    <a:pt x="12192" y="45720"/>
                  </a:lnTo>
                  <a:lnTo>
                    <a:pt x="38100" y="55692"/>
                  </a:lnTo>
                  <a:close/>
                </a:path>
                <a:path w="388620" h="190500">
                  <a:moveTo>
                    <a:pt x="38100" y="134807"/>
                  </a:moveTo>
                  <a:lnTo>
                    <a:pt x="38100" y="55692"/>
                  </a:lnTo>
                  <a:lnTo>
                    <a:pt x="12192" y="45720"/>
                  </a:lnTo>
                  <a:lnTo>
                    <a:pt x="12192" y="144780"/>
                  </a:lnTo>
                  <a:lnTo>
                    <a:pt x="38100" y="134807"/>
                  </a:lnTo>
                  <a:close/>
                </a:path>
                <a:path w="388620" h="190500">
                  <a:moveTo>
                    <a:pt x="193793" y="115625"/>
                  </a:moveTo>
                  <a:lnTo>
                    <a:pt x="140862" y="95250"/>
                  </a:lnTo>
                  <a:lnTo>
                    <a:pt x="12192" y="144780"/>
                  </a:lnTo>
                  <a:lnTo>
                    <a:pt x="38100" y="163068"/>
                  </a:lnTo>
                  <a:lnTo>
                    <a:pt x="38100" y="175779"/>
                  </a:lnTo>
                  <a:lnTo>
                    <a:pt x="193793" y="115625"/>
                  </a:lnTo>
                  <a:close/>
                </a:path>
                <a:path w="388620" h="190500">
                  <a:moveTo>
                    <a:pt x="38100" y="175779"/>
                  </a:moveTo>
                  <a:lnTo>
                    <a:pt x="38100" y="163068"/>
                  </a:lnTo>
                  <a:lnTo>
                    <a:pt x="12192" y="144780"/>
                  </a:lnTo>
                  <a:lnTo>
                    <a:pt x="12192" y="185789"/>
                  </a:lnTo>
                  <a:lnTo>
                    <a:pt x="38100" y="175779"/>
                  </a:lnTo>
                  <a:close/>
                </a:path>
                <a:path w="388620" h="190500">
                  <a:moveTo>
                    <a:pt x="194310" y="75074"/>
                  </a:moveTo>
                  <a:lnTo>
                    <a:pt x="193793" y="74874"/>
                  </a:lnTo>
                  <a:lnTo>
                    <a:pt x="140862" y="95250"/>
                  </a:lnTo>
                  <a:lnTo>
                    <a:pt x="187452" y="113184"/>
                  </a:lnTo>
                  <a:lnTo>
                    <a:pt x="187452" y="77724"/>
                  </a:lnTo>
                  <a:lnTo>
                    <a:pt x="194310" y="75074"/>
                  </a:lnTo>
                  <a:close/>
                </a:path>
                <a:path w="388620" h="190500">
                  <a:moveTo>
                    <a:pt x="201168" y="77724"/>
                  </a:moveTo>
                  <a:lnTo>
                    <a:pt x="194310" y="75074"/>
                  </a:lnTo>
                  <a:lnTo>
                    <a:pt x="187452" y="77724"/>
                  </a:lnTo>
                  <a:lnTo>
                    <a:pt x="201168" y="77724"/>
                  </a:lnTo>
                  <a:close/>
                </a:path>
                <a:path w="388620" h="190500">
                  <a:moveTo>
                    <a:pt x="201168" y="112776"/>
                  </a:moveTo>
                  <a:lnTo>
                    <a:pt x="201168" y="77724"/>
                  </a:lnTo>
                  <a:lnTo>
                    <a:pt x="187452" y="77724"/>
                  </a:lnTo>
                  <a:lnTo>
                    <a:pt x="187452" y="112776"/>
                  </a:lnTo>
                  <a:lnTo>
                    <a:pt x="201168" y="112776"/>
                  </a:lnTo>
                  <a:close/>
                </a:path>
                <a:path w="388620" h="190500">
                  <a:moveTo>
                    <a:pt x="201168" y="112776"/>
                  </a:moveTo>
                  <a:lnTo>
                    <a:pt x="187452" y="112776"/>
                  </a:lnTo>
                  <a:lnTo>
                    <a:pt x="194310" y="115425"/>
                  </a:lnTo>
                  <a:lnTo>
                    <a:pt x="201168" y="112776"/>
                  </a:lnTo>
                  <a:close/>
                </a:path>
                <a:path w="388620" h="190500">
                  <a:moveTo>
                    <a:pt x="194310" y="115425"/>
                  </a:moveTo>
                  <a:lnTo>
                    <a:pt x="187452" y="112776"/>
                  </a:lnTo>
                  <a:lnTo>
                    <a:pt x="187452" y="113184"/>
                  </a:lnTo>
                  <a:lnTo>
                    <a:pt x="193793" y="115625"/>
                  </a:lnTo>
                  <a:lnTo>
                    <a:pt x="194310" y="115425"/>
                  </a:lnTo>
                  <a:close/>
                </a:path>
                <a:path w="388620" h="190500">
                  <a:moveTo>
                    <a:pt x="194826" y="74874"/>
                  </a:moveTo>
                  <a:lnTo>
                    <a:pt x="194310" y="74676"/>
                  </a:lnTo>
                  <a:lnTo>
                    <a:pt x="193793" y="74874"/>
                  </a:lnTo>
                  <a:lnTo>
                    <a:pt x="194310" y="75074"/>
                  </a:lnTo>
                  <a:lnTo>
                    <a:pt x="194826" y="74874"/>
                  </a:lnTo>
                  <a:close/>
                </a:path>
                <a:path w="388620" h="190500">
                  <a:moveTo>
                    <a:pt x="194826" y="115625"/>
                  </a:moveTo>
                  <a:lnTo>
                    <a:pt x="194310" y="115425"/>
                  </a:lnTo>
                  <a:lnTo>
                    <a:pt x="193793" y="115625"/>
                  </a:lnTo>
                  <a:lnTo>
                    <a:pt x="194310" y="115824"/>
                  </a:lnTo>
                  <a:lnTo>
                    <a:pt x="194826" y="115625"/>
                  </a:lnTo>
                  <a:close/>
                </a:path>
                <a:path w="388620" h="190500">
                  <a:moveTo>
                    <a:pt x="247757" y="95250"/>
                  </a:moveTo>
                  <a:lnTo>
                    <a:pt x="194826" y="74874"/>
                  </a:lnTo>
                  <a:lnTo>
                    <a:pt x="194310" y="75074"/>
                  </a:lnTo>
                  <a:lnTo>
                    <a:pt x="201168" y="77724"/>
                  </a:lnTo>
                  <a:lnTo>
                    <a:pt x="201168" y="113184"/>
                  </a:lnTo>
                  <a:lnTo>
                    <a:pt x="247757" y="95250"/>
                  </a:lnTo>
                  <a:close/>
                </a:path>
                <a:path w="388620" h="190500">
                  <a:moveTo>
                    <a:pt x="201168" y="113184"/>
                  </a:moveTo>
                  <a:lnTo>
                    <a:pt x="201168" y="112776"/>
                  </a:lnTo>
                  <a:lnTo>
                    <a:pt x="194310" y="115425"/>
                  </a:lnTo>
                  <a:lnTo>
                    <a:pt x="194826" y="115625"/>
                  </a:lnTo>
                  <a:lnTo>
                    <a:pt x="201168" y="113184"/>
                  </a:lnTo>
                  <a:close/>
                </a:path>
                <a:path w="388620" h="190500">
                  <a:moveTo>
                    <a:pt x="388620" y="190500"/>
                  </a:moveTo>
                  <a:lnTo>
                    <a:pt x="388620" y="0"/>
                  </a:lnTo>
                  <a:lnTo>
                    <a:pt x="194826" y="74874"/>
                  </a:lnTo>
                  <a:lnTo>
                    <a:pt x="247757" y="95250"/>
                  </a:lnTo>
                  <a:lnTo>
                    <a:pt x="350520" y="55692"/>
                  </a:lnTo>
                  <a:lnTo>
                    <a:pt x="350520" y="28194"/>
                  </a:lnTo>
                  <a:lnTo>
                    <a:pt x="376428" y="45720"/>
                  </a:lnTo>
                  <a:lnTo>
                    <a:pt x="376428" y="185789"/>
                  </a:lnTo>
                  <a:lnTo>
                    <a:pt x="388620" y="190500"/>
                  </a:lnTo>
                  <a:close/>
                </a:path>
                <a:path w="388620" h="190500">
                  <a:moveTo>
                    <a:pt x="376428" y="144780"/>
                  </a:moveTo>
                  <a:lnTo>
                    <a:pt x="247757" y="95250"/>
                  </a:lnTo>
                  <a:lnTo>
                    <a:pt x="194826" y="115625"/>
                  </a:lnTo>
                  <a:lnTo>
                    <a:pt x="350520" y="175779"/>
                  </a:lnTo>
                  <a:lnTo>
                    <a:pt x="350520" y="163068"/>
                  </a:lnTo>
                  <a:lnTo>
                    <a:pt x="376428" y="144780"/>
                  </a:lnTo>
                  <a:close/>
                </a:path>
                <a:path w="388620" h="190500">
                  <a:moveTo>
                    <a:pt x="376428" y="45720"/>
                  </a:moveTo>
                  <a:lnTo>
                    <a:pt x="350520" y="28194"/>
                  </a:lnTo>
                  <a:lnTo>
                    <a:pt x="350520" y="55692"/>
                  </a:lnTo>
                  <a:lnTo>
                    <a:pt x="376428" y="45720"/>
                  </a:lnTo>
                  <a:close/>
                </a:path>
                <a:path w="388620" h="190500">
                  <a:moveTo>
                    <a:pt x="376428" y="144780"/>
                  </a:moveTo>
                  <a:lnTo>
                    <a:pt x="376428" y="45720"/>
                  </a:lnTo>
                  <a:lnTo>
                    <a:pt x="350520" y="55692"/>
                  </a:lnTo>
                  <a:lnTo>
                    <a:pt x="350520" y="134807"/>
                  </a:lnTo>
                  <a:lnTo>
                    <a:pt x="376428" y="144780"/>
                  </a:lnTo>
                  <a:close/>
                </a:path>
                <a:path w="388620" h="190500">
                  <a:moveTo>
                    <a:pt x="376428" y="185789"/>
                  </a:moveTo>
                  <a:lnTo>
                    <a:pt x="376428" y="144780"/>
                  </a:lnTo>
                  <a:lnTo>
                    <a:pt x="350520" y="163068"/>
                  </a:lnTo>
                  <a:lnTo>
                    <a:pt x="350520" y="175779"/>
                  </a:lnTo>
                  <a:lnTo>
                    <a:pt x="376428" y="185789"/>
                  </a:lnTo>
                  <a:close/>
                </a:path>
              </a:pathLst>
            </a:custGeom>
            <a:solidFill>
              <a:srgbClr val="000000"/>
            </a:solidFill>
          </p:spPr>
          <p:txBody>
            <a:bodyPr wrap="square" lIns="0" tIns="0" rIns="0" bIns="0" rtlCol="0"/>
            <a:lstStyle/>
            <a:p>
              <a:endParaRPr>
                <a:ea typeface="宋体" panose="02010600030101010101" pitchFamily="2" charset="-122"/>
              </a:endParaRPr>
            </a:p>
          </p:txBody>
        </p:sp>
      </p:grpSp>
      <p:sp>
        <p:nvSpPr>
          <p:cNvPr id="18" name="文本框 17"/>
          <p:cNvSpPr txBox="1"/>
          <p:nvPr/>
        </p:nvSpPr>
        <p:spPr>
          <a:xfrm>
            <a:off x="592184" y="894000"/>
            <a:ext cx="7914391" cy="1015663"/>
          </a:xfrm>
          <a:prstGeom prst="rect">
            <a:avLst/>
          </a:prstGeom>
          <a:noFill/>
        </p:spPr>
        <p:txBody>
          <a:bodyPr wrap="square">
            <a:spAutoFit/>
          </a:bodyPr>
          <a:lstStyle/>
          <a:p>
            <a:r>
              <a:rPr lang="en-US" altLang="zh-CN" sz="2000" dirty="0"/>
              <a:t>The positions being applied for must be filled by individuals with at least the minimum educational qualifications required. Find the names of all employees and the names of the positions they may be applying for.</a:t>
            </a:r>
            <a:endParaRPr lang="en-US" altLang="zh-CN" sz="2000" dirty="0"/>
          </a:p>
        </p:txBody>
      </p:sp>
      <p:graphicFrame>
        <p:nvGraphicFramePr>
          <p:cNvPr id="20" name="表格 19"/>
          <p:cNvGraphicFramePr>
            <a:graphicFrameLocks noGrp="1"/>
          </p:cNvGraphicFramePr>
          <p:nvPr/>
        </p:nvGraphicFramePr>
        <p:xfrm>
          <a:off x="653802" y="2252250"/>
          <a:ext cx="8268827" cy="3997590"/>
        </p:xfrm>
        <a:graphic>
          <a:graphicData uri="http://schemas.openxmlformats.org/drawingml/2006/table">
            <a:tbl>
              <a:tblPr firstRow="1" bandRow="1"/>
              <a:tblGrid>
                <a:gridCol w="1022803"/>
                <a:gridCol w="1128394"/>
                <a:gridCol w="862336"/>
                <a:gridCol w="775787"/>
                <a:gridCol w="1493169"/>
                <a:gridCol w="1493169"/>
                <a:gridCol w="1493169"/>
              </a:tblGrid>
              <a:tr h="291655">
                <a:tc gridSpan="7">
                  <a:txBody>
                    <a:bodyPr/>
                    <a:lstStyle/>
                    <a:p>
                      <a:pPr algn="l"/>
                      <a:r>
                        <a:rPr lang="en-US" altLang="zh-CN" sz="1500" b="1" dirty="0">
                          <a:latin typeface="华文楷体" panose="02010600040101010101" pitchFamily="2" charset="-122"/>
                          <a:ea typeface="华文楷体" panose="02010600040101010101" pitchFamily="2" charset="-122"/>
                        </a:rPr>
                        <a:t>(All workers) with (all positions)</a:t>
                      </a:r>
                      <a:r>
                        <a:rPr lang="zh-CN" altLang="en-US" sz="1500" b="1" dirty="0">
                          <a:latin typeface="华文楷体" panose="02010600040101010101" pitchFamily="2" charset="-122"/>
                          <a:ea typeface="华文楷体" panose="02010600040101010101" pitchFamily="2" charset="-122"/>
                        </a:rPr>
                        <a:t> ←  </a:t>
                      </a:r>
                      <a:r>
                        <a:rPr lang="en-US" altLang="zh-CN" sz="1500" b="1" dirty="0">
                          <a:latin typeface="华文楷体" panose="02010600040101010101" pitchFamily="2" charset="-122"/>
                          <a:ea typeface="华文楷体" panose="02010600040101010101" pitchFamily="2" charset="-122"/>
                        </a:rPr>
                        <a:t>generalized Cartesian product</a:t>
                      </a:r>
                      <a:endParaRPr lang="zh-CN" altLang="en-US" sz="1500" b="1" dirty="0">
                        <a:latin typeface="华文楷体" panose="02010600040101010101" pitchFamily="2" charset="-122"/>
                        <a:ea typeface="华文楷体" panose="02010600040101010101" pitchFamily="2" charset="-122"/>
                      </a:endParaRPr>
                    </a:p>
                  </a:txBody>
                  <a:tcPr marL="86791" marR="86791" marT="43395" marB="43395" anchor="ctr">
                    <a:noFill/>
                  </a:tcPr>
                </a:tc>
                <a:tc hMerge="1">
                  <a:tcPr/>
                </a:tc>
                <a:tc hMerge="1">
                  <a:tcPr/>
                </a:tc>
                <a:tc hMerge="1">
                  <a:tcPr/>
                </a:tc>
                <a:tc hMerge="1">
                  <a:tcPr/>
                </a:tc>
                <a:tc hMerge="1">
                  <a:tcPr marL="86791" marR="86791" marT="43395" marB="43395" anchor="ctr">
                    <a:noFill/>
                  </a:tcPr>
                </a:tc>
                <a:tc hMerge="1">
                  <a:tcPr marL="86791" marR="86791" marT="43395" marB="43395" anchor="ctr">
                    <a:noFill/>
                  </a:tcPr>
                </a:tc>
              </a:tr>
              <a:tr h="291655">
                <a:tc>
                  <a:txBody>
                    <a:bodyPr/>
                    <a:lstStyle/>
                    <a:p>
                      <a:pPr algn="ctr"/>
                      <a:r>
                        <a:rPr lang="en-US" altLang="zh-CN" sz="1500" b="1" dirty="0" err="1">
                          <a:latin typeface="华文楷体" panose="02010600040101010101" pitchFamily="2" charset="-122"/>
                          <a:ea typeface="华文楷体" panose="02010600040101010101" pitchFamily="2" charset="-122"/>
                        </a:rPr>
                        <a:t>Wno</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Wname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Wsex</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Wage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Degree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Type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Limited_Degree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Bob</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Bob</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Bob</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Department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Department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55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55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55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Department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bl>
          </a:graphicData>
        </a:graphic>
      </p:graphicFrame>
      <p:sp>
        <p:nvSpPr>
          <p:cNvPr id="21" name="椭圆 20"/>
          <p:cNvSpPr/>
          <p:nvPr/>
        </p:nvSpPr>
        <p:spPr>
          <a:xfrm>
            <a:off x="653802" y="3185066"/>
            <a:ext cx="8268827" cy="257446"/>
          </a:xfrm>
          <a:prstGeom prst="ellipse">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53802" y="3485347"/>
            <a:ext cx="8268827" cy="500243"/>
          </a:xfrm>
          <a:prstGeom prst="ellipse">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592184" y="5733469"/>
            <a:ext cx="8268827" cy="500243"/>
          </a:xfrm>
          <a:prstGeom prst="ellipse">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object 17"/>
          <p:cNvSpPr txBox="1"/>
          <p:nvPr/>
        </p:nvSpPr>
        <p:spPr>
          <a:xfrm>
            <a:off x="8940552" y="3188530"/>
            <a:ext cx="254000" cy="250518"/>
          </a:xfrm>
          <a:prstGeom prst="rect">
            <a:avLst/>
          </a:prstGeom>
        </p:spPr>
        <p:txBody>
          <a:bodyPr vert="horz" wrap="square" lIns="0" tIns="0" rIns="0" bIns="0" rtlCol="0">
            <a:spAutoFit/>
          </a:bodyPr>
          <a:lstStyle/>
          <a:p>
            <a:pPr marL="12700">
              <a:lnSpc>
                <a:spcPts val="2155"/>
              </a:lnSpc>
            </a:pPr>
            <a:r>
              <a:rPr sz="1800" b="1" spc="-10" dirty="0">
                <a:solidFill>
                  <a:srgbClr val="FF0000"/>
                </a:solidFill>
                <a:latin typeface="宋体" panose="02010600030101010101" pitchFamily="2" charset="-122"/>
                <a:ea typeface="宋体" panose="02010600030101010101" pitchFamily="2" charset="-122"/>
                <a:cs typeface="+mn-ea"/>
              </a:rPr>
              <a:t>×</a:t>
            </a:r>
            <a:endParaRPr sz="1800" dirty="0">
              <a:solidFill>
                <a:srgbClr val="FF0000"/>
              </a:solidFill>
              <a:latin typeface="宋体" panose="02010600030101010101" pitchFamily="2" charset="-122"/>
              <a:ea typeface="宋体" panose="02010600030101010101" pitchFamily="2" charset="-122"/>
              <a:cs typeface="+mn-ea"/>
            </a:endParaRPr>
          </a:p>
        </p:txBody>
      </p:sp>
      <p:sp>
        <p:nvSpPr>
          <p:cNvPr id="25" name="object 17"/>
          <p:cNvSpPr txBox="1"/>
          <p:nvPr/>
        </p:nvSpPr>
        <p:spPr>
          <a:xfrm>
            <a:off x="8937617" y="3612323"/>
            <a:ext cx="254000" cy="250518"/>
          </a:xfrm>
          <a:prstGeom prst="rect">
            <a:avLst/>
          </a:prstGeom>
        </p:spPr>
        <p:txBody>
          <a:bodyPr vert="horz" wrap="square" lIns="0" tIns="0" rIns="0" bIns="0" rtlCol="0">
            <a:spAutoFit/>
          </a:bodyPr>
          <a:lstStyle/>
          <a:p>
            <a:pPr marL="12700">
              <a:lnSpc>
                <a:spcPts val="2155"/>
              </a:lnSpc>
            </a:pPr>
            <a:r>
              <a:rPr sz="1800" b="1" spc="-10" dirty="0">
                <a:solidFill>
                  <a:srgbClr val="FF0000"/>
                </a:solidFill>
                <a:latin typeface="宋体" panose="02010600030101010101" pitchFamily="2" charset="-122"/>
                <a:ea typeface="宋体" panose="02010600030101010101" pitchFamily="2" charset="-122"/>
                <a:cs typeface="+mn-ea"/>
              </a:rPr>
              <a:t>×</a:t>
            </a:r>
            <a:endParaRPr sz="1800" dirty="0">
              <a:solidFill>
                <a:srgbClr val="FF0000"/>
              </a:solidFill>
              <a:latin typeface="宋体" panose="02010600030101010101" pitchFamily="2" charset="-122"/>
              <a:ea typeface="宋体" panose="02010600030101010101" pitchFamily="2" charset="-122"/>
              <a:cs typeface="+mn-ea"/>
            </a:endParaRPr>
          </a:p>
        </p:txBody>
      </p:sp>
      <p:sp>
        <p:nvSpPr>
          <p:cNvPr id="26" name="object 17"/>
          <p:cNvSpPr txBox="1"/>
          <p:nvPr/>
        </p:nvSpPr>
        <p:spPr>
          <a:xfrm>
            <a:off x="8940552" y="5865800"/>
            <a:ext cx="254000" cy="250518"/>
          </a:xfrm>
          <a:prstGeom prst="rect">
            <a:avLst/>
          </a:prstGeom>
        </p:spPr>
        <p:txBody>
          <a:bodyPr vert="horz" wrap="square" lIns="0" tIns="0" rIns="0" bIns="0" rtlCol="0">
            <a:spAutoFit/>
          </a:bodyPr>
          <a:lstStyle/>
          <a:p>
            <a:pPr marL="12700">
              <a:lnSpc>
                <a:spcPts val="2155"/>
              </a:lnSpc>
            </a:pPr>
            <a:r>
              <a:rPr sz="1800" b="1" spc="-10" dirty="0">
                <a:solidFill>
                  <a:srgbClr val="FF0000"/>
                </a:solidFill>
                <a:latin typeface="宋体" panose="02010600030101010101" pitchFamily="2" charset="-122"/>
                <a:ea typeface="宋体" panose="02010600030101010101" pitchFamily="2" charset="-122"/>
                <a:cs typeface="+mn-ea"/>
              </a:rPr>
              <a:t>×</a:t>
            </a:r>
            <a:endParaRPr sz="1800" dirty="0">
              <a:solidFill>
                <a:srgbClr val="FF0000"/>
              </a:solidFill>
              <a:latin typeface="宋体" panose="02010600030101010101" pitchFamily="2" charset="-122"/>
              <a:ea typeface="宋体" panose="02010600030101010101" pitchFamily="2" charset="-122"/>
              <a:cs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a:t>
            </a:r>
            <a:r>
              <a:rPr lang="en-US" altLang="zh-CN" sz="4000" u="sng" dirty="0"/>
              <a:t>θ-Join</a:t>
            </a:r>
            <a:r>
              <a:rPr lang="en-US" sz="4000" u="sng" dirty="0"/>
              <a:t>)</a:t>
            </a:r>
            <a:endParaRPr lang="en-US" sz="4000" u="sng" dirty="0"/>
          </a:p>
        </p:txBody>
      </p:sp>
      <p:sp>
        <p:nvSpPr>
          <p:cNvPr id="14" name="文本框 13"/>
          <p:cNvSpPr txBox="1"/>
          <p:nvPr/>
        </p:nvSpPr>
        <p:spPr>
          <a:xfrm>
            <a:off x="592184" y="2005603"/>
            <a:ext cx="6544113" cy="707886"/>
          </a:xfrm>
          <a:prstGeom prst="rect">
            <a:avLst/>
          </a:prstGeom>
          <a:noFill/>
        </p:spPr>
        <p:txBody>
          <a:bodyPr wrap="square">
            <a:spAutoFit/>
          </a:bodyPr>
          <a:lstStyle/>
          <a:p>
            <a:r>
              <a:rPr lang="en-US" altLang="zh-CN" sz="2000" dirty="0">
                <a:solidFill>
                  <a:srgbClr val="FF0000"/>
                </a:solidFill>
              </a:rPr>
              <a:t>Step 2: Select tuples from the generalized Cartesian product that satisfy the condition (degree &gt;= </a:t>
            </a:r>
            <a:r>
              <a:rPr lang="en-US" altLang="zh-CN" sz="2000" dirty="0" err="1">
                <a:solidFill>
                  <a:srgbClr val="FF0000"/>
                </a:solidFill>
              </a:rPr>
              <a:t>limited_degree</a:t>
            </a:r>
            <a:r>
              <a:rPr lang="en-US" altLang="zh-CN" sz="2000" dirty="0">
                <a:solidFill>
                  <a:srgbClr val="FF0000"/>
                </a:solidFill>
              </a:rPr>
              <a:t>).</a:t>
            </a:r>
            <a:endParaRPr lang="en-US" altLang="zh-CN" sz="2000" dirty="0">
              <a:solidFill>
                <a:srgbClr val="FF0000"/>
              </a:solidFill>
            </a:endParaRPr>
          </a:p>
        </p:txBody>
      </p:sp>
      <p:grpSp>
        <p:nvGrpSpPr>
          <p:cNvPr id="3" name="组合 2"/>
          <p:cNvGrpSpPr/>
          <p:nvPr/>
        </p:nvGrpSpPr>
        <p:grpSpPr>
          <a:xfrm>
            <a:off x="8292647" y="1273656"/>
            <a:ext cx="3899353" cy="485729"/>
            <a:chOff x="8181225" y="2393838"/>
            <a:chExt cx="3899353" cy="485729"/>
          </a:xfrm>
        </p:grpSpPr>
        <p:sp>
          <p:nvSpPr>
            <p:cNvPr id="4" name="object 9"/>
            <p:cNvSpPr txBox="1"/>
            <p:nvPr/>
          </p:nvSpPr>
          <p:spPr>
            <a:xfrm>
              <a:off x="8181225" y="2435574"/>
              <a:ext cx="2144395" cy="349885"/>
            </a:xfrm>
            <a:prstGeom prst="rect">
              <a:avLst/>
            </a:prstGeom>
          </p:spPr>
          <p:txBody>
            <a:bodyPr vert="horz" wrap="square" lIns="0" tIns="0" rIns="0" bIns="0" rtlCol="0">
              <a:spAutoFit/>
            </a:bodyPr>
            <a:lstStyle/>
            <a:p>
              <a:pPr marL="12700">
                <a:lnSpc>
                  <a:spcPts val="2730"/>
                </a:lnSpc>
              </a:pPr>
              <a:r>
                <a:rPr sz="3600" b="1" spc="-7" baseline="1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π</a:t>
              </a:r>
              <a:r>
                <a:rPr sz="1200" b="1" spc="-5" dirty="0">
                  <a:latin typeface="Times New Roman" panose="02020603050405020304" pitchFamily="18" charset="0"/>
                  <a:ea typeface="宋体" panose="02010600030101010101" pitchFamily="2" charset="-122"/>
                  <a:cs typeface="Times New Roman" panose="02020603050405020304" pitchFamily="18" charset="0"/>
                </a:rPr>
                <a:t>Wname,</a:t>
              </a:r>
              <a:r>
                <a:rPr sz="1200" b="1" spc="-65" dirty="0">
                  <a:latin typeface="Times New Roman" panose="02020603050405020304" pitchFamily="18" charset="0"/>
                  <a:ea typeface="宋体" panose="02010600030101010101" pitchFamily="2" charset="-122"/>
                  <a:cs typeface="Times New Roman" panose="02020603050405020304" pitchFamily="18" charset="0"/>
                </a:rPr>
                <a:t> </a:t>
              </a:r>
              <a:r>
                <a:rPr sz="1200" b="1" spc="-15" dirty="0">
                  <a:latin typeface="Times New Roman" panose="02020603050405020304" pitchFamily="18" charset="0"/>
                  <a:ea typeface="宋体" panose="02010600030101010101" pitchFamily="2" charset="-122"/>
                  <a:cs typeface="Times New Roman" panose="02020603050405020304" pitchFamily="18" charset="0"/>
                </a:rPr>
                <a:t>Type</a:t>
              </a:r>
              <a:r>
                <a:rPr sz="3000" b="1" spc="-22" baseline="13000" dirty="0">
                  <a:latin typeface="Times New Roman" panose="02020603050405020304" pitchFamily="18" charset="0"/>
                  <a:ea typeface="宋体" panose="02010600030101010101" pitchFamily="2" charset="-122"/>
                  <a:cs typeface="Times New Roman" panose="02020603050405020304" pitchFamily="18" charset="0"/>
                </a:rPr>
                <a:t>(worker</a:t>
              </a:r>
              <a:endParaRPr sz="3000" baseline="13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object 10"/>
            <p:cNvSpPr txBox="1"/>
            <p:nvPr/>
          </p:nvSpPr>
          <p:spPr>
            <a:xfrm>
              <a:off x="10983933" y="2393838"/>
              <a:ext cx="1096645" cy="307340"/>
            </a:xfrm>
            <a:prstGeom prst="rect">
              <a:avLst/>
            </a:prstGeom>
          </p:spPr>
          <p:txBody>
            <a:bodyPr vert="horz" wrap="square" lIns="0" tIns="0" rIns="0" bIns="0" rtlCol="0">
              <a:spAutoFit/>
            </a:bodyPr>
            <a:lstStyle/>
            <a:p>
              <a:pPr marL="12700">
                <a:lnSpc>
                  <a:spcPct val="100000"/>
                </a:lnSpc>
              </a:pPr>
              <a:r>
                <a:rPr sz="2000" b="1" spc="-10" dirty="0">
                  <a:latin typeface="Times New Roman" panose="02020603050405020304" pitchFamily="18" charset="0"/>
                  <a:ea typeface="宋体" panose="02010600030101010101" pitchFamily="2" charset="-122"/>
                  <a:cs typeface="Times New Roman" panose="02020603050405020304" pitchFamily="18" charset="0"/>
                </a:rPr>
                <a:t>position)</a:t>
              </a:r>
              <a:endParaRPr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object 11"/>
            <p:cNvSpPr txBox="1"/>
            <p:nvPr/>
          </p:nvSpPr>
          <p:spPr>
            <a:xfrm>
              <a:off x="9829800" y="2695417"/>
              <a:ext cx="1864360" cy="184150"/>
            </a:xfrm>
            <a:prstGeom prst="rect">
              <a:avLst/>
            </a:prstGeom>
          </p:spPr>
          <p:txBody>
            <a:bodyPr vert="horz" wrap="square" lIns="0" tIns="0" rIns="0" bIns="0" rtlCol="0">
              <a:spAutoFit/>
            </a:bodyPr>
            <a:lstStyle/>
            <a:p>
              <a:pPr marL="12700">
                <a:lnSpc>
                  <a:spcPct val="100000"/>
                </a:lnSpc>
              </a:pPr>
              <a:r>
                <a:rP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degree &gt;=</a:t>
              </a:r>
              <a:r>
                <a:rPr sz="1200" b="1" spc="-11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limited_degree</a:t>
              </a:r>
              <a:endParaRPr sz="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object 12"/>
            <p:cNvSpPr/>
            <p:nvPr/>
          </p:nvSpPr>
          <p:spPr>
            <a:xfrm>
              <a:off x="10435729" y="2498059"/>
              <a:ext cx="388620" cy="190500"/>
            </a:xfrm>
            <a:custGeom>
              <a:avLst/>
              <a:gdLst/>
              <a:ahLst/>
              <a:cxnLst/>
              <a:rect l="l" t="t" r="r" b="b"/>
              <a:pathLst>
                <a:path w="388620" h="190500">
                  <a:moveTo>
                    <a:pt x="193793" y="74874"/>
                  </a:moveTo>
                  <a:lnTo>
                    <a:pt x="0" y="0"/>
                  </a:lnTo>
                  <a:lnTo>
                    <a:pt x="0" y="190500"/>
                  </a:lnTo>
                  <a:lnTo>
                    <a:pt x="12192" y="185789"/>
                  </a:lnTo>
                  <a:lnTo>
                    <a:pt x="12192" y="45720"/>
                  </a:lnTo>
                  <a:lnTo>
                    <a:pt x="38100" y="28194"/>
                  </a:lnTo>
                  <a:lnTo>
                    <a:pt x="38100" y="55692"/>
                  </a:lnTo>
                  <a:lnTo>
                    <a:pt x="140862" y="95250"/>
                  </a:lnTo>
                  <a:lnTo>
                    <a:pt x="193793" y="74874"/>
                  </a:lnTo>
                  <a:close/>
                </a:path>
                <a:path w="388620" h="190500">
                  <a:moveTo>
                    <a:pt x="38100" y="55692"/>
                  </a:moveTo>
                  <a:lnTo>
                    <a:pt x="38100" y="28194"/>
                  </a:lnTo>
                  <a:lnTo>
                    <a:pt x="12192" y="45720"/>
                  </a:lnTo>
                  <a:lnTo>
                    <a:pt x="38100" y="55692"/>
                  </a:lnTo>
                  <a:close/>
                </a:path>
                <a:path w="388620" h="190500">
                  <a:moveTo>
                    <a:pt x="38100" y="134807"/>
                  </a:moveTo>
                  <a:lnTo>
                    <a:pt x="38100" y="55692"/>
                  </a:lnTo>
                  <a:lnTo>
                    <a:pt x="12192" y="45720"/>
                  </a:lnTo>
                  <a:lnTo>
                    <a:pt x="12192" y="144780"/>
                  </a:lnTo>
                  <a:lnTo>
                    <a:pt x="38100" y="134807"/>
                  </a:lnTo>
                  <a:close/>
                </a:path>
                <a:path w="388620" h="190500">
                  <a:moveTo>
                    <a:pt x="193793" y="115625"/>
                  </a:moveTo>
                  <a:lnTo>
                    <a:pt x="140862" y="95250"/>
                  </a:lnTo>
                  <a:lnTo>
                    <a:pt x="12192" y="144780"/>
                  </a:lnTo>
                  <a:lnTo>
                    <a:pt x="38100" y="163068"/>
                  </a:lnTo>
                  <a:lnTo>
                    <a:pt x="38100" y="175779"/>
                  </a:lnTo>
                  <a:lnTo>
                    <a:pt x="193793" y="115625"/>
                  </a:lnTo>
                  <a:close/>
                </a:path>
                <a:path w="388620" h="190500">
                  <a:moveTo>
                    <a:pt x="38100" y="175779"/>
                  </a:moveTo>
                  <a:lnTo>
                    <a:pt x="38100" y="163068"/>
                  </a:lnTo>
                  <a:lnTo>
                    <a:pt x="12192" y="144780"/>
                  </a:lnTo>
                  <a:lnTo>
                    <a:pt x="12192" y="185789"/>
                  </a:lnTo>
                  <a:lnTo>
                    <a:pt x="38100" y="175779"/>
                  </a:lnTo>
                  <a:close/>
                </a:path>
                <a:path w="388620" h="190500">
                  <a:moveTo>
                    <a:pt x="194310" y="75074"/>
                  </a:moveTo>
                  <a:lnTo>
                    <a:pt x="193793" y="74874"/>
                  </a:lnTo>
                  <a:lnTo>
                    <a:pt x="140862" y="95250"/>
                  </a:lnTo>
                  <a:lnTo>
                    <a:pt x="187452" y="113184"/>
                  </a:lnTo>
                  <a:lnTo>
                    <a:pt x="187452" y="77724"/>
                  </a:lnTo>
                  <a:lnTo>
                    <a:pt x="194310" y="75074"/>
                  </a:lnTo>
                  <a:close/>
                </a:path>
                <a:path w="388620" h="190500">
                  <a:moveTo>
                    <a:pt x="201168" y="77724"/>
                  </a:moveTo>
                  <a:lnTo>
                    <a:pt x="194310" y="75074"/>
                  </a:lnTo>
                  <a:lnTo>
                    <a:pt x="187452" y="77724"/>
                  </a:lnTo>
                  <a:lnTo>
                    <a:pt x="201168" y="77724"/>
                  </a:lnTo>
                  <a:close/>
                </a:path>
                <a:path w="388620" h="190500">
                  <a:moveTo>
                    <a:pt x="201168" y="112776"/>
                  </a:moveTo>
                  <a:lnTo>
                    <a:pt x="201168" y="77724"/>
                  </a:lnTo>
                  <a:lnTo>
                    <a:pt x="187452" y="77724"/>
                  </a:lnTo>
                  <a:lnTo>
                    <a:pt x="187452" y="112776"/>
                  </a:lnTo>
                  <a:lnTo>
                    <a:pt x="201168" y="112776"/>
                  </a:lnTo>
                  <a:close/>
                </a:path>
                <a:path w="388620" h="190500">
                  <a:moveTo>
                    <a:pt x="201168" y="112776"/>
                  </a:moveTo>
                  <a:lnTo>
                    <a:pt x="187452" y="112776"/>
                  </a:lnTo>
                  <a:lnTo>
                    <a:pt x="194310" y="115425"/>
                  </a:lnTo>
                  <a:lnTo>
                    <a:pt x="201168" y="112776"/>
                  </a:lnTo>
                  <a:close/>
                </a:path>
                <a:path w="388620" h="190500">
                  <a:moveTo>
                    <a:pt x="194310" y="115425"/>
                  </a:moveTo>
                  <a:lnTo>
                    <a:pt x="187452" y="112776"/>
                  </a:lnTo>
                  <a:lnTo>
                    <a:pt x="187452" y="113184"/>
                  </a:lnTo>
                  <a:lnTo>
                    <a:pt x="193793" y="115625"/>
                  </a:lnTo>
                  <a:lnTo>
                    <a:pt x="194310" y="115425"/>
                  </a:lnTo>
                  <a:close/>
                </a:path>
                <a:path w="388620" h="190500">
                  <a:moveTo>
                    <a:pt x="194826" y="74874"/>
                  </a:moveTo>
                  <a:lnTo>
                    <a:pt x="194310" y="74676"/>
                  </a:lnTo>
                  <a:lnTo>
                    <a:pt x="193793" y="74874"/>
                  </a:lnTo>
                  <a:lnTo>
                    <a:pt x="194310" y="75074"/>
                  </a:lnTo>
                  <a:lnTo>
                    <a:pt x="194826" y="74874"/>
                  </a:lnTo>
                  <a:close/>
                </a:path>
                <a:path w="388620" h="190500">
                  <a:moveTo>
                    <a:pt x="194826" y="115625"/>
                  </a:moveTo>
                  <a:lnTo>
                    <a:pt x="194310" y="115425"/>
                  </a:lnTo>
                  <a:lnTo>
                    <a:pt x="193793" y="115625"/>
                  </a:lnTo>
                  <a:lnTo>
                    <a:pt x="194310" y="115824"/>
                  </a:lnTo>
                  <a:lnTo>
                    <a:pt x="194826" y="115625"/>
                  </a:lnTo>
                  <a:close/>
                </a:path>
                <a:path w="388620" h="190500">
                  <a:moveTo>
                    <a:pt x="247757" y="95250"/>
                  </a:moveTo>
                  <a:lnTo>
                    <a:pt x="194826" y="74874"/>
                  </a:lnTo>
                  <a:lnTo>
                    <a:pt x="194310" y="75074"/>
                  </a:lnTo>
                  <a:lnTo>
                    <a:pt x="201168" y="77724"/>
                  </a:lnTo>
                  <a:lnTo>
                    <a:pt x="201168" y="113184"/>
                  </a:lnTo>
                  <a:lnTo>
                    <a:pt x="247757" y="95250"/>
                  </a:lnTo>
                  <a:close/>
                </a:path>
                <a:path w="388620" h="190500">
                  <a:moveTo>
                    <a:pt x="201168" y="113184"/>
                  </a:moveTo>
                  <a:lnTo>
                    <a:pt x="201168" y="112776"/>
                  </a:lnTo>
                  <a:lnTo>
                    <a:pt x="194310" y="115425"/>
                  </a:lnTo>
                  <a:lnTo>
                    <a:pt x="194826" y="115625"/>
                  </a:lnTo>
                  <a:lnTo>
                    <a:pt x="201168" y="113184"/>
                  </a:lnTo>
                  <a:close/>
                </a:path>
                <a:path w="388620" h="190500">
                  <a:moveTo>
                    <a:pt x="388620" y="190500"/>
                  </a:moveTo>
                  <a:lnTo>
                    <a:pt x="388620" y="0"/>
                  </a:lnTo>
                  <a:lnTo>
                    <a:pt x="194826" y="74874"/>
                  </a:lnTo>
                  <a:lnTo>
                    <a:pt x="247757" y="95250"/>
                  </a:lnTo>
                  <a:lnTo>
                    <a:pt x="350520" y="55692"/>
                  </a:lnTo>
                  <a:lnTo>
                    <a:pt x="350520" y="28194"/>
                  </a:lnTo>
                  <a:lnTo>
                    <a:pt x="376428" y="45720"/>
                  </a:lnTo>
                  <a:lnTo>
                    <a:pt x="376428" y="185789"/>
                  </a:lnTo>
                  <a:lnTo>
                    <a:pt x="388620" y="190500"/>
                  </a:lnTo>
                  <a:close/>
                </a:path>
                <a:path w="388620" h="190500">
                  <a:moveTo>
                    <a:pt x="376428" y="144780"/>
                  </a:moveTo>
                  <a:lnTo>
                    <a:pt x="247757" y="95250"/>
                  </a:lnTo>
                  <a:lnTo>
                    <a:pt x="194826" y="115625"/>
                  </a:lnTo>
                  <a:lnTo>
                    <a:pt x="350520" y="175779"/>
                  </a:lnTo>
                  <a:lnTo>
                    <a:pt x="350520" y="163068"/>
                  </a:lnTo>
                  <a:lnTo>
                    <a:pt x="376428" y="144780"/>
                  </a:lnTo>
                  <a:close/>
                </a:path>
                <a:path w="388620" h="190500">
                  <a:moveTo>
                    <a:pt x="376428" y="45720"/>
                  </a:moveTo>
                  <a:lnTo>
                    <a:pt x="350520" y="28194"/>
                  </a:lnTo>
                  <a:lnTo>
                    <a:pt x="350520" y="55692"/>
                  </a:lnTo>
                  <a:lnTo>
                    <a:pt x="376428" y="45720"/>
                  </a:lnTo>
                  <a:close/>
                </a:path>
                <a:path w="388620" h="190500">
                  <a:moveTo>
                    <a:pt x="376428" y="144780"/>
                  </a:moveTo>
                  <a:lnTo>
                    <a:pt x="376428" y="45720"/>
                  </a:lnTo>
                  <a:lnTo>
                    <a:pt x="350520" y="55692"/>
                  </a:lnTo>
                  <a:lnTo>
                    <a:pt x="350520" y="134807"/>
                  </a:lnTo>
                  <a:lnTo>
                    <a:pt x="376428" y="144780"/>
                  </a:lnTo>
                  <a:close/>
                </a:path>
                <a:path w="388620" h="190500">
                  <a:moveTo>
                    <a:pt x="376428" y="185789"/>
                  </a:moveTo>
                  <a:lnTo>
                    <a:pt x="376428" y="144780"/>
                  </a:lnTo>
                  <a:lnTo>
                    <a:pt x="350520" y="163068"/>
                  </a:lnTo>
                  <a:lnTo>
                    <a:pt x="350520" y="175779"/>
                  </a:lnTo>
                  <a:lnTo>
                    <a:pt x="376428" y="185789"/>
                  </a:lnTo>
                  <a:close/>
                </a:path>
              </a:pathLst>
            </a:custGeom>
            <a:solidFill>
              <a:srgbClr val="000000"/>
            </a:solidFill>
          </p:spPr>
          <p:txBody>
            <a:bodyPr wrap="square" lIns="0" tIns="0" rIns="0" bIns="0" rtlCol="0"/>
            <a:lstStyle/>
            <a:p>
              <a:endParaRPr>
                <a:ea typeface="宋体" panose="02010600030101010101" pitchFamily="2" charset="-122"/>
              </a:endParaRPr>
            </a:p>
          </p:txBody>
        </p:sp>
      </p:grpSp>
      <p:sp>
        <p:nvSpPr>
          <p:cNvPr id="18" name="文本框 17"/>
          <p:cNvSpPr txBox="1"/>
          <p:nvPr/>
        </p:nvSpPr>
        <p:spPr>
          <a:xfrm>
            <a:off x="592184" y="1008690"/>
            <a:ext cx="7914391" cy="1015663"/>
          </a:xfrm>
          <a:prstGeom prst="rect">
            <a:avLst/>
          </a:prstGeom>
          <a:noFill/>
        </p:spPr>
        <p:txBody>
          <a:bodyPr wrap="square">
            <a:spAutoFit/>
          </a:bodyPr>
          <a:lstStyle/>
          <a:p>
            <a:r>
              <a:rPr lang="en-US" altLang="zh-CN" sz="2000" dirty="0"/>
              <a:t>The positions being applied for must be filled by individuals with at least the minimum educational qualifications required. Find the names of all employees and the names of the positions they may be applying for.</a:t>
            </a:r>
            <a:endParaRPr lang="en-US" altLang="zh-CN" sz="2000" dirty="0"/>
          </a:p>
        </p:txBody>
      </p:sp>
      <p:graphicFrame>
        <p:nvGraphicFramePr>
          <p:cNvPr id="9" name="表格 8"/>
          <p:cNvGraphicFramePr>
            <a:graphicFrameLocks noGrp="1"/>
          </p:cNvGraphicFramePr>
          <p:nvPr/>
        </p:nvGraphicFramePr>
        <p:xfrm>
          <a:off x="693369" y="2778210"/>
          <a:ext cx="6600574" cy="2870070"/>
        </p:xfrm>
        <a:graphic>
          <a:graphicData uri="http://schemas.openxmlformats.org/drawingml/2006/table">
            <a:tbl>
              <a:tblPr firstRow="1" bandRow="1"/>
              <a:tblGrid>
                <a:gridCol w="1022803"/>
                <a:gridCol w="1128394"/>
                <a:gridCol w="594515"/>
                <a:gridCol w="775787"/>
                <a:gridCol w="724691"/>
                <a:gridCol w="1493169"/>
                <a:gridCol w="861215"/>
              </a:tblGrid>
              <a:tr h="291655">
                <a:tc gridSpan="7">
                  <a:txBody>
                    <a:bodyPr/>
                    <a:lstStyle/>
                    <a:p>
                      <a:pPr algn="l"/>
                      <a:r>
                        <a:rPr lang="en-US" altLang="zh-CN" sz="1500" b="1" dirty="0">
                          <a:latin typeface="华文楷体" panose="02010600040101010101" pitchFamily="2" charset="-122"/>
                          <a:ea typeface="华文楷体" panose="02010600040101010101" pitchFamily="2" charset="-122"/>
                        </a:rPr>
                        <a:t>All workers and their eligible positions.</a:t>
                      </a:r>
                      <a:endParaRPr lang="zh-CN" altLang="en-US" sz="1500" b="1" dirty="0">
                        <a:latin typeface="华文楷体" panose="02010600040101010101" pitchFamily="2" charset="-122"/>
                        <a:ea typeface="华文楷体" panose="02010600040101010101" pitchFamily="2" charset="-122"/>
                      </a:endParaRPr>
                    </a:p>
                  </a:txBody>
                  <a:tcPr marL="86791" marR="86791" marT="43395" marB="43395" anchor="ctr">
                    <a:noFill/>
                  </a:tcPr>
                </a:tc>
                <a:tc hMerge="1">
                  <a:tcPr/>
                </a:tc>
                <a:tc hMerge="1">
                  <a:tcPr/>
                </a:tc>
                <a:tc hMerge="1">
                  <a:tcPr/>
                </a:tc>
                <a:tc hMerge="1">
                  <a:tcPr/>
                </a:tc>
                <a:tc hMerge="1">
                  <a:tcPr marL="86791" marR="86791" marT="43395" marB="43395" anchor="ctr">
                    <a:noFill/>
                  </a:tcPr>
                </a:tc>
                <a:tc hMerge="1">
                  <a:tcPr marL="86791" marR="86791" marT="43395" marB="43395" anchor="ctr">
                    <a:noFill/>
                  </a:tcPr>
                </a:tc>
              </a:tr>
              <a:tr h="291655">
                <a:tc>
                  <a:txBody>
                    <a:bodyPr/>
                    <a:lstStyle/>
                    <a:p>
                      <a:pPr algn="ctr"/>
                      <a:r>
                        <a:rPr lang="en-US" altLang="zh-CN" sz="1500" b="1" dirty="0" err="1">
                          <a:latin typeface="华文楷体" panose="02010600040101010101" pitchFamily="2" charset="-122"/>
                          <a:ea typeface="华文楷体" panose="02010600040101010101" pitchFamily="2" charset="-122"/>
                        </a:rPr>
                        <a:t>Wno</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Wname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err="1">
                          <a:latin typeface="华文楷体" panose="02010600040101010101" pitchFamily="2" charset="-122"/>
                          <a:ea typeface="华文楷体" panose="02010600040101010101" pitchFamily="2" charset="-122"/>
                        </a:rPr>
                        <a:t>Wsex</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Wage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Degree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Type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Limited_</a:t>
                      </a:r>
                      <a:endParaRPr lang="en-US" altLang="zh-CN" sz="1500" b="1" dirty="0">
                        <a:latin typeface="华文楷体" panose="02010600040101010101" pitchFamily="2" charset="-122"/>
                        <a:ea typeface="华文楷体" panose="02010600040101010101" pitchFamily="2" charset="-122"/>
                      </a:endParaRPr>
                    </a:p>
                    <a:p>
                      <a:pPr algn="ctr"/>
                      <a:r>
                        <a:rPr lang="en-US" altLang="zh-CN" sz="1500" b="1" dirty="0">
                          <a:latin typeface="华文楷体" panose="02010600040101010101" pitchFamily="2" charset="-122"/>
                          <a:ea typeface="华文楷体" panose="02010600040101010101" pitchFamily="2" charset="-122"/>
                        </a:rPr>
                        <a:t>Degree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Bob</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F</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49</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Department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55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1</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03</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55</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2</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bl>
          </a:graphicData>
        </a:graphic>
      </p:graphicFrame>
      <p:sp>
        <p:nvSpPr>
          <p:cNvPr id="10" name="文本框 9"/>
          <p:cNvSpPr txBox="1"/>
          <p:nvPr/>
        </p:nvSpPr>
        <p:spPr>
          <a:xfrm>
            <a:off x="7408242" y="1994882"/>
            <a:ext cx="4783758" cy="707886"/>
          </a:xfrm>
          <a:prstGeom prst="rect">
            <a:avLst/>
          </a:prstGeom>
          <a:noFill/>
        </p:spPr>
        <p:txBody>
          <a:bodyPr wrap="square">
            <a:spAutoFit/>
          </a:bodyPr>
          <a:lstStyle/>
          <a:p>
            <a:pPr algn="ctr"/>
            <a:r>
              <a:rPr lang="en-US" altLang="zh-CN" sz="2000" dirty="0">
                <a:solidFill>
                  <a:srgbClr val="FF0000"/>
                </a:solidFill>
              </a:rPr>
              <a:t>Step 3: Perform a projection operation on (</a:t>
            </a:r>
            <a:r>
              <a:rPr lang="en-US" altLang="zh-CN" sz="2000" dirty="0" err="1">
                <a:solidFill>
                  <a:srgbClr val="FF0000"/>
                </a:solidFill>
              </a:rPr>
              <a:t>Wname</a:t>
            </a:r>
            <a:r>
              <a:rPr lang="en-US" altLang="zh-CN" sz="2000" dirty="0">
                <a:solidFill>
                  <a:srgbClr val="FF0000"/>
                </a:solidFill>
              </a:rPr>
              <a:t>, Type) to obtain the final result.</a:t>
            </a:r>
            <a:endParaRPr lang="en-US" altLang="zh-CN" sz="2000" dirty="0">
              <a:solidFill>
                <a:srgbClr val="FF0000"/>
              </a:solidFill>
            </a:endParaRPr>
          </a:p>
        </p:txBody>
      </p:sp>
      <p:graphicFrame>
        <p:nvGraphicFramePr>
          <p:cNvPr id="11" name="表格 10"/>
          <p:cNvGraphicFramePr>
            <a:graphicFrameLocks noGrp="1"/>
          </p:cNvGraphicFramePr>
          <p:nvPr/>
        </p:nvGraphicFramePr>
        <p:xfrm>
          <a:off x="8630440" y="2778210"/>
          <a:ext cx="2621563" cy="2326080"/>
        </p:xfrm>
        <a:graphic>
          <a:graphicData uri="http://schemas.openxmlformats.org/drawingml/2006/table">
            <a:tbl>
              <a:tblPr firstRow="1" bandRow="1"/>
              <a:tblGrid>
                <a:gridCol w="1128394"/>
                <a:gridCol w="1493169"/>
              </a:tblGrid>
              <a:tr h="291655">
                <a:tc>
                  <a:txBody>
                    <a:bodyPr/>
                    <a:lstStyle/>
                    <a:p>
                      <a:pPr algn="ctr"/>
                      <a:r>
                        <a:rPr lang="en-US" altLang="zh-CN" sz="1500" b="1" dirty="0" err="1">
                          <a:latin typeface="华文楷体" panose="02010600040101010101" pitchFamily="2" charset="-122"/>
                          <a:ea typeface="华文楷体" panose="02010600040101010101" pitchFamily="2" charset="-122"/>
                        </a:rPr>
                        <a:t>Wname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Type</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accent5">
                        <a:lumMod val="20000"/>
                        <a:lumOff val="80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Bob</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Marry</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Department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Team leader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r h="291655">
                <a:tc>
                  <a:txBody>
                    <a:bodyPr/>
                    <a:lstStyle/>
                    <a:p>
                      <a:pPr algn="ctr"/>
                      <a:r>
                        <a:rPr lang="en-US" altLang="zh-CN" sz="1500" b="1" dirty="0">
                          <a:latin typeface="华文楷体" panose="02010600040101010101" pitchFamily="2" charset="-122"/>
                          <a:ea typeface="华文楷体" panose="02010600040101010101" pitchFamily="2" charset="-122"/>
                        </a:rPr>
                        <a:t>Tom</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c>
                  <a:txBody>
                    <a:bodyPr/>
                    <a:lstStyle/>
                    <a:p>
                      <a:pPr algn="ctr"/>
                      <a:r>
                        <a:rPr lang="en-US" altLang="zh-CN" sz="1500" b="1" dirty="0">
                          <a:latin typeface="华文楷体" panose="02010600040101010101" pitchFamily="2" charset="-122"/>
                          <a:ea typeface="华文楷体" panose="02010600040101010101" pitchFamily="2" charset="-122"/>
                        </a:rPr>
                        <a:t>Project Manager</a:t>
                      </a:r>
                      <a:endParaRPr lang="zh-CN" altLang="en-US" sz="1500" b="1" dirty="0">
                        <a:latin typeface="华文楷体" panose="02010600040101010101" pitchFamily="2" charset="-122"/>
                        <a:ea typeface="华文楷体" panose="02010600040101010101" pitchFamily="2" charset="-122"/>
                      </a:endParaRPr>
                    </a:p>
                  </a:txBody>
                  <a:tcPr marL="71039" marR="71039" marT="35520" marB="35520" anchor="ctr">
                    <a:solidFill>
                      <a:schemeClr val="bg1">
                        <a:lumMod val="95000"/>
                      </a:schemeClr>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331131"/>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altLang="zh-CN" sz="2400" b="1" dirty="0">
                <a:solidFill>
                  <a:srgbClr val="FF0000"/>
                </a:solidFill>
              </a:rPr>
              <a:t>Equi-Join</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Given relations R and S, the result of an </a:t>
            </a:r>
            <a:r>
              <a:rPr lang="en-US" sz="2200" dirty="0" err="1"/>
              <a:t>equi</a:t>
            </a:r>
            <a:r>
              <a:rPr lang="en-US" sz="2200" dirty="0"/>
              <a:t>-join operation on R and S is also a relation, denoted as              , which is composed of tuples selected from the Cartesian product of relations R and S where the values ​​of attribute A in R are </a:t>
            </a:r>
            <a:r>
              <a:rPr lang="en-US" sz="2200" dirty="0">
                <a:solidFill>
                  <a:srgbClr val="FF0000"/>
                </a:solidFill>
              </a:rPr>
              <a:t>equal</a:t>
            </a:r>
            <a:r>
              <a:rPr lang="en-US" sz="2200" dirty="0"/>
              <a:t> to the values ​​of attribute B in S.</a:t>
            </a:r>
            <a:endParaRPr lang="en-US" sz="2200" dirty="0"/>
          </a:p>
          <a:p>
            <a:pPr lvl="1">
              <a:buFont typeface="Courier New" panose="02070309020205020404" pitchFamily="49" charset="0"/>
              <a:buChar char="o"/>
            </a:pPr>
            <a:r>
              <a:rPr lang="en-US" sz="2200" b="1" u="sng" dirty="0"/>
              <a:t>Mathematical Description</a:t>
            </a:r>
            <a:r>
              <a:rPr lang="en-US" sz="2200" dirty="0"/>
              <a:t>:</a:t>
            </a:r>
            <a:endParaRPr lang="en-US" sz="2200" dirty="0"/>
          </a:p>
          <a:p>
            <a:pPr marL="201295" lvl="1" indent="0">
              <a:buNone/>
            </a:pPr>
            <a:endParaRPr lang="en-US" sz="2200" dirty="0"/>
          </a:p>
          <a:p>
            <a:pPr lvl="1">
              <a:buFont typeface="Courier New" panose="02070309020205020404" pitchFamily="49" charset="0"/>
              <a:buChar char="o"/>
            </a:pPr>
            <a:r>
              <a:rPr lang="en-US" sz="2200" dirty="0"/>
              <a:t>When the operator in an θ-join is "</a:t>
            </a:r>
            <a:r>
              <a:rPr lang="en-US" sz="2200" dirty="0">
                <a:solidFill>
                  <a:srgbClr val="FF0000"/>
                </a:solidFill>
              </a:rPr>
              <a:t>=</a:t>
            </a:r>
            <a:r>
              <a:rPr lang="en-US" sz="2200" dirty="0"/>
              <a:t>", it is an </a:t>
            </a:r>
            <a:r>
              <a:rPr lang="en-US" sz="2200" dirty="0" err="1">
                <a:solidFill>
                  <a:srgbClr val="FF0000"/>
                </a:solidFill>
              </a:rPr>
              <a:t>equi</a:t>
            </a:r>
            <a:r>
              <a:rPr lang="en-US" sz="2200" dirty="0">
                <a:solidFill>
                  <a:srgbClr val="FF0000"/>
                </a:solidFill>
              </a:rPr>
              <a:t>-join</a:t>
            </a:r>
            <a:r>
              <a:rPr lang="en-US" sz="2200" dirty="0"/>
              <a:t>, a </a:t>
            </a:r>
            <a:r>
              <a:rPr lang="en-US" sz="2200" dirty="0">
                <a:solidFill>
                  <a:srgbClr val="FF0000"/>
                </a:solidFill>
              </a:rPr>
              <a:t>special case of the θ-join</a:t>
            </a:r>
            <a:r>
              <a:rPr lang="en-US" sz="2200" dirty="0"/>
              <a:t>. </a:t>
            </a:r>
            <a:endParaRPr lang="en-US" sz="2200" dirty="0"/>
          </a:p>
          <a:p>
            <a:pPr lvl="1">
              <a:buFont typeface="Courier New" panose="02070309020205020404" pitchFamily="49" charset="0"/>
              <a:buChar char="o"/>
            </a:pPr>
            <a:r>
              <a:rPr lang="en-US" sz="2200" dirty="0"/>
              <a:t>Not all tuple combinations in a generalized product are meaningful, and the number of tuple combinations in a generalized product is enormous. </a:t>
            </a:r>
            <a:r>
              <a:rPr lang="en-US" sz="2200" dirty="0">
                <a:solidFill>
                  <a:srgbClr val="FF0000"/>
                </a:solidFill>
              </a:rPr>
              <a:t>Therefore, using θ-join/</a:t>
            </a:r>
            <a:r>
              <a:rPr lang="en-US" sz="2200" dirty="0" err="1">
                <a:solidFill>
                  <a:srgbClr val="FF0000"/>
                </a:solidFill>
              </a:rPr>
              <a:t>equi</a:t>
            </a:r>
            <a:r>
              <a:rPr lang="en-US" sz="2200" dirty="0">
                <a:solidFill>
                  <a:srgbClr val="FF0000"/>
                </a:solidFill>
              </a:rPr>
              <a:t>-join operations can significantly reduce the amount of intermediate results stored and improve speed</a:t>
            </a:r>
            <a:r>
              <a:rPr lang="en-US" sz="2200" dirty="0"/>
              <a:t>.</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4" name="object 8"/>
          <p:cNvSpPr/>
          <p:nvPr/>
        </p:nvSpPr>
        <p:spPr>
          <a:xfrm>
            <a:off x="4545344" y="2507378"/>
            <a:ext cx="757427" cy="412241"/>
          </a:xfrm>
          <a:prstGeom prst="rect">
            <a:avLst/>
          </a:prstGeom>
          <a:blipFill>
            <a:blip r:embed="rId1" cstate="print"/>
            <a:stretch>
              <a:fillRect/>
            </a:stretch>
          </a:blipFill>
        </p:spPr>
        <p:txBody>
          <a:bodyPr wrap="square" lIns="0" tIns="0" rIns="0" bIns="0" rtlCol="0"/>
          <a:lstStyle/>
          <a:p>
            <a:endParaRPr>
              <a:ea typeface="宋体" panose="02010600030101010101" pitchFamily="2" charset="-122"/>
            </a:endParaRPr>
          </a:p>
        </p:txBody>
      </p:sp>
      <p:sp>
        <p:nvSpPr>
          <p:cNvPr id="7" name="object 9"/>
          <p:cNvSpPr/>
          <p:nvPr/>
        </p:nvSpPr>
        <p:spPr>
          <a:xfrm>
            <a:off x="4874362" y="3355984"/>
            <a:ext cx="4626864" cy="857250"/>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10296144" cy="4863180"/>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altLang="zh-CN" sz="2400" b="1" dirty="0">
                    <a:solidFill>
                      <a:srgbClr val="FF0000"/>
                    </a:solidFill>
                  </a:rPr>
                  <a:t>Natural-Join</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Given relations R and S, the result of the natural join operation on R and S is also a relation, denoted as </a:t>
                </a:r>
                <a14:m>
                  <m:oMath xmlns:m="http://schemas.openxmlformats.org/officeDocument/2006/math">
                    <m:r>
                      <a:rPr lang="en-US" sz="2200" b="0" i="1" smtClean="0">
                        <a:latin typeface="Cambria Math" panose="02040503050406030204" pitchFamily="18" charset="0"/>
                      </a:rPr>
                      <m:t>𝑅</m:t>
                    </m:r>
                    <m:r>
                      <a:rPr lang="en-US" sz="2200" b="0" i="1" smtClean="0">
                        <a:solidFill>
                          <a:srgbClr val="FF0000"/>
                        </a:solidFill>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𝑆</m:t>
                    </m:r>
                  </m:oMath>
                </a14:m>
                <a:r>
                  <a:rPr lang="en-US" sz="2200" dirty="0"/>
                  <a:t> ,which consists of tuples with equal values ​​on the same attribute group B selected from the Cartesian product of relations R and S.</a:t>
                </a:r>
                <a:endParaRPr lang="en-US" sz="2200" dirty="0"/>
              </a:p>
              <a:p>
                <a:pPr lvl="1">
                  <a:buFont typeface="Courier New" panose="02070309020205020404" pitchFamily="49" charset="0"/>
                  <a:buChar char="o"/>
                </a:pPr>
                <a:r>
                  <a:rPr lang="en-US" sz="2200" b="1" u="sng" dirty="0"/>
                  <a:t>Mathematical Description</a:t>
                </a:r>
                <a:r>
                  <a:rPr lang="en-US" sz="2200" dirty="0"/>
                  <a:t>:</a:t>
                </a:r>
                <a:endParaRPr lang="en-US" sz="2200" dirty="0"/>
              </a:p>
              <a:p>
                <a:pPr marL="201295" lvl="1" indent="0">
                  <a:buNone/>
                </a:pPr>
                <a14:m>
                  <m:oMathPara xmlns:m="http://schemas.openxmlformats.org/officeDocument/2006/math">
                    <m:oMathParaPr>
                      <m:jc m:val="centerGroup"/>
                    </m:oMathParaPr>
                    <m:oMath xmlns:m="http://schemas.openxmlformats.org/officeDocument/2006/math">
                      <m:r>
                        <a:rPr lang="en-US" sz="2200" b="0" i="1" smtClean="0">
                          <a:solidFill>
                            <a:srgbClr val="FF0000"/>
                          </a:solidFill>
                          <a:latin typeface="Cambria Math" panose="02040503050406030204" pitchFamily="18" charset="0"/>
                        </a:rPr>
                        <m:t>𝑅</m:t>
                      </m:r>
                      <m:r>
                        <a:rPr lang="en-US" sz="2200" b="0" i="1" smtClean="0">
                          <a:solidFill>
                            <a:srgbClr val="FF0000"/>
                          </a:solidFill>
                          <a:latin typeface="Cambria Math" panose="02040503050406030204" pitchFamily="18" charset="0"/>
                          <a:ea typeface="Cambria Math" panose="02040503050406030204" pitchFamily="18" charset="0"/>
                        </a:rPr>
                        <m:t>⋈</m:t>
                      </m:r>
                      <m:r>
                        <a:rPr lang="en-US" sz="2200" b="0" i="1" smtClean="0">
                          <a:solidFill>
                            <a:srgbClr val="FF0000"/>
                          </a:solidFill>
                          <a:latin typeface="Cambria Math" panose="02040503050406030204" pitchFamily="18" charset="0"/>
                          <a:ea typeface="Cambria Math" panose="02040503050406030204" pitchFamily="18" charset="0"/>
                        </a:rPr>
                        <m:t>𝑆</m:t>
                      </m:r>
                      <m:r>
                        <a:rPr lang="en-US" sz="2200" b="0" i="1" smtClean="0">
                          <a:solidFill>
                            <a:srgbClr val="FF0000"/>
                          </a:solidFill>
                          <a:latin typeface="Cambria Math" panose="02040503050406030204" pitchFamily="18" charset="0"/>
                          <a:ea typeface="Cambria Math" panose="02040503050406030204" pitchFamily="18" charset="0"/>
                        </a:rPr>
                        <m:t>=</m:t>
                      </m:r>
                      <m:sSub>
                        <m:sSubPr>
                          <m:ctrlPr>
                            <a:rPr lang="en-US" sz="2200" b="0" i="1" smtClean="0">
                              <a:solidFill>
                                <a:srgbClr val="FF0000"/>
                              </a:solidFill>
                              <a:latin typeface="Cambria Math" panose="02040503050406030204" pitchFamily="18" charset="0"/>
                              <a:ea typeface="Cambria Math" panose="02040503050406030204" pitchFamily="18" charset="0"/>
                            </a:rPr>
                          </m:ctrlPr>
                        </m:sSubPr>
                        <m:e>
                          <m:r>
                            <a:rPr lang="en-US" sz="2200" b="0" i="1" smtClean="0">
                              <a:solidFill>
                                <a:srgbClr val="FF0000"/>
                              </a:solidFill>
                              <a:latin typeface="Cambria Math" panose="02040503050406030204" pitchFamily="18" charset="0"/>
                              <a:ea typeface="Cambria Math" panose="02040503050406030204" pitchFamily="18" charset="0"/>
                            </a:rPr>
                            <m:t>𝜎</m:t>
                          </m:r>
                        </m:e>
                        <m:sub>
                          <m:r>
                            <a:rPr lang="en-US" sz="2200" b="0" i="1" smtClean="0">
                              <a:solidFill>
                                <a:srgbClr val="FF0000"/>
                              </a:solidFill>
                              <a:latin typeface="Cambria Math" panose="02040503050406030204" pitchFamily="18" charset="0"/>
                              <a:ea typeface="Cambria Math" panose="02040503050406030204" pitchFamily="18" charset="0"/>
                            </a:rPr>
                            <m:t>𝑡</m:t>
                          </m:r>
                          <m:d>
                            <m:dPr>
                              <m:begChr m:val="["/>
                              <m:endChr m:val="]"/>
                              <m:ctrlPr>
                                <a:rPr lang="en-US" sz="2200" b="0" i="1" smtClean="0">
                                  <a:solidFill>
                                    <a:srgbClr val="FF0000"/>
                                  </a:solidFill>
                                  <a:latin typeface="Cambria Math" panose="02040503050406030204" pitchFamily="18" charset="0"/>
                                  <a:ea typeface="Cambria Math" panose="02040503050406030204" pitchFamily="18" charset="0"/>
                                </a:rPr>
                              </m:ctrlPr>
                            </m:dPr>
                            <m:e>
                              <m:r>
                                <a:rPr lang="en-US" sz="2200" b="0" i="1" smtClean="0">
                                  <a:solidFill>
                                    <a:srgbClr val="FF0000"/>
                                  </a:solidFill>
                                  <a:latin typeface="Cambria Math" panose="02040503050406030204" pitchFamily="18" charset="0"/>
                                  <a:ea typeface="Cambria Math" panose="02040503050406030204" pitchFamily="18" charset="0"/>
                                </a:rPr>
                                <m:t>𝐵</m:t>
                              </m:r>
                            </m:e>
                          </m:d>
                          <m:r>
                            <a:rPr lang="en-US" sz="2200" b="0" i="1" smtClean="0">
                              <a:solidFill>
                                <a:srgbClr val="FF0000"/>
                              </a:solidFill>
                              <a:latin typeface="Cambria Math" panose="02040503050406030204" pitchFamily="18" charset="0"/>
                              <a:ea typeface="Cambria Math" panose="02040503050406030204" pitchFamily="18" charset="0"/>
                            </a:rPr>
                            <m:t>=</m:t>
                          </m:r>
                          <m:r>
                            <a:rPr lang="en-US" sz="2200" b="0" i="1" smtClean="0">
                              <a:solidFill>
                                <a:srgbClr val="FF0000"/>
                              </a:solidFill>
                              <a:latin typeface="Cambria Math" panose="02040503050406030204" pitchFamily="18" charset="0"/>
                              <a:ea typeface="Cambria Math" panose="02040503050406030204" pitchFamily="18" charset="0"/>
                            </a:rPr>
                            <m:t>𝑠</m:t>
                          </m:r>
                          <m:d>
                            <m:dPr>
                              <m:begChr m:val="["/>
                              <m:endChr m:val="]"/>
                              <m:ctrlPr>
                                <a:rPr lang="en-US" sz="2200" b="0" i="1" smtClean="0">
                                  <a:solidFill>
                                    <a:srgbClr val="FF0000"/>
                                  </a:solidFill>
                                  <a:latin typeface="Cambria Math" panose="02040503050406030204" pitchFamily="18" charset="0"/>
                                  <a:ea typeface="Cambria Math" panose="02040503050406030204" pitchFamily="18" charset="0"/>
                                </a:rPr>
                              </m:ctrlPr>
                            </m:dPr>
                            <m:e>
                              <m:r>
                                <a:rPr lang="en-US" sz="2200" b="0" i="1" smtClean="0">
                                  <a:solidFill>
                                    <a:srgbClr val="FF0000"/>
                                  </a:solidFill>
                                  <a:latin typeface="Cambria Math" panose="02040503050406030204" pitchFamily="18" charset="0"/>
                                  <a:ea typeface="Cambria Math" panose="02040503050406030204" pitchFamily="18" charset="0"/>
                                </a:rPr>
                                <m:t>𝐵</m:t>
                              </m:r>
                            </m:e>
                          </m:d>
                        </m:sub>
                      </m:sSub>
                      <m:d>
                        <m:dPr>
                          <m:ctrlPr>
                            <a:rPr lang="en-US" sz="2200" b="0" i="1" smtClean="0">
                              <a:solidFill>
                                <a:srgbClr val="FF0000"/>
                              </a:solidFill>
                              <a:latin typeface="Cambria Math" panose="02040503050406030204" pitchFamily="18" charset="0"/>
                              <a:ea typeface="Cambria Math" panose="02040503050406030204" pitchFamily="18" charset="0"/>
                            </a:rPr>
                          </m:ctrlPr>
                        </m:dPr>
                        <m:e>
                          <m:r>
                            <a:rPr lang="en-US" sz="2200" b="0" i="1" smtClean="0">
                              <a:solidFill>
                                <a:srgbClr val="FF0000"/>
                              </a:solidFill>
                              <a:latin typeface="Cambria Math" panose="02040503050406030204" pitchFamily="18" charset="0"/>
                              <a:ea typeface="Cambria Math" panose="02040503050406030204" pitchFamily="18" charset="0"/>
                            </a:rPr>
                            <m:t>𝑅</m:t>
                          </m:r>
                          <m:r>
                            <a:rPr lang="en-US" sz="2200" b="0" i="1" smtClean="0">
                              <a:solidFill>
                                <a:srgbClr val="FF0000"/>
                              </a:solidFill>
                              <a:latin typeface="Cambria Math" panose="02040503050406030204" pitchFamily="18" charset="0"/>
                              <a:ea typeface="Cambria Math" panose="02040503050406030204" pitchFamily="18" charset="0"/>
                            </a:rPr>
                            <m:t>×</m:t>
                          </m:r>
                          <m:r>
                            <a:rPr lang="en-US" sz="2200" b="0" i="1" smtClean="0">
                              <a:solidFill>
                                <a:srgbClr val="FF0000"/>
                              </a:solidFill>
                              <a:latin typeface="Cambria Math" panose="02040503050406030204" pitchFamily="18" charset="0"/>
                              <a:ea typeface="Cambria Math" panose="02040503050406030204" pitchFamily="18" charset="0"/>
                            </a:rPr>
                            <m:t>𝑆</m:t>
                          </m:r>
                        </m:e>
                      </m:d>
                    </m:oMath>
                  </m:oMathPara>
                </a14:m>
                <a:endParaRPr lang="en-US" sz="2200" dirty="0">
                  <a:solidFill>
                    <a:srgbClr val="FF0000"/>
                  </a:solidFill>
                </a:endParaRPr>
              </a:p>
              <a:p>
                <a:pPr lvl="2">
                  <a:buFont typeface="Courier New" panose="02070309020205020404" pitchFamily="49" charset="0"/>
                  <a:buChar char="o"/>
                </a:pPr>
                <a:r>
                  <a:rPr lang="en-US" sz="2000" dirty="0"/>
                  <a:t>A natural join is a </a:t>
                </a:r>
                <a:r>
                  <a:rPr lang="en-US" sz="2000" dirty="0">
                    <a:solidFill>
                      <a:srgbClr val="FF0000"/>
                    </a:solidFill>
                  </a:rPr>
                  <a:t>special type </a:t>
                </a:r>
                <a:r>
                  <a:rPr lang="en-US" sz="2000" dirty="0"/>
                  <a:t>of </a:t>
                </a:r>
                <a:r>
                  <a:rPr lang="en-US" sz="2000" dirty="0" err="1"/>
                  <a:t>equi</a:t>
                </a:r>
                <a:r>
                  <a:rPr lang="en-US" sz="2000" dirty="0"/>
                  <a:t>-join.</a:t>
                </a:r>
                <a:endParaRPr lang="en-US" sz="2000" dirty="0"/>
              </a:p>
              <a:p>
                <a:pPr lvl="2">
                  <a:buFont typeface="Courier New" panose="02070309020205020404" pitchFamily="49" charset="0"/>
                  <a:buChar char="o"/>
                </a:pPr>
                <a:r>
                  <a:rPr lang="en-US" sz="2000" dirty="0"/>
                  <a:t>It requires that relations R and S </a:t>
                </a:r>
                <a:r>
                  <a:rPr lang="en-US" sz="2000" dirty="0">
                    <a:solidFill>
                      <a:srgbClr val="FF0000"/>
                    </a:solidFill>
                  </a:rPr>
                  <a:t>must have the same attribute </a:t>
                </a:r>
                <a:r>
                  <a:rPr lang="en-US" sz="2000" dirty="0"/>
                  <a:t>group B (one or more attributes).</a:t>
                </a:r>
                <a:endParaRPr lang="en-US" sz="2000" dirty="0"/>
              </a:p>
              <a:p>
                <a:pPr lvl="2">
                  <a:buFont typeface="Courier New" panose="02070309020205020404" pitchFamily="49" charset="0"/>
                  <a:buChar char="o"/>
                </a:pPr>
                <a:r>
                  <a:rPr lang="en-US" sz="2000" dirty="0"/>
                  <a:t>R and S must </a:t>
                </a:r>
                <a:r>
                  <a:rPr lang="en-US" sz="2000" dirty="0">
                    <a:solidFill>
                      <a:srgbClr val="FF0000"/>
                    </a:solidFill>
                  </a:rPr>
                  <a:t>have the same attributes and equal values </a:t>
                </a:r>
                <a:r>
                  <a:rPr lang="en-US" sz="2000" dirty="0"/>
                  <a:t>​​to be joined, i.e., </a:t>
                </a:r>
                <a14:m>
                  <m:oMath xmlns:m="http://schemas.openxmlformats.org/officeDocument/2006/math">
                    <m:r>
                      <a:rPr lang="en-US" sz="2000" i="1" dirty="0" smtClean="0">
                        <a:latin typeface="Cambria Math" panose="02040503050406030204" pitchFamily="18" charset="0"/>
                      </a:rPr>
                      <m:t>𝑅</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1</m:t>
                        </m:r>
                      </m:sub>
                    </m:sSub>
                    <m:r>
                      <a:rPr lang="en-US" sz="2000" i="1" dirty="0" smtClean="0">
                        <a:latin typeface="Cambria Math" panose="02040503050406030204" pitchFamily="18" charset="0"/>
                      </a:rPr>
                      <m:t>=</m:t>
                    </m:r>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1</m:t>
                        </m:r>
                      </m:sub>
                    </m:sSub>
                  </m:oMath>
                </a14:m>
                <a:r>
                  <a:rPr lang="en-US" sz="2000" dirty="0"/>
                  <a:t>and </a:t>
                </a:r>
                <a14:m>
                  <m:oMath xmlns:m="http://schemas.openxmlformats.org/officeDocument/2006/math">
                    <m:r>
                      <a:rPr lang="en-US" sz="2000" i="1" dirty="0" smtClean="0">
                        <a:latin typeface="Cambria Math" panose="02040503050406030204" pitchFamily="18" charset="0"/>
                      </a:rPr>
                      <m:t>𝑅</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2</m:t>
                        </m:r>
                      </m:sub>
                    </m:sSub>
                    <m:r>
                      <a:rPr lang="en-US" sz="2000" i="1" dirty="0" smtClean="0">
                        <a:latin typeface="Cambria Math" panose="02040503050406030204" pitchFamily="18" charset="0"/>
                      </a:rPr>
                      <m:t>= </m:t>
                    </m:r>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2</m:t>
                        </m:r>
                      </m:sub>
                    </m:sSub>
                  </m:oMath>
                </a14:m>
                <a:r>
                  <a:rPr lang="en-US" sz="2000" dirty="0"/>
                  <a:t>… and </a:t>
                </a:r>
                <a14:m>
                  <m:oMath xmlns:m="http://schemas.openxmlformats.org/officeDocument/2006/math">
                    <m:r>
                      <a:rPr lang="en-US" sz="2000" i="1" dirty="0" smtClean="0">
                        <a:latin typeface="Cambria Math" panose="02040503050406030204" pitchFamily="18" charset="0"/>
                      </a:rPr>
                      <m:t>𝑅</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𝑛</m:t>
                        </m:r>
                      </m:sub>
                    </m:sSub>
                    <m:r>
                      <a:rPr lang="en-US" sz="2000" i="1" dirty="0" smtClean="0">
                        <a:latin typeface="Cambria Math" panose="02040503050406030204" pitchFamily="18" charset="0"/>
                      </a:rPr>
                      <m:t>=</m:t>
                    </m:r>
                    <m:r>
                      <a:rPr lang="en-US" sz="2000" i="1" dirty="0" err="1" smtClean="0">
                        <a:latin typeface="Cambria Math" panose="02040503050406030204" pitchFamily="18" charset="0"/>
                      </a:rPr>
                      <m:t>𝑆</m:t>
                    </m:r>
                    <m:r>
                      <a:rPr lang="en-US" sz="2000" i="1" dirty="0" err="1"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err="1" smtClean="0">
                            <a:latin typeface="Cambria Math" panose="02040503050406030204" pitchFamily="18" charset="0"/>
                          </a:rPr>
                          <m:t>𝐵</m:t>
                        </m:r>
                      </m:e>
                      <m:sub>
                        <m:r>
                          <a:rPr lang="en-US" sz="2000" i="1" dirty="0" err="1" smtClean="0">
                            <a:latin typeface="Cambria Math" panose="02040503050406030204" pitchFamily="18" charset="0"/>
                          </a:rPr>
                          <m:t>𝑛</m:t>
                        </m:r>
                      </m:sub>
                    </m:sSub>
                  </m:oMath>
                </a14:m>
                <a:r>
                  <a:rPr lang="en-US" sz="2000" dirty="0"/>
                  <a:t>.</a:t>
                </a:r>
                <a:endParaRPr lang="en-US" sz="2000" dirty="0"/>
              </a:p>
              <a:p>
                <a:pPr lvl="2">
                  <a:buFont typeface="Courier New" panose="02070309020205020404" pitchFamily="49" charset="0"/>
                  <a:buChar char="o"/>
                </a:pPr>
                <a:r>
                  <a:rPr lang="en-US" sz="2000" dirty="0">
                    <a:solidFill>
                      <a:srgbClr val="FF0000"/>
                    </a:solidFill>
                  </a:rPr>
                  <a:t>Remove duplicate attribute columns </a:t>
                </a:r>
                <a:r>
                  <a:rPr lang="en-US" sz="2000" dirty="0"/>
                  <a:t>from the result (since </a:t>
                </a:r>
                <a14:m>
                  <m:oMath xmlns:m="http://schemas.openxmlformats.org/officeDocument/2006/math">
                    <m:r>
                      <a:rPr lang="en-US" sz="2000" i="1" dirty="0" smtClean="0">
                        <a:latin typeface="Cambria Math" panose="02040503050406030204" pitchFamily="18" charset="0"/>
                      </a:rPr>
                      <m:t>𝑅</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𝑖</m:t>
                        </m:r>
                      </m:sub>
                    </m:sSub>
                  </m:oMath>
                </a14:m>
                <a:r>
                  <a:rPr lang="en-US" sz="2000" dirty="0"/>
                  <a:t> is always equal to </a:t>
                </a:r>
                <a14:m>
                  <m:oMath xmlns:m="http://schemas.openxmlformats.org/officeDocument/2006/math">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𝑖</m:t>
                        </m:r>
                      </m:sub>
                    </m:sSub>
                  </m:oMath>
                </a14:m>
                <a:r>
                  <a:rPr lang="en-US" sz="2000" dirty="0"/>
                  <a:t> in the result, only one column needs to be retained)</a:t>
                </a:r>
                <a:endParaRPr lang="en-US" sz="20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10296144" cy="4863180"/>
              </a:xfrm>
              <a:blipFill rotWithShape="1">
                <a:blip r:embed="rId1"/>
                <a:stretch>
                  <a:fillRect t="-9" r="2" b="3"/>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10296144" cy="4863180"/>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sz="2400" b="1" dirty="0">
                    <a:solidFill>
                      <a:srgbClr val="FF0000"/>
                    </a:solidFill>
                  </a:rPr>
                  <a:t>Self</a:t>
                </a:r>
                <a:r>
                  <a:rPr lang="en-US" altLang="zh-CN" sz="2400" b="1" dirty="0">
                    <a:solidFill>
                      <a:srgbClr val="FF0000"/>
                    </a:solidFill>
                  </a:rPr>
                  <a:t>-Join</a:t>
                </a:r>
                <a:endParaRPr lang="en-US" sz="2400" b="1" dirty="0">
                  <a:solidFill>
                    <a:srgbClr val="FF0000"/>
                  </a:solidFill>
                </a:endParaRPr>
              </a:p>
              <a:p>
                <a:pPr lvl="1">
                  <a:buFont typeface="Courier New" panose="02070309020205020404" pitchFamily="49" charset="0"/>
                  <a:buChar char="o"/>
                </a:pPr>
                <a:r>
                  <a:rPr lang="en-US" sz="2200" dirty="0"/>
                  <a:t>Theta-joins (θ-joins) between relations and themselves typically involve comparisons between different rows of data.</a:t>
                </a:r>
                <a:endParaRPr lang="en-US" sz="2200" dirty="0"/>
              </a:p>
              <a:p>
                <a:pPr lvl="1">
                  <a:buFont typeface="Courier New" panose="02070309020205020404" pitchFamily="49" charset="0"/>
                  <a:buChar char="o"/>
                </a:pPr>
                <a:r>
                  <a:rPr lang="en-US" sz="2200" b="1" u="sng" dirty="0"/>
                  <a:t>Example</a:t>
                </a:r>
                <a:r>
                  <a:rPr lang="en-US" sz="2200" dirty="0"/>
                  <a:t>: Query all course numbers taken by students 210130101 and 210130102.</a:t>
                </a:r>
                <a:endParaRPr lang="en-US" sz="2200" dirty="0"/>
              </a:p>
              <a:p>
                <a:pPr lvl="1">
                  <a:buFont typeface="Courier New" panose="02070309020205020404" pitchFamily="49" charset="0"/>
                  <a:buChar char="o"/>
                </a:pPr>
                <a:endParaRPr lang="en-US" sz="2200" dirty="0"/>
              </a:p>
              <a:p>
                <a:pPr lvl="1">
                  <a:buFont typeface="Courier New" panose="02070309020205020404" pitchFamily="49" charset="0"/>
                  <a:buChar char="o"/>
                </a:pPr>
                <a:r>
                  <a:rPr lang="en-US" sz="2200" b="1" u="sng" dirty="0"/>
                  <a:t>Note</a:t>
                </a:r>
                <a:r>
                  <a:rPr lang="en-US" sz="2200" dirty="0"/>
                  <a:t>: The above formula </a:t>
                </a:r>
                <a14:m>
                  <m:oMath xmlns:m="http://schemas.openxmlformats.org/officeDocument/2006/math">
                    <m:sSub>
                      <m:sSubPr>
                        <m:ctrlPr>
                          <a:rPr lang="en-US" sz="2200" b="0" i="1" dirty="0" smtClean="0">
                            <a:latin typeface="Cambria Math" panose="02040503050406030204" pitchFamily="18" charset="0"/>
                          </a:rPr>
                        </m:ctrlPr>
                      </m:sSubPr>
                      <m:e>
                        <m:r>
                          <a:rPr lang="en-US" sz="2200" b="0" i="1" dirty="0" smtClean="0">
                            <a:solidFill>
                              <a:srgbClr val="FF0000"/>
                            </a:solidFill>
                            <a:latin typeface="Cambria Math" panose="02040503050406030204" pitchFamily="18" charset="0"/>
                          </a:rPr>
                          <m:t>𝜌</m:t>
                        </m:r>
                      </m:e>
                      <m:sub>
                        <m:r>
                          <a:rPr lang="en-US" sz="2200" i="1" dirty="0" smtClean="0">
                            <a:latin typeface="Cambria Math" panose="02040503050406030204" pitchFamily="18" charset="0"/>
                          </a:rPr>
                          <m:t>𝑆𝐶</m:t>
                        </m:r>
                        <m:r>
                          <a:rPr lang="en-US" sz="2200" i="1" dirty="0" smtClean="0">
                            <a:latin typeface="Cambria Math" panose="02040503050406030204" pitchFamily="18" charset="0"/>
                          </a:rPr>
                          <m:t>1</m:t>
                        </m:r>
                      </m:sub>
                    </m:sSub>
                    <m:r>
                      <a:rPr lang="en-US" sz="2200" i="1" dirty="0" smtClean="0">
                        <a:latin typeface="Cambria Math" panose="02040503050406030204" pitchFamily="18" charset="0"/>
                      </a:rPr>
                      <m:t>(</m:t>
                    </m:r>
                    <m:r>
                      <a:rPr lang="en-US" sz="2200" i="1" dirty="0" smtClean="0">
                        <a:latin typeface="Cambria Math" panose="02040503050406030204" pitchFamily="18" charset="0"/>
                      </a:rPr>
                      <m:t>𝑆𝐶</m:t>
                    </m:r>
                    <m:r>
                      <a:rPr lang="en-US" sz="2200" i="1" dirty="0" smtClean="0">
                        <a:latin typeface="Cambria Math" panose="02040503050406030204" pitchFamily="18" charset="0"/>
                      </a:rPr>
                      <m:t>)</m:t>
                    </m:r>
                  </m:oMath>
                </a14:m>
                <a:r>
                  <a:rPr lang="en-US" sz="2200" dirty="0"/>
                  <a:t> represents a </a:t>
                </a:r>
                <a:r>
                  <a:rPr lang="en-US" sz="2200" dirty="0">
                    <a:solidFill>
                      <a:srgbClr val="FF0000"/>
                    </a:solidFill>
                  </a:rPr>
                  <a:t>table renaming operation</a:t>
                </a:r>
                <a:r>
                  <a:rPr lang="en-US" sz="2200" dirty="0"/>
                  <a:t>, which renames table SC to SC1. This renaming operation is typically used when a table needs to be joined with itself.</a:t>
                </a:r>
                <a:endParaRPr lang="en-US" sz="22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10296144" cy="4863180"/>
              </a:xfrm>
              <a:blipFill rotWithShape="1">
                <a:blip r:embed="rId1"/>
                <a:stretch>
                  <a:fillRect t="-9" r="2" b="3"/>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grpSp>
        <p:nvGrpSpPr>
          <p:cNvPr id="10" name="组合 9"/>
          <p:cNvGrpSpPr/>
          <p:nvPr/>
        </p:nvGrpSpPr>
        <p:grpSpPr>
          <a:xfrm>
            <a:off x="2585720" y="3124835"/>
            <a:ext cx="6737985" cy="607060"/>
            <a:chOff x="4072" y="4921"/>
            <a:chExt cx="10611" cy="956"/>
          </a:xfrm>
        </p:grpSpPr>
        <p:sp>
          <p:nvSpPr>
            <p:cNvPr id="4" name="object 9"/>
            <p:cNvSpPr txBox="1"/>
            <p:nvPr/>
          </p:nvSpPr>
          <p:spPr>
            <a:xfrm>
              <a:off x="4072" y="5109"/>
              <a:ext cx="7125" cy="582"/>
            </a:xfrm>
            <a:prstGeom prst="rect">
              <a:avLst/>
            </a:prstGeom>
          </p:spPr>
          <p:txBody>
            <a:bodyPr vert="horz" wrap="square" lIns="0" tIns="0" rIns="0" bIns="0" rtlCol="0">
              <a:spAutoFit/>
            </a:bodyPr>
            <a:lstStyle/>
            <a:p>
              <a:pPr marL="12700">
                <a:lnSpc>
                  <a:spcPct val="100000"/>
                </a:lnSpc>
              </a:pPr>
              <a:r>
                <a:rPr sz="3600" b="1" spc="-7" baseline="1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π</a:t>
              </a:r>
              <a:r>
                <a:rPr sz="1200" b="1" spc="-5" dirty="0" err="1">
                  <a:latin typeface="Times New Roman" panose="02020603050405020304" pitchFamily="18" charset="0"/>
                  <a:ea typeface="宋体" panose="02010600030101010101" pitchFamily="2" charset="-122"/>
                  <a:cs typeface="Times New Roman" panose="02020603050405020304" pitchFamily="18" charset="0"/>
                </a:rPr>
                <a:t>SC.C</a:t>
              </a:r>
              <a:r>
                <a:rPr lang="en-US" altLang="zh-CN" sz="1200" b="1" spc="-5" dirty="0" err="1">
                  <a:latin typeface="Times New Roman" panose="02020603050405020304" pitchFamily="18" charset="0"/>
                  <a:ea typeface="宋体" panose="02010600030101010101" pitchFamily="2" charset="-122"/>
                  <a:cs typeface="Times New Roman" panose="02020603050405020304" pitchFamily="18" charset="0"/>
                </a:rPr>
                <a:t>no</a:t>
              </a:r>
              <a:r>
                <a:rPr sz="1200" b="1" spc="-5" dirty="0">
                  <a:latin typeface="Times New Roman" panose="02020603050405020304" pitchFamily="18" charset="0"/>
                  <a:ea typeface="宋体" panose="02010600030101010101" pitchFamily="2" charset="-122"/>
                  <a:cs typeface="Times New Roman" panose="02020603050405020304" pitchFamily="18" charset="0"/>
                </a:rPr>
                <a:t> </a:t>
              </a:r>
              <a:r>
                <a:rPr sz="3000" b="1" spc="-7" baseline="13000" dirty="0">
                  <a:latin typeface="Times New Roman" panose="02020603050405020304" pitchFamily="18" charset="0"/>
                  <a:ea typeface="宋体" panose="02010600030101010101" pitchFamily="2" charset="-122"/>
                  <a:cs typeface="Times New Roman" panose="02020603050405020304" pitchFamily="18" charset="0"/>
                </a:rPr>
                <a:t>(</a:t>
              </a:r>
              <a:r>
                <a:rPr sz="3600" b="1" spc="-7" baseline="100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σ</a:t>
              </a:r>
              <a:r>
                <a:rPr sz="1200" b="1" spc="-5" dirty="0" err="1">
                  <a:latin typeface="Times New Roman" panose="02020603050405020304" pitchFamily="18" charset="0"/>
                  <a:ea typeface="宋体" panose="02010600030101010101" pitchFamily="2" charset="-122"/>
                  <a:cs typeface="Times New Roman" panose="02020603050405020304" pitchFamily="18" charset="0"/>
                </a:rPr>
                <a:t>SC.S</a:t>
              </a:r>
              <a:r>
                <a:rPr lang="en-US" altLang="zh-CN" sz="1200" b="1" spc="-5" dirty="0" err="1">
                  <a:latin typeface="Times New Roman" panose="02020603050405020304" pitchFamily="18" charset="0"/>
                  <a:ea typeface="宋体" panose="02010600030101010101" pitchFamily="2" charset="-122"/>
                  <a:cs typeface="Times New Roman" panose="02020603050405020304" pitchFamily="18" charset="0"/>
                </a:rPr>
                <a:t>no</a:t>
              </a:r>
              <a:r>
                <a:rPr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latin typeface="+mn-lt"/>
                  <a:ea typeface="+mn-ea"/>
                </a:rPr>
                <a:t>210130101</a:t>
              </a:r>
              <a:r>
                <a:rPr lang="en-US" sz="1200" b="1" spc="-5" dirty="0">
                  <a:latin typeface="Times New Roman" panose="02020603050405020304" pitchFamily="18" charset="0"/>
                  <a:ea typeface="宋体" panose="02010600030101010101" pitchFamily="2" charset="-122"/>
                  <a:cs typeface="Times New Roman" panose="02020603050405020304" pitchFamily="18" charset="0"/>
                </a:rPr>
                <a:t>’</a:t>
              </a:r>
              <a:r>
                <a:rPr sz="1200" b="1" spc="-5"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775" b="1" spc="7" baseline="-8000" dirty="0">
                  <a:latin typeface="Symbol" panose="05050102010706020507"/>
                  <a:ea typeface="宋体" panose="02010600030101010101" pitchFamily="2" charset="-122"/>
                  <a:cs typeface="+mn-ea"/>
                </a:rPr>
                <a:t></a:t>
              </a:r>
              <a:r>
                <a:rPr sz="2775" b="1" spc="-405" baseline="-8000" dirty="0">
                  <a:latin typeface="Times New Roman" panose="02020603050405020304" pitchFamily="18" charset="0"/>
                  <a:ea typeface="宋体" panose="02010600030101010101" pitchFamily="2" charset="-122"/>
                  <a:cs typeface="Times New Roman" panose="02020603050405020304" pitchFamily="18" charset="0"/>
                </a:rPr>
                <a:t> </a:t>
              </a:r>
              <a:r>
                <a:rPr sz="1200" b="1" spc="-5" dirty="0">
                  <a:latin typeface="Times New Roman" panose="02020603050405020304" pitchFamily="18" charset="0"/>
                  <a:ea typeface="宋体" panose="02010600030101010101" pitchFamily="2" charset="-122"/>
                  <a:cs typeface="Times New Roman" panose="02020603050405020304" pitchFamily="18" charset="0"/>
                </a:rPr>
                <a:t>SC1.S</a:t>
              </a:r>
              <a:r>
                <a:rPr lang="en-US" altLang="zh-CN" sz="1200" b="1" spc="-5" dirty="0">
                  <a:latin typeface="Times New Roman" panose="02020603050405020304" pitchFamily="18" charset="0"/>
                  <a:ea typeface="宋体" panose="02010600030101010101" pitchFamily="2" charset="-122"/>
                  <a:cs typeface="Times New Roman" panose="02020603050405020304" pitchFamily="18" charset="0"/>
                </a:rPr>
                <a:t>no</a:t>
              </a:r>
              <a:r>
                <a:rPr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latin typeface="+mn-lt"/>
                  <a:ea typeface="+mn-ea"/>
                </a:rPr>
                <a:t>210130102’</a:t>
              </a:r>
              <a:r>
                <a:rPr sz="3000" b="1" spc="-7" baseline="13000" dirty="0">
                  <a:latin typeface="Times New Roman" panose="02020603050405020304" pitchFamily="18" charset="0"/>
                  <a:ea typeface="宋体" panose="02010600030101010101" pitchFamily="2" charset="-122"/>
                  <a:cs typeface="Times New Roman" panose="02020603050405020304" pitchFamily="18" charset="0"/>
                </a:rPr>
                <a:t>(SC</a:t>
              </a:r>
              <a:endParaRPr sz="3000" baseline="13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object 10"/>
            <p:cNvSpPr/>
            <p:nvPr/>
          </p:nvSpPr>
          <p:spPr>
            <a:xfrm>
              <a:off x="11327" y="5213"/>
              <a:ext cx="612" cy="300"/>
            </a:xfrm>
            <a:custGeom>
              <a:avLst/>
              <a:gdLst/>
              <a:ahLst/>
              <a:cxnLst/>
              <a:rect l="l" t="t" r="r" b="b"/>
              <a:pathLst>
                <a:path w="388620" h="190500">
                  <a:moveTo>
                    <a:pt x="193793" y="74874"/>
                  </a:moveTo>
                  <a:lnTo>
                    <a:pt x="0" y="0"/>
                  </a:lnTo>
                  <a:lnTo>
                    <a:pt x="0" y="190500"/>
                  </a:lnTo>
                  <a:lnTo>
                    <a:pt x="12192" y="185789"/>
                  </a:lnTo>
                  <a:lnTo>
                    <a:pt x="12192" y="45720"/>
                  </a:lnTo>
                  <a:lnTo>
                    <a:pt x="38100" y="27432"/>
                  </a:lnTo>
                  <a:lnTo>
                    <a:pt x="38100" y="55692"/>
                  </a:lnTo>
                  <a:lnTo>
                    <a:pt x="140862" y="95250"/>
                  </a:lnTo>
                  <a:lnTo>
                    <a:pt x="193793" y="74874"/>
                  </a:lnTo>
                  <a:close/>
                </a:path>
                <a:path w="388620" h="190500">
                  <a:moveTo>
                    <a:pt x="38100" y="55692"/>
                  </a:moveTo>
                  <a:lnTo>
                    <a:pt x="38100" y="27432"/>
                  </a:lnTo>
                  <a:lnTo>
                    <a:pt x="12192" y="45720"/>
                  </a:lnTo>
                  <a:lnTo>
                    <a:pt x="38100" y="55692"/>
                  </a:lnTo>
                  <a:close/>
                </a:path>
                <a:path w="388620" h="190500">
                  <a:moveTo>
                    <a:pt x="38100" y="134807"/>
                  </a:moveTo>
                  <a:lnTo>
                    <a:pt x="38100" y="55692"/>
                  </a:lnTo>
                  <a:lnTo>
                    <a:pt x="12192" y="45720"/>
                  </a:lnTo>
                  <a:lnTo>
                    <a:pt x="12192" y="144780"/>
                  </a:lnTo>
                  <a:lnTo>
                    <a:pt x="38100" y="134807"/>
                  </a:lnTo>
                  <a:close/>
                </a:path>
                <a:path w="388620" h="190500">
                  <a:moveTo>
                    <a:pt x="193793" y="115625"/>
                  </a:moveTo>
                  <a:lnTo>
                    <a:pt x="140862" y="95250"/>
                  </a:lnTo>
                  <a:lnTo>
                    <a:pt x="12192" y="144780"/>
                  </a:lnTo>
                  <a:lnTo>
                    <a:pt x="38100" y="163068"/>
                  </a:lnTo>
                  <a:lnTo>
                    <a:pt x="38100" y="175779"/>
                  </a:lnTo>
                  <a:lnTo>
                    <a:pt x="193793" y="115625"/>
                  </a:lnTo>
                  <a:close/>
                </a:path>
                <a:path w="388620" h="190500">
                  <a:moveTo>
                    <a:pt x="38100" y="175779"/>
                  </a:moveTo>
                  <a:lnTo>
                    <a:pt x="38100" y="163068"/>
                  </a:lnTo>
                  <a:lnTo>
                    <a:pt x="12192" y="144780"/>
                  </a:lnTo>
                  <a:lnTo>
                    <a:pt x="12192" y="185789"/>
                  </a:lnTo>
                  <a:lnTo>
                    <a:pt x="38100" y="175779"/>
                  </a:lnTo>
                  <a:close/>
                </a:path>
                <a:path w="388620" h="190500">
                  <a:moveTo>
                    <a:pt x="194310" y="75074"/>
                  </a:moveTo>
                  <a:lnTo>
                    <a:pt x="193793" y="74874"/>
                  </a:lnTo>
                  <a:lnTo>
                    <a:pt x="140862" y="95250"/>
                  </a:lnTo>
                  <a:lnTo>
                    <a:pt x="187452" y="113184"/>
                  </a:lnTo>
                  <a:lnTo>
                    <a:pt x="187452" y="77724"/>
                  </a:lnTo>
                  <a:lnTo>
                    <a:pt x="194310" y="75074"/>
                  </a:lnTo>
                  <a:close/>
                </a:path>
                <a:path w="388620" h="190500">
                  <a:moveTo>
                    <a:pt x="201168" y="77724"/>
                  </a:moveTo>
                  <a:lnTo>
                    <a:pt x="194310" y="75074"/>
                  </a:lnTo>
                  <a:lnTo>
                    <a:pt x="187452" y="77724"/>
                  </a:lnTo>
                  <a:lnTo>
                    <a:pt x="201168" y="77724"/>
                  </a:lnTo>
                  <a:close/>
                </a:path>
                <a:path w="388620" h="190500">
                  <a:moveTo>
                    <a:pt x="201168" y="112776"/>
                  </a:moveTo>
                  <a:lnTo>
                    <a:pt x="201168" y="77724"/>
                  </a:lnTo>
                  <a:lnTo>
                    <a:pt x="187452" y="77724"/>
                  </a:lnTo>
                  <a:lnTo>
                    <a:pt x="187452" y="112776"/>
                  </a:lnTo>
                  <a:lnTo>
                    <a:pt x="201168" y="112776"/>
                  </a:lnTo>
                  <a:close/>
                </a:path>
                <a:path w="388620" h="190500">
                  <a:moveTo>
                    <a:pt x="201168" y="112776"/>
                  </a:moveTo>
                  <a:lnTo>
                    <a:pt x="187452" y="112776"/>
                  </a:lnTo>
                  <a:lnTo>
                    <a:pt x="194310" y="115425"/>
                  </a:lnTo>
                  <a:lnTo>
                    <a:pt x="201168" y="112776"/>
                  </a:lnTo>
                  <a:close/>
                </a:path>
                <a:path w="388620" h="190500">
                  <a:moveTo>
                    <a:pt x="194310" y="115425"/>
                  </a:moveTo>
                  <a:lnTo>
                    <a:pt x="187452" y="112776"/>
                  </a:lnTo>
                  <a:lnTo>
                    <a:pt x="187452" y="113184"/>
                  </a:lnTo>
                  <a:lnTo>
                    <a:pt x="193793" y="115625"/>
                  </a:lnTo>
                  <a:lnTo>
                    <a:pt x="194310" y="115425"/>
                  </a:lnTo>
                  <a:close/>
                </a:path>
                <a:path w="388620" h="190500">
                  <a:moveTo>
                    <a:pt x="194826" y="74874"/>
                  </a:moveTo>
                  <a:lnTo>
                    <a:pt x="194310" y="74676"/>
                  </a:lnTo>
                  <a:lnTo>
                    <a:pt x="193793" y="74874"/>
                  </a:lnTo>
                  <a:lnTo>
                    <a:pt x="194310" y="75074"/>
                  </a:lnTo>
                  <a:lnTo>
                    <a:pt x="194826" y="74874"/>
                  </a:lnTo>
                  <a:close/>
                </a:path>
                <a:path w="388620" h="190500">
                  <a:moveTo>
                    <a:pt x="194826" y="115625"/>
                  </a:moveTo>
                  <a:lnTo>
                    <a:pt x="194310" y="115425"/>
                  </a:lnTo>
                  <a:lnTo>
                    <a:pt x="193793" y="115625"/>
                  </a:lnTo>
                  <a:lnTo>
                    <a:pt x="194310" y="115824"/>
                  </a:lnTo>
                  <a:lnTo>
                    <a:pt x="194826" y="115625"/>
                  </a:lnTo>
                  <a:close/>
                </a:path>
                <a:path w="388620" h="190500">
                  <a:moveTo>
                    <a:pt x="247757" y="95250"/>
                  </a:moveTo>
                  <a:lnTo>
                    <a:pt x="194826" y="74874"/>
                  </a:lnTo>
                  <a:lnTo>
                    <a:pt x="194310" y="75074"/>
                  </a:lnTo>
                  <a:lnTo>
                    <a:pt x="201168" y="77724"/>
                  </a:lnTo>
                  <a:lnTo>
                    <a:pt x="201168" y="113184"/>
                  </a:lnTo>
                  <a:lnTo>
                    <a:pt x="247757" y="95250"/>
                  </a:lnTo>
                  <a:close/>
                </a:path>
                <a:path w="388620" h="190500">
                  <a:moveTo>
                    <a:pt x="201168" y="113184"/>
                  </a:moveTo>
                  <a:lnTo>
                    <a:pt x="201168" y="112776"/>
                  </a:lnTo>
                  <a:lnTo>
                    <a:pt x="194310" y="115425"/>
                  </a:lnTo>
                  <a:lnTo>
                    <a:pt x="194826" y="115625"/>
                  </a:lnTo>
                  <a:lnTo>
                    <a:pt x="201168" y="113184"/>
                  </a:lnTo>
                  <a:close/>
                </a:path>
                <a:path w="388620" h="190500">
                  <a:moveTo>
                    <a:pt x="388620" y="190500"/>
                  </a:moveTo>
                  <a:lnTo>
                    <a:pt x="388620" y="0"/>
                  </a:lnTo>
                  <a:lnTo>
                    <a:pt x="194826" y="74874"/>
                  </a:lnTo>
                  <a:lnTo>
                    <a:pt x="247757" y="95250"/>
                  </a:lnTo>
                  <a:lnTo>
                    <a:pt x="350520" y="55692"/>
                  </a:lnTo>
                  <a:lnTo>
                    <a:pt x="350520" y="27432"/>
                  </a:lnTo>
                  <a:lnTo>
                    <a:pt x="376428" y="45720"/>
                  </a:lnTo>
                  <a:lnTo>
                    <a:pt x="376428" y="185789"/>
                  </a:lnTo>
                  <a:lnTo>
                    <a:pt x="388620" y="190500"/>
                  </a:lnTo>
                  <a:close/>
                </a:path>
                <a:path w="388620" h="190500">
                  <a:moveTo>
                    <a:pt x="376428" y="144780"/>
                  </a:moveTo>
                  <a:lnTo>
                    <a:pt x="247757" y="95250"/>
                  </a:lnTo>
                  <a:lnTo>
                    <a:pt x="194826" y="115625"/>
                  </a:lnTo>
                  <a:lnTo>
                    <a:pt x="350520" y="175779"/>
                  </a:lnTo>
                  <a:lnTo>
                    <a:pt x="350520" y="163068"/>
                  </a:lnTo>
                  <a:lnTo>
                    <a:pt x="376428" y="144780"/>
                  </a:lnTo>
                  <a:close/>
                </a:path>
                <a:path w="388620" h="190500">
                  <a:moveTo>
                    <a:pt x="376428" y="45720"/>
                  </a:moveTo>
                  <a:lnTo>
                    <a:pt x="350520" y="27432"/>
                  </a:lnTo>
                  <a:lnTo>
                    <a:pt x="350520" y="55692"/>
                  </a:lnTo>
                  <a:lnTo>
                    <a:pt x="376428" y="45720"/>
                  </a:lnTo>
                  <a:close/>
                </a:path>
                <a:path w="388620" h="190500">
                  <a:moveTo>
                    <a:pt x="376428" y="144780"/>
                  </a:moveTo>
                  <a:lnTo>
                    <a:pt x="376428" y="45720"/>
                  </a:lnTo>
                  <a:lnTo>
                    <a:pt x="350520" y="55692"/>
                  </a:lnTo>
                  <a:lnTo>
                    <a:pt x="350520" y="134807"/>
                  </a:lnTo>
                  <a:lnTo>
                    <a:pt x="376428" y="144780"/>
                  </a:lnTo>
                  <a:close/>
                </a:path>
                <a:path w="388620" h="190500">
                  <a:moveTo>
                    <a:pt x="376428" y="185789"/>
                  </a:moveTo>
                  <a:lnTo>
                    <a:pt x="376428" y="144780"/>
                  </a:lnTo>
                  <a:lnTo>
                    <a:pt x="350520" y="163068"/>
                  </a:lnTo>
                  <a:lnTo>
                    <a:pt x="350520" y="175779"/>
                  </a:lnTo>
                  <a:lnTo>
                    <a:pt x="376428" y="185789"/>
                  </a:lnTo>
                  <a:close/>
                </a:path>
              </a:pathLst>
            </a:custGeom>
            <a:solidFill>
              <a:srgbClr val="000000"/>
            </a:solidFill>
          </p:spPr>
          <p:txBody>
            <a:bodyPr wrap="square" lIns="0" tIns="0" rIns="0" bIns="0" rtlCol="0"/>
            <a:lstStyle/>
            <a:p>
              <a:endParaRPr>
                <a:ea typeface="宋体" panose="02010600030101010101" pitchFamily="2" charset="-122"/>
              </a:endParaRPr>
            </a:p>
          </p:txBody>
        </p:sp>
        <p:sp>
          <p:nvSpPr>
            <p:cNvPr id="6" name="object 11"/>
            <p:cNvSpPr txBox="1"/>
            <p:nvPr/>
          </p:nvSpPr>
          <p:spPr>
            <a:xfrm>
              <a:off x="10367" y="4921"/>
              <a:ext cx="4317" cy="957"/>
            </a:xfrm>
            <a:prstGeom prst="rect">
              <a:avLst/>
            </a:prstGeom>
          </p:spPr>
          <p:txBody>
            <a:bodyPr vert="horz" wrap="square" lIns="0" tIns="0" rIns="0" bIns="0" rtlCol="0">
              <a:spAutoFit/>
            </a:bodyPr>
            <a:lstStyle/>
            <a:p>
              <a:pPr marL="1110615">
                <a:lnSpc>
                  <a:spcPts val="3420"/>
                </a:lnSpc>
              </a:pPr>
              <a:r>
                <a:rPr sz="2950" b="1" i="1" spc="-85" dirty="0">
                  <a:solidFill>
                    <a:srgbClr val="FF0000"/>
                  </a:solidFill>
                  <a:latin typeface="Symbol" panose="05050102010706020507"/>
                  <a:ea typeface="宋体" panose="02010600030101010101" pitchFamily="2" charset="-122"/>
                  <a:cs typeface="+mn-ea"/>
                </a:rPr>
                <a:t></a:t>
              </a:r>
              <a:r>
                <a:rPr sz="2950" b="1" i="1" spc="-85" dirty="0">
                  <a:solidFill>
                    <a:srgbClr val="FF0065"/>
                  </a:solidFill>
                  <a:latin typeface="Times New Roman" panose="02020603050405020304"/>
                  <a:ea typeface="宋体" panose="02010600030101010101" pitchFamily="2" charset="-122"/>
                  <a:cs typeface="Times New Roman" panose="02020603050405020304"/>
                </a:rPr>
                <a:t> </a:t>
              </a:r>
              <a:r>
                <a:rPr sz="1950" b="1" spc="22" baseline="-13000" dirty="0">
                  <a:latin typeface="Times New Roman" panose="02020603050405020304" pitchFamily="18" charset="0"/>
                  <a:ea typeface="宋体" panose="02010600030101010101" pitchFamily="2" charset="-122"/>
                  <a:cs typeface="Times New Roman" panose="02020603050405020304" pitchFamily="18" charset="0"/>
                </a:rPr>
                <a:t>SC1</a:t>
              </a:r>
              <a:r>
                <a:rPr sz="1950" b="1" spc="-37" baseline="-13000" dirty="0">
                  <a:latin typeface="Times New Roman" panose="02020603050405020304" pitchFamily="18" charset="0"/>
                  <a:ea typeface="宋体" panose="02010600030101010101" pitchFamily="2" charset="-122"/>
                  <a:cs typeface="Times New Roman" panose="02020603050405020304" pitchFamily="18" charset="0"/>
                </a:rPr>
                <a:t> </a:t>
              </a:r>
              <a:r>
                <a:rPr sz="2000" b="1" spc="-10" dirty="0">
                  <a:latin typeface="Times New Roman" panose="02020603050405020304" pitchFamily="18" charset="0"/>
                  <a:ea typeface="宋体" panose="02010600030101010101" pitchFamily="2" charset="-122"/>
                  <a:cs typeface="Times New Roman" panose="02020603050405020304" pitchFamily="18" charset="0"/>
                </a:rPr>
                <a:t>(SC))</a:t>
              </a:r>
              <a:endParaRPr sz="2000" b="1" spc="-10" dirty="0">
                <a:latin typeface="Times New Roman" panose="02020603050405020304" pitchFamily="18" charset="0"/>
                <a:ea typeface="宋体" panose="02010600030101010101" pitchFamily="2" charset="-122"/>
                <a:cs typeface="Times New Roman" panose="02020603050405020304" pitchFamily="18" charset="0"/>
              </a:endParaRPr>
            </a:p>
            <a:p>
              <a:pPr marL="12700">
                <a:lnSpc>
                  <a:spcPts val="1320"/>
                </a:lnSpc>
              </a:pPr>
              <a:r>
                <a:rPr sz="1200" b="1" spc="-5"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SC.C</a:t>
              </a:r>
              <a:r>
                <a:rPr lang="en-US" altLang="zh-CN" sz="1200" b="1" spc="-5"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no</a:t>
              </a:r>
              <a:r>
                <a:rP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sz="1200" b="1" spc="-9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sz="1200" b="1" spc="-5"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SC1.C</a:t>
              </a:r>
              <a:r>
                <a:rPr lang="en-US" altLang="zh-CN" sz="1200" b="1" spc="-5"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no</a:t>
              </a:r>
              <a:endParaRPr sz="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aphicFrame>
        <p:nvGraphicFramePr>
          <p:cNvPr id="7" name="表格 6"/>
          <p:cNvGraphicFramePr>
            <a:graphicFrameLocks noGrp="1"/>
          </p:cNvGraphicFramePr>
          <p:nvPr/>
        </p:nvGraphicFramePr>
        <p:xfrm>
          <a:off x="1447444" y="4705167"/>
          <a:ext cx="6754351" cy="1571530"/>
        </p:xfrm>
        <a:graphic>
          <a:graphicData uri="http://schemas.openxmlformats.org/drawingml/2006/table">
            <a:tbl>
              <a:tblPr firstRow="1" bandRow="1"/>
              <a:tblGrid>
                <a:gridCol w="1233515"/>
                <a:gridCol w="1360860"/>
                <a:gridCol w="1039994"/>
                <a:gridCol w="1039994"/>
                <a:gridCol w="1039994"/>
                <a:gridCol w="1039994"/>
              </a:tblGrid>
              <a:tr h="314218">
                <a:tc gridSpan="3">
                  <a:txBody>
                    <a:bodyPr/>
                    <a:lstStyle/>
                    <a:p>
                      <a:pPr algn="ctr"/>
                      <a:r>
                        <a:rPr lang="en-US" altLang="zh-CN" sz="1600" b="1" dirty="0">
                          <a:latin typeface="+mn-lt"/>
                          <a:ea typeface="+mn-ea"/>
                        </a:rPr>
                        <a:t>SC(</a:t>
                      </a:r>
                      <a:r>
                        <a:rPr lang="en-US" altLang="zh-CN" sz="1600" b="1" dirty="0" err="1">
                          <a:latin typeface="+mn-lt"/>
                          <a:ea typeface="+mn-ea"/>
                        </a:rPr>
                        <a:t>Sno</a:t>
                      </a:r>
                      <a:r>
                        <a:rPr lang="en-US" altLang="zh-CN" sz="1600" b="1" dirty="0">
                          <a:latin typeface="+mn-lt"/>
                          <a:ea typeface="+mn-ea"/>
                        </a:rPr>
                        <a:t>=‘210110101’)</a:t>
                      </a:r>
                      <a:endParaRPr lang="zh-CN" altLang="en-US" sz="1600" b="1" dirty="0">
                        <a:latin typeface="+mn-lt"/>
                        <a:ea typeface="+mn-ea"/>
                      </a:endParaRPr>
                    </a:p>
                  </a:txBody>
                  <a:tcPr marL="70599" marR="70599" marT="35299" marB="35299" anchor="ctr">
                    <a:noFill/>
                  </a:tcPr>
                </a:tc>
                <a:tc hMerge="1">
                  <a:tcPr marL="75079" marR="75079" marT="37539" marB="37539" anchor="ctr">
                    <a:solidFill>
                      <a:schemeClr val="accent5">
                        <a:lumMod val="20000"/>
                        <a:lumOff val="80000"/>
                      </a:schemeClr>
                    </a:solidFill>
                  </a:tcPr>
                </a:tc>
                <a:tc hMerge="1">
                  <a:tcPr marL="75079" marR="75079" marT="37539" marB="37539" anchor="ctr">
                    <a:solidFill>
                      <a:schemeClr val="accent5">
                        <a:lumMod val="20000"/>
                        <a:lumOff val="80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latin typeface="+mn-lt"/>
                          <a:ea typeface="+mn-ea"/>
                        </a:rPr>
                        <a:t>SC1(</a:t>
                      </a:r>
                      <a:r>
                        <a:rPr lang="en-US" altLang="zh-CN" sz="1600" b="1" dirty="0" err="1">
                          <a:latin typeface="+mn-lt"/>
                          <a:ea typeface="+mn-ea"/>
                        </a:rPr>
                        <a:t>Sno</a:t>
                      </a:r>
                      <a:r>
                        <a:rPr lang="en-US" altLang="zh-CN" sz="1600" b="1" dirty="0">
                          <a:latin typeface="+mn-lt"/>
                          <a:ea typeface="+mn-ea"/>
                        </a:rPr>
                        <a:t>=‘210110102’)</a:t>
                      </a:r>
                      <a:endParaRPr lang="zh-CN" altLang="en-US" sz="1600" b="1" dirty="0">
                        <a:latin typeface="+mn-lt"/>
                        <a:ea typeface="+mn-ea"/>
                      </a:endParaRPr>
                    </a:p>
                  </a:txBody>
                  <a:tcPr marL="70599" marR="70599" marT="35299" marB="35299" anchor="ctr">
                    <a:noFill/>
                  </a:tcPr>
                </a:tc>
                <a:tc hMerge="1">
                  <a:tcPr marL="75079" marR="75079" marT="37539" marB="37539" anchor="ctr">
                    <a:solidFill>
                      <a:schemeClr val="accent5">
                        <a:lumMod val="20000"/>
                        <a:lumOff val="80000"/>
                      </a:schemeClr>
                    </a:solidFill>
                  </a:tcPr>
                </a:tc>
                <a:tc hMerge="1">
                  <a:tcPr marL="75079" marR="75079" marT="37539" marB="37539" anchor="ctr">
                    <a:solidFill>
                      <a:schemeClr val="accent5">
                        <a:lumMod val="20000"/>
                        <a:lumOff val="80000"/>
                      </a:schemeClr>
                    </a:solidFill>
                  </a:tcPr>
                </a:tc>
              </a:tr>
              <a:tr h="314218">
                <a:tc>
                  <a:txBody>
                    <a:bodyPr/>
                    <a:lstStyle/>
                    <a:p>
                      <a:pPr algn="ctr"/>
                      <a:r>
                        <a:rPr lang="en-US" altLang="zh-CN" sz="1600" b="1" dirty="0" err="1">
                          <a:latin typeface="+mn-lt"/>
                          <a:ea typeface="+mn-ea"/>
                        </a:rPr>
                        <a:t>Sno</a:t>
                      </a:r>
                      <a:endParaRPr lang="zh-CN" altLang="en-US" sz="1600" b="1" dirty="0">
                        <a:latin typeface="+mn-lt"/>
                        <a:ea typeface="+mn-ea"/>
                      </a:endParaRPr>
                    </a:p>
                  </a:txBody>
                  <a:tcPr marL="70599" marR="70599" marT="35299" marB="35299" anchor="ctr">
                    <a:solidFill>
                      <a:schemeClr val="accent5">
                        <a:lumMod val="20000"/>
                        <a:lumOff val="80000"/>
                      </a:schemeClr>
                    </a:solidFill>
                  </a:tcPr>
                </a:tc>
                <a:tc>
                  <a:txBody>
                    <a:bodyPr/>
                    <a:lstStyle/>
                    <a:p>
                      <a:pPr algn="ctr"/>
                      <a:r>
                        <a:rPr lang="en-US" altLang="zh-CN" sz="1600" b="1" dirty="0" err="1">
                          <a:latin typeface="+mn-lt"/>
                          <a:ea typeface="+mn-ea"/>
                        </a:rPr>
                        <a:t>Cno</a:t>
                      </a:r>
                      <a:endParaRPr lang="zh-CN" altLang="en-US" sz="1600" b="1" dirty="0">
                        <a:latin typeface="+mn-lt"/>
                        <a:ea typeface="+mn-ea"/>
                      </a:endParaRPr>
                    </a:p>
                  </a:txBody>
                  <a:tcPr marL="70599" marR="70599" marT="35299" marB="35299" anchor="ctr">
                    <a:solidFill>
                      <a:schemeClr val="accent5">
                        <a:lumMod val="20000"/>
                        <a:lumOff val="80000"/>
                      </a:schemeClr>
                    </a:solidFill>
                  </a:tcPr>
                </a:tc>
                <a:tc>
                  <a:txBody>
                    <a:bodyPr/>
                    <a:lstStyle/>
                    <a:p>
                      <a:pPr algn="ctr"/>
                      <a:r>
                        <a:rPr lang="en-US" altLang="zh-CN" sz="1600" b="1" dirty="0">
                          <a:latin typeface="+mn-lt"/>
                          <a:ea typeface="+mn-ea"/>
                        </a:rPr>
                        <a:t>Score</a:t>
                      </a:r>
                      <a:endParaRPr lang="zh-CN" altLang="en-US" sz="1600" b="1" dirty="0">
                        <a:latin typeface="+mn-lt"/>
                        <a:ea typeface="+mn-ea"/>
                      </a:endParaRPr>
                    </a:p>
                  </a:txBody>
                  <a:tcPr marL="70599" marR="70599" marT="35299" marB="35299" anchor="ctr">
                    <a:solidFill>
                      <a:schemeClr val="accent5">
                        <a:lumMod val="20000"/>
                        <a:lumOff val="80000"/>
                      </a:schemeClr>
                    </a:solidFill>
                  </a:tcPr>
                </a:tc>
                <a:tc>
                  <a:txBody>
                    <a:bodyPr/>
                    <a:lstStyle/>
                    <a:p>
                      <a:pPr algn="ctr"/>
                      <a:r>
                        <a:rPr lang="en-US" altLang="zh-CN" sz="1600" b="1" dirty="0" err="1">
                          <a:latin typeface="+mn-lt"/>
                          <a:ea typeface="+mn-ea"/>
                        </a:rPr>
                        <a:t>Sno</a:t>
                      </a:r>
                      <a:endParaRPr lang="zh-CN" altLang="en-US" sz="1600" b="1" dirty="0">
                        <a:latin typeface="+mn-lt"/>
                        <a:ea typeface="+mn-ea"/>
                      </a:endParaRPr>
                    </a:p>
                  </a:txBody>
                  <a:tcPr marL="70599" marR="70599" marT="35299" marB="35299" anchor="ctr">
                    <a:solidFill>
                      <a:schemeClr val="accent5">
                        <a:lumMod val="20000"/>
                        <a:lumOff val="80000"/>
                      </a:schemeClr>
                    </a:solidFill>
                  </a:tcPr>
                </a:tc>
                <a:tc>
                  <a:txBody>
                    <a:bodyPr/>
                    <a:lstStyle/>
                    <a:p>
                      <a:pPr algn="ctr"/>
                      <a:r>
                        <a:rPr lang="en-US" altLang="zh-CN" sz="1600" b="1" dirty="0" err="1">
                          <a:latin typeface="+mn-lt"/>
                          <a:ea typeface="+mn-ea"/>
                        </a:rPr>
                        <a:t>Cno</a:t>
                      </a:r>
                      <a:endParaRPr lang="zh-CN" altLang="en-US" sz="1600" b="1" dirty="0">
                        <a:latin typeface="+mn-lt"/>
                        <a:ea typeface="+mn-ea"/>
                      </a:endParaRPr>
                    </a:p>
                  </a:txBody>
                  <a:tcPr marL="70599" marR="70599" marT="35299" marB="35299" anchor="ctr">
                    <a:solidFill>
                      <a:schemeClr val="accent5">
                        <a:lumMod val="20000"/>
                        <a:lumOff val="80000"/>
                      </a:schemeClr>
                    </a:solidFill>
                  </a:tcPr>
                </a:tc>
                <a:tc>
                  <a:txBody>
                    <a:bodyPr/>
                    <a:lstStyle/>
                    <a:p>
                      <a:pPr algn="ctr"/>
                      <a:r>
                        <a:rPr lang="en-US" altLang="zh-CN" sz="1600" b="1" dirty="0">
                          <a:latin typeface="+mn-lt"/>
                          <a:ea typeface="+mn-ea"/>
                        </a:rPr>
                        <a:t>Score</a:t>
                      </a:r>
                      <a:endParaRPr lang="zh-CN" altLang="en-US" sz="1600" b="1" dirty="0">
                        <a:latin typeface="+mn-lt"/>
                        <a:ea typeface="+mn-ea"/>
                      </a:endParaRPr>
                    </a:p>
                  </a:txBody>
                  <a:tcPr marL="70599" marR="70599" marT="35299" marB="35299" anchor="ctr">
                    <a:solidFill>
                      <a:schemeClr val="accent5">
                        <a:lumMod val="20000"/>
                        <a:lumOff val="80000"/>
                      </a:schemeClr>
                    </a:solidFill>
                  </a:tcPr>
                </a:tc>
              </a:tr>
              <a:tr h="314218">
                <a:tc>
                  <a:txBody>
                    <a:bodyPr/>
                    <a:lstStyle/>
                    <a:p>
                      <a:pPr algn="ctr"/>
                      <a:r>
                        <a:rPr lang="en-US" altLang="zh-CN" sz="1600" b="1" dirty="0">
                          <a:latin typeface="+mn-lt"/>
                          <a:ea typeface="+mn-ea"/>
                        </a:rPr>
                        <a:t>210130101</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001</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92.0</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210130102</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001</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55.0</a:t>
                      </a:r>
                      <a:endParaRPr lang="zh-CN" altLang="en-US" sz="1600" b="1" dirty="0">
                        <a:latin typeface="+mn-lt"/>
                        <a:ea typeface="+mn-ea"/>
                      </a:endParaRPr>
                    </a:p>
                  </a:txBody>
                  <a:tcPr marL="53906" marR="53906" marT="26953" marB="26953" anchor="ctr">
                    <a:solidFill>
                      <a:schemeClr val="bg1">
                        <a:lumMod val="95000"/>
                      </a:schemeClr>
                    </a:solidFill>
                  </a:tcPr>
                </a:tc>
              </a:tr>
              <a:tr h="314218">
                <a:tc>
                  <a:txBody>
                    <a:bodyPr/>
                    <a:lstStyle/>
                    <a:p>
                      <a:pPr algn="ctr"/>
                      <a:r>
                        <a:rPr lang="en-US" altLang="zh-CN" sz="1600" b="1" dirty="0">
                          <a:latin typeface="+mn-lt"/>
                          <a:ea typeface="+mn-ea"/>
                        </a:rPr>
                        <a:t>210130101</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002</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85.0</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210130102</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002</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90.5</a:t>
                      </a:r>
                      <a:endParaRPr lang="zh-CN" altLang="en-US" sz="1600" b="1" dirty="0">
                        <a:latin typeface="+mn-lt"/>
                        <a:ea typeface="+mn-ea"/>
                      </a:endParaRPr>
                    </a:p>
                  </a:txBody>
                  <a:tcPr marL="53906" marR="53906" marT="26953" marB="26953" anchor="ctr">
                    <a:solidFill>
                      <a:schemeClr val="bg1">
                        <a:lumMod val="95000"/>
                      </a:schemeClr>
                    </a:solidFill>
                  </a:tcPr>
                </a:tc>
              </a:tr>
              <a:tr h="314218">
                <a:tc>
                  <a:txBody>
                    <a:bodyPr/>
                    <a:lstStyle/>
                    <a:p>
                      <a:pPr algn="ctr"/>
                      <a:r>
                        <a:rPr lang="en-US" altLang="zh-CN" sz="1600" b="1" dirty="0">
                          <a:latin typeface="+mn-lt"/>
                          <a:ea typeface="+mn-ea"/>
                        </a:rPr>
                        <a:t>210130101</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003</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88.0</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210130102</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003</a:t>
                      </a:r>
                      <a:endParaRPr lang="zh-CN" altLang="en-US" sz="1600" b="1" dirty="0">
                        <a:latin typeface="+mn-lt"/>
                        <a:ea typeface="+mn-ea"/>
                      </a:endParaRPr>
                    </a:p>
                  </a:txBody>
                  <a:tcPr marL="53906" marR="53906" marT="26953" marB="26953" anchor="ctr">
                    <a:solidFill>
                      <a:schemeClr val="bg1">
                        <a:lumMod val="95000"/>
                      </a:schemeClr>
                    </a:solidFill>
                  </a:tcPr>
                </a:tc>
                <a:tc>
                  <a:txBody>
                    <a:bodyPr/>
                    <a:lstStyle/>
                    <a:p>
                      <a:pPr algn="ctr"/>
                      <a:r>
                        <a:rPr lang="en-US" altLang="zh-CN" sz="1600" b="1" dirty="0">
                          <a:latin typeface="+mn-lt"/>
                          <a:ea typeface="+mn-ea"/>
                        </a:rPr>
                        <a:t>80.0</a:t>
                      </a:r>
                      <a:endParaRPr lang="zh-CN" altLang="en-US" sz="1600" b="1" dirty="0">
                        <a:latin typeface="+mn-lt"/>
                        <a:ea typeface="+mn-ea"/>
                      </a:endParaRPr>
                    </a:p>
                  </a:txBody>
                  <a:tcPr marL="53906" marR="53906" marT="26953" marB="26953" anchor="ctr">
                    <a:solidFill>
                      <a:schemeClr val="bg1">
                        <a:lumMod val="95000"/>
                      </a:schemeClr>
                    </a:solidFill>
                  </a:tcPr>
                </a:tc>
              </a:tr>
            </a:tbl>
          </a:graphicData>
        </a:graphic>
      </p:graphicFrame>
      <p:graphicFrame>
        <p:nvGraphicFramePr>
          <p:cNvPr id="8" name="表格 7"/>
          <p:cNvGraphicFramePr>
            <a:graphicFrameLocks noGrp="1"/>
          </p:cNvGraphicFramePr>
          <p:nvPr/>
        </p:nvGraphicFramePr>
        <p:xfrm>
          <a:off x="9733860" y="4862386"/>
          <a:ext cx="1360860" cy="1257092"/>
        </p:xfrm>
        <a:graphic>
          <a:graphicData uri="http://schemas.openxmlformats.org/drawingml/2006/table">
            <a:tbl>
              <a:tblPr firstRow="1" bandRow="1"/>
              <a:tblGrid>
                <a:gridCol w="1360860"/>
              </a:tblGrid>
              <a:tr h="314218">
                <a:tc>
                  <a:txBody>
                    <a:bodyPr/>
                    <a:lstStyle/>
                    <a:p>
                      <a:pPr algn="ctr"/>
                      <a:r>
                        <a:rPr lang="en-US" altLang="zh-CN" sz="1600" b="1" dirty="0" err="1">
                          <a:latin typeface="+mn-lt"/>
                          <a:ea typeface="+mn-ea"/>
                        </a:rPr>
                        <a:t>Cno</a:t>
                      </a:r>
                      <a:endParaRPr lang="zh-CN" altLang="en-US" sz="1600" b="1" dirty="0">
                        <a:latin typeface="+mn-lt"/>
                        <a:ea typeface="+mn-ea"/>
                      </a:endParaRPr>
                    </a:p>
                  </a:txBody>
                  <a:tcPr marL="70599" marR="70599" marT="35299" marB="35299" anchor="ctr">
                    <a:solidFill>
                      <a:schemeClr val="accent5">
                        <a:lumMod val="20000"/>
                        <a:lumOff val="80000"/>
                      </a:schemeClr>
                    </a:solidFill>
                  </a:tcPr>
                </a:tc>
              </a:tr>
              <a:tr h="314218">
                <a:tc>
                  <a:txBody>
                    <a:bodyPr/>
                    <a:lstStyle/>
                    <a:p>
                      <a:pPr algn="ctr"/>
                      <a:r>
                        <a:rPr lang="en-US" altLang="zh-CN" sz="1600" b="1" dirty="0">
                          <a:latin typeface="+mn-lt"/>
                          <a:ea typeface="+mn-ea"/>
                        </a:rPr>
                        <a:t>001</a:t>
                      </a:r>
                      <a:endParaRPr lang="zh-CN" altLang="en-US" sz="1600" b="1" dirty="0">
                        <a:latin typeface="+mn-lt"/>
                        <a:ea typeface="+mn-ea"/>
                      </a:endParaRPr>
                    </a:p>
                  </a:txBody>
                  <a:tcPr marL="53906" marR="53906" marT="26953" marB="26953" anchor="ctr">
                    <a:solidFill>
                      <a:schemeClr val="bg1">
                        <a:lumMod val="95000"/>
                      </a:schemeClr>
                    </a:solidFill>
                  </a:tcPr>
                </a:tc>
              </a:tr>
              <a:tr h="314218">
                <a:tc>
                  <a:txBody>
                    <a:bodyPr/>
                    <a:lstStyle/>
                    <a:p>
                      <a:pPr algn="ctr"/>
                      <a:r>
                        <a:rPr lang="en-US" altLang="zh-CN" sz="1600" b="1" dirty="0">
                          <a:latin typeface="+mn-lt"/>
                          <a:ea typeface="+mn-ea"/>
                        </a:rPr>
                        <a:t>002</a:t>
                      </a:r>
                      <a:endParaRPr lang="zh-CN" altLang="en-US" sz="1600" b="1" dirty="0">
                        <a:latin typeface="+mn-lt"/>
                        <a:ea typeface="+mn-ea"/>
                      </a:endParaRPr>
                    </a:p>
                  </a:txBody>
                  <a:tcPr marL="53906" marR="53906" marT="26953" marB="26953" anchor="ctr">
                    <a:solidFill>
                      <a:schemeClr val="bg1">
                        <a:lumMod val="95000"/>
                      </a:schemeClr>
                    </a:solidFill>
                  </a:tcPr>
                </a:tc>
              </a:tr>
              <a:tr h="314218">
                <a:tc>
                  <a:txBody>
                    <a:bodyPr/>
                    <a:lstStyle/>
                    <a:p>
                      <a:pPr algn="ctr"/>
                      <a:r>
                        <a:rPr lang="en-US" altLang="zh-CN" sz="1600" b="1" dirty="0">
                          <a:latin typeface="+mn-lt"/>
                          <a:ea typeface="+mn-ea"/>
                        </a:rPr>
                        <a:t>003</a:t>
                      </a:r>
                      <a:endParaRPr lang="zh-CN" altLang="en-US" sz="1600" b="1" dirty="0">
                        <a:latin typeface="+mn-lt"/>
                        <a:ea typeface="+mn-ea"/>
                      </a:endParaRPr>
                    </a:p>
                  </a:txBody>
                  <a:tcPr marL="53906" marR="53906" marT="26953" marB="26953" anchor="ctr">
                    <a:solidFill>
                      <a:schemeClr val="bg1">
                        <a:lumMod val="95000"/>
                      </a:schemeClr>
                    </a:solidFill>
                  </a:tcPr>
                </a:tc>
              </a:tr>
            </a:tbl>
          </a:graphicData>
        </a:graphic>
      </p:graphicFrame>
      <p:sp>
        <p:nvSpPr>
          <p:cNvPr id="9" name="箭头: 右 8"/>
          <p:cNvSpPr/>
          <p:nvPr/>
        </p:nvSpPr>
        <p:spPr>
          <a:xfrm>
            <a:off x="8587409" y="5227983"/>
            <a:ext cx="834887" cy="4870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863180"/>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sz="2400" b="1" dirty="0">
                <a:solidFill>
                  <a:srgbClr val="FF0000"/>
                </a:solidFill>
              </a:rPr>
              <a:t>Outer</a:t>
            </a:r>
            <a:r>
              <a:rPr lang="en-US" altLang="zh-CN" sz="2400" b="1" dirty="0">
                <a:solidFill>
                  <a:srgbClr val="FF0000"/>
                </a:solidFill>
              </a:rPr>
              <a:t>-Join</a:t>
            </a:r>
            <a:endParaRPr lang="en-US" sz="2400" b="1" dirty="0">
              <a:solidFill>
                <a:srgbClr val="FF0000"/>
              </a:solidFill>
            </a:endParaRPr>
          </a:p>
          <a:p>
            <a:pPr lvl="1">
              <a:buFont typeface="Courier New" panose="02070309020205020404" pitchFamily="49" charset="0"/>
              <a:buChar char="o"/>
            </a:pPr>
            <a:r>
              <a:rPr lang="en-US" sz="2200" b="1" u="sng" dirty="0"/>
              <a:t>Definition</a:t>
            </a:r>
            <a:r>
              <a:rPr lang="en-US" sz="2200" dirty="0"/>
              <a:t>: When two relations R and S are joined, if a tuple in relation R </a:t>
            </a:r>
            <a:r>
              <a:rPr lang="en-US" sz="2200" dirty="0">
                <a:solidFill>
                  <a:srgbClr val="FF0000"/>
                </a:solidFill>
              </a:rPr>
              <a:t>(or S)</a:t>
            </a:r>
            <a:r>
              <a:rPr lang="en-US" sz="2200" dirty="0"/>
              <a:t> cannot find a matching tuple in S </a:t>
            </a:r>
            <a:r>
              <a:rPr lang="en-US" sz="2200" dirty="0">
                <a:solidFill>
                  <a:srgbClr val="FF0000"/>
                </a:solidFill>
              </a:rPr>
              <a:t>(or R)</a:t>
            </a:r>
            <a:r>
              <a:rPr lang="en-US" sz="2200" dirty="0"/>
              <a:t>, in order to avoid the loss of tuple information, the tuple is joined with a tuple in S</a:t>
            </a:r>
            <a:r>
              <a:rPr lang="en-US" sz="2200" dirty="0">
                <a:solidFill>
                  <a:srgbClr val="FF0000"/>
                </a:solidFill>
              </a:rPr>
              <a:t> (or R) </a:t>
            </a:r>
            <a:r>
              <a:rPr lang="en-US" sz="2200" dirty="0"/>
              <a:t>that is assumed to exist and contains all null values, and placed in the result relation. This type of join is called an </a:t>
            </a:r>
            <a:r>
              <a:rPr lang="en-US" sz="2200" dirty="0">
                <a:solidFill>
                  <a:srgbClr val="FF0000"/>
                </a:solidFill>
              </a:rPr>
              <a:t>outer join</a:t>
            </a:r>
            <a:r>
              <a:rPr lang="en-US" sz="2200" dirty="0"/>
              <a:t>.</a:t>
            </a:r>
            <a:endParaRPr lang="en-US" sz="20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graphicFrame>
        <p:nvGraphicFramePr>
          <p:cNvPr id="4" name="表格 3"/>
          <p:cNvGraphicFramePr>
            <a:graphicFrameLocks noGrp="1"/>
          </p:cNvGraphicFramePr>
          <p:nvPr/>
        </p:nvGraphicFramePr>
        <p:xfrm>
          <a:off x="1816679" y="4082333"/>
          <a:ext cx="1517759" cy="1699940"/>
        </p:xfrm>
        <a:graphic>
          <a:graphicData uri="http://schemas.openxmlformats.org/drawingml/2006/table">
            <a:tbl>
              <a:tblPr firstRow="1" bandRow="1"/>
              <a:tblGrid>
                <a:gridCol w="721630"/>
                <a:gridCol w="796129"/>
              </a:tblGrid>
              <a:tr h="424985">
                <a:tc>
                  <a:txBody>
                    <a:bodyPr/>
                    <a:lstStyle/>
                    <a:p>
                      <a:pPr algn="ctr"/>
                      <a:r>
                        <a:rPr lang="en-US" altLang="zh-CN" sz="1800" b="1" dirty="0" err="1">
                          <a:latin typeface="华文楷体" panose="02010600040101010101" pitchFamily="2" charset="-122"/>
                          <a:ea typeface="华文楷体" panose="02010600040101010101" pitchFamily="2" charset="-122"/>
                        </a:rPr>
                        <a:t>Sno</a:t>
                      </a:r>
                      <a:endParaRPr lang="zh-CN" altLang="en-US" sz="1800" b="1" dirty="0">
                        <a:latin typeface="华文楷体" panose="02010600040101010101" pitchFamily="2" charset="-122"/>
                        <a:ea typeface="华文楷体" panose="02010600040101010101" pitchFamily="2" charset="-122"/>
                      </a:endParaRPr>
                    </a:p>
                  </a:txBody>
                  <a:tcPr marL="39719" marR="39719" marT="19858" marB="19858" anchor="ctr">
                    <a:solidFill>
                      <a:schemeClr val="accent5">
                        <a:lumMod val="20000"/>
                        <a:lumOff val="80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City</a:t>
                      </a:r>
                      <a:endParaRPr lang="zh-CN" altLang="en-US" sz="1800" b="1" dirty="0">
                        <a:latin typeface="华文楷体" panose="02010600040101010101" pitchFamily="2" charset="-122"/>
                        <a:ea typeface="华文楷体" panose="02010600040101010101" pitchFamily="2" charset="-122"/>
                      </a:endParaRPr>
                    </a:p>
                  </a:txBody>
                  <a:tcPr marL="39719" marR="39719" marT="19858" marB="19858" anchor="ctr">
                    <a:solidFill>
                      <a:schemeClr val="accent5">
                        <a:lumMod val="20000"/>
                        <a:lumOff val="80000"/>
                      </a:schemeClr>
                    </a:solidFill>
                  </a:tcPr>
                </a:tc>
              </a:tr>
              <a:tr h="424985">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S7</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39719" marR="39719" marT="19858" marB="19858" anchor="ctr">
                    <a:solidFill>
                      <a:schemeClr val="bg1">
                        <a:lumMod val="95000"/>
                      </a:schemeClr>
                    </a:solidFill>
                  </a:tcPr>
                </a:tc>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London</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39719" marR="39719" marT="19858" marB="19858" anchor="ctr">
                    <a:solidFill>
                      <a:schemeClr val="bg1">
                        <a:lumMod val="95000"/>
                      </a:schemeClr>
                    </a:solidFill>
                  </a:tcPr>
                </a:tc>
              </a:tr>
              <a:tr h="424985">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S8</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39719" marR="39719" marT="19858" marB="19858" anchor="ctr">
                    <a:solidFill>
                      <a:schemeClr val="bg1">
                        <a:lumMod val="95000"/>
                      </a:schemeClr>
                    </a:solidFill>
                  </a:tcPr>
                </a:tc>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Paris</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39719" marR="39719" marT="19858" marB="19858" anchor="ctr">
                    <a:solidFill>
                      <a:schemeClr val="bg1">
                        <a:lumMod val="95000"/>
                      </a:schemeClr>
                    </a:solidFill>
                  </a:tcPr>
                </a:tc>
              </a:tr>
              <a:tr h="424985">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S9</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39719" marR="39719" marT="19858" marB="19858" anchor="ctr">
                    <a:solidFill>
                      <a:schemeClr val="bg1">
                        <a:lumMod val="95000"/>
                      </a:schemeClr>
                    </a:solidFill>
                  </a:tcPr>
                </a:tc>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Harbin</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39719" marR="39719" marT="19858" marB="19858" anchor="ctr">
                    <a:solidFill>
                      <a:schemeClr val="bg1">
                        <a:lumMod val="95000"/>
                      </a:schemeClr>
                    </a:solidFill>
                  </a:tcPr>
                </a:tc>
              </a:tr>
            </a:tbl>
          </a:graphicData>
        </a:graphic>
      </p:graphicFrame>
      <p:graphicFrame>
        <p:nvGraphicFramePr>
          <p:cNvPr id="5" name="表格 4"/>
          <p:cNvGraphicFramePr>
            <a:graphicFrameLocks noGrp="1"/>
          </p:cNvGraphicFramePr>
          <p:nvPr/>
        </p:nvGraphicFramePr>
        <p:xfrm>
          <a:off x="4102679" y="4077253"/>
          <a:ext cx="1656669" cy="1699940"/>
        </p:xfrm>
        <a:graphic>
          <a:graphicData uri="http://schemas.openxmlformats.org/drawingml/2006/table">
            <a:tbl>
              <a:tblPr firstRow="1" bandRow="1"/>
              <a:tblGrid>
                <a:gridCol w="639509"/>
                <a:gridCol w="1017160"/>
              </a:tblGrid>
              <a:tr h="424985">
                <a:tc>
                  <a:txBody>
                    <a:bodyPr/>
                    <a:lstStyle/>
                    <a:p>
                      <a:pPr algn="ctr"/>
                      <a:r>
                        <a:rPr lang="en-US" altLang="zh-CN" sz="1800" b="1" dirty="0" err="1">
                          <a:latin typeface="华文楷体" panose="02010600040101010101" pitchFamily="2" charset="-122"/>
                          <a:ea typeface="华文楷体" panose="02010600040101010101" pitchFamily="2" charset="-122"/>
                        </a:rPr>
                        <a:t>Pno</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accent5">
                        <a:lumMod val="20000"/>
                        <a:lumOff val="80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City</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accent5">
                        <a:lumMod val="20000"/>
                        <a:lumOff val="80000"/>
                      </a:schemeClr>
                    </a:solidFill>
                  </a:tcPr>
                </a:tc>
              </a:tr>
              <a:tr h="424985">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P7</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London</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r h="424985">
                <a:tc>
                  <a:txBody>
                    <a:bodyPr/>
                    <a:lstStyle/>
                    <a:p>
                      <a:pPr algn="ctr"/>
                      <a:r>
                        <a:rPr lang="en-US" altLang="zh-CN" sz="1800" b="1" dirty="0">
                          <a:latin typeface="华文楷体" panose="02010600040101010101" pitchFamily="2" charset="-122"/>
                          <a:ea typeface="华文楷体" panose="02010600040101010101" pitchFamily="2" charset="-122"/>
                        </a:rPr>
                        <a:t>P8</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err="1">
                          <a:latin typeface="华文楷体" panose="02010600040101010101" pitchFamily="2" charset="-122"/>
                          <a:ea typeface="华文楷体" panose="02010600040101010101" pitchFamily="2" charset="-122"/>
                        </a:rPr>
                        <a:t>NewYork</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r h="424985">
                <a:tc>
                  <a:txBody>
                    <a:bodyPr/>
                    <a:lstStyle/>
                    <a:p>
                      <a:pPr algn="ctr"/>
                      <a:r>
                        <a:rPr lang="en-US" altLang="zh-CN" sz="1800" b="1" dirty="0">
                          <a:latin typeface="华文楷体" panose="02010600040101010101" pitchFamily="2" charset="-122"/>
                          <a:ea typeface="华文楷体" panose="02010600040101010101" pitchFamily="2" charset="-122"/>
                        </a:rPr>
                        <a:t>P9</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Beijing</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bl>
          </a:graphicData>
        </a:graphic>
      </p:graphicFrame>
      <p:sp>
        <p:nvSpPr>
          <p:cNvPr id="6" name="文本框 5"/>
          <p:cNvSpPr txBox="1"/>
          <p:nvPr/>
        </p:nvSpPr>
        <p:spPr>
          <a:xfrm>
            <a:off x="2352038" y="3658815"/>
            <a:ext cx="223520" cy="369332"/>
          </a:xfrm>
          <a:prstGeom prst="rect">
            <a:avLst/>
          </a:prstGeom>
          <a:noFill/>
        </p:spPr>
        <p:txBody>
          <a:bodyPr wrap="square">
            <a:spAutoFit/>
          </a:bodyPr>
          <a:lstStyle/>
          <a:p>
            <a:r>
              <a:rPr kumimoji="0" lang="en-US" altLang="zh-CN" sz="1800" b="1" dirty="0">
                <a:solidFill>
                  <a:prstClr val="black"/>
                </a:solidFill>
                <a:sym typeface="Symbol" panose="05050102010706020507" pitchFamily="18" charset="2"/>
              </a:rPr>
              <a:t>R</a:t>
            </a:r>
            <a:endParaRPr lang="zh-CN" altLang="en-US" dirty="0"/>
          </a:p>
        </p:txBody>
      </p:sp>
      <p:sp>
        <p:nvSpPr>
          <p:cNvPr id="7" name="文本框 6"/>
          <p:cNvSpPr txBox="1"/>
          <p:nvPr/>
        </p:nvSpPr>
        <p:spPr>
          <a:xfrm>
            <a:off x="4621251" y="3658815"/>
            <a:ext cx="223520" cy="369332"/>
          </a:xfrm>
          <a:prstGeom prst="rect">
            <a:avLst/>
          </a:prstGeom>
          <a:noFill/>
        </p:spPr>
        <p:txBody>
          <a:bodyPr wrap="square">
            <a:spAutoFit/>
          </a:bodyPr>
          <a:lstStyle/>
          <a:p>
            <a:r>
              <a:rPr kumimoji="0" lang="en-US" altLang="zh-CN" sz="1800" b="1" dirty="0">
                <a:solidFill>
                  <a:prstClr val="black"/>
                </a:solidFill>
                <a:sym typeface="Symbol" panose="05050102010706020507" pitchFamily="18" charset="2"/>
              </a:rPr>
              <a:t>S</a:t>
            </a:r>
            <a:endParaRPr lang="zh-CN" altLang="en-US" dirty="0"/>
          </a:p>
        </p:txBody>
      </p:sp>
      <p:sp>
        <p:nvSpPr>
          <p:cNvPr id="8" name="文本框 7"/>
          <p:cNvSpPr txBox="1"/>
          <p:nvPr/>
        </p:nvSpPr>
        <p:spPr>
          <a:xfrm>
            <a:off x="5869857" y="3658815"/>
            <a:ext cx="5224863" cy="369332"/>
          </a:xfrm>
          <a:prstGeom prst="rect">
            <a:avLst/>
          </a:prstGeom>
          <a:noFill/>
        </p:spPr>
        <p:txBody>
          <a:bodyPr wrap="square">
            <a:spAutoFit/>
          </a:bodyPr>
          <a:lstStyle/>
          <a:p>
            <a:pPr algn="r"/>
            <a:r>
              <a:rPr kumimoji="0" lang="en-US" altLang="zh-CN" sz="1800" b="1" dirty="0">
                <a:solidFill>
                  <a:prstClr val="black"/>
                </a:solidFill>
                <a:sym typeface="Symbol" panose="05050102010706020507" pitchFamily="18" charset="2"/>
              </a:rPr>
              <a:t>Outer joins of R and S (with equal City values)</a:t>
            </a:r>
            <a:endParaRPr lang="zh-CN" altLang="en-US" dirty="0">
              <a:solidFill>
                <a:srgbClr val="FF0000"/>
              </a:solidFill>
            </a:endParaRPr>
          </a:p>
        </p:txBody>
      </p:sp>
      <p:graphicFrame>
        <p:nvGraphicFramePr>
          <p:cNvPr id="9" name="表格 8"/>
          <p:cNvGraphicFramePr>
            <a:graphicFrameLocks noGrp="1"/>
          </p:cNvGraphicFramePr>
          <p:nvPr/>
        </p:nvGraphicFramePr>
        <p:xfrm>
          <a:off x="6967801" y="4072173"/>
          <a:ext cx="3285597" cy="2171352"/>
        </p:xfrm>
        <a:graphic>
          <a:graphicData uri="http://schemas.openxmlformats.org/drawingml/2006/table">
            <a:tbl>
              <a:tblPr firstRow="1" bandRow="1"/>
              <a:tblGrid>
                <a:gridCol w="762372"/>
                <a:gridCol w="841075"/>
                <a:gridCol w="841075"/>
                <a:gridCol w="841075"/>
              </a:tblGrid>
              <a:tr h="285017">
                <a:tc>
                  <a:txBody>
                    <a:bodyPr/>
                    <a:lstStyle/>
                    <a:p>
                      <a:pPr algn="ctr"/>
                      <a:r>
                        <a:rPr lang="en-US" altLang="zh-CN" sz="1800" b="1" dirty="0" err="1">
                          <a:latin typeface="华文楷体" panose="02010600040101010101" pitchFamily="2" charset="-122"/>
                          <a:ea typeface="华文楷体" panose="02010600040101010101" pitchFamily="2" charset="-122"/>
                        </a:rPr>
                        <a:t>Sno</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accent5">
                        <a:lumMod val="20000"/>
                        <a:lumOff val="80000"/>
                      </a:schemeClr>
                    </a:solidFill>
                  </a:tcPr>
                </a:tc>
                <a:tc>
                  <a:txBody>
                    <a:bodyPr/>
                    <a:lstStyle/>
                    <a:p>
                      <a:pPr algn="ctr"/>
                      <a:r>
                        <a:rPr lang="en-US" altLang="zh-CN" sz="1800" b="1" dirty="0" err="1">
                          <a:latin typeface="华文楷体" panose="02010600040101010101" pitchFamily="2" charset="-122"/>
                          <a:ea typeface="华文楷体" panose="02010600040101010101" pitchFamily="2" charset="-122"/>
                        </a:rPr>
                        <a:t>R.City</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accent5">
                        <a:lumMod val="20000"/>
                        <a:lumOff val="80000"/>
                      </a:schemeClr>
                    </a:solidFill>
                  </a:tcPr>
                </a:tc>
                <a:tc>
                  <a:txBody>
                    <a:bodyPr/>
                    <a:lstStyle/>
                    <a:p>
                      <a:pPr algn="ctr"/>
                      <a:r>
                        <a:rPr lang="en-US" altLang="zh-CN" sz="1800" b="1" dirty="0" err="1">
                          <a:latin typeface="华文楷体" panose="02010600040101010101" pitchFamily="2" charset="-122"/>
                          <a:ea typeface="华文楷体" panose="02010600040101010101" pitchFamily="2" charset="-122"/>
                        </a:rPr>
                        <a:t>Pno</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accent5">
                        <a:lumMod val="20000"/>
                        <a:lumOff val="80000"/>
                      </a:schemeClr>
                    </a:solidFill>
                  </a:tcPr>
                </a:tc>
                <a:tc>
                  <a:txBody>
                    <a:bodyPr/>
                    <a:lstStyle/>
                    <a:p>
                      <a:pPr algn="ctr"/>
                      <a:r>
                        <a:rPr lang="en-US" altLang="zh-CN" sz="1800" b="1" dirty="0" err="1">
                          <a:latin typeface="华文楷体" panose="02010600040101010101" pitchFamily="2" charset="-122"/>
                          <a:ea typeface="华文楷体" panose="02010600040101010101" pitchFamily="2" charset="-122"/>
                        </a:rPr>
                        <a:t>S.City</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accent5">
                        <a:lumMod val="20000"/>
                        <a:lumOff val="80000"/>
                      </a:schemeClr>
                    </a:solidFill>
                  </a:tcPr>
                </a:tc>
              </a:tr>
              <a:tr h="285017">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S7</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London</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P7</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solidFill>
                            <a:srgbClr val="FF0000"/>
                          </a:solidFill>
                          <a:latin typeface="华文楷体" panose="02010600040101010101" pitchFamily="2" charset="-122"/>
                          <a:ea typeface="华文楷体" panose="02010600040101010101" pitchFamily="2" charset="-122"/>
                        </a:rPr>
                        <a:t>London</a:t>
                      </a:r>
                      <a:endParaRPr lang="zh-CN" altLang="en-US" sz="1800" b="1" dirty="0">
                        <a:solidFill>
                          <a:srgbClr val="FF0000"/>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r h="285017">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P8</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err="1">
                          <a:latin typeface="华文楷体" panose="02010600040101010101" pitchFamily="2" charset="-122"/>
                          <a:ea typeface="华文楷体" panose="02010600040101010101" pitchFamily="2" charset="-122"/>
                        </a:rPr>
                        <a:t>NewYork</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r h="285017">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P9</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Beijing</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r h="285017">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S8</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Paris</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r h="285017">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S9</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solidFill>
                            <a:srgbClr val="0000FF"/>
                          </a:solidFill>
                          <a:latin typeface="华文楷体" panose="02010600040101010101" pitchFamily="2" charset="-122"/>
                          <a:ea typeface="华文楷体" panose="02010600040101010101" pitchFamily="2" charset="-122"/>
                        </a:rPr>
                        <a:t>Harbin</a:t>
                      </a:r>
                      <a:endParaRPr lang="zh-CN" altLang="en-US" sz="1800" b="1" dirty="0">
                        <a:solidFill>
                          <a:srgbClr val="0000FF"/>
                        </a:solidFill>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c>
                  <a:txBody>
                    <a:bodyPr/>
                    <a:lstStyle/>
                    <a:p>
                      <a:pPr algn="ctr"/>
                      <a:r>
                        <a:rPr lang="en-US" altLang="zh-CN" sz="1800" b="1" dirty="0">
                          <a:latin typeface="华文楷体" panose="02010600040101010101" pitchFamily="2" charset="-122"/>
                          <a:ea typeface="华文楷体" panose="02010600040101010101" pitchFamily="2" charset="-122"/>
                        </a:rPr>
                        <a:t>NULL</a:t>
                      </a:r>
                      <a:endParaRPr lang="zh-CN" altLang="en-US" sz="1800" b="1" dirty="0">
                        <a:latin typeface="华文楷体" panose="02010600040101010101" pitchFamily="2" charset="-122"/>
                        <a:ea typeface="华文楷体" panose="02010600040101010101" pitchFamily="2" charset="-122"/>
                      </a:endParaRPr>
                    </a:p>
                  </a:txBody>
                  <a:tcPr marL="41855" marR="41855" marT="20926" marB="20926" anchor="ctr">
                    <a:solidFill>
                      <a:schemeClr val="bg1">
                        <a:lumMod val="95000"/>
                      </a:schemeClr>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Exercise</a:t>
            </a:r>
            <a:endParaRPr lang="en-US" altLang="zh-CN"/>
          </a:p>
        </p:txBody>
      </p:sp>
      <p:sp>
        <p:nvSpPr>
          <p:cNvPr id="3" name="内容占位符 2"/>
          <p:cNvSpPr>
            <a:spLocks noGrp="1"/>
          </p:cNvSpPr>
          <p:nvPr>
            <p:ph idx="1"/>
          </p:nvPr>
        </p:nvSpPr>
        <p:spPr/>
        <p:txBody>
          <a:bodyPr/>
          <a:p>
            <a:r>
              <a:rPr lang="en-US" altLang="zh-CN"/>
              <a:t>Write SQL for the following relational algebra query</a:t>
            </a:r>
            <a:endParaRPr lang="en-US" altLang="zh-CN"/>
          </a:p>
          <a:p>
            <a:endParaRPr lang="en-US" altLang="zh-CN"/>
          </a:p>
          <a:p>
            <a:endParaRPr lang="en-US" altLang="zh-CN"/>
          </a:p>
          <a:p>
            <a:endParaRPr lang="en-US" altLang="zh-CN"/>
          </a:p>
          <a:p>
            <a:endParaRPr lang="en-US" altLang="zh-CN"/>
          </a:p>
        </p:txBody>
      </p:sp>
      <p:sp>
        <p:nvSpPr>
          <p:cNvPr id="4" name="灯片编号占位符 3"/>
          <p:cNvSpPr>
            <a:spLocks noGrp="1"/>
          </p:cNvSpPr>
          <p:nvPr>
            <p:ph type="sldNum" sz="quarter" idx="12"/>
          </p:nvPr>
        </p:nvSpPr>
        <p:spPr/>
        <p:txBody>
          <a:bodyPr/>
          <a:p>
            <a:fld id="{6113E31D-E2AB-40D1-8B51-AFA5AFEF393A}" type="slidenum">
              <a:rPr lang="en-US" smtClean="0"/>
            </a:fld>
            <a:endParaRPr lang="en-US" dirty="0"/>
          </a:p>
        </p:txBody>
      </p:sp>
      <p:grpSp>
        <p:nvGrpSpPr>
          <p:cNvPr id="10" name="组合 9"/>
          <p:cNvGrpSpPr/>
          <p:nvPr/>
        </p:nvGrpSpPr>
        <p:grpSpPr>
          <a:xfrm>
            <a:off x="1139825" y="2503805"/>
            <a:ext cx="6737985" cy="607060"/>
            <a:chOff x="4072" y="4921"/>
            <a:chExt cx="10611" cy="956"/>
          </a:xfrm>
        </p:grpSpPr>
        <p:sp>
          <p:nvSpPr>
            <p:cNvPr id="6" name="object 9"/>
            <p:cNvSpPr txBox="1"/>
            <p:nvPr/>
          </p:nvSpPr>
          <p:spPr>
            <a:xfrm>
              <a:off x="4072" y="5109"/>
              <a:ext cx="7125" cy="582"/>
            </a:xfrm>
            <a:prstGeom prst="rect">
              <a:avLst/>
            </a:prstGeom>
          </p:spPr>
          <p:txBody>
            <a:bodyPr vert="horz" wrap="square" lIns="0" tIns="0" rIns="0" bIns="0" rtlCol="0">
              <a:spAutoFit/>
            </a:bodyPr>
            <a:lstStyle/>
            <a:p>
              <a:pPr marL="12700">
                <a:lnSpc>
                  <a:spcPct val="100000"/>
                </a:lnSpc>
              </a:pPr>
              <a:r>
                <a:rPr sz="3600" b="1" spc="-7" baseline="1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π</a:t>
              </a:r>
              <a:r>
                <a:rPr sz="1200" b="1" spc="-5" dirty="0" err="1">
                  <a:latin typeface="Times New Roman" panose="02020603050405020304" pitchFamily="18" charset="0"/>
                  <a:ea typeface="宋体" panose="02010600030101010101" pitchFamily="2" charset="-122"/>
                  <a:cs typeface="Times New Roman" panose="02020603050405020304" pitchFamily="18" charset="0"/>
                </a:rPr>
                <a:t>SC.C</a:t>
              </a:r>
              <a:r>
                <a:rPr lang="en-US" altLang="zh-CN" sz="1200" b="1" spc="-5" dirty="0" err="1">
                  <a:latin typeface="Times New Roman" panose="02020603050405020304" pitchFamily="18" charset="0"/>
                  <a:ea typeface="宋体" panose="02010600030101010101" pitchFamily="2" charset="-122"/>
                  <a:cs typeface="Times New Roman" panose="02020603050405020304" pitchFamily="18" charset="0"/>
                </a:rPr>
                <a:t>no</a:t>
              </a:r>
              <a:r>
                <a:rPr sz="1200" b="1" spc="-5" dirty="0">
                  <a:latin typeface="Times New Roman" panose="02020603050405020304" pitchFamily="18" charset="0"/>
                  <a:ea typeface="宋体" panose="02010600030101010101" pitchFamily="2" charset="-122"/>
                  <a:cs typeface="Times New Roman" panose="02020603050405020304" pitchFamily="18" charset="0"/>
                </a:rPr>
                <a:t> </a:t>
              </a:r>
              <a:r>
                <a:rPr sz="3000" b="1" spc="-7" baseline="13000" dirty="0">
                  <a:latin typeface="Times New Roman" panose="02020603050405020304" pitchFamily="18" charset="0"/>
                  <a:ea typeface="宋体" panose="02010600030101010101" pitchFamily="2" charset="-122"/>
                  <a:cs typeface="Times New Roman" panose="02020603050405020304" pitchFamily="18" charset="0"/>
                </a:rPr>
                <a:t>(</a:t>
              </a:r>
              <a:r>
                <a:rPr sz="3600" b="1" spc="-7" baseline="100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σ</a:t>
              </a:r>
              <a:r>
                <a:rPr sz="1200" b="1" spc="-5" dirty="0" err="1">
                  <a:latin typeface="Times New Roman" panose="02020603050405020304" pitchFamily="18" charset="0"/>
                  <a:ea typeface="宋体" panose="02010600030101010101" pitchFamily="2" charset="-122"/>
                  <a:cs typeface="Times New Roman" panose="02020603050405020304" pitchFamily="18" charset="0"/>
                </a:rPr>
                <a:t>SC.S</a:t>
              </a:r>
              <a:r>
                <a:rPr lang="en-US" altLang="zh-CN" sz="1200" b="1" spc="-5" dirty="0" err="1">
                  <a:latin typeface="Times New Roman" panose="02020603050405020304" pitchFamily="18" charset="0"/>
                  <a:ea typeface="宋体" panose="02010600030101010101" pitchFamily="2" charset="-122"/>
                  <a:cs typeface="Times New Roman" panose="02020603050405020304" pitchFamily="18" charset="0"/>
                </a:rPr>
                <a:t>no</a:t>
              </a:r>
              <a:r>
                <a:rPr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latin typeface="+mn-lt"/>
                  <a:ea typeface="+mn-ea"/>
                </a:rPr>
                <a:t>210130101</a:t>
              </a:r>
              <a:r>
                <a:rPr lang="en-US" sz="1200" b="1" spc="-5" dirty="0">
                  <a:latin typeface="Times New Roman" panose="02020603050405020304" pitchFamily="18" charset="0"/>
                  <a:ea typeface="宋体" panose="02010600030101010101" pitchFamily="2" charset="-122"/>
                  <a:cs typeface="Times New Roman" panose="02020603050405020304" pitchFamily="18" charset="0"/>
                </a:rPr>
                <a:t>’</a:t>
              </a:r>
              <a:r>
                <a:rPr sz="1200" b="1" spc="-5"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775" b="1" spc="7" baseline="-8000" dirty="0">
                  <a:latin typeface="Symbol" panose="05050102010706020507"/>
                  <a:ea typeface="宋体" panose="02010600030101010101" pitchFamily="2" charset="-122"/>
                  <a:cs typeface="+mn-ea"/>
                </a:rPr>
                <a:t></a:t>
              </a:r>
              <a:r>
                <a:rPr sz="2775" b="1" spc="-405" baseline="-8000" dirty="0">
                  <a:latin typeface="Times New Roman" panose="02020603050405020304" pitchFamily="18" charset="0"/>
                  <a:ea typeface="宋体" panose="02010600030101010101" pitchFamily="2" charset="-122"/>
                  <a:cs typeface="Times New Roman" panose="02020603050405020304" pitchFamily="18" charset="0"/>
                </a:rPr>
                <a:t> </a:t>
              </a:r>
              <a:r>
                <a:rPr sz="1200" b="1" spc="-5" dirty="0">
                  <a:latin typeface="Times New Roman" panose="02020603050405020304" pitchFamily="18" charset="0"/>
                  <a:ea typeface="宋体" panose="02010600030101010101" pitchFamily="2" charset="-122"/>
                  <a:cs typeface="Times New Roman" panose="02020603050405020304" pitchFamily="18" charset="0"/>
                </a:rPr>
                <a:t>SC1.S</a:t>
              </a:r>
              <a:r>
                <a:rPr lang="en-US" altLang="zh-CN" sz="1200" b="1" spc="-5" dirty="0">
                  <a:latin typeface="Times New Roman" panose="02020603050405020304" pitchFamily="18" charset="0"/>
                  <a:ea typeface="宋体" panose="02010600030101010101" pitchFamily="2" charset="-122"/>
                  <a:cs typeface="Times New Roman" panose="02020603050405020304" pitchFamily="18" charset="0"/>
                </a:rPr>
                <a:t>no</a:t>
              </a:r>
              <a:r>
                <a:rPr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sz="1200" b="1" spc="-5"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latin typeface="+mn-lt"/>
                  <a:ea typeface="+mn-ea"/>
                </a:rPr>
                <a:t>210130102’</a:t>
              </a:r>
              <a:r>
                <a:rPr sz="3000" b="1" spc="-7" baseline="13000" dirty="0">
                  <a:latin typeface="Times New Roman" panose="02020603050405020304" pitchFamily="18" charset="0"/>
                  <a:ea typeface="宋体" panose="02010600030101010101" pitchFamily="2" charset="-122"/>
                  <a:cs typeface="Times New Roman" panose="02020603050405020304" pitchFamily="18" charset="0"/>
                </a:rPr>
                <a:t>(SC</a:t>
              </a:r>
              <a:endParaRPr sz="3000" baseline="13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object 10"/>
            <p:cNvSpPr/>
            <p:nvPr/>
          </p:nvSpPr>
          <p:spPr>
            <a:xfrm>
              <a:off x="11327" y="5213"/>
              <a:ext cx="612" cy="300"/>
            </a:xfrm>
            <a:custGeom>
              <a:avLst/>
              <a:gdLst/>
              <a:ahLst/>
              <a:cxnLst/>
              <a:rect l="l" t="t" r="r" b="b"/>
              <a:pathLst>
                <a:path w="388620" h="190500">
                  <a:moveTo>
                    <a:pt x="193793" y="74874"/>
                  </a:moveTo>
                  <a:lnTo>
                    <a:pt x="0" y="0"/>
                  </a:lnTo>
                  <a:lnTo>
                    <a:pt x="0" y="190500"/>
                  </a:lnTo>
                  <a:lnTo>
                    <a:pt x="12192" y="185789"/>
                  </a:lnTo>
                  <a:lnTo>
                    <a:pt x="12192" y="45720"/>
                  </a:lnTo>
                  <a:lnTo>
                    <a:pt x="38100" y="27432"/>
                  </a:lnTo>
                  <a:lnTo>
                    <a:pt x="38100" y="55692"/>
                  </a:lnTo>
                  <a:lnTo>
                    <a:pt x="140862" y="95250"/>
                  </a:lnTo>
                  <a:lnTo>
                    <a:pt x="193793" y="74874"/>
                  </a:lnTo>
                  <a:close/>
                </a:path>
                <a:path w="388620" h="190500">
                  <a:moveTo>
                    <a:pt x="38100" y="55692"/>
                  </a:moveTo>
                  <a:lnTo>
                    <a:pt x="38100" y="27432"/>
                  </a:lnTo>
                  <a:lnTo>
                    <a:pt x="12192" y="45720"/>
                  </a:lnTo>
                  <a:lnTo>
                    <a:pt x="38100" y="55692"/>
                  </a:lnTo>
                  <a:close/>
                </a:path>
                <a:path w="388620" h="190500">
                  <a:moveTo>
                    <a:pt x="38100" y="134807"/>
                  </a:moveTo>
                  <a:lnTo>
                    <a:pt x="38100" y="55692"/>
                  </a:lnTo>
                  <a:lnTo>
                    <a:pt x="12192" y="45720"/>
                  </a:lnTo>
                  <a:lnTo>
                    <a:pt x="12192" y="144780"/>
                  </a:lnTo>
                  <a:lnTo>
                    <a:pt x="38100" y="134807"/>
                  </a:lnTo>
                  <a:close/>
                </a:path>
                <a:path w="388620" h="190500">
                  <a:moveTo>
                    <a:pt x="193793" y="115625"/>
                  </a:moveTo>
                  <a:lnTo>
                    <a:pt x="140862" y="95250"/>
                  </a:lnTo>
                  <a:lnTo>
                    <a:pt x="12192" y="144780"/>
                  </a:lnTo>
                  <a:lnTo>
                    <a:pt x="38100" y="163068"/>
                  </a:lnTo>
                  <a:lnTo>
                    <a:pt x="38100" y="175779"/>
                  </a:lnTo>
                  <a:lnTo>
                    <a:pt x="193793" y="115625"/>
                  </a:lnTo>
                  <a:close/>
                </a:path>
                <a:path w="388620" h="190500">
                  <a:moveTo>
                    <a:pt x="38100" y="175779"/>
                  </a:moveTo>
                  <a:lnTo>
                    <a:pt x="38100" y="163068"/>
                  </a:lnTo>
                  <a:lnTo>
                    <a:pt x="12192" y="144780"/>
                  </a:lnTo>
                  <a:lnTo>
                    <a:pt x="12192" y="185789"/>
                  </a:lnTo>
                  <a:lnTo>
                    <a:pt x="38100" y="175779"/>
                  </a:lnTo>
                  <a:close/>
                </a:path>
                <a:path w="388620" h="190500">
                  <a:moveTo>
                    <a:pt x="194310" y="75074"/>
                  </a:moveTo>
                  <a:lnTo>
                    <a:pt x="193793" y="74874"/>
                  </a:lnTo>
                  <a:lnTo>
                    <a:pt x="140862" y="95250"/>
                  </a:lnTo>
                  <a:lnTo>
                    <a:pt x="187452" y="113184"/>
                  </a:lnTo>
                  <a:lnTo>
                    <a:pt x="187452" y="77724"/>
                  </a:lnTo>
                  <a:lnTo>
                    <a:pt x="194310" y="75074"/>
                  </a:lnTo>
                  <a:close/>
                </a:path>
                <a:path w="388620" h="190500">
                  <a:moveTo>
                    <a:pt x="201168" y="77724"/>
                  </a:moveTo>
                  <a:lnTo>
                    <a:pt x="194310" y="75074"/>
                  </a:lnTo>
                  <a:lnTo>
                    <a:pt x="187452" y="77724"/>
                  </a:lnTo>
                  <a:lnTo>
                    <a:pt x="201168" y="77724"/>
                  </a:lnTo>
                  <a:close/>
                </a:path>
                <a:path w="388620" h="190500">
                  <a:moveTo>
                    <a:pt x="201168" y="112776"/>
                  </a:moveTo>
                  <a:lnTo>
                    <a:pt x="201168" y="77724"/>
                  </a:lnTo>
                  <a:lnTo>
                    <a:pt x="187452" y="77724"/>
                  </a:lnTo>
                  <a:lnTo>
                    <a:pt x="187452" y="112776"/>
                  </a:lnTo>
                  <a:lnTo>
                    <a:pt x="201168" y="112776"/>
                  </a:lnTo>
                  <a:close/>
                </a:path>
                <a:path w="388620" h="190500">
                  <a:moveTo>
                    <a:pt x="201168" y="112776"/>
                  </a:moveTo>
                  <a:lnTo>
                    <a:pt x="187452" y="112776"/>
                  </a:lnTo>
                  <a:lnTo>
                    <a:pt x="194310" y="115425"/>
                  </a:lnTo>
                  <a:lnTo>
                    <a:pt x="201168" y="112776"/>
                  </a:lnTo>
                  <a:close/>
                </a:path>
                <a:path w="388620" h="190500">
                  <a:moveTo>
                    <a:pt x="194310" y="115425"/>
                  </a:moveTo>
                  <a:lnTo>
                    <a:pt x="187452" y="112776"/>
                  </a:lnTo>
                  <a:lnTo>
                    <a:pt x="187452" y="113184"/>
                  </a:lnTo>
                  <a:lnTo>
                    <a:pt x="193793" y="115625"/>
                  </a:lnTo>
                  <a:lnTo>
                    <a:pt x="194310" y="115425"/>
                  </a:lnTo>
                  <a:close/>
                </a:path>
                <a:path w="388620" h="190500">
                  <a:moveTo>
                    <a:pt x="194826" y="74874"/>
                  </a:moveTo>
                  <a:lnTo>
                    <a:pt x="194310" y="74676"/>
                  </a:lnTo>
                  <a:lnTo>
                    <a:pt x="193793" y="74874"/>
                  </a:lnTo>
                  <a:lnTo>
                    <a:pt x="194310" y="75074"/>
                  </a:lnTo>
                  <a:lnTo>
                    <a:pt x="194826" y="74874"/>
                  </a:lnTo>
                  <a:close/>
                </a:path>
                <a:path w="388620" h="190500">
                  <a:moveTo>
                    <a:pt x="194826" y="115625"/>
                  </a:moveTo>
                  <a:lnTo>
                    <a:pt x="194310" y="115425"/>
                  </a:lnTo>
                  <a:lnTo>
                    <a:pt x="193793" y="115625"/>
                  </a:lnTo>
                  <a:lnTo>
                    <a:pt x="194310" y="115824"/>
                  </a:lnTo>
                  <a:lnTo>
                    <a:pt x="194826" y="115625"/>
                  </a:lnTo>
                  <a:close/>
                </a:path>
                <a:path w="388620" h="190500">
                  <a:moveTo>
                    <a:pt x="247757" y="95250"/>
                  </a:moveTo>
                  <a:lnTo>
                    <a:pt x="194826" y="74874"/>
                  </a:lnTo>
                  <a:lnTo>
                    <a:pt x="194310" y="75074"/>
                  </a:lnTo>
                  <a:lnTo>
                    <a:pt x="201168" y="77724"/>
                  </a:lnTo>
                  <a:lnTo>
                    <a:pt x="201168" y="113184"/>
                  </a:lnTo>
                  <a:lnTo>
                    <a:pt x="247757" y="95250"/>
                  </a:lnTo>
                  <a:close/>
                </a:path>
                <a:path w="388620" h="190500">
                  <a:moveTo>
                    <a:pt x="201168" y="113184"/>
                  </a:moveTo>
                  <a:lnTo>
                    <a:pt x="201168" y="112776"/>
                  </a:lnTo>
                  <a:lnTo>
                    <a:pt x="194310" y="115425"/>
                  </a:lnTo>
                  <a:lnTo>
                    <a:pt x="194826" y="115625"/>
                  </a:lnTo>
                  <a:lnTo>
                    <a:pt x="201168" y="113184"/>
                  </a:lnTo>
                  <a:close/>
                </a:path>
                <a:path w="388620" h="190500">
                  <a:moveTo>
                    <a:pt x="388620" y="190500"/>
                  </a:moveTo>
                  <a:lnTo>
                    <a:pt x="388620" y="0"/>
                  </a:lnTo>
                  <a:lnTo>
                    <a:pt x="194826" y="74874"/>
                  </a:lnTo>
                  <a:lnTo>
                    <a:pt x="247757" y="95250"/>
                  </a:lnTo>
                  <a:lnTo>
                    <a:pt x="350520" y="55692"/>
                  </a:lnTo>
                  <a:lnTo>
                    <a:pt x="350520" y="27432"/>
                  </a:lnTo>
                  <a:lnTo>
                    <a:pt x="376428" y="45720"/>
                  </a:lnTo>
                  <a:lnTo>
                    <a:pt x="376428" y="185789"/>
                  </a:lnTo>
                  <a:lnTo>
                    <a:pt x="388620" y="190500"/>
                  </a:lnTo>
                  <a:close/>
                </a:path>
                <a:path w="388620" h="190500">
                  <a:moveTo>
                    <a:pt x="376428" y="144780"/>
                  </a:moveTo>
                  <a:lnTo>
                    <a:pt x="247757" y="95250"/>
                  </a:lnTo>
                  <a:lnTo>
                    <a:pt x="194826" y="115625"/>
                  </a:lnTo>
                  <a:lnTo>
                    <a:pt x="350520" y="175779"/>
                  </a:lnTo>
                  <a:lnTo>
                    <a:pt x="350520" y="163068"/>
                  </a:lnTo>
                  <a:lnTo>
                    <a:pt x="376428" y="144780"/>
                  </a:lnTo>
                  <a:close/>
                </a:path>
                <a:path w="388620" h="190500">
                  <a:moveTo>
                    <a:pt x="376428" y="45720"/>
                  </a:moveTo>
                  <a:lnTo>
                    <a:pt x="350520" y="27432"/>
                  </a:lnTo>
                  <a:lnTo>
                    <a:pt x="350520" y="55692"/>
                  </a:lnTo>
                  <a:lnTo>
                    <a:pt x="376428" y="45720"/>
                  </a:lnTo>
                  <a:close/>
                </a:path>
                <a:path w="388620" h="190500">
                  <a:moveTo>
                    <a:pt x="376428" y="144780"/>
                  </a:moveTo>
                  <a:lnTo>
                    <a:pt x="376428" y="45720"/>
                  </a:lnTo>
                  <a:lnTo>
                    <a:pt x="350520" y="55692"/>
                  </a:lnTo>
                  <a:lnTo>
                    <a:pt x="350520" y="134807"/>
                  </a:lnTo>
                  <a:lnTo>
                    <a:pt x="376428" y="144780"/>
                  </a:lnTo>
                  <a:close/>
                </a:path>
                <a:path w="388620" h="190500">
                  <a:moveTo>
                    <a:pt x="376428" y="185789"/>
                  </a:moveTo>
                  <a:lnTo>
                    <a:pt x="376428" y="144780"/>
                  </a:lnTo>
                  <a:lnTo>
                    <a:pt x="350520" y="163068"/>
                  </a:lnTo>
                  <a:lnTo>
                    <a:pt x="350520" y="175779"/>
                  </a:lnTo>
                  <a:lnTo>
                    <a:pt x="376428" y="185789"/>
                  </a:lnTo>
                  <a:close/>
                </a:path>
              </a:pathLst>
            </a:custGeom>
            <a:solidFill>
              <a:srgbClr val="000000"/>
            </a:solidFill>
          </p:spPr>
          <p:txBody>
            <a:bodyPr wrap="square" lIns="0" tIns="0" rIns="0" bIns="0" rtlCol="0"/>
            <a:lstStyle/>
            <a:p>
              <a:endParaRPr>
                <a:ea typeface="宋体" panose="02010600030101010101" pitchFamily="2" charset="-122"/>
              </a:endParaRPr>
            </a:p>
          </p:txBody>
        </p:sp>
        <p:sp>
          <p:nvSpPr>
            <p:cNvPr id="8" name="object 11"/>
            <p:cNvSpPr txBox="1"/>
            <p:nvPr/>
          </p:nvSpPr>
          <p:spPr>
            <a:xfrm>
              <a:off x="10367" y="4921"/>
              <a:ext cx="4317" cy="957"/>
            </a:xfrm>
            <a:prstGeom prst="rect">
              <a:avLst/>
            </a:prstGeom>
          </p:spPr>
          <p:txBody>
            <a:bodyPr vert="horz" wrap="square" lIns="0" tIns="0" rIns="0" bIns="0" rtlCol="0">
              <a:spAutoFit/>
            </a:bodyPr>
            <a:lstStyle/>
            <a:p>
              <a:pPr marL="1110615">
                <a:lnSpc>
                  <a:spcPts val="3420"/>
                </a:lnSpc>
              </a:pPr>
              <a:r>
                <a:rPr sz="2950" b="1" i="1" spc="-85" dirty="0">
                  <a:solidFill>
                    <a:srgbClr val="FF0000"/>
                  </a:solidFill>
                  <a:latin typeface="Symbol" panose="05050102010706020507"/>
                  <a:ea typeface="宋体" panose="02010600030101010101" pitchFamily="2" charset="-122"/>
                  <a:cs typeface="+mn-ea"/>
                </a:rPr>
                <a:t></a:t>
              </a:r>
              <a:r>
                <a:rPr sz="2950" b="1" i="1" spc="-85" dirty="0">
                  <a:solidFill>
                    <a:srgbClr val="FF0065"/>
                  </a:solidFill>
                  <a:latin typeface="Times New Roman" panose="02020603050405020304"/>
                  <a:ea typeface="宋体" panose="02010600030101010101" pitchFamily="2" charset="-122"/>
                  <a:cs typeface="Times New Roman" panose="02020603050405020304"/>
                </a:rPr>
                <a:t> </a:t>
              </a:r>
              <a:r>
                <a:rPr sz="1950" b="1" spc="22" baseline="-13000" dirty="0">
                  <a:latin typeface="Times New Roman" panose="02020603050405020304" pitchFamily="18" charset="0"/>
                  <a:ea typeface="宋体" panose="02010600030101010101" pitchFamily="2" charset="-122"/>
                  <a:cs typeface="Times New Roman" panose="02020603050405020304" pitchFamily="18" charset="0"/>
                </a:rPr>
                <a:t>SC1</a:t>
              </a:r>
              <a:r>
                <a:rPr sz="1950" b="1" spc="-37" baseline="-13000" dirty="0">
                  <a:latin typeface="Times New Roman" panose="02020603050405020304" pitchFamily="18" charset="0"/>
                  <a:ea typeface="宋体" panose="02010600030101010101" pitchFamily="2" charset="-122"/>
                  <a:cs typeface="Times New Roman" panose="02020603050405020304" pitchFamily="18" charset="0"/>
                </a:rPr>
                <a:t> </a:t>
              </a:r>
              <a:r>
                <a:rPr sz="2000" b="1" spc="-10" dirty="0">
                  <a:latin typeface="Times New Roman" panose="02020603050405020304" pitchFamily="18" charset="0"/>
                  <a:ea typeface="宋体" panose="02010600030101010101" pitchFamily="2" charset="-122"/>
                  <a:cs typeface="Times New Roman" panose="02020603050405020304" pitchFamily="18" charset="0"/>
                </a:rPr>
                <a:t>(SC))</a:t>
              </a:r>
              <a:endParaRPr sz="2000" b="1" spc="-10" dirty="0">
                <a:latin typeface="Times New Roman" panose="02020603050405020304" pitchFamily="18" charset="0"/>
                <a:ea typeface="宋体" panose="02010600030101010101" pitchFamily="2" charset="-122"/>
                <a:cs typeface="Times New Roman" panose="02020603050405020304" pitchFamily="18" charset="0"/>
              </a:endParaRPr>
            </a:p>
            <a:p>
              <a:pPr marL="12700">
                <a:lnSpc>
                  <a:spcPts val="1320"/>
                </a:lnSpc>
              </a:pPr>
              <a:r>
                <a:rPr sz="1200" b="1" spc="-5"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SC.C</a:t>
              </a:r>
              <a:r>
                <a:rPr lang="en-US" altLang="zh-CN" sz="1200" b="1" spc="-5"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no</a:t>
              </a:r>
              <a:r>
                <a:rP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sz="1200" b="1" spc="-9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sz="1200" b="1" spc="-5"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SC1.C</a:t>
              </a:r>
              <a:r>
                <a:rPr lang="en-US" altLang="zh-CN" sz="1200" b="1" spc="-5"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no</a:t>
              </a:r>
              <a:endParaRPr sz="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Relational Algebra Operations</a:t>
            </a:r>
            <a:endParaRPr lang="en-US" dirty="0"/>
          </a:p>
        </p:txBody>
      </p:sp>
      <p:sp>
        <p:nvSpPr>
          <p:cNvPr id="3" name="Content Placeholder 2"/>
          <p:cNvSpPr>
            <a:spLocks noGrp="1"/>
          </p:cNvSpPr>
          <p:nvPr>
            <p:ph idx="1"/>
          </p:nvPr>
        </p:nvSpPr>
        <p:spPr>
          <a:xfrm>
            <a:off x="1097280" y="1845733"/>
            <a:ext cx="10296144" cy="4863180"/>
          </a:xfrm>
        </p:spPr>
        <p:txBody>
          <a:bodyPr>
            <a:normAutofit/>
          </a:bodyPr>
          <a:lstStyle/>
          <a:p>
            <a:pPr>
              <a:buFont typeface="Wingdings" panose="05000000000000000000" pitchFamily="2" charset="2"/>
              <a:buChar char="q"/>
            </a:pPr>
            <a:r>
              <a:rPr lang="en-US" sz="2400" dirty="0"/>
              <a:t> </a:t>
            </a:r>
            <a:r>
              <a:rPr lang="en-US" sz="2400" b="1" dirty="0"/>
              <a:t>Relational Operation: </a:t>
            </a:r>
            <a:r>
              <a:rPr lang="en-US" altLang="zh-CN" sz="2400" b="1" dirty="0">
                <a:solidFill>
                  <a:srgbClr val="FF0000"/>
                </a:solidFill>
              </a:rPr>
              <a:t>Division</a:t>
            </a:r>
            <a:endParaRPr lang="en-US" sz="2400" b="1" dirty="0">
              <a:solidFill>
                <a:srgbClr val="FF0000"/>
              </a:solidFill>
            </a:endParaRPr>
          </a:p>
          <a:p>
            <a:pPr lvl="1">
              <a:buFont typeface="Courier New" panose="02070309020205020404" pitchFamily="49" charset="0"/>
              <a:buChar char="o"/>
            </a:pPr>
            <a:r>
              <a:rPr lang="en-US" sz="2200" b="1" u="sng" dirty="0"/>
              <a:t>Example 1</a:t>
            </a:r>
            <a:r>
              <a:rPr lang="en-US" sz="2200" dirty="0"/>
              <a:t> of the division operation</a:t>
            </a:r>
            <a:endParaRPr lang="en-US" sz="20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12" name="object 8"/>
          <p:cNvSpPr/>
          <p:nvPr/>
        </p:nvSpPr>
        <p:spPr>
          <a:xfrm>
            <a:off x="1256652" y="2842646"/>
            <a:ext cx="1626107" cy="3105150"/>
          </a:xfrm>
          <a:prstGeom prst="rect">
            <a:avLst/>
          </a:prstGeom>
          <a:blipFill>
            <a:blip r:embed="rId1" cstate="print"/>
            <a:stretch>
              <a:fillRect/>
            </a:stretch>
          </a:blipFill>
        </p:spPr>
        <p:txBody>
          <a:bodyPr wrap="square" lIns="0" tIns="0" rIns="0" bIns="0" rtlCol="0"/>
          <a:lstStyle/>
          <a:p/>
        </p:txBody>
      </p:sp>
      <p:sp>
        <p:nvSpPr>
          <p:cNvPr id="13" name="object 9"/>
          <p:cNvSpPr/>
          <p:nvPr/>
        </p:nvSpPr>
        <p:spPr>
          <a:xfrm>
            <a:off x="6510388" y="4620335"/>
            <a:ext cx="1085088" cy="965453"/>
          </a:xfrm>
          <a:prstGeom prst="rect">
            <a:avLst/>
          </a:prstGeom>
          <a:blipFill>
            <a:blip r:embed="rId2" cstate="print"/>
            <a:stretch>
              <a:fillRect/>
            </a:stretch>
          </a:blipFill>
        </p:spPr>
        <p:txBody>
          <a:bodyPr wrap="square" lIns="0" tIns="0" rIns="0" bIns="0" rtlCol="0"/>
          <a:lstStyle/>
          <a:p/>
        </p:txBody>
      </p:sp>
      <p:sp>
        <p:nvSpPr>
          <p:cNvPr id="14" name="object 10"/>
          <p:cNvSpPr/>
          <p:nvPr/>
        </p:nvSpPr>
        <p:spPr>
          <a:xfrm>
            <a:off x="3691763" y="2744723"/>
            <a:ext cx="579119" cy="960882"/>
          </a:xfrm>
          <a:prstGeom prst="rect">
            <a:avLst/>
          </a:prstGeom>
          <a:blipFill>
            <a:blip r:embed="rId3" cstate="print"/>
            <a:stretch>
              <a:fillRect/>
            </a:stretch>
          </a:blipFill>
        </p:spPr>
        <p:txBody>
          <a:bodyPr wrap="square" lIns="0" tIns="0" rIns="0" bIns="0" rtlCol="0"/>
          <a:lstStyle/>
          <a:p/>
        </p:txBody>
      </p:sp>
      <p:sp>
        <p:nvSpPr>
          <p:cNvPr id="15" name="object 11"/>
          <p:cNvSpPr/>
          <p:nvPr/>
        </p:nvSpPr>
        <p:spPr>
          <a:xfrm>
            <a:off x="3666617" y="4632966"/>
            <a:ext cx="578358" cy="1267967"/>
          </a:xfrm>
          <a:prstGeom prst="rect">
            <a:avLst/>
          </a:prstGeom>
          <a:blipFill>
            <a:blip r:embed="rId4" cstate="print"/>
            <a:stretch>
              <a:fillRect/>
            </a:stretch>
          </a:blipFill>
        </p:spPr>
        <p:txBody>
          <a:bodyPr wrap="square" lIns="0" tIns="0" rIns="0" bIns="0" rtlCol="0"/>
          <a:lstStyle/>
          <a:p/>
        </p:txBody>
      </p:sp>
      <p:sp>
        <p:nvSpPr>
          <p:cNvPr id="16" name="object 12"/>
          <p:cNvSpPr/>
          <p:nvPr/>
        </p:nvSpPr>
        <p:spPr>
          <a:xfrm>
            <a:off x="6560680" y="2238316"/>
            <a:ext cx="578358" cy="1875282"/>
          </a:xfrm>
          <a:prstGeom prst="rect">
            <a:avLst/>
          </a:prstGeom>
          <a:blipFill>
            <a:blip r:embed="rId5" cstate="print"/>
            <a:stretch>
              <a:fillRect/>
            </a:stretch>
          </a:blipFill>
        </p:spPr>
        <p:txBody>
          <a:bodyPr wrap="square" lIns="0" tIns="0" rIns="0" bIns="0" rtlCol="0"/>
          <a:lstStyle/>
          <a:p/>
        </p:txBody>
      </p:sp>
      <p:sp>
        <p:nvSpPr>
          <p:cNvPr id="17" name="object 13"/>
          <p:cNvSpPr/>
          <p:nvPr/>
        </p:nvSpPr>
        <p:spPr>
          <a:xfrm>
            <a:off x="7517003" y="2263462"/>
            <a:ext cx="1101852" cy="989838"/>
          </a:xfrm>
          <a:prstGeom prst="rect">
            <a:avLst/>
          </a:prstGeom>
          <a:blipFill>
            <a:blip r:embed="rId6" cstate="print"/>
            <a:stretch>
              <a:fillRect/>
            </a:stretch>
          </a:blipFill>
        </p:spPr>
        <p:txBody>
          <a:bodyPr wrap="square" lIns="0" tIns="0" rIns="0" bIns="0" rtlCol="0"/>
          <a:lstStyle/>
          <a:p/>
        </p:txBody>
      </p:sp>
      <p:sp>
        <p:nvSpPr>
          <p:cNvPr id="18" name="object 14"/>
          <p:cNvSpPr/>
          <p:nvPr/>
        </p:nvSpPr>
        <p:spPr>
          <a:xfrm>
            <a:off x="7848473" y="4595950"/>
            <a:ext cx="769619" cy="1293113"/>
          </a:xfrm>
          <a:prstGeom prst="rect">
            <a:avLst/>
          </a:prstGeom>
          <a:blipFill>
            <a:blip r:embed="rId7" cstate="print"/>
            <a:stretch>
              <a:fillRect/>
            </a:stretch>
          </a:blipFill>
        </p:spPr>
        <p:txBody>
          <a:bodyPr wrap="square" lIns="0" tIns="0" rIns="0" bIns="0" rtlCol="0"/>
          <a:lstStyle/>
          <a:p/>
        </p:txBody>
      </p:sp>
      <p:sp>
        <p:nvSpPr>
          <p:cNvPr id="19" name="object 15"/>
          <p:cNvSpPr/>
          <p:nvPr/>
        </p:nvSpPr>
        <p:spPr>
          <a:xfrm>
            <a:off x="4709795" y="4607819"/>
            <a:ext cx="1106424" cy="1293113"/>
          </a:xfrm>
          <a:prstGeom prst="rect">
            <a:avLst/>
          </a:prstGeom>
          <a:blipFill>
            <a:blip r:embed="rId8" cstate="print"/>
            <a:stretch>
              <a:fillRect/>
            </a:stretch>
          </a:blipFill>
        </p:spPr>
        <p:txBody>
          <a:bodyPr wrap="square" lIns="0" tIns="0" rIns="0" bIns="0" rtlCol="0"/>
          <a:lstStyle/>
          <a:p/>
        </p:txBody>
      </p:sp>
      <p:sp>
        <p:nvSpPr>
          <p:cNvPr id="20" name="object 16"/>
          <p:cNvSpPr/>
          <p:nvPr/>
        </p:nvSpPr>
        <p:spPr>
          <a:xfrm>
            <a:off x="4660265" y="2753105"/>
            <a:ext cx="1106424" cy="1609344"/>
          </a:xfrm>
          <a:prstGeom prst="rect">
            <a:avLst/>
          </a:prstGeom>
          <a:blipFill>
            <a:blip r:embed="rId9" cstate="print"/>
            <a:stretch>
              <a:fillRect/>
            </a:stretch>
          </a:blipFill>
        </p:spPr>
        <p:txBody>
          <a:bodyPr wrap="square" lIns="0" tIns="0" rIns="0" bIns="0" rtlCol="0"/>
          <a:lstStyle/>
          <a:p/>
        </p:txBody>
      </p:sp>
      <p:sp>
        <p:nvSpPr>
          <p:cNvPr id="21" name="object 17"/>
          <p:cNvSpPr/>
          <p:nvPr/>
        </p:nvSpPr>
        <p:spPr>
          <a:xfrm>
            <a:off x="3380105" y="2708148"/>
            <a:ext cx="2702560" cy="1671320"/>
          </a:xfrm>
          <a:custGeom>
            <a:avLst/>
            <a:gdLst/>
            <a:ahLst/>
            <a:cxnLst/>
            <a:rect l="l" t="t" r="r" b="b"/>
            <a:pathLst>
              <a:path w="2702560" h="1671320">
                <a:moveTo>
                  <a:pt x="2702052" y="1389887"/>
                </a:moveTo>
                <a:lnTo>
                  <a:pt x="2702052" y="281177"/>
                </a:lnTo>
                <a:lnTo>
                  <a:pt x="2700528" y="252221"/>
                </a:lnTo>
                <a:lnTo>
                  <a:pt x="2692064" y="207505"/>
                </a:lnTo>
                <a:lnTo>
                  <a:pt x="2676940" y="165618"/>
                </a:lnTo>
                <a:lnTo>
                  <a:pt x="2655753" y="127138"/>
                </a:lnTo>
                <a:lnTo>
                  <a:pt x="2629096" y="92638"/>
                </a:lnTo>
                <a:lnTo>
                  <a:pt x="2597564" y="62696"/>
                </a:lnTo>
                <a:lnTo>
                  <a:pt x="2561753" y="37885"/>
                </a:lnTo>
                <a:lnTo>
                  <a:pt x="2522257" y="18782"/>
                </a:lnTo>
                <a:lnTo>
                  <a:pt x="2479671" y="5961"/>
                </a:lnTo>
                <a:lnTo>
                  <a:pt x="2434590" y="0"/>
                </a:lnTo>
                <a:lnTo>
                  <a:pt x="281940" y="0"/>
                </a:lnTo>
                <a:lnTo>
                  <a:pt x="236551" y="3308"/>
                </a:lnTo>
                <a:lnTo>
                  <a:pt x="193234" y="13775"/>
                </a:lnTo>
                <a:lnTo>
                  <a:pt x="152645" y="30818"/>
                </a:lnTo>
                <a:lnTo>
                  <a:pt x="115438" y="53854"/>
                </a:lnTo>
                <a:lnTo>
                  <a:pt x="82267" y="82299"/>
                </a:lnTo>
                <a:lnTo>
                  <a:pt x="53788" y="115569"/>
                </a:lnTo>
                <a:lnTo>
                  <a:pt x="30655" y="153083"/>
                </a:lnTo>
                <a:lnTo>
                  <a:pt x="13524" y="194256"/>
                </a:lnTo>
                <a:lnTo>
                  <a:pt x="3047" y="238505"/>
                </a:lnTo>
                <a:lnTo>
                  <a:pt x="0" y="267461"/>
                </a:lnTo>
                <a:lnTo>
                  <a:pt x="0" y="1404365"/>
                </a:lnTo>
                <a:lnTo>
                  <a:pt x="3048" y="1432559"/>
                </a:lnTo>
                <a:lnTo>
                  <a:pt x="5334" y="1446275"/>
                </a:lnTo>
                <a:lnTo>
                  <a:pt x="9144" y="1459113"/>
                </a:lnTo>
                <a:lnTo>
                  <a:pt x="9144" y="281177"/>
                </a:lnTo>
                <a:lnTo>
                  <a:pt x="10667" y="253745"/>
                </a:lnTo>
                <a:lnTo>
                  <a:pt x="26715" y="185853"/>
                </a:lnTo>
                <a:lnTo>
                  <a:pt x="45224" y="146327"/>
                </a:lnTo>
                <a:lnTo>
                  <a:pt x="69696" y="110219"/>
                </a:lnTo>
                <a:lnTo>
                  <a:pt x="99059" y="80009"/>
                </a:lnTo>
                <a:lnTo>
                  <a:pt x="156499" y="39753"/>
                </a:lnTo>
                <a:lnTo>
                  <a:pt x="195995" y="22912"/>
                </a:lnTo>
                <a:lnTo>
                  <a:pt x="237697" y="12712"/>
                </a:lnTo>
                <a:lnTo>
                  <a:pt x="281940" y="9143"/>
                </a:lnTo>
                <a:lnTo>
                  <a:pt x="2420112" y="9143"/>
                </a:lnTo>
                <a:lnTo>
                  <a:pt x="2434590" y="9946"/>
                </a:lnTo>
                <a:lnTo>
                  <a:pt x="2448306" y="10667"/>
                </a:lnTo>
                <a:lnTo>
                  <a:pt x="2496680" y="20055"/>
                </a:lnTo>
                <a:lnTo>
                  <a:pt x="2541514" y="37638"/>
                </a:lnTo>
                <a:lnTo>
                  <a:pt x="2582022" y="62563"/>
                </a:lnTo>
                <a:lnTo>
                  <a:pt x="2617417" y="93978"/>
                </a:lnTo>
                <a:lnTo>
                  <a:pt x="2646913" y="131028"/>
                </a:lnTo>
                <a:lnTo>
                  <a:pt x="2669724" y="172861"/>
                </a:lnTo>
                <a:lnTo>
                  <a:pt x="2685064" y="218623"/>
                </a:lnTo>
                <a:lnTo>
                  <a:pt x="2692146" y="267461"/>
                </a:lnTo>
                <a:lnTo>
                  <a:pt x="2692146" y="1460071"/>
                </a:lnTo>
                <a:lnTo>
                  <a:pt x="2695572" y="1448577"/>
                </a:lnTo>
                <a:lnTo>
                  <a:pt x="2701290" y="1403603"/>
                </a:lnTo>
                <a:lnTo>
                  <a:pt x="2702052" y="1389887"/>
                </a:lnTo>
                <a:close/>
              </a:path>
              <a:path w="2702560" h="1671320">
                <a:moveTo>
                  <a:pt x="2692146" y="1460071"/>
                </a:moveTo>
                <a:lnTo>
                  <a:pt x="2692146" y="1403603"/>
                </a:lnTo>
                <a:lnTo>
                  <a:pt x="2690622" y="1417319"/>
                </a:lnTo>
                <a:lnTo>
                  <a:pt x="2681625" y="1465350"/>
                </a:lnTo>
                <a:lnTo>
                  <a:pt x="2664121" y="1510257"/>
                </a:lnTo>
                <a:lnTo>
                  <a:pt x="2639061" y="1551094"/>
                </a:lnTo>
                <a:lnTo>
                  <a:pt x="2607402" y="1586917"/>
                </a:lnTo>
                <a:lnTo>
                  <a:pt x="2570095" y="1616780"/>
                </a:lnTo>
                <a:lnTo>
                  <a:pt x="2528094" y="1639738"/>
                </a:lnTo>
                <a:lnTo>
                  <a:pt x="2482354" y="1654847"/>
                </a:lnTo>
                <a:lnTo>
                  <a:pt x="2433828" y="1661159"/>
                </a:lnTo>
                <a:lnTo>
                  <a:pt x="281940" y="1661921"/>
                </a:lnTo>
                <a:lnTo>
                  <a:pt x="232385" y="1657452"/>
                </a:lnTo>
                <a:lnTo>
                  <a:pt x="185761" y="1644564"/>
                </a:lnTo>
                <a:lnTo>
                  <a:pt x="142865" y="1623983"/>
                </a:lnTo>
                <a:lnTo>
                  <a:pt x="104494" y="1596432"/>
                </a:lnTo>
                <a:lnTo>
                  <a:pt x="71443" y="1562638"/>
                </a:lnTo>
                <a:lnTo>
                  <a:pt x="44512" y="1523324"/>
                </a:lnTo>
                <a:lnTo>
                  <a:pt x="24495" y="1479215"/>
                </a:lnTo>
                <a:lnTo>
                  <a:pt x="12192" y="1431036"/>
                </a:lnTo>
                <a:lnTo>
                  <a:pt x="9144" y="1389125"/>
                </a:lnTo>
                <a:lnTo>
                  <a:pt x="9144" y="1459113"/>
                </a:lnTo>
                <a:lnTo>
                  <a:pt x="36828" y="1528991"/>
                </a:lnTo>
                <a:lnTo>
                  <a:pt x="61667" y="1565719"/>
                </a:lnTo>
                <a:lnTo>
                  <a:pt x="92202" y="1597914"/>
                </a:lnTo>
                <a:lnTo>
                  <a:pt x="151732" y="1639567"/>
                </a:lnTo>
                <a:lnTo>
                  <a:pt x="193152" y="1657154"/>
                </a:lnTo>
                <a:lnTo>
                  <a:pt x="236865" y="1667791"/>
                </a:lnTo>
                <a:lnTo>
                  <a:pt x="281940" y="1671065"/>
                </a:lnTo>
                <a:lnTo>
                  <a:pt x="2434590" y="1671065"/>
                </a:lnTo>
                <a:lnTo>
                  <a:pt x="2493686" y="1661640"/>
                </a:lnTo>
                <a:lnTo>
                  <a:pt x="2535585" y="1646772"/>
                </a:lnTo>
                <a:lnTo>
                  <a:pt x="2574151" y="1625602"/>
                </a:lnTo>
                <a:lnTo>
                  <a:pt x="2608773" y="1598799"/>
                </a:lnTo>
                <a:lnTo>
                  <a:pt x="2638838" y="1567028"/>
                </a:lnTo>
                <a:lnTo>
                  <a:pt x="2663734" y="1530956"/>
                </a:lnTo>
                <a:lnTo>
                  <a:pt x="2682850" y="1491251"/>
                </a:lnTo>
                <a:lnTo>
                  <a:pt x="2692146" y="1460071"/>
                </a:lnTo>
                <a:close/>
              </a:path>
            </a:pathLst>
          </a:custGeom>
          <a:solidFill>
            <a:srgbClr val="FF0066"/>
          </a:solidFill>
        </p:spPr>
        <p:txBody>
          <a:bodyPr wrap="square" lIns="0" tIns="0" rIns="0" bIns="0" rtlCol="0"/>
          <a:lstStyle/>
          <a:p/>
        </p:txBody>
      </p:sp>
      <p:sp>
        <p:nvSpPr>
          <p:cNvPr id="22" name="object 18"/>
          <p:cNvSpPr txBox="1"/>
          <p:nvPr/>
        </p:nvSpPr>
        <p:spPr>
          <a:xfrm>
            <a:off x="3591420" y="4005580"/>
            <a:ext cx="321945" cy="307340"/>
          </a:xfrm>
          <a:prstGeom prst="rect">
            <a:avLst/>
          </a:prstGeom>
        </p:spPr>
        <p:txBody>
          <a:bodyPr vert="horz" wrap="square" lIns="0" tIns="0" rIns="0" bIns="0" rtlCol="0">
            <a:spAutoFit/>
          </a:bodyPr>
          <a:lstStyle/>
          <a:p>
            <a:pPr marL="12700">
              <a:lnSpc>
                <a:spcPct val="100000"/>
              </a:lnSpc>
            </a:pPr>
            <a:r>
              <a:rPr sz="2000" spc="-5" dirty="0">
                <a:latin typeface="Times New Roman" panose="02020603050405020304"/>
                <a:cs typeface="Times New Roman" panose="02020603050405020304"/>
              </a:rPr>
              <a:t>(1)</a:t>
            </a:r>
            <a:endParaRPr sz="2000">
              <a:latin typeface="Times New Roman" panose="02020603050405020304"/>
              <a:cs typeface="Times New Roman" panose="02020603050405020304"/>
            </a:endParaRPr>
          </a:p>
        </p:txBody>
      </p:sp>
      <p:sp>
        <p:nvSpPr>
          <p:cNvPr id="23" name="object 19"/>
          <p:cNvSpPr/>
          <p:nvPr/>
        </p:nvSpPr>
        <p:spPr>
          <a:xfrm>
            <a:off x="3380105" y="4498092"/>
            <a:ext cx="2715895" cy="1770380"/>
          </a:xfrm>
          <a:custGeom>
            <a:avLst/>
            <a:gdLst/>
            <a:ahLst/>
            <a:cxnLst/>
            <a:rect l="l" t="t" r="r" b="b"/>
            <a:pathLst>
              <a:path w="2715895" h="1770379">
                <a:moveTo>
                  <a:pt x="2715768" y="1487423"/>
                </a:moveTo>
                <a:lnTo>
                  <a:pt x="2715768" y="282701"/>
                </a:lnTo>
                <a:lnTo>
                  <a:pt x="2714244" y="267461"/>
                </a:lnTo>
                <a:lnTo>
                  <a:pt x="2705544" y="220258"/>
                </a:lnTo>
                <a:lnTo>
                  <a:pt x="2689678" y="175952"/>
                </a:lnTo>
                <a:lnTo>
                  <a:pt x="2667301" y="135184"/>
                </a:lnTo>
                <a:lnTo>
                  <a:pt x="2639071" y="98594"/>
                </a:lnTo>
                <a:lnTo>
                  <a:pt x="2605642" y="66824"/>
                </a:lnTo>
                <a:lnTo>
                  <a:pt x="2567671" y="40515"/>
                </a:lnTo>
                <a:lnTo>
                  <a:pt x="2525814" y="20308"/>
                </a:lnTo>
                <a:lnTo>
                  <a:pt x="2480727" y="6843"/>
                </a:lnTo>
                <a:lnTo>
                  <a:pt x="2433066" y="761"/>
                </a:lnTo>
                <a:lnTo>
                  <a:pt x="2417826" y="0"/>
                </a:lnTo>
                <a:lnTo>
                  <a:pt x="297942" y="0"/>
                </a:lnTo>
                <a:lnTo>
                  <a:pt x="249856" y="3877"/>
                </a:lnTo>
                <a:lnTo>
                  <a:pt x="204018" y="15165"/>
                </a:lnTo>
                <a:lnTo>
                  <a:pt x="161106" y="33285"/>
                </a:lnTo>
                <a:lnTo>
                  <a:pt x="121798" y="57655"/>
                </a:lnTo>
                <a:lnTo>
                  <a:pt x="86772" y="87697"/>
                </a:lnTo>
                <a:lnTo>
                  <a:pt x="56706" y="122831"/>
                </a:lnTo>
                <a:lnTo>
                  <a:pt x="32278" y="162477"/>
                </a:lnTo>
                <a:lnTo>
                  <a:pt x="14166" y="206054"/>
                </a:lnTo>
                <a:lnTo>
                  <a:pt x="3047" y="252983"/>
                </a:lnTo>
                <a:lnTo>
                  <a:pt x="0" y="282701"/>
                </a:lnTo>
                <a:lnTo>
                  <a:pt x="0" y="1487423"/>
                </a:lnTo>
                <a:lnTo>
                  <a:pt x="3048" y="1517141"/>
                </a:lnTo>
                <a:lnTo>
                  <a:pt x="6096" y="1532381"/>
                </a:lnTo>
                <a:lnTo>
                  <a:pt x="9144" y="1543319"/>
                </a:lnTo>
                <a:lnTo>
                  <a:pt x="9144" y="297941"/>
                </a:lnTo>
                <a:lnTo>
                  <a:pt x="10667" y="268985"/>
                </a:lnTo>
                <a:lnTo>
                  <a:pt x="27729" y="196129"/>
                </a:lnTo>
                <a:lnTo>
                  <a:pt x="47015" y="155271"/>
                </a:lnTo>
                <a:lnTo>
                  <a:pt x="72511" y="117930"/>
                </a:lnTo>
                <a:lnTo>
                  <a:pt x="103631" y="84581"/>
                </a:lnTo>
                <a:lnTo>
                  <a:pt x="164100" y="42345"/>
                </a:lnTo>
                <a:lnTo>
                  <a:pt x="206768" y="24250"/>
                </a:lnTo>
                <a:lnTo>
                  <a:pt x="251780" y="13270"/>
                </a:lnTo>
                <a:lnTo>
                  <a:pt x="297942" y="9905"/>
                </a:lnTo>
                <a:lnTo>
                  <a:pt x="2433066" y="9982"/>
                </a:lnTo>
                <a:lnTo>
                  <a:pt x="2492905" y="19380"/>
                </a:lnTo>
                <a:lnTo>
                  <a:pt x="2535698" y="34601"/>
                </a:lnTo>
                <a:lnTo>
                  <a:pt x="2575238" y="56362"/>
                </a:lnTo>
                <a:lnTo>
                  <a:pt x="2610840" y="83936"/>
                </a:lnTo>
                <a:lnTo>
                  <a:pt x="2641822" y="116592"/>
                </a:lnTo>
                <a:lnTo>
                  <a:pt x="2667499" y="153602"/>
                </a:lnTo>
                <a:lnTo>
                  <a:pt x="2687187" y="194236"/>
                </a:lnTo>
                <a:lnTo>
                  <a:pt x="2700203" y="237767"/>
                </a:lnTo>
                <a:lnTo>
                  <a:pt x="2705862" y="283463"/>
                </a:lnTo>
                <a:lnTo>
                  <a:pt x="2706624" y="298703"/>
                </a:lnTo>
                <a:lnTo>
                  <a:pt x="2706624" y="1543588"/>
                </a:lnTo>
                <a:lnTo>
                  <a:pt x="2709139" y="1535306"/>
                </a:lnTo>
                <a:lnTo>
                  <a:pt x="2715768" y="1487423"/>
                </a:lnTo>
                <a:close/>
              </a:path>
              <a:path w="2715895" h="1770379">
                <a:moveTo>
                  <a:pt x="2706624" y="1543588"/>
                </a:moveTo>
                <a:lnTo>
                  <a:pt x="2706624" y="1472183"/>
                </a:lnTo>
                <a:lnTo>
                  <a:pt x="2705100" y="1501901"/>
                </a:lnTo>
                <a:lnTo>
                  <a:pt x="2696397" y="1547782"/>
                </a:lnTo>
                <a:lnTo>
                  <a:pt x="2680884" y="1590738"/>
                </a:lnTo>
                <a:lnTo>
                  <a:pt x="2659165" y="1630183"/>
                </a:lnTo>
                <a:lnTo>
                  <a:pt x="2631843" y="1665529"/>
                </a:lnTo>
                <a:lnTo>
                  <a:pt x="2599521" y="1696189"/>
                </a:lnTo>
                <a:lnTo>
                  <a:pt x="2562803" y="1721575"/>
                </a:lnTo>
                <a:lnTo>
                  <a:pt x="2522292" y="1741100"/>
                </a:lnTo>
                <a:lnTo>
                  <a:pt x="2478591" y="1754178"/>
                </a:lnTo>
                <a:lnTo>
                  <a:pt x="2433066" y="1760120"/>
                </a:lnTo>
                <a:lnTo>
                  <a:pt x="297942" y="1760219"/>
                </a:lnTo>
                <a:lnTo>
                  <a:pt x="251304" y="1756838"/>
                </a:lnTo>
                <a:lnTo>
                  <a:pt x="206911" y="1746098"/>
                </a:lnTo>
                <a:lnTo>
                  <a:pt x="165396" y="1728602"/>
                </a:lnTo>
                <a:lnTo>
                  <a:pt x="127391" y="1704956"/>
                </a:lnTo>
                <a:lnTo>
                  <a:pt x="93531" y="1675764"/>
                </a:lnTo>
                <a:lnTo>
                  <a:pt x="64448" y="1641630"/>
                </a:lnTo>
                <a:lnTo>
                  <a:pt x="40775" y="1603158"/>
                </a:lnTo>
                <a:lnTo>
                  <a:pt x="23145" y="1560952"/>
                </a:lnTo>
                <a:lnTo>
                  <a:pt x="12192" y="1515617"/>
                </a:lnTo>
                <a:lnTo>
                  <a:pt x="9144" y="1471421"/>
                </a:lnTo>
                <a:lnTo>
                  <a:pt x="9144" y="1543319"/>
                </a:lnTo>
                <a:lnTo>
                  <a:pt x="38809" y="1619811"/>
                </a:lnTo>
                <a:lnTo>
                  <a:pt x="65712" y="1659344"/>
                </a:lnTo>
                <a:lnTo>
                  <a:pt x="97536" y="1692402"/>
                </a:lnTo>
                <a:lnTo>
                  <a:pt x="159942" y="1736314"/>
                </a:lnTo>
                <a:lnTo>
                  <a:pt x="203920" y="1754876"/>
                </a:lnTo>
                <a:lnTo>
                  <a:pt x="250332" y="1766204"/>
                </a:lnTo>
                <a:lnTo>
                  <a:pt x="297942" y="1770126"/>
                </a:lnTo>
                <a:lnTo>
                  <a:pt x="2417826" y="1770125"/>
                </a:lnTo>
                <a:lnTo>
                  <a:pt x="2495868" y="1759722"/>
                </a:lnTo>
                <a:lnTo>
                  <a:pt x="2540280" y="1743821"/>
                </a:lnTo>
                <a:lnTo>
                  <a:pt x="2580981" y="1721513"/>
                </a:lnTo>
                <a:lnTo>
                  <a:pt x="2617408" y="1693409"/>
                </a:lnTo>
                <a:lnTo>
                  <a:pt x="2648999" y="1660124"/>
                </a:lnTo>
                <a:lnTo>
                  <a:pt x="2675192" y="1622269"/>
                </a:lnTo>
                <a:lnTo>
                  <a:pt x="2695426" y="1580459"/>
                </a:lnTo>
                <a:lnTo>
                  <a:pt x="2706624" y="1543588"/>
                </a:lnTo>
                <a:close/>
              </a:path>
            </a:pathLst>
          </a:custGeom>
          <a:solidFill>
            <a:srgbClr val="FF0066"/>
          </a:solidFill>
        </p:spPr>
        <p:txBody>
          <a:bodyPr wrap="square" lIns="0" tIns="0" rIns="0" bIns="0" rtlCol="0"/>
          <a:lstStyle/>
          <a:p/>
        </p:txBody>
      </p:sp>
      <p:sp>
        <p:nvSpPr>
          <p:cNvPr id="24" name="object 20"/>
          <p:cNvSpPr txBox="1"/>
          <p:nvPr/>
        </p:nvSpPr>
        <p:spPr>
          <a:xfrm>
            <a:off x="3578466" y="5919730"/>
            <a:ext cx="321945" cy="307340"/>
          </a:xfrm>
          <a:prstGeom prst="rect">
            <a:avLst/>
          </a:prstGeom>
        </p:spPr>
        <p:txBody>
          <a:bodyPr vert="horz" wrap="square" lIns="0" tIns="0" rIns="0" bIns="0" rtlCol="0">
            <a:spAutoFit/>
          </a:bodyPr>
          <a:lstStyle/>
          <a:p>
            <a:pPr marL="12700">
              <a:lnSpc>
                <a:spcPct val="100000"/>
              </a:lnSpc>
            </a:pPr>
            <a:r>
              <a:rPr sz="2000" spc="-5" dirty="0">
                <a:latin typeface="Times New Roman" panose="02020603050405020304"/>
                <a:cs typeface="Times New Roman" panose="02020603050405020304"/>
              </a:rPr>
              <a:t>(2)</a:t>
            </a:r>
            <a:endParaRPr sz="2000">
              <a:latin typeface="Times New Roman" panose="02020603050405020304"/>
              <a:cs typeface="Times New Roman" panose="02020603050405020304"/>
            </a:endParaRPr>
          </a:p>
        </p:txBody>
      </p:sp>
      <p:sp>
        <p:nvSpPr>
          <p:cNvPr id="25" name="object 21"/>
          <p:cNvSpPr/>
          <p:nvPr/>
        </p:nvSpPr>
        <p:spPr>
          <a:xfrm>
            <a:off x="6338189" y="1938089"/>
            <a:ext cx="2397760" cy="2348230"/>
          </a:xfrm>
          <a:custGeom>
            <a:avLst/>
            <a:gdLst/>
            <a:ahLst/>
            <a:cxnLst/>
            <a:rect l="l" t="t" r="r" b="b"/>
            <a:pathLst>
              <a:path w="2397759" h="2348229">
                <a:moveTo>
                  <a:pt x="2397252" y="1953767"/>
                </a:moveTo>
                <a:lnTo>
                  <a:pt x="2397252" y="394715"/>
                </a:lnTo>
                <a:lnTo>
                  <a:pt x="2396490" y="374141"/>
                </a:lnTo>
                <a:lnTo>
                  <a:pt x="2387346" y="306994"/>
                </a:lnTo>
                <a:lnTo>
                  <a:pt x="2374250" y="261810"/>
                </a:lnTo>
                <a:lnTo>
                  <a:pt x="2356026" y="219032"/>
                </a:lnTo>
                <a:lnTo>
                  <a:pt x="2333054" y="179036"/>
                </a:lnTo>
                <a:lnTo>
                  <a:pt x="2305708" y="142168"/>
                </a:lnTo>
                <a:lnTo>
                  <a:pt x="2274360" y="108775"/>
                </a:lnTo>
                <a:lnTo>
                  <a:pt x="2239383" y="79203"/>
                </a:lnTo>
                <a:lnTo>
                  <a:pt x="2201149" y="53797"/>
                </a:lnTo>
                <a:lnTo>
                  <a:pt x="2160033" y="32904"/>
                </a:lnTo>
                <a:lnTo>
                  <a:pt x="2116405" y="16869"/>
                </a:lnTo>
                <a:lnTo>
                  <a:pt x="2070640" y="6040"/>
                </a:lnTo>
                <a:lnTo>
                  <a:pt x="2023110" y="761"/>
                </a:lnTo>
                <a:lnTo>
                  <a:pt x="2002536" y="0"/>
                </a:lnTo>
                <a:lnTo>
                  <a:pt x="394715" y="0"/>
                </a:lnTo>
                <a:lnTo>
                  <a:pt x="346631" y="2983"/>
                </a:lnTo>
                <a:lnTo>
                  <a:pt x="300145" y="11539"/>
                </a:lnTo>
                <a:lnTo>
                  <a:pt x="255630" y="25354"/>
                </a:lnTo>
                <a:lnTo>
                  <a:pt x="213453" y="44114"/>
                </a:lnTo>
                <a:lnTo>
                  <a:pt x="173984" y="67504"/>
                </a:lnTo>
                <a:lnTo>
                  <a:pt x="137593" y="95211"/>
                </a:lnTo>
                <a:lnTo>
                  <a:pt x="104649" y="126921"/>
                </a:lnTo>
                <a:lnTo>
                  <a:pt x="75522" y="162320"/>
                </a:lnTo>
                <a:lnTo>
                  <a:pt x="50581" y="201092"/>
                </a:lnTo>
                <a:lnTo>
                  <a:pt x="30196" y="242926"/>
                </a:lnTo>
                <a:lnTo>
                  <a:pt x="14737" y="287505"/>
                </a:lnTo>
                <a:lnTo>
                  <a:pt x="4571" y="334517"/>
                </a:lnTo>
                <a:lnTo>
                  <a:pt x="761" y="374141"/>
                </a:lnTo>
                <a:lnTo>
                  <a:pt x="0" y="394715"/>
                </a:lnTo>
                <a:lnTo>
                  <a:pt x="0" y="1953767"/>
                </a:lnTo>
                <a:lnTo>
                  <a:pt x="2286" y="1994153"/>
                </a:lnTo>
                <a:lnTo>
                  <a:pt x="8382" y="2033015"/>
                </a:lnTo>
                <a:lnTo>
                  <a:pt x="9144" y="2035916"/>
                </a:lnTo>
                <a:lnTo>
                  <a:pt x="9144" y="394715"/>
                </a:lnTo>
                <a:lnTo>
                  <a:pt x="9905" y="374903"/>
                </a:lnTo>
                <a:lnTo>
                  <a:pt x="13715" y="336041"/>
                </a:lnTo>
                <a:lnTo>
                  <a:pt x="29925" y="270153"/>
                </a:lnTo>
                <a:lnTo>
                  <a:pt x="48511" y="225373"/>
                </a:lnTo>
                <a:lnTo>
                  <a:pt x="72710" y="183286"/>
                </a:lnTo>
                <a:lnTo>
                  <a:pt x="101943" y="144526"/>
                </a:lnTo>
                <a:lnTo>
                  <a:pt x="135635" y="109727"/>
                </a:lnTo>
                <a:lnTo>
                  <a:pt x="205410" y="59189"/>
                </a:lnTo>
                <a:lnTo>
                  <a:pt x="250057" y="37641"/>
                </a:lnTo>
                <a:lnTo>
                  <a:pt x="297308" y="21931"/>
                </a:lnTo>
                <a:lnTo>
                  <a:pt x="345935" y="12529"/>
                </a:lnTo>
                <a:lnTo>
                  <a:pt x="394715" y="9905"/>
                </a:lnTo>
                <a:lnTo>
                  <a:pt x="2023110" y="9964"/>
                </a:lnTo>
                <a:lnTo>
                  <a:pt x="2088372" y="19099"/>
                </a:lnTo>
                <a:lnTo>
                  <a:pt x="2132511" y="32041"/>
                </a:lnTo>
                <a:lnTo>
                  <a:pt x="2174247" y="49908"/>
                </a:lnTo>
                <a:lnTo>
                  <a:pt x="2213251" y="72350"/>
                </a:lnTo>
                <a:lnTo>
                  <a:pt x="2249192" y="99021"/>
                </a:lnTo>
                <a:lnTo>
                  <a:pt x="2281742" y="129573"/>
                </a:lnTo>
                <a:lnTo>
                  <a:pt x="2310570" y="163658"/>
                </a:lnTo>
                <a:lnTo>
                  <a:pt x="2335346" y="200928"/>
                </a:lnTo>
                <a:lnTo>
                  <a:pt x="2355742" y="241035"/>
                </a:lnTo>
                <a:lnTo>
                  <a:pt x="2371426" y="283632"/>
                </a:lnTo>
                <a:lnTo>
                  <a:pt x="2382071" y="328371"/>
                </a:lnTo>
                <a:lnTo>
                  <a:pt x="2387346" y="374903"/>
                </a:lnTo>
                <a:lnTo>
                  <a:pt x="2387346" y="2037849"/>
                </a:lnTo>
                <a:lnTo>
                  <a:pt x="2391241" y="2021293"/>
                </a:lnTo>
                <a:lnTo>
                  <a:pt x="2396490" y="1973579"/>
                </a:lnTo>
                <a:lnTo>
                  <a:pt x="2397252" y="1953767"/>
                </a:lnTo>
                <a:close/>
              </a:path>
              <a:path w="2397759" h="2348229">
                <a:moveTo>
                  <a:pt x="2387346" y="2037849"/>
                </a:moveTo>
                <a:lnTo>
                  <a:pt x="2387346" y="1973579"/>
                </a:lnTo>
                <a:lnTo>
                  <a:pt x="2385822" y="1993391"/>
                </a:lnTo>
                <a:lnTo>
                  <a:pt x="2378068" y="2039580"/>
                </a:lnTo>
                <a:lnTo>
                  <a:pt x="2365087" y="2083698"/>
                </a:lnTo>
                <a:lnTo>
                  <a:pt x="2347217" y="2125412"/>
                </a:lnTo>
                <a:lnTo>
                  <a:pt x="2324797" y="2164390"/>
                </a:lnTo>
                <a:lnTo>
                  <a:pt x="2298166" y="2200299"/>
                </a:lnTo>
                <a:lnTo>
                  <a:pt x="2267664" y="2232807"/>
                </a:lnTo>
                <a:lnTo>
                  <a:pt x="2233630" y="2261582"/>
                </a:lnTo>
                <a:lnTo>
                  <a:pt x="2196402" y="2286290"/>
                </a:lnTo>
                <a:lnTo>
                  <a:pt x="2156321" y="2306600"/>
                </a:lnTo>
                <a:lnTo>
                  <a:pt x="2113726" y="2322180"/>
                </a:lnTo>
                <a:lnTo>
                  <a:pt x="2068955" y="2332695"/>
                </a:lnTo>
                <a:lnTo>
                  <a:pt x="2022348" y="2337816"/>
                </a:lnTo>
                <a:lnTo>
                  <a:pt x="2002536" y="2338578"/>
                </a:lnTo>
                <a:lnTo>
                  <a:pt x="394716" y="2338578"/>
                </a:lnTo>
                <a:lnTo>
                  <a:pt x="347743" y="2335716"/>
                </a:lnTo>
                <a:lnTo>
                  <a:pt x="302347" y="2327384"/>
                </a:lnTo>
                <a:lnTo>
                  <a:pt x="258884" y="2313892"/>
                </a:lnTo>
                <a:lnTo>
                  <a:pt x="217711" y="2295553"/>
                </a:lnTo>
                <a:lnTo>
                  <a:pt x="179188" y="2272677"/>
                </a:lnTo>
                <a:lnTo>
                  <a:pt x="143670" y="2245575"/>
                </a:lnTo>
                <a:lnTo>
                  <a:pt x="111516" y="2214560"/>
                </a:lnTo>
                <a:lnTo>
                  <a:pt x="83083" y="2179943"/>
                </a:lnTo>
                <a:lnTo>
                  <a:pt x="58729" y="2142035"/>
                </a:lnTo>
                <a:lnTo>
                  <a:pt x="38811" y="2101147"/>
                </a:lnTo>
                <a:lnTo>
                  <a:pt x="23688" y="2057592"/>
                </a:lnTo>
                <a:lnTo>
                  <a:pt x="13716" y="2011679"/>
                </a:lnTo>
                <a:lnTo>
                  <a:pt x="9906" y="1973579"/>
                </a:lnTo>
                <a:lnTo>
                  <a:pt x="9144" y="1953767"/>
                </a:lnTo>
                <a:lnTo>
                  <a:pt x="9144" y="2035916"/>
                </a:lnTo>
                <a:lnTo>
                  <a:pt x="21010" y="2081085"/>
                </a:lnTo>
                <a:lnTo>
                  <a:pt x="40003" y="2127078"/>
                </a:lnTo>
                <a:lnTo>
                  <a:pt x="64798" y="2170296"/>
                </a:lnTo>
                <a:lnTo>
                  <a:pt x="94831" y="2210041"/>
                </a:lnTo>
                <a:lnTo>
                  <a:pt x="129540" y="2245614"/>
                </a:lnTo>
                <a:lnTo>
                  <a:pt x="200794" y="2297426"/>
                </a:lnTo>
                <a:lnTo>
                  <a:pt x="246497" y="2319309"/>
                </a:lnTo>
                <a:lnTo>
                  <a:pt x="294672" y="2335251"/>
                </a:lnTo>
                <a:lnTo>
                  <a:pt x="344388" y="2344854"/>
                </a:lnTo>
                <a:lnTo>
                  <a:pt x="394716" y="2347722"/>
                </a:lnTo>
                <a:lnTo>
                  <a:pt x="2023110" y="2347722"/>
                </a:lnTo>
                <a:lnTo>
                  <a:pt x="2090322" y="2338351"/>
                </a:lnTo>
                <a:lnTo>
                  <a:pt x="2135602" y="2325096"/>
                </a:lnTo>
                <a:lnTo>
                  <a:pt x="2178421" y="2306789"/>
                </a:lnTo>
                <a:lnTo>
                  <a:pt x="2218436" y="2283787"/>
                </a:lnTo>
                <a:lnTo>
                  <a:pt x="2255303" y="2256447"/>
                </a:lnTo>
                <a:lnTo>
                  <a:pt x="2288681" y="2225125"/>
                </a:lnTo>
                <a:lnTo>
                  <a:pt x="2318227" y="2190180"/>
                </a:lnTo>
                <a:lnTo>
                  <a:pt x="2343598" y="2151967"/>
                </a:lnTo>
                <a:lnTo>
                  <a:pt x="2364453" y="2110843"/>
                </a:lnTo>
                <a:lnTo>
                  <a:pt x="2380448" y="2067166"/>
                </a:lnTo>
                <a:lnTo>
                  <a:pt x="2387346" y="2037849"/>
                </a:lnTo>
                <a:close/>
              </a:path>
            </a:pathLst>
          </a:custGeom>
          <a:solidFill>
            <a:srgbClr val="FF0066"/>
          </a:solidFill>
        </p:spPr>
        <p:txBody>
          <a:bodyPr wrap="square" lIns="0" tIns="0" rIns="0" bIns="0" rtlCol="0"/>
          <a:lstStyle/>
          <a:p/>
        </p:txBody>
      </p:sp>
      <p:sp>
        <p:nvSpPr>
          <p:cNvPr id="26" name="object 22"/>
          <p:cNvSpPr/>
          <p:nvPr/>
        </p:nvSpPr>
        <p:spPr>
          <a:xfrm>
            <a:off x="6281026" y="4395544"/>
            <a:ext cx="2472690" cy="1876425"/>
          </a:xfrm>
          <a:custGeom>
            <a:avLst/>
            <a:gdLst/>
            <a:ahLst/>
            <a:cxnLst/>
            <a:rect l="l" t="t" r="r" b="b"/>
            <a:pathLst>
              <a:path w="2472690" h="1876425">
                <a:moveTo>
                  <a:pt x="2472690" y="1576577"/>
                </a:moveTo>
                <a:lnTo>
                  <a:pt x="2472690" y="299465"/>
                </a:lnTo>
                <a:lnTo>
                  <a:pt x="2471166" y="283463"/>
                </a:lnTo>
                <a:lnTo>
                  <a:pt x="2463442" y="238088"/>
                </a:lnTo>
                <a:lnTo>
                  <a:pt x="2449426" y="195241"/>
                </a:lnTo>
                <a:lnTo>
                  <a:pt x="2429638" y="155393"/>
                </a:lnTo>
                <a:lnTo>
                  <a:pt x="2404600" y="119014"/>
                </a:lnTo>
                <a:lnTo>
                  <a:pt x="2374830" y="86577"/>
                </a:lnTo>
                <a:lnTo>
                  <a:pt x="2340849" y="58552"/>
                </a:lnTo>
                <a:lnTo>
                  <a:pt x="2303178" y="35411"/>
                </a:lnTo>
                <a:lnTo>
                  <a:pt x="2262336" y="17624"/>
                </a:lnTo>
                <a:lnTo>
                  <a:pt x="2218845" y="5663"/>
                </a:lnTo>
                <a:lnTo>
                  <a:pt x="2173224" y="0"/>
                </a:lnTo>
                <a:lnTo>
                  <a:pt x="315468" y="0"/>
                </a:lnTo>
                <a:lnTo>
                  <a:pt x="269397" y="3188"/>
                </a:lnTo>
                <a:lnTo>
                  <a:pt x="225322" y="12811"/>
                </a:lnTo>
                <a:lnTo>
                  <a:pt x="183730" y="28419"/>
                </a:lnTo>
                <a:lnTo>
                  <a:pt x="145107" y="49562"/>
                </a:lnTo>
                <a:lnTo>
                  <a:pt x="109942" y="75790"/>
                </a:lnTo>
                <a:lnTo>
                  <a:pt x="78722" y="106653"/>
                </a:lnTo>
                <a:lnTo>
                  <a:pt x="51935" y="141702"/>
                </a:lnTo>
                <a:lnTo>
                  <a:pt x="30069" y="180486"/>
                </a:lnTo>
                <a:lnTo>
                  <a:pt x="13610" y="222556"/>
                </a:lnTo>
                <a:lnTo>
                  <a:pt x="3047" y="267461"/>
                </a:lnTo>
                <a:lnTo>
                  <a:pt x="0" y="299465"/>
                </a:lnTo>
                <a:lnTo>
                  <a:pt x="0" y="1576577"/>
                </a:lnTo>
                <a:lnTo>
                  <a:pt x="3048" y="1608581"/>
                </a:lnTo>
                <a:lnTo>
                  <a:pt x="6096" y="1623821"/>
                </a:lnTo>
                <a:lnTo>
                  <a:pt x="9144" y="1634273"/>
                </a:lnTo>
                <a:lnTo>
                  <a:pt x="9144" y="315467"/>
                </a:lnTo>
                <a:lnTo>
                  <a:pt x="10667" y="284225"/>
                </a:lnTo>
                <a:lnTo>
                  <a:pt x="29541" y="206329"/>
                </a:lnTo>
                <a:lnTo>
                  <a:pt x="49572" y="163672"/>
                </a:lnTo>
                <a:lnTo>
                  <a:pt x="76060" y="124713"/>
                </a:lnTo>
                <a:lnTo>
                  <a:pt x="109727" y="88391"/>
                </a:lnTo>
                <a:lnTo>
                  <a:pt x="174805" y="43641"/>
                </a:lnTo>
                <a:lnTo>
                  <a:pt x="219051" y="24745"/>
                </a:lnTo>
                <a:lnTo>
                  <a:pt x="265785" y="13289"/>
                </a:lnTo>
                <a:lnTo>
                  <a:pt x="315468" y="9143"/>
                </a:lnTo>
                <a:lnTo>
                  <a:pt x="2157222" y="9143"/>
                </a:lnTo>
                <a:lnTo>
                  <a:pt x="2173224" y="9905"/>
                </a:lnTo>
                <a:lnTo>
                  <a:pt x="2237127" y="19673"/>
                </a:lnTo>
                <a:lnTo>
                  <a:pt x="2282766" y="36064"/>
                </a:lnTo>
                <a:lnTo>
                  <a:pt x="2324729" y="59159"/>
                </a:lnTo>
                <a:lnTo>
                  <a:pt x="2362364" y="88273"/>
                </a:lnTo>
                <a:lnTo>
                  <a:pt x="2395018" y="122724"/>
                </a:lnTo>
                <a:lnTo>
                  <a:pt x="2422039" y="161829"/>
                </a:lnTo>
                <a:lnTo>
                  <a:pt x="2442775" y="204903"/>
                </a:lnTo>
                <a:lnTo>
                  <a:pt x="2456574" y="251263"/>
                </a:lnTo>
                <a:lnTo>
                  <a:pt x="2462784" y="300227"/>
                </a:lnTo>
                <a:lnTo>
                  <a:pt x="2463546" y="315467"/>
                </a:lnTo>
                <a:lnTo>
                  <a:pt x="2463546" y="1634589"/>
                </a:lnTo>
                <a:lnTo>
                  <a:pt x="2466929" y="1622327"/>
                </a:lnTo>
                <a:lnTo>
                  <a:pt x="2472690" y="1576577"/>
                </a:lnTo>
                <a:close/>
              </a:path>
              <a:path w="2472690" h="1876425">
                <a:moveTo>
                  <a:pt x="2463546" y="1634589"/>
                </a:moveTo>
                <a:lnTo>
                  <a:pt x="2463546" y="1560575"/>
                </a:lnTo>
                <a:lnTo>
                  <a:pt x="2462022" y="1591817"/>
                </a:lnTo>
                <a:lnTo>
                  <a:pt x="2452973" y="1640377"/>
                </a:lnTo>
                <a:lnTo>
                  <a:pt x="2436579" y="1685948"/>
                </a:lnTo>
                <a:lnTo>
                  <a:pt x="2413510" y="1727874"/>
                </a:lnTo>
                <a:lnTo>
                  <a:pt x="2384437" y="1765499"/>
                </a:lnTo>
                <a:lnTo>
                  <a:pt x="2350028" y="1798167"/>
                </a:lnTo>
                <a:lnTo>
                  <a:pt x="2310956" y="1825221"/>
                </a:lnTo>
                <a:lnTo>
                  <a:pt x="2267891" y="1846005"/>
                </a:lnTo>
                <a:lnTo>
                  <a:pt x="2221503" y="1859863"/>
                </a:lnTo>
                <a:lnTo>
                  <a:pt x="2172462" y="1866137"/>
                </a:lnTo>
                <a:lnTo>
                  <a:pt x="315468" y="1866899"/>
                </a:lnTo>
                <a:lnTo>
                  <a:pt x="266171" y="1862782"/>
                </a:lnTo>
                <a:lnTo>
                  <a:pt x="219142" y="1851109"/>
                </a:lnTo>
                <a:lnTo>
                  <a:pt x="175090" y="1832466"/>
                </a:lnTo>
                <a:lnTo>
                  <a:pt x="134723" y="1807438"/>
                </a:lnTo>
                <a:lnTo>
                  <a:pt x="98749" y="1776613"/>
                </a:lnTo>
                <a:lnTo>
                  <a:pt x="67877" y="1740577"/>
                </a:lnTo>
                <a:lnTo>
                  <a:pt x="42814" y="1699915"/>
                </a:lnTo>
                <a:lnTo>
                  <a:pt x="24271" y="1655213"/>
                </a:lnTo>
                <a:lnTo>
                  <a:pt x="12954" y="1607057"/>
                </a:lnTo>
                <a:lnTo>
                  <a:pt x="9144" y="1559813"/>
                </a:lnTo>
                <a:lnTo>
                  <a:pt x="9144" y="1634273"/>
                </a:lnTo>
                <a:lnTo>
                  <a:pt x="20039" y="1671633"/>
                </a:lnTo>
                <a:lnTo>
                  <a:pt x="41357" y="1716890"/>
                </a:lnTo>
                <a:lnTo>
                  <a:pt x="69428" y="1758285"/>
                </a:lnTo>
                <a:lnTo>
                  <a:pt x="103632" y="1794509"/>
                </a:lnTo>
                <a:lnTo>
                  <a:pt x="170326" y="1840618"/>
                </a:lnTo>
                <a:lnTo>
                  <a:pt x="215936" y="1860156"/>
                </a:lnTo>
                <a:lnTo>
                  <a:pt x="264068" y="1872017"/>
                </a:lnTo>
                <a:lnTo>
                  <a:pt x="315468" y="1876043"/>
                </a:lnTo>
                <a:lnTo>
                  <a:pt x="2173224" y="1876043"/>
                </a:lnTo>
                <a:lnTo>
                  <a:pt x="2234639" y="1866551"/>
                </a:lnTo>
                <a:lnTo>
                  <a:pt x="2277486" y="1852428"/>
                </a:lnTo>
                <a:lnTo>
                  <a:pt x="2317307" y="1832639"/>
                </a:lnTo>
                <a:lnTo>
                  <a:pt x="2353642" y="1807674"/>
                </a:lnTo>
                <a:lnTo>
                  <a:pt x="2386031" y="1778022"/>
                </a:lnTo>
                <a:lnTo>
                  <a:pt x="2414014" y="1744172"/>
                </a:lnTo>
                <a:lnTo>
                  <a:pt x="2437132" y="1706613"/>
                </a:lnTo>
                <a:lnTo>
                  <a:pt x="2454923" y="1665835"/>
                </a:lnTo>
                <a:lnTo>
                  <a:pt x="2463546" y="1634589"/>
                </a:lnTo>
                <a:close/>
              </a:path>
            </a:pathLst>
          </a:custGeom>
          <a:solidFill>
            <a:srgbClr val="FF0066"/>
          </a:solidFill>
        </p:spPr>
        <p:txBody>
          <a:bodyPr wrap="square" lIns="0" tIns="0" rIns="0" bIns="0" rtlCol="0"/>
          <a:lstStyle/>
          <a:p/>
        </p:txBody>
      </p:sp>
      <p:sp>
        <p:nvSpPr>
          <p:cNvPr id="27" name="object 23"/>
          <p:cNvSpPr txBox="1"/>
          <p:nvPr/>
        </p:nvSpPr>
        <p:spPr>
          <a:xfrm>
            <a:off x="8187804" y="3835977"/>
            <a:ext cx="321945" cy="307340"/>
          </a:xfrm>
          <a:prstGeom prst="rect">
            <a:avLst/>
          </a:prstGeom>
        </p:spPr>
        <p:txBody>
          <a:bodyPr vert="horz" wrap="square" lIns="0" tIns="0" rIns="0" bIns="0" rtlCol="0">
            <a:spAutoFit/>
          </a:bodyPr>
          <a:lstStyle/>
          <a:p>
            <a:pPr marL="12700">
              <a:lnSpc>
                <a:spcPct val="100000"/>
              </a:lnSpc>
            </a:pPr>
            <a:r>
              <a:rPr sz="2000" spc="-5" dirty="0">
                <a:latin typeface="Times New Roman" panose="02020603050405020304"/>
                <a:cs typeface="Times New Roman" panose="02020603050405020304"/>
              </a:rPr>
              <a:t>(3)</a:t>
            </a:r>
            <a:endParaRPr sz="2000">
              <a:latin typeface="Times New Roman" panose="02020603050405020304"/>
              <a:cs typeface="Times New Roman" panose="02020603050405020304"/>
            </a:endParaRPr>
          </a:p>
        </p:txBody>
      </p:sp>
      <p:sp>
        <p:nvSpPr>
          <p:cNvPr id="28" name="object 24"/>
          <p:cNvSpPr txBox="1"/>
          <p:nvPr/>
        </p:nvSpPr>
        <p:spPr>
          <a:xfrm>
            <a:off x="8126083" y="5910896"/>
            <a:ext cx="321945" cy="307340"/>
          </a:xfrm>
          <a:prstGeom prst="rect">
            <a:avLst/>
          </a:prstGeom>
        </p:spPr>
        <p:txBody>
          <a:bodyPr vert="horz" wrap="square" lIns="0" tIns="0" rIns="0" bIns="0" rtlCol="0">
            <a:spAutoFit/>
          </a:bodyPr>
          <a:lstStyle/>
          <a:p>
            <a:pPr marL="12700">
              <a:lnSpc>
                <a:spcPct val="100000"/>
              </a:lnSpc>
            </a:pPr>
            <a:r>
              <a:rPr sz="2000" spc="-5"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p:txBody>
      </p:sp>
      <p:sp>
        <p:nvSpPr>
          <p:cNvPr id="30" name="文本框 29"/>
          <p:cNvSpPr txBox="1"/>
          <p:nvPr/>
        </p:nvSpPr>
        <p:spPr>
          <a:xfrm>
            <a:off x="8809462" y="2152940"/>
            <a:ext cx="3330862" cy="1200329"/>
          </a:xfrm>
          <a:prstGeom prst="rect">
            <a:avLst/>
          </a:prstGeom>
          <a:solidFill>
            <a:schemeClr val="accent2">
              <a:lumMod val="20000"/>
              <a:lumOff val="80000"/>
            </a:schemeClr>
          </a:solidFill>
        </p:spPr>
        <p:txBody>
          <a:bodyPr wrap="square">
            <a:spAutoFit/>
          </a:bodyPr>
          <a:lstStyle/>
          <a:p>
            <a:r>
              <a:rPr lang="en-US" altLang="zh-CN" b="1" dirty="0">
                <a:solidFill>
                  <a:prstClr val="black"/>
                </a:solidFill>
                <a:sym typeface="Symbol" panose="05050102010706020507" pitchFamily="18" charset="2"/>
              </a:rPr>
              <a:t>In R, tuples that are combinations of all tuples in S (i.e., Cartesian products) on columns other than S appear in R.</a:t>
            </a:r>
            <a:endParaRPr lang="zh-CN" alt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3" grpId="0" animBg="1"/>
      <p:bldP spid="24" grpId="0"/>
      <p:bldP spid="25" grpId="0" animBg="1"/>
      <p:bldP spid="26" grpId="0" animBg="1"/>
      <p:bldP spid="27" grpId="0"/>
      <p:bldP spid="2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(Division)</a:t>
            </a:r>
            <a:endParaRPr lang="en-US" sz="4000" u="sng" dirty="0"/>
          </a:p>
        </p:txBody>
      </p:sp>
      <mc:AlternateContent xmlns:mc="http://schemas.openxmlformats.org/markup-compatibility/2006">
        <mc:Choice xmlns:a14="http://schemas.microsoft.com/office/drawing/2010/main" Requires="a14">
          <p:sp>
            <p:nvSpPr>
              <p:cNvPr id="18" name="文本框 17"/>
              <p:cNvSpPr txBox="1"/>
              <p:nvPr/>
            </p:nvSpPr>
            <p:spPr>
              <a:xfrm>
                <a:off x="592184" y="1008690"/>
                <a:ext cx="7914391" cy="1216551"/>
              </a:xfrm>
              <a:prstGeom prst="rect">
                <a:avLst/>
              </a:prstGeom>
              <a:noFill/>
            </p:spPr>
            <p:txBody>
              <a:bodyPr wrap="square">
                <a:spAutoFit/>
              </a:bodyPr>
              <a:lstStyle/>
              <a:p>
                <a:pPr marL="342900" indent="-342900">
                  <a:buFont typeface="Wingdings" panose="05000000000000000000" pitchFamily="2" charset="2"/>
                  <a:buChar char="Ø"/>
                </a:pPr>
                <a:r>
                  <a:rPr lang="en-US" altLang="zh-CN" sz="2400" b="1" dirty="0"/>
                  <a:t>Example 2 of the division operation</a:t>
                </a:r>
                <a:endParaRPr lang="en-US" altLang="zh-CN" sz="2400" b="1" dirty="0"/>
              </a:p>
              <a:p>
                <a:pPr marL="342900" indent="-342900">
                  <a:buFont typeface="Wingdings" panose="05000000000000000000" pitchFamily="2" charset="2"/>
                  <a:buChar char="Ø"/>
                </a:pPr>
                <a:r>
                  <a:rPr lang="en-US" altLang="zh-CN" sz="2400" dirty="0"/>
                  <a:t>Find the student ID of students who have taken all courses.</a:t>
                </a:r>
                <a:endParaRPr lang="en-US" altLang="zh-CN" sz="2400" dirty="0"/>
              </a:p>
              <a:p>
                <a14:m>
                  <m:oMathPara xmlns:m="http://schemas.openxmlformats.org/officeDocument/2006/math">
                    <m:oMathParaPr>
                      <m:jc m:val="centerGroup"/>
                    </m:oMathParaPr>
                    <m:oMath xmlns:m="http://schemas.openxmlformats.org/officeDocument/2006/math">
                      <m:sSub>
                        <m:sSubPr>
                          <m:ctrlPr>
                            <a:rPr lang="pt-BR" altLang="zh-CN" sz="2400" b="1" i="1">
                              <a:latin typeface="Cambria Math" panose="02040503050406030204" pitchFamily="18" charset="0"/>
                              <a:cs typeface="Times New Roman" panose="02020603050405020304" pitchFamily="18" charset="0"/>
                              <a:sym typeface="Symbol" panose="05050102010706020507" pitchFamily="18" charset="2"/>
                            </a:rPr>
                          </m:ctrlPr>
                        </m:sSubPr>
                        <m:e>
                          <m:r>
                            <a:rPr lang="zh-CN" altLang="pt-BR"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𝝅</m:t>
                          </m:r>
                        </m:e>
                        <m:sub>
                          <m:r>
                            <a:rPr lang="en-US" altLang="zh-CN" sz="2400" b="1" i="1">
                              <a:latin typeface="Cambria Math" panose="02040503050406030204" pitchFamily="18" charset="0"/>
                              <a:cs typeface="Times New Roman" panose="02020603050405020304" pitchFamily="18" charset="0"/>
                              <a:sym typeface="Symbol" panose="05050102010706020507" pitchFamily="18" charset="2"/>
                            </a:rPr>
                            <m:t>𝑺𝑵𝒐</m:t>
                          </m:r>
                          <m:r>
                            <a:rPr lang="en-US" altLang="zh-CN" sz="2400" b="1" i="1">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a:latin typeface="Cambria Math" panose="02040503050406030204" pitchFamily="18" charset="0"/>
                              <a:cs typeface="Times New Roman" panose="02020603050405020304" pitchFamily="18" charset="0"/>
                              <a:sym typeface="Symbol" panose="05050102010706020507" pitchFamily="18" charset="2"/>
                            </a:rPr>
                            <m:t>𝑪𝑵𝒐</m:t>
                          </m:r>
                        </m:sub>
                      </m:sSub>
                      <m:r>
                        <a:rPr lang="en-US" altLang="zh-CN" sz="2400" b="1" i="1">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a:latin typeface="Cambria Math" panose="02040503050406030204" pitchFamily="18" charset="0"/>
                          <a:cs typeface="Times New Roman" panose="02020603050405020304" pitchFamily="18" charset="0"/>
                          <a:sym typeface="Symbol" panose="05050102010706020507" pitchFamily="18" charset="2"/>
                        </a:rPr>
                        <m:t>𝑺𝑪</m:t>
                      </m:r>
                      <m:r>
                        <a:rPr lang="en-US" altLang="zh-CN" sz="2400" b="1" i="1">
                          <a:latin typeface="Cambria Math" panose="02040503050406030204" pitchFamily="18" charset="0"/>
                          <a:cs typeface="Times New Roman" panose="02020603050405020304" pitchFamily="18" charset="0"/>
                          <a:sym typeface="Symbol" panose="05050102010706020507" pitchFamily="18" charset="2"/>
                        </a:rPr>
                        <m:t>)÷</m:t>
                      </m:r>
                      <m:sSub>
                        <m:sSubPr>
                          <m:ctrlPr>
                            <a:rPr lang="pt-BR" altLang="zh-CN" sz="2400" b="1" i="1">
                              <a:latin typeface="Cambria Math" panose="02040503050406030204" pitchFamily="18" charset="0"/>
                              <a:cs typeface="Times New Roman" panose="02020603050405020304" pitchFamily="18" charset="0"/>
                              <a:sym typeface="Symbol" panose="05050102010706020507" pitchFamily="18" charset="2"/>
                            </a:rPr>
                          </m:ctrlPr>
                        </m:sSubPr>
                        <m:e>
                          <m:r>
                            <a:rPr lang="zh-CN" altLang="pt-BR"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𝝅</m:t>
                          </m:r>
                        </m:e>
                        <m:sub>
                          <m:r>
                            <a:rPr lang="en-US" altLang="zh-CN" sz="2400" b="1" i="1">
                              <a:latin typeface="Cambria Math" panose="02040503050406030204" pitchFamily="18" charset="0"/>
                              <a:cs typeface="Times New Roman" panose="02020603050405020304" pitchFamily="18" charset="0"/>
                              <a:sym typeface="Symbol" panose="05050102010706020507" pitchFamily="18" charset="2"/>
                            </a:rPr>
                            <m:t>𝑪𝑵𝒐</m:t>
                          </m:r>
                        </m:sub>
                      </m:sSub>
                      <m:r>
                        <a:rPr lang="en-US" altLang="zh-CN" sz="2400" b="1" i="1">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a:latin typeface="Cambria Math" panose="02040503050406030204" pitchFamily="18" charset="0"/>
                          <a:cs typeface="Times New Roman" panose="02020603050405020304" pitchFamily="18" charset="0"/>
                          <a:sym typeface="Symbol" panose="05050102010706020507" pitchFamily="18" charset="2"/>
                        </a:rPr>
                        <m:t>𝑺𝑪</m:t>
                      </m:r>
                      <m:r>
                        <a:rPr lang="en-US" altLang="zh-CN" sz="2400" b="1" i="1">
                          <a:latin typeface="Cambria Math" panose="02040503050406030204" pitchFamily="18" charset="0"/>
                          <a:cs typeface="Times New Roman" panose="02020603050405020304" pitchFamily="18" charset="0"/>
                          <a:sym typeface="Symbol" panose="05050102010706020507" pitchFamily="18" charset="2"/>
                        </a:rPr>
                        <m:t>)</m:t>
                      </m:r>
                    </m:oMath>
                  </m:oMathPara>
                </a14:m>
                <a:endParaRPr lang="en-US" altLang="zh-CN" sz="2400" dirty="0"/>
              </a:p>
            </p:txBody>
          </p:sp>
        </mc:Choice>
        <mc:Fallback>
          <p:sp>
            <p:nvSpPr>
              <p:cNvPr id="18" name="文本框 17"/>
              <p:cNvSpPr txBox="1">
                <a:spLocks noRot="1" noChangeAspect="1" noMove="1" noResize="1" noEditPoints="1" noAdjustHandles="1" noChangeArrowheads="1" noChangeShapeType="1" noTextEdit="1"/>
              </p:cNvSpPr>
              <p:nvPr/>
            </p:nvSpPr>
            <p:spPr>
              <a:xfrm>
                <a:off x="592184" y="1008690"/>
                <a:ext cx="7914391" cy="1216551"/>
              </a:xfrm>
              <a:prstGeom prst="rect">
                <a:avLst/>
              </a:prstGeom>
              <a:blipFill rotWithShape="1">
                <a:blip r:embed="rId1"/>
                <a:stretch>
                  <a:fillRect l="-5" t="-25" r="1" b="17"/>
                </a:stretch>
              </a:blipFill>
            </p:spPr>
            <p:txBody>
              <a:bodyPr/>
              <a:lstStyle/>
              <a:p>
                <a:r>
                  <a:rPr lang="zh-CN" altLang="en-US">
                    <a:noFill/>
                  </a:rPr>
                  <a:t> </a:t>
                </a:r>
              </a:p>
            </p:txBody>
          </p:sp>
        </mc:Fallback>
      </mc:AlternateContent>
      <p:graphicFrame>
        <p:nvGraphicFramePr>
          <p:cNvPr id="12" name="表格 11"/>
          <p:cNvGraphicFramePr>
            <a:graphicFrameLocks noGrp="1"/>
          </p:cNvGraphicFramePr>
          <p:nvPr/>
        </p:nvGraphicFramePr>
        <p:xfrm>
          <a:off x="1104205" y="2491137"/>
          <a:ext cx="3476318" cy="3358173"/>
        </p:xfrm>
        <a:graphic>
          <a:graphicData uri="http://schemas.openxmlformats.org/drawingml/2006/table">
            <a:tbl>
              <a:tblPr firstRow="1" bandRow="1"/>
              <a:tblGrid>
                <a:gridCol w="1179872"/>
                <a:gridCol w="1301679"/>
                <a:gridCol w="994767"/>
              </a:tblGrid>
              <a:tr h="339689">
                <a:tc gridSpan="3">
                  <a:txBody>
                    <a:bodyPr/>
                    <a:lstStyle/>
                    <a:p>
                      <a:pPr algn="l"/>
                      <a:r>
                        <a:rPr lang="en-US" altLang="zh-CN" sz="1700" b="1" dirty="0">
                          <a:solidFill>
                            <a:srgbClr val="FF0000"/>
                          </a:solidFill>
                          <a:latin typeface="华文楷体" panose="02010600040101010101" pitchFamily="2" charset="-122"/>
                          <a:ea typeface="华文楷体" panose="02010600040101010101" pitchFamily="2" charset="-122"/>
                        </a:rPr>
                        <a:t>SC</a:t>
                      </a:r>
                      <a:r>
                        <a:rPr lang="zh-CN" altLang="en-US" sz="1700" b="1" dirty="0">
                          <a:solidFill>
                            <a:srgbClr val="FF0000"/>
                          </a:solidFill>
                          <a:latin typeface="华文楷体" panose="02010600040101010101" pitchFamily="2" charset="-122"/>
                          <a:ea typeface="华文楷体" panose="02010600040101010101" pitchFamily="2" charset="-122"/>
                        </a:rPr>
                        <a:t>（</a:t>
                      </a:r>
                      <a:r>
                        <a:rPr lang="en-US" altLang="zh-CN" sz="1700" b="1" dirty="0">
                          <a:solidFill>
                            <a:srgbClr val="FF0000"/>
                          </a:solidFill>
                          <a:latin typeface="华文楷体" panose="02010600040101010101" pitchFamily="2" charset="-122"/>
                          <a:ea typeface="华文楷体" panose="02010600040101010101" pitchFamily="2" charset="-122"/>
                        </a:rPr>
                        <a:t>Student course selection table</a:t>
                      </a:r>
                      <a:r>
                        <a:rPr lang="zh-CN" altLang="en-US" sz="1700" b="1" dirty="0">
                          <a:solidFill>
                            <a:srgbClr val="FF0000"/>
                          </a:solidFill>
                          <a:latin typeface="华文楷体" panose="02010600040101010101" pitchFamily="2" charset="-122"/>
                          <a:ea typeface="华文楷体" panose="02010600040101010101" pitchFamily="2" charset="-122"/>
                        </a:rPr>
                        <a:t>）</a:t>
                      </a:r>
                      <a:endParaRPr lang="zh-CN" altLang="en-US" sz="1700" b="1" dirty="0">
                        <a:solidFill>
                          <a:srgbClr val="FF0000"/>
                        </a:solidFill>
                        <a:latin typeface="华文楷体" panose="02010600040101010101" pitchFamily="2" charset="-122"/>
                        <a:ea typeface="华文楷体" panose="02010600040101010101" pitchFamily="2" charset="-122"/>
                      </a:endParaRPr>
                    </a:p>
                  </a:txBody>
                  <a:tcPr marL="75079" marR="75079" marT="37539" marB="37539" anchor="ctr">
                    <a:noFill/>
                  </a:tcPr>
                </a:tc>
                <a:tc hMerge="1">
                  <a:tcPr marL="75079" marR="75079" marT="37539" marB="37539" anchor="ctr">
                    <a:solidFill>
                      <a:schemeClr val="accent5">
                        <a:lumMod val="20000"/>
                        <a:lumOff val="80000"/>
                      </a:schemeClr>
                    </a:solidFill>
                  </a:tcPr>
                </a:tc>
                <a:tc hMerge="1">
                  <a:tcPr marL="75079" marR="75079" marT="37539" marB="37539" anchor="ctr">
                    <a:solidFill>
                      <a:schemeClr val="accent5">
                        <a:lumMod val="20000"/>
                        <a:lumOff val="80000"/>
                      </a:schemeClr>
                    </a:solidFill>
                  </a:tcPr>
                </a:tc>
              </a:tr>
              <a:tr h="339689">
                <a:tc>
                  <a:txBody>
                    <a:bodyPr/>
                    <a:lstStyle/>
                    <a:p>
                      <a:pPr algn="ctr"/>
                      <a:r>
                        <a:rPr lang="en-US" altLang="zh-CN" sz="1700" b="1" dirty="0" err="1">
                          <a:latin typeface="华文楷体" panose="02010600040101010101" pitchFamily="2" charset="-122"/>
                          <a:ea typeface="华文楷体" panose="02010600040101010101" pitchFamily="2" charset="-122"/>
                        </a:rPr>
                        <a:t>Sno</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c>
                  <a:txBody>
                    <a:bodyPr/>
                    <a:lstStyle/>
                    <a:p>
                      <a:pPr algn="ctr"/>
                      <a:r>
                        <a:rPr lang="en-US" altLang="zh-CN" sz="1700" b="1" dirty="0" err="1">
                          <a:latin typeface="华文楷体" panose="02010600040101010101" pitchFamily="2" charset="-122"/>
                          <a:ea typeface="华文楷体" panose="02010600040101010101" pitchFamily="2" charset="-122"/>
                        </a:rPr>
                        <a:t>Cno</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Score</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r>
              <a:tr h="339689">
                <a:tc>
                  <a:txBody>
                    <a:bodyPr/>
                    <a:lstStyle/>
                    <a:p>
                      <a:pPr algn="ctr"/>
                      <a:r>
                        <a:rPr lang="en-US" altLang="zh-CN" sz="1700" b="1" dirty="0">
                          <a:latin typeface="华文楷体" panose="02010600040101010101" pitchFamily="2" charset="-122"/>
                          <a:ea typeface="华文楷体" panose="02010600040101010101" pitchFamily="2" charset="-122"/>
                        </a:rPr>
                        <a:t>210130101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92.0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210130101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003</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88.0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210130101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003</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90.0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210140202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90.5</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210140202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88.0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210140201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93.0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210140201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95.0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210140202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89.0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bl>
          </a:graphicData>
        </a:graphic>
      </p:graphicFrame>
      <p:graphicFrame>
        <p:nvGraphicFramePr>
          <p:cNvPr id="13" name="表格 12"/>
          <p:cNvGraphicFramePr>
            <a:graphicFrameLocks noGrp="1"/>
          </p:cNvGraphicFramePr>
          <p:nvPr/>
        </p:nvGraphicFramePr>
        <p:xfrm>
          <a:off x="5542854" y="2491137"/>
          <a:ext cx="5669629" cy="1946463"/>
        </p:xfrm>
        <a:graphic>
          <a:graphicData uri="http://schemas.openxmlformats.org/drawingml/2006/table">
            <a:tbl>
              <a:tblPr firstRow="1" bandRow="1"/>
              <a:tblGrid>
                <a:gridCol w="1223861"/>
                <a:gridCol w="1350209"/>
                <a:gridCol w="1031853"/>
                <a:gridCol w="1031853"/>
                <a:gridCol w="1031853"/>
              </a:tblGrid>
              <a:tr h="339689">
                <a:tc gridSpan="5">
                  <a:txBody>
                    <a:bodyPr/>
                    <a:lstStyle/>
                    <a:p>
                      <a:pPr algn="l"/>
                      <a:r>
                        <a:rPr lang="en-US" altLang="zh-CN" sz="1700" b="1" dirty="0">
                          <a:solidFill>
                            <a:srgbClr val="FF0000"/>
                          </a:solidFill>
                          <a:latin typeface="华文楷体" panose="02010600040101010101" pitchFamily="2" charset="-122"/>
                          <a:ea typeface="华文楷体" panose="02010600040101010101" pitchFamily="2" charset="-122"/>
                        </a:rPr>
                        <a:t>Course</a:t>
                      </a:r>
                      <a:r>
                        <a:rPr lang="zh-CN" altLang="en-US" sz="1700" b="1" dirty="0">
                          <a:solidFill>
                            <a:srgbClr val="FF0000"/>
                          </a:solidFill>
                          <a:latin typeface="华文楷体" panose="02010600040101010101" pitchFamily="2" charset="-122"/>
                          <a:ea typeface="华文楷体" panose="02010600040101010101" pitchFamily="2" charset="-122"/>
                        </a:rPr>
                        <a:t>（</a:t>
                      </a:r>
                      <a:r>
                        <a:rPr lang="en-US" altLang="zh-CN" sz="1700" b="1" dirty="0">
                          <a:solidFill>
                            <a:srgbClr val="FF0000"/>
                          </a:solidFill>
                          <a:latin typeface="华文楷体" panose="02010600040101010101" pitchFamily="2" charset="-122"/>
                          <a:ea typeface="华文楷体" panose="02010600040101010101" pitchFamily="2" charset="-122"/>
                        </a:rPr>
                        <a:t>Course</a:t>
                      </a:r>
                      <a:r>
                        <a:rPr lang="zh-CN" altLang="en-US" sz="1700" b="1" dirty="0">
                          <a:solidFill>
                            <a:srgbClr val="FF0000"/>
                          </a:solidFill>
                          <a:latin typeface="华文楷体" panose="02010600040101010101" pitchFamily="2" charset="-122"/>
                          <a:ea typeface="华文楷体" panose="02010600040101010101" pitchFamily="2" charset="-122"/>
                        </a:rPr>
                        <a:t> </a:t>
                      </a:r>
                      <a:r>
                        <a:rPr lang="en-US" altLang="zh-CN" sz="1700" b="1" dirty="0">
                          <a:solidFill>
                            <a:srgbClr val="FF0000"/>
                          </a:solidFill>
                          <a:latin typeface="华文楷体" panose="02010600040101010101" pitchFamily="2" charset="-122"/>
                          <a:ea typeface="华文楷体" panose="02010600040101010101" pitchFamily="2" charset="-122"/>
                        </a:rPr>
                        <a:t>table</a:t>
                      </a:r>
                      <a:r>
                        <a:rPr lang="zh-CN" altLang="en-US" sz="1700" b="1" dirty="0">
                          <a:solidFill>
                            <a:srgbClr val="FF0000"/>
                          </a:solidFill>
                          <a:latin typeface="华文楷体" panose="02010600040101010101" pitchFamily="2" charset="-122"/>
                          <a:ea typeface="华文楷体" panose="02010600040101010101" pitchFamily="2" charset="-122"/>
                        </a:rPr>
                        <a:t>）</a:t>
                      </a:r>
                      <a:endParaRPr lang="zh-CN" altLang="en-US" sz="1700" b="1" dirty="0">
                        <a:solidFill>
                          <a:srgbClr val="FF0000"/>
                        </a:solidFill>
                        <a:latin typeface="华文楷体" panose="02010600040101010101" pitchFamily="2" charset="-122"/>
                        <a:ea typeface="华文楷体" panose="02010600040101010101" pitchFamily="2" charset="-122"/>
                      </a:endParaRPr>
                    </a:p>
                  </a:txBody>
                  <a:tcPr marL="75079" marR="75079" marT="37539" marB="37539" anchor="ctr">
                    <a:noFill/>
                  </a:tcPr>
                </a:tc>
                <a:tc hMerge="1">
                  <a:tcPr marL="75079" marR="75079" marT="37539" marB="37539" anchor="ctr">
                    <a:solidFill>
                      <a:schemeClr val="accent5">
                        <a:lumMod val="20000"/>
                        <a:lumOff val="80000"/>
                      </a:schemeClr>
                    </a:solidFill>
                  </a:tcPr>
                </a:tc>
                <a:tc hMerge="1">
                  <a:tcPr marL="75079" marR="75079" marT="37539" marB="37539" anchor="ctr">
                    <a:solidFill>
                      <a:schemeClr val="accent5">
                        <a:lumMod val="20000"/>
                        <a:lumOff val="80000"/>
                      </a:schemeClr>
                    </a:solidFill>
                  </a:tcPr>
                </a:tc>
                <a:tc hMerge="1">
                  <a:tcPr marL="75079" marR="75079" marT="37539" marB="37539" anchor="ctr">
                    <a:noFill/>
                  </a:tcPr>
                </a:tc>
                <a:tc hMerge="1">
                  <a:tcPr marL="75079" marR="75079" marT="37539" marB="37539" anchor="ctr">
                    <a:noFill/>
                  </a:tcPr>
                </a:tc>
              </a:tr>
              <a:tr h="339689">
                <a:tc>
                  <a:txBody>
                    <a:bodyPr/>
                    <a:lstStyle/>
                    <a:p>
                      <a:pPr algn="ctr"/>
                      <a:r>
                        <a:rPr lang="en-US" altLang="zh-CN" sz="1700" b="1" dirty="0" err="1">
                          <a:latin typeface="华文楷体" panose="02010600040101010101" pitchFamily="2" charset="-122"/>
                          <a:ea typeface="华文楷体" panose="02010600040101010101" pitchFamily="2" charset="-122"/>
                        </a:rPr>
                        <a:t>Cno</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c>
                  <a:txBody>
                    <a:bodyPr/>
                    <a:lstStyle/>
                    <a:p>
                      <a:pPr algn="ctr"/>
                      <a:r>
                        <a:rPr lang="en-US" altLang="zh-CN" sz="1700" b="1" dirty="0" err="1">
                          <a:latin typeface="华文楷体" panose="02010600040101010101" pitchFamily="2" charset="-122"/>
                          <a:ea typeface="华文楷体" panose="02010600040101010101" pitchFamily="2" charset="-122"/>
                        </a:rPr>
                        <a:t>Cname</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c>
                  <a:txBody>
                    <a:bodyPr/>
                    <a:lstStyle/>
                    <a:p>
                      <a:pPr algn="ctr"/>
                      <a:r>
                        <a:rPr lang="en-US" altLang="zh-CN" sz="1700" b="1" dirty="0" err="1">
                          <a:latin typeface="华文楷体" panose="02010600040101010101" pitchFamily="2" charset="-122"/>
                          <a:ea typeface="华文楷体" panose="02010600040101010101" pitchFamily="2" charset="-122"/>
                        </a:rPr>
                        <a:t>Chours</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Credit</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TNO</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r>
              <a:tr h="339689">
                <a:tc>
                  <a:txBody>
                    <a:bodyPr/>
                    <a:lstStyle/>
                    <a:p>
                      <a:pPr algn="ctr"/>
                      <a:r>
                        <a:rPr lang="en-US" altLang="zh-CN" sz="1700" b="1" dirty="0">
                          <a:latin typeface="华文楷体" panose="02010600040101010101" pitchFamily="2" charset="-122"/>
                          <a:ea typeface="华文楷体" panose="02010600040101010101" pitchFamily="2" charset="-122"/>
                        </a:rPr>
                        <a:t>001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Database</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40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6</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003</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Data Structure</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40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6</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003</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r h="295383">
                <a:tc>
                  <a:txBody>
                    <a:bodyPr/>
                    <a:lstStyle/>
                    <a:p>
                      <a:pPr algn="ctr"/>
                      <a:r>
                        <a:rPr lang="en-US" altLang="zh-CN" sz="1700" b="1" dirty="0">
                          <a:latin typeface="华文楷体" panose="02010600040101010101" pitchFamily="2" charset="-122"/>
                          <a:ea typeface="华文楷体" panose="02010600040101010101" pitchFamily="2" charset="-122"/>
                        </a:rPr>
                        <a:t>002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Math</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80</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12</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c>
                  <a:txBody>
                    <a:bodyPr/>
                    <a:lstStyle/>
                    <a:p>
                      <a:pPr algn="ctr"/>
                      <a:r>
                        <a:rPr lang="en-US" altLang="zh-CN" sz="1700" b="1" dirty="0">
                          <a:latin typeface="华文楷体" panose="02010600040101010101" pitchFamily="2" charset="-122"/>
                          <a:ea typeface="华文楷体" panose="02010600040101010101" pitchFamily="2" charset="-122"/>
                        </a:rPr>
                        <a:t>004</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bl>
          </a:graphicData>
        </a:graphic>
      </p:graphicFrame>
      <p:graphicFrame>
        <p:nvGraphicFramePr>
          <p:cNvPr id="15" name="表格 14"/>
          <p:cNvGraphicFramePr>
            <a:graphicFrameLocks noGrp="1"/>
          </p:cNvGraphicFramePr>
          <p:nvPr/>
        </p:nvGraphicFramePr>
        <p:xfrm>
          <a:off x="5542854" y="4576694"/>
          <a:ext cx="2553828" cy="1272616"/>
        </p:xfrm>
        <a:graphic>
          <a:graphicData uri="http://schemas.openxmlformats.org/drawingml/2006/table">
            <a:tbl>
              <a:tblPr firstRow="1" bandRow="1"/>
              <a:tblGrid>
                <a:gridCol w="2553828"/>
              </a:tblGrid>
              <a:tr h="339689">
                <a:tc>
                  <a:txBody>
                    <a:bodyPr/>
                    <a:lstStyle/>
                    <a:p>
                      <a:pPr algn="l"/>
                      <a:r>
                        <a:rPr lang="en-US" altLang="zh-CN" sz="1700" b="1" dirty="0">
                          <a:solidFill>
                            <a:srgbClr val="FF0000"/>
                          </a:solidFill>
                          <a:latin typeface="华文楷体" panose="02010600040101010101" pitchFamily="2" charset="-122"/>
                          <a:ea typeface="华文楷体" panose="02010600040101010101" pitchFamily="2" charset="-122"/>
                        </a:rPr>
                        <a:t>Sno of students who have taken all courses</a:t>
                      </a:r>
                      <a:endParaRPr lang="zh-CN" altLang="en-US" sz="1700" b="1" dirty="0">
                        <a:solidFill>
                          <a:srgbClr val="FF0000"/>
                        </a:solidFill>
                        <a:latin typeface="华文楷体" panose="02010600040101010101" pitchFamily="2" charset="-122"/>
                        <a:ea typeface="华文楷体" panose="02010600040101010101" pitchFamily="2" charset="-122"/>
                      </a:endParaRPr>
                    </a:p>
                  </a:txBody>
                  <a:tcPr marL="75079" marR="75079" marT="37539" marB="37539" anchor="ctr">
                    <a:noFill/>
                  </a:tcPr>
                </a:tc>
              </a:tr>
              <a:tr h="339689">
                <a:tc>
                  <a:txBody>
                    <a:bodyPr/>
                    <a:lstStyle/>
                    <a:p>
                      <a:pPr algn="ctr"/>
                      <a:r>
                        <a:rPr lang="en-US" altLang="zh-CN" sz="1700" b="1" dirty="0" err="1">
                          <a:latin typeface="华文楷体" panose="02010600040101010101" pitchFamily="2" charset="-122"/>
                          <a:ea typeface="华文楷体" panose="02010600040101010101" pitchFamily="2" charset="-122"/>
                        </a:rPr>
                        <a:t>Sno</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accent5">
                        <a:lumMod val="20000"/>
                        <a:lumOff val="80000"/>
                      </a:schemeClr>
                    </a:solidFill>
                  </a:tcPr>
                </a:tc>
              </a:tr>
              <a:tr h="339689">
                <a:tc>
                  <a:txBody>
                    <a:bodyPr/>
                    <a:lstStyle/>
                    <a:p>
                      <a:pPr algn="ctr"/>
                      <a:r>
                        <a:rPr lang="en-US" altLang="zh-CN" sz="1700" b="1" dirty="0">
                          <a:latin typeface="华文楷体" panose="02010600040101010101" pitchFamily="2" charset="-122"/>
                          <a:ea typeface="华文楷体" panose="02010600040101010101" pitchFamily="2" charset="-122"/>
                        </a:rPr>
                        <a:t>210130101</a:t>
                      </a:r>
                      <a:endParaRPr lang="zh-CN" altLang="en-US" sz="1700" b="1" dirty="0">
                        <a:latin typeface="华文楷体" panose="02010600040101010101" pitchFamily="2" charset="-122"/>
                        <a:ea typeface="华文楷体" panose="02010600040101010101" pitchFamily="2" charset="-122"/>
                      </a:endParaRPr>
                    </a:p>
                  </a:txBody>
                  <a:tcPr marL="75079" marR="75079" marT="37539" marB="37539" anchor="ctr">
                    <a:solidFill>
                      <a:schemeClr val="bg1">
                        <a:lumMod val="95000"/>
                      </a:schemeClr>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Overview of Query Processing</a:t>
            </a:r>
            <a:endParaRPr lang="en-US" dirty="0"/>
          </a:p>
        </p:txBody>
      </p:sp>
      <p:sp>
        <p:nvSpPr>
          <p:cNvPr id="3" name="Content Placeholder 2"/>
          <p:cNvSpPr>
            <a:spLocks noGrp="1"/>
          </p:cNvSpPr>
          <p:nvPr>
            <p:ph idx="1"/>
          </p:nvPr>
        </p:nvSpPr>
        <p:spPr>
          <a:xfrm>
            <a:off x="1097280" y="1845733"/>
            <a:ext cx="5134555" cy="4863180"/>
          </a:xfrm>
        </p:spPr>
        <p:txBody>
          <a:bodyPr>
            <a:normAutofit/>
          </a:bodyPr>
          <a:lstStyle/>
          <a:p>
            <a:pPr>
              <a:buFont typeface="Wingdings" panose="05000000000000000000" pitchFamily="2" charset="2"/>
              <a:buChar char="q"/>
            </a:pPr>
            <a:r>
              <a:rPr lang="en-US" sz="2400" dirty="0"/>
              <a:t> </a:t>
            </a:r>
            <a:r>
              <a:rPr lang="en-US" sz="2400" b="1" dirty="0"/>
              <a:t>Basic Steps in Query Processing</a:t>
            </a:r>
            <a:endParaRPr lang="en-US" sz="2400" b="1" dirty="0">
              <a:solidFill>
                <a:srgbClr val="FF0000"/>
              </a:solidFill>
            </a:endParaRPr>
          </a:p>
          <a:p>
            <a:pPr lvl="1">
              <a:buFont typeface="Courier New" panose="02070309020205020404" pitchFamily="49" charset="0"/>
              <a:buChar char="o"/>
            </a:pPr>
            <a:r>
              <a:rPr lang="en-US" sz="2200" dirty="0"/>
              <a:t>Query Processing refers to the series of activities involved in retrieving data from a database. </a:t>
            </a:r>
            <a:endParaRPr lang="en-US" sz="2200" dirty="0"/>
          </a:p>
          <a:p>
            <a:pPr lvl="1">
              <a:buFont typeface="Courier New" panose="02070309020205020404" pitchFamily="49" charset="0"/>
              <a:buChar char="o"/>
            </a:pPr>
            <a:r>
              <a:rPr lang="en-US" sz="2200" dirty="0"/>
              <a:t>These activities include </a:t>
            </a:r>
            <a:r>
              <a:rPr lang="en-US" sz="2200" dirty="0">
                <a:solidFill>
                  <a:srgbClr val="FF0000"/>
                </a:solidFill>
              </a:rPr>
              <a:t>translating SQL queries into expressions</a:t>
            </a:r>
            <a:r>
              <a:rPr lang="en-US" sz="2200" dirty="0"/>
              <a:t> that can be executed at the physical layer of the file system, performing various transformations to </a:t>
            </a:r>
            <a:r>
              <a:rPr lang="en-US" sz="2200" dirty="0">
                <a:solidFill>
                  <a:srgbClr val="FF0000"/>
                </a:solidFill>
              </a:rPr>
              <a:t>optimize the query</a:t>
            </a:r>
            <a:r>
              <a:rPr lang="en-US" sz="2200" dirty="0"/>
              <a:t>, and </a:t>
            </a:r>
            <a:r>
              <a:rPr lang="en-US" sz="2200" dirty="0">
                <a:solidFill>
                  <a:srgbClr val="FF0000"/>
                </a:solidFill>
              </a:rPr>
              <a:t>executing the query</a:t>
            </a:r>
            <a:r>
              <a:rPr lang="en-US" sz="2200" dirty="0"/>
              <a:t> itself.</a:t>
            </a:r>
            <a:endParaRPr lang="en-US" sz="20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10" name="矩形: 圆角 9"/>
          <p:cNvSpPr/>
          <p:nvPr/>
        </p:nvSpPr>
        <p:spPr>
          <a:xfrm>
            <a:off x="7384774" y="2335697"/>
            <a:ext cx="1699591" cy="66592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Parser and translator</a:t>
            </a:r>
            <a:endParaRPr lang="zh-CN" altLang="en-US" dirty="0">
              <a:solidFill>
                <a:schemeClr val="tx1"/>
              </a:solidFill>
            </a:endParaRPr>
          </a:p>
        </p:txBody>
      </p:sp>
      <p:sp>
        <p:nvSpPr>
          <p:cNvPr id="12" name="矩形: 圆角 11"/>
          <p:cNvSpPr/>
          <p:nvPr/>
        </p:nvSpPr>
        <p:spPr>
          <a:xfrm>
            <a:off x="7384773" y="3727174"/>
            <a:ext cx="1699591" cy="66592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Query optimizer</a:t>
            </a:r>
            <a:endParaRPr lang="zh-CN" altLang="en-US" dirty="0">
              <a:solidFill>
                <a:schemeClr val="tx1"/>
              </a:solidFill>
            </a:endParaRPr>
          </a:p>
        </p:txBody>
      </p:sp>
      <p:sp>
        <p:nvSpPr>
          <p:cNvPr id="13" name="矩形: 圆角 12"/>
          <p:cNvSpPr/>
          <p:nvPr/>
        </p:nvSpPr>
        <p:spPr>
          <a:xfrm>
            <a:off x="7384773" y="5170334"/>
            <a:ext cx="1699591" cy="66592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Query </a:t>
            </a:r>
            <a:endParaRPr lang="en-US" altLang="zh-CN" dirty="0">
              <a:solidFill>
                <a:schemeClr val="tx1"/>
              </a:solidFill>
            </a:endParaRPr>
          </a:p>
          <a:p>
            <a:pPr algn="ctr"/>
            <a:r>
              <a:rPr lang="en-US" altLang="zh-CN" dirty="0">
                <a:solidFill>
                  <a:schemeClr val="tx1"/>
                </a:solidFill>
              </a:rPr>
              <a:t>executor</a:t>
            </a:r>
            <a:endParaRPr lang="zh-CN" altLang="en-US" dirty="0">
              <a:solidFill>
                <a:schemeClr val="tx1"/>
              </a:solidFill>
            </a:endParaRPr>
          </a:p>
        </p:txBody>
      </p:sp>
      <p:sp>
        <p:nvSpPr>
          <p:cNvPr id="14" name="文本框 13"/>
          <p:cNvSpPr txBox="1"/>
          <p:nvPr/>
        </p:nvSpPr>
        <p:spPr>
          <a:xfrm>
            <a:off x="7573615" y="1737360"/>
            <a:ext cx="1321905" cy="380632"/>
          </a:xfrm>
          <a:prstGeom prst="rect">
            <a:avLst/>
          </a:prstGeom>
          <a:noFill/>
        </p:spPr>
        <p:txBody>
          <a:bodyPr wrap="square" rtlCol="0">
            <a:spAutoFit/>
          </a:bodyPr>
          <a:lstStyle/>
          <a:p>
            <a:r>
              <a:rPr lang="en-US" altLang="zh-CN" dirty="0"/>
              <a:t>SQL query </a:t>
            </a:r>
            <a:endParaRPr lang="zh-CN" altLang="en-US" dirty="0"/>
          </a:p>
        </p:txBody>
      </p:sp>
      <p:sp>
        <p:nvSpPr>
          <p:cNvPr id="15" name="文本框 14"/>
          <p:cNvSpPr txBox="1"/>
          <p:nvPr/>
        </p:nvSpPr>
        <p:spPr>
          <a:xfrm>
            <a:off x="6720506" y="3177897"/>
            <a:ext cx="3028121" cy="369332"/>
          </a:xfrm>
          <a:prstGeom prst="rect">
            <a:avLst/>
          </a:prstGeom>
          <a:noFill/>
        </p:spPr>
        <p:txBody>
          <a:bodyPr wrap="square" rtlCol="0">
            <a:spAutoFit/>
          </a:bodyPr>
          <a:lstStyle/>
          <a:p>
            <a:r>
              <a:rPr lang="en-US" altLang="zh-CN" dirty="0"/>
              <a:t>relational algebra expression</a:t>
            </a:r>
            <a:endParaRPr lang="zh-CN" altLang="en-US" dirty="0"/>
          </a:p>
        </p:txBody>
      </p:sp>
      <p:sp>
        <p:nvSpPr>
          <p:cNvPr id="16" name="文本框 15"/>
          <p:cNvSpPr txBox="1"/>
          <p:nvPr/>
        </p:nvSpPr>
        <p:spPr>
          <a:xfrm>
            <a:off x="7071146" y="4594625"/>
            <a:ext cx="2326843" cy="369332"/>
          </a:xfrm>
          <a:prstGeom prst="rect">
            <a:avLst/>
          </a:prstGeom>
          <a:noFill/>
        </p:spPr>
        <p:txBody>
          <a:bodyPr wrap="square" rtlCol="0">
            <a:spAutoFit/>
          </a:bodyPr>
          <a:lstStyle/>
          <a:p>
            <a:r>
              <a:rPr lang="en-US" altLang="zh-CN" dirty="0"/>
              <a:t>query-execution plan</a:t>
            </a:r>
            <a:endParaRPr lang="zh-CN" altLang="en-US" dirty="0"/>
          </a:p>
        </p:txBody>
      </p:sp>
      <p:sp>
        <p:nvSpPr>
          <p:cNvPr id="17" name="文本框 16"/>
          <p:cNvSpPr txBox="1"/>
          <p:nvPr/>
        </p:nvSpPr>
        <p:spPr>
          <a:xfrm>
            <a:off x="7576927" y="6026062"/>
            <a:ext cx="1318593" cy="369332"/>
          </a:xfrm>
          <a:prstGeom prst="rect">
            <a:avLst/>
          </a:prstGeom>
          <a:noFill/>
        </p:spPr>
        <p:txBody>
          <a:bodyPr wrap="square" rtlCol="0">
            <a:spAutoFit/>
          </a:bodyPr>
          <a:lstStyle/>
          <a:p>
            <a:r>
              <a:rPr lang="en-US" altLang="zh-CN" dirty="0"/>
              <a:t>query result</a:t>
            </a:r>
            <a:endParaRPr lang="zh-CN" altLang="en-US" dirty="0"/>
          </a:p>
        </p:txBody>
      </p:sp>
      <p:cxnSp>
        <p:nvCxnSpPr>
          <p:cNvPr id="19" name="直接箭头连接符 18"/>
          <p:cNvCxnSpPr>
            <a:stCxn id="14" idx="2"/>
            <a:endCxn id="10" idx="0"/>
          </p:cNvCxnSpPr>
          <p:nvPr/>
        </p:nvCxnSpPr>
        <p:spPr>
          <a:xfrm>
            <a:off x="8234568" y="2117992"/>
            <a:ext cx="2" cy="217705"/>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10" idx="2"/>
            <a:endCxn id="15" idx="0"/>
          </p:cNvCxnSpPr>
          <p:nvPr/>
        </p:nvCxnSpPr>
        <p:spPr>
          <a:xfrm flipH="1">
            <a:off x="8234567" y="3001618"/>
            <a:ext cx="3" cy="176279"/>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5" idx="2"/>
            <a:endCxn id="12" idx="0"/>
          </p:cNvCxnSpPr>
          <p:nvPr/>
        </p:nvCxnSpPr>
        <p:spPr>
          <a:xfrm>
            <a:off x="8234567" y="3547229"/>
            <a:ext cx="2" cy="179945"/>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2" idx="2"/>
            <a:endCxn id="16" idx="0"/>
          </p:cNvCxnSpPr>
          <p:nvPr/>
        </p:nvCxnSpPr>
        <p:spPr>
          <a:xfrm flipH="1">
            <a:off x="8234568" y="4393095"/>
            <a:ext cx="1" cy="201530"/>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6" idx="2"/>
            <a:endCxn id="13" idx="0"/>
          </p:cNvCxnSpPr>
          <p:nvPr/>
        </p:nvCxnSpPr>
        <p:spPr>
          <a:xfrm>
            <a:off x="8234568" y="4963957"/>
            <a:ext cx="1" cy="206377"/>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2"/>
            <a:endCxn id="17" idx="0"/>
          </p:cNvCxnSpPr>
          <p:nvPr/>
        </p:nvCxnSpPr>
        <p:spPr>
          <a:xfrm>
            <a:off x="8234569" y="5836255"/>
            <a:ext cx="1655" cy="189807"/>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36" name="矩形: 圆角 35"/>
          <p:cNvSpPr/>
          <p:nvPr/>
        </p:nvSpPr>
        <p:spPr>
          <a:xfrm>
            <a:off x="9823174" y="3727174"/>
            <a:ext cx="1699591" cy="665921"/>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System</a:t>
            </a:r>
            <a:endParaRPr lang="en-US" altLang="zh-CN" dirty="0">
              <a:solidFill>
                <a:schemeClr val="tx1"/>
              </a:solidFill>
            </a:endParaRPr>
          </a:p>
          <a:p>
            <a:pPr algn="ctr"/>
            <a:r>
              <a:rPr lang="en-US" altLang="zh-CN" dirty="0">
                <a:solidFill>
                  <a:schemeClr val="tx1"/>
                </a:solidFill>
              </a:rPr>
              <a:t>Catalog</a:t>
            </a:r>
            <a:endParaRPr lang="zh-CN" altLang="en-US" dirty="0">
              <a:solidFill>
                <a:schemeClr val="tx1"/>
              </a:solidFill>
            </a:endParaRPr>
          </a:p>
        </p:txBody>
      </p:sp>
      <p:sp>
        <p:nvSpPr>
          <p:cNvPr id="37" name="矩形: 圆角 36"/>
          <p:cNvSpPr/>
          <p:nvPr/>
        </p:nvSpPr>
        <p:spPr>
          <a:xfrm>
            <a:off x="9823174" y="5170334"/>
            <a:ext cx="1699591" cy="665921"/>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Database</a:t>
            </a:r>
            <a:endParaRPr lang="zh-CN" altLang="en-US" dirty="0">
              <a:solidFill>
                <a:schemeClr val="tx1"/>
              </a:solidFill>
            </a:endParaRPr>
          </a:p>
        </p:txBody>
      </p:sp>
      <p:cxnSp>
        <p:nvCxnSpPr>
          <p:cNvPr id="43" name="直接箭头连接符 42"/>
          <p:cNvCxnSpPr>
            <a:stCxn id="36" idx="1"/>
            <a:endCxn id="12" idx="3"/>
          </p:cNvCxnSpPr>
          <p:nvPr/>
        </p:nvCxnSpPr>
        <p:spPr>
          <a:xfrm flipH="1">
            <a:off x="9084364" y="4060135"/>
            <a:ext cx="738810" cy="0"/>
          </a:xfrm>
          <a:prstGeom prst="straightConnector1">
            <a:avLst/>
          </a:prstGeom>
          <a:ln w="19050">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6" name="直接箭头连接符 45"/>
          <p:cNvCxnSpPr>
            <a:stCxn id="37" idx="1"/>
            <a:endCxn id="13" idx="3"/>
          </p:cNvCxnSpPr>
          <p:nvPr/>
        </p:nvCxnSpPr>
        <p:spPr>
          <a:xfrm flipH="1">
            <a:off x="9084364" y="5503295"/>
            <a:ext cx="738810" cy="0"/>
          </a:xfrm>
          <a:prstGeom prst="straightConnector1">
            <a:avLst/>
          </a:prstGeom>
          <a:ln w="19050">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52" name="连接符: 肘形 51"/>
          <p:cNvCxnSpPr>
            <a:stCxn id="36" idx="0"/>
            <a:endCxn id="10" idx="3"/>
          </p:cNvCxnSpPr>
          <p:nvPr/>
        </p:nvCxnSpPr>
        <p:spPr>
          <a:xfrm rot="16200000" flipV="1">
            <a:off x="9349410" y="2403613"/>
            <a:ext cx="1058516" cy="1588605"/>
          </a:xfrm>
          <a:prstGeom prst="bentConnector2">
            <a:avLst/>
          </a:prstGeom>
          <a:ln w="19050">
            <a:solidFill>
              <a:schemeClr val="tx1"/>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Overview of Query Processing</a:t>
            </a:r>
            <a:endParaRPr lang="en-US" dirty="0"/>
          </a:p>
        </p:txBody>
      </p:sp>
      <p:sp>
        <p:nvSpPr>
          <p:cNvPr id="3" name="Content Placeholder 2"/>
          <p:cNvSpPr>
            <a:spLocks noGrp="1"/>
          </p:cNvSpPr>
          <p:nvPr>
            <p:ph idx="1"/>
          </p:nvPr>
        </p:nvSpPr>
        <p:spPr>
          <a:xfrm>
            <a:off x="1097280" y="1845733"/>
            <a:ext cx="10382416" cy="808015"/>
          </a:xfrm>
        </p:spPr>
        <p:txBody>
          <a:bodyPr>
            <a:normAutofit/>
          </a:bodyPr>
          <a:lstStyle/>
          <a:p>
            <a:pPr>
              <a:buFont typeface="Wingdings" panose="05000000000000000000" pitchFamily="2" charset="2"/>
              <a:buChar char="q"/>
            </a:pPr>
            <a:r>
              <a:rPr lang="en-US" sz="2400" dirty="0"/>
              <a:t> </a:t>
            </a:r>
            <a:r>
              <a:rPr lang="en-US" sz="2400" b="1" dirty="0"/>
              <a:t>Parser and translator</a:t>
            </a:r>
            <a:endParaRPr lang="en-US" sz="2200" b="1" dirty="0">
              <a:solidFill>
                <a:srgbClr val="FF0000"/>
              </a:solidFill>
            </a:endParaRPr>
          </a:p>
          <a:p>
            <a:pPr lvl="1">
              <a:buFont typeface="Courier New" panose="02070309020205020404" pitchFamily="49" charset="0"/>
              <a:buChar char="o"/>
            </a:pPr>
            <a:r>
              <a:rPr lang="en-US" sz="2200" dirty="0"/>
              <a:t>The parser and translator transform an SQL query into a </a:t>
            </a:r>
            <a:r>
              <a:rPr lang="en-US" sz="2200" dirty="0">
                <a:solidFill>
                  <a:srgbClr val="FF0000"/>
                </a:solidFill>
              </a:rPr>
              <a:t>relational algebra expression</a:t>
            </a:r>
            <a:r>
              <a:rPr lang="en-US" sz="2200" dirty="0"/>
              <a:t>.</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mc:AlternateContent xmlns:mc="http://schemas.openxmlformats.org/markup-compatibility/2006">
        <mc:Choice xmlns:a14="http://schemas.microsoft.com/office/drawing/2010/main" Requires="a14">
          <p:sp>
            <p:nvSpPr>
              <p:cNvPr id="4" name="Content Placeholder 2"/>
              <p:cNvSpPr txBox="1"/>
              <p:nvPr/>
            </p:nvSpPr>
            <p:spPr>
              <a:xfrm>
                <a:off x="1097279" y="2653749"/>
                <a:ext cx="10058399" cy="2464904"/>
              </a:xfrm>
              <a:prstGeom prst="rect">
                <a:avLst/>
              </a:prstGeom>
              <a:solidFill>
                <a:schemeClr val="accent2">
                  <a:lumMod val="20000"/>
                  <a:lumOff val="80000"/>
                </a:schemeClr>
              </a:solid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US" sz="2400" dirty="0"/>
                  <a:t> </a:t>
                </a:r>
                <a:r>
                  <a:rPr lang="en-US" sz="2400" b="1" dirty="0"/>
                  <a:t>Example </a:t>
                </a:r>
                <a:r>
                  <a:rPr lang="en-US" sz="2400" dirty="0"/>
                  <a:t>(</a:t>
                </a:r>
                <a:r>
                  <a:rPr lang="en-US" altLang="zh-CN" sz="2400" dirty="0"/>
                  <a:t>Parsing and translation)</a:t>
                </a:r>
                <a:endParaRPr lang="en-US" sz="2200" b="1" dirty="0">
                  <a:solidFill>
                    <a:srgbClr val="FF0000"/>
                  </a:solidFill>
                </a:endParaRPr>
              </a:p>
              <a:p>
                <a:pPr lvl="1">
                  <a:buFont typeface="Courier New" panose="02070309020205020404" pitchFamily="49" charset="0"/>
                  <a:buChar char="o"/>
                </a:pPr>
                <a:r>
                  <a:rPr lang="en-US" sz="2200" dirty="0"/>
                  <a:t>Relations: Teacher (ID, Name, </a:t>
                </a:r>
                <a:r>
                  <a:rPr lang="en-US" sz="2200" dirty="0" err="1"/>
                  <a:t>Dno</a:t>
                </a:r>
                <a:r>
                  <a:rPr lang="en-US" sz="2200" dirty="0"/>
                  <a:t>, salary ), Dept (</a:t>
                </a:r>
                <a:r>
                  <a:rPr lang="en-US" sz="2200" dirty="0" err="1"/>
                  <a:t>Dno</a:t>
                </a:r>
                <a:r>
                  <a:rPr lang="en-US" sz="2200" dirty="0"/>
                  <a:t>, </a:t>
                </a:r>
                <a:r>
                  <a:rPr lang="en-US" sz="2200" dirty="0" err="1"/>
                  <a:t>Dname</a:t>
                </a:r>
                <a:r>
                  <a:rPr lang="en-US" sz="2200" dirty="0"/>
                  <a:t>)</a:t>
                </a:r>
                <a:endParaRPr lang="en-US" sz="2200" dirty="0"/>
              </a:p>
              <a:p>
                <a:pPr lvl="1">
                  <a:buFont typeface="Courier New" panose="02070309020205020404" pitchFamily="49" charset="0"/>
                  <a:buChar char="o"/>
                </a:pPr>
                <a:r>
                  <a:rPr lang="en-US" sz="2200" dirty="0"/>
                  <a:t>SQL:</a:t>
                </a:r>
                <a:r>
                  <a:rPr lang="zh-CN" altLang="en-US" sz="2200" dirty="0"/>
                  <a:t> </a:t>
                </a:r>
                <a:endParaRPr lang="en-US" altLang="zh-CN" sz="2200" dirty="0"/>
              </a:p>
              <a:p>
                <a:pPr marL="384175" lvl="2" indent="0">
                  <a:buNone/>
                </a:pPr>
                <a:r>
                  <a:rPr lang="en-US" altLang="zh-CN" sz="2200" b="0" i="0" dirty="0">
                    <a:solidFill>
                      <a:srgbClr val="A626A4"/>
                    </a:solidFill>
                    <a:effectLst/>
                  </a:rPr>
                  <a:t>select</a:t>
                </a:r>
                <a:r>
                  <a:rPr lang="en-US" altLang="zh-CN" sz="2200" b="0" i="0" dirty="0">
                    <a:solidFill>
                      <a:srgbClr val="383A42"/>
                    </a:solidFill>
                    <a:effectLst/>
                  </a:rPr>
                  <a:t> salary, </a:t>
                </a:r>
                <a:r>
                  <a:rPr lang="en-US" altLang="zh-CN" sz="2200" b="0" i="0" dirty="0" err="1">
                    <a:solidFill>
                      <a:srgbClr val="383A42"/>
                    </a:solidFill>
                    <a:effectLst/>
                  </a:rPr>
                  <a:t>Dname</a:t>
                </a:r>
                <a:r>
                  <a:rPr lang="en-US" altLang="zh-CN" sz="2200" b="0" i="0" dirty="0">
                    <a:solidFill>
                      <a:srgbClr val="383A42"/>
                    </a:solidFill>
                    <a:effectLst/>
                  </a:rPr>
                  <a:t> </a:t>
                </a:r>
                <a:r>
                  <a:rPr lang="en-US" altLang="zh-CN" sz="2200" b="0" i="0" dirty="0">
                    <a:solidFill>
                      <a:srgbClr val="A626A4"/>
                    </a:solidFill>
                    <a:effectLst/>
                  </a:rPr>
                  <a:t>from</a:t>
                </a:r>
                <a:r>
                  <a:rPr lang="en-US" altLang="zh-CN" sz="2200" b="0" i="0" dirty="0">
                    <a:solidFill>
                      <a:srgbClr val="383A42"/>
                    </a:solidFill>
                    <a:effectLst/>
                  </a:rPr>
                  <a:t> Teacher </a:t>
                </a:r>
                <a:r>
                  <a:rPr lang="en-US" altLang="zh-CN" sz="2200" b="0" i="0" dirty="0">
                    <a:solidFill>
                      <a:srgbClr val="A626A4"/>
                    </a:solidFill>
                    <a:effectLst/>
                  </a:rPr>
                  <a:t>Natural</a:t>
                </a:r>
                <a:r>
                  <a:rPr lang="en-US" altLang="zh-CN" sz="2200" b="0" i="0" dirty="0">
                    <a:solidFill>
                      <a:srgbClr val="383A42"/>
                    </a:solidFill>
                    <a:effectLst/>
                  </a:rPr>
                  <a:t> </a:t>
                </a:r>
                <a:r>
                  <a:rPr lang="en-US" altLang="zh-CN" sz="2200" b="0" i="0" dirty="0">
                    <a:solidFill>
                      <a:srgbClr val="A626A4"/>
                    </a:solidFill>
                    <a:effectLst/>
                  </a:rPr>
                  <a:t>Join</a:t>
                </a:r>
                <a:r>
                  <a:rPr lang="en-US" altLang="zh-CN" sz="2200" b="0" i="0" dirty="0">
                    <a:solidFill>
                      <a:srgbClr val="383A42"/>
                    </a:solidFill>
                    <a:effectLst/>
                  </a:rPr>
                  <a:t> Dept </a:t>
                </a:r>
                <a:r>
                  <a:rPr lang="en-US" altLang="zh-CN" sz="2200" b="0" i="0" dirty="0">
                    <a:solidFill>
                      <a:srgbClr val="A626A4"/>
                    </a:solidFill>
                    <a:effectLst/>
                  </a:rPr>
                  <a:t>where</a:t>
                </a:r>
                <a:r>
                  <a:rPr lang="en-US" altLang="zh-CN" sz="2200" b="0" i="0" dirty="0">
                    <a:solidFill>
                      <a:srgbClr val="383A42"/>
                    </a:solidFill>
                    <a:effectLst/>
                  </a:rPr>
                  <a:t> salary &lt; </a:t>
                </a:r>
                <a:r>
                  <a:rPr lang="en-US" altLang="zh-CN" sz="2200" b="0" i="0" dirty="0">
                    <a:solidFill>
                      <a:srgbClr val="986801"/>
                    </a:solidFill>
                    <a:effectLst/>
                  </a:rPr>
                  <a:t>75000</a:t>
                </a:r>
                <a:r>
                  <a:rPr lang="en-US" altLang="zh-CN" sz="2200" b="0" i="0" dirty="0">
                    <a:solidFill>
                      <a:srgbClr val="383A42"/>
                    </a:solidFill>
                    <a:effectLst/>
                  </a:rPr>
                  <a:t>;</a:t>
                </a:r>
                <a:endParaRPr lang="en-US" altLang="zh-CN" sz="2200" b="0" i="0" dirty="0">
                  <a:solidFill>
                    <a:srgbClr val="383A42"/>
                  </a:solidFill>
                  <a:effectLst/>
                </a:endParaRPr>
              </a:p>
              <a:p>
                <a:pPr lvl="1">
                  <a:buFont typeface="Courier New" panose="02070309020205020404" pitchFamily="49" charset="0"/>
                  <a:buChar char="o"/>
                </a:pPr>
                <a:r>
                  <a:rPr lang="en-US" sz="2200" dirty="0"/>
                  <a:t>Relational algebra expression:</a:t>
                </a:r>
                <a:endParaRPr lang="en-US" sz="2200" dirty="0"/>
              </a:p>
              <a:p>
                <a:pPr marL="201295" lvl="1"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𝜋</m:t>
                          </m:r>
                        </m:e>
                        <m:sub>
                          <m:r>
                            <a:rPr lang="en-US" sz="2200" b="0" i="1" smtClean="0">
                              <a:latin typeface="Cambria Math" panose="02040503050406030204" pitchFamily="18" charset="0"/>
                            </a:rPr>
                            <m:t>𝑠𝑎𝑙𝑎𝑟𝑦</m:t>
                          </m:r>
                          <m:r>
                            <a:rPr lang="en-US" sz="2200" b="0" i="1" smtClean="0">
                              <a:latin typeface="Cambria Math" panose="02040503050406030204" pitchFamily="18" charset="0"/>
                            </a:rPr>
                            <m:t>,</m:t>
                          </m:r>
                          <m:r>
                            <a:rPr lang="en-US" sz="2200" b="0" i="1" smtClean="0">
                              <a:latin typeface="Cambria Math" panose="02040503050406030204" pitchFamily="18" charset="0"/>
                            </a:rPr>
                            <m:t>𝐷𝑛𝑎𝑚𝑒</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𝜎</m:t>
                              </m:r>
                            </m:e>
                            <m:sub>
                              <m:r>
                                <a:rPr lang="en-US" sz="2200" b="0" i="1" smtClean="0">
                                  <a:latin typeface="Cambria Math" panose="02040503050406030204" pitchFamily="18" charset="0"/>
                                </a:rPr>
                                <m:t>𝑠𝑎𝑙𝑎𝑟𝑦</m:t>
                              </m:r>
                              <m:r>
                                <a:rPr lang="en-US" sz="2200" b="0" i="1" smtClean="0">
                                  <a:latin typeface="Cambria Math" panose="02040503050406030204" pitchFamily="18" charset="0"/>
                                </a:rPr>
                                <m:t>&lt;</m:t>
                              </m:r>
                              <m:r>
                                <a:rPr lang="en-US" sz="2200" b="0" i="1" smtClean="0">
                                  <a:latin typeface="Cambria Math" panose="02040503050406030204" pitchFamily="18" charset="0"/>
                                </a:rPr>
                                <m:t>75000</m:t>
                              </m:r>
                            </m:sub>
                          </m:sSub>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𝑇𝑒𝑎𝑐ℎ𝑒𝑟</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𝐷𝑒𝑝𝑡</m:t>
                              </m:r>
                            </m:e>
                          </m:d>
                        </m:e>
                      </m:d>
                    </m:oMath>
                  </m:oMathPara>
                </a14:m>
                <a:endParaRPr lang="en-US" sz="2200" dirty="0"/>
              </a:p>
            </p:txBody>
          </p:sp>
        </mc:Choice>
        <mc:Fallback>
          <p:sp>
            <p:nvSpPr>
              <p:cNvPr id="4" name="Content Placeholder 2"/>
              <p:cNvSpPr txBox="1">
                <a:spLocks noRot="1" noChangeAspect="1" noMove="1" noResize="1" noEditPoints="1" noAdjustHandles="1" noChangeArrowheads="1" noChangeShapeType="1" noTextEdit="1"/>
              </p:cNvSpPr>
              <p:nvPr/>
            </p:nvSpPr>
            <p:spPr>
              <a:xfrm>
                <a:off x="1097279" y="2653749"/>
                <a:ext cx="10058399" cy="2464904"/>
              </a:xfrm>
              <a:prstGeom prst="rect">
                <a:avLst/>
              </a:prstGeom>
              <a:blipFill rotWithShape="1">
                <a:blip r:embed="rId1"/>
                <a:stretch>
                  <a:fillRect l="-6" t="-3" r="6" b="22"/>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p:nvPr/>
        </p:nvSpPr>
        <p:spPr>
          <a:xfrm>
            <a:off x="1097280" y="3786070"/>
            <a:ext cx="10058400" cy="2565034"/>
          </a:xfrm>
          <a:prstGeom prst="rect">
            <a:avLst/>
          </a:prstGeom>
          <a:noFill/>
          <a:ln w="28575">
            <a:solidFill>
              <a:schemeClr val="accent2"/>
            </a:solidFill>
          </a:ln>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endParaRPr lang="en-US" sz="2200" dirty="0"/>
          </a:p>
        </p:txBody>
      </p:sp>
      <p:sp>
        <p:nvSpPr>
          <p:cNvPr id="2" name="Title 1"/>
          <p:cNvSpPr>
            <a:spLocks noGrp="1"/>
          </p:cNvSpPr>
          <p:nvPr>
            <p:ph type="title"/>
          </p:nvPr>
        </p:nvSpPr>
        <p:spPr/>
        <p:txBody>
          <a:bodyPr/>
          <a:lstStyle/>
          <a:p>
            <a:r>
              <a:rPr lang="en-US" altLang="zh-CN" dirty="0"/>
              <a:t>Overview of Query Processing</a:t>
            </a:r>
            <a:endParaRPr lang="en-US" dirty="0"/>
          </a:p>
        </p:txBody>
      </p:sp>
      <p:sp>
        <p:nvSpPr>
          <p:cNvPr id="3" name="Content Placeholder 2"/>
          <p:cNvSpPr>
            <a:spLocks noGrp="1"/>
          </p:cNvSpPr>
          <p:nvPr>
            <p:ph idx="1"/>
          </p:nvPr>
        </p:nvSpPr>
        <p:spPr>
          <a:xfrm>
            <a:off x="1097280" y="1756282"/>
            <a:ext cx="10382416" cy="2746145"/>
          </a:xfrm>
        </p:spPr>
        <p:txBody>
          <a:bodyPr>
            <a:normAutofit/>
          </a:bodyPr>
          <a:lstStyle/>
          <a:p>
            <a:pPr>
              <a:buFont typeface="Wingdings" panose="05000000000000000000" pitchFamily="2" charset="2"/>
              <a:buChar char="q"/>
            </a:pPr>
            <a:r>
              <a:rPr lang="en-US" sz="2400" dirty="0"/>
              <a:t> </a:t>
            </a:r>
            <a:r>
              <a:rPr lang="en-US" sz="2400" b="1" dirty="0"/>
              <a:t>Query Optimizer</a:t>
            </a:r>
            <a:endParaRPr lang="en-US" sz="2200" b="1" dirty="0">
              <a:solidFill>
                <a:srgbClr val="FF0000"/>
              </a:solidFill>
            </a:endParaRPr>
          </a:p>
          <a:p>
            <a:pPr lvl="1">
              <a:buFont typeface="Courier New" panose="02070309020205020404" pitchFamily="49" charset="0"/>
              <a:buChar char="o"/>
            </a:pPr>
            <a:r>
              <a:rPr lang="en-US" sz="2200" dirty="0"/>
              <a:t>The query optimizer transforms a relational algebra expression into an equivalent expression with the highest execution efficiency, ultimately producing a </a:t>
            </a:r>
            <a:r>
              <a:rPr lang="en-US" sz="2200" dirty="0">
                <a:solidFill>
                  <a:srgbClr val="FF0000"/>
                </a:solidFill>
              </a:rPr>
              <a:t>Query Execution Plan</a:t>
            </a:r>
            <a:r>
              <a:rPr lang="en-US" sz="2200" dirty="0"/>
              <a:t>. </a:t>
            </a:r>
            <a:endParaRPr lang="en-US" sz="2200" dirty="0"/>
          </a:p>
          <a:p>
            <a:pPr lvl="1">
              <a:buFont typeface="Courier New" panose="02070309020205020404" pitchFamily="49" charset="0"/>
              <a:buChar char="o"/>
            </a:pPr>
            <a:r>
              <a:rPr lang="en-US" sz="2200" dirty="0"/>
              <a:t>The query plan is typically represented as a </a:t>
            </a:r>
            <a:r>
              <a:rPr lang="en-US" sz="2200" dirty="0">
                <a:solidFill>
                  <a:srgbClr val="FF0000"/>
                </a:solidFill>
              </a:rPr>
              <a:t>tree structure</a:t>
            </a:r>
            <a:r>
              <a:rPr lang="en-US" sz="2200" dirty="0"/>
              <a:t>, where each node corresponds to a basic operation.</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pic>
        <p:nvPicPr>
          <p:cNvPr id="8" name="图片 7"/>
          <p:cNvPicPr>
            <a:picLocks noChangeAspect="1"/>
          </p:cNvPicPr>
          <p:nvPr/>
        </p:nvPicPr>
        <p:blipFill>
          <a:blip r:embed="rId1"/>
          <a:stretch>
            <a:fillRect/>
          </a:stretch>
        </p:blipFill>
        <p:spPr>
          <a:xfrm>
            <a:off x="1717930" y="4364725"/>
            <a:ext cx="8756139" cy="1935648"/>
          </a:xfrm>
          <a:prstGeom prst="rect">
            <a:avLst/>
          </a:prstGeom>
        </p:spPr>
      </p:pic>
      <p:sp>
        <p:nvSpPr>
          <p:cNvPr id="10" name="Content Placeholder 2"/>
          <p:cNvSpPr txBox="1"/>
          <p:nvPr/>
        </p:nvSpPr>
        <p:spPr>
          <a:xfrm>
            <a:off x="1657516" y="3786070"/>
            <a:ext cx="2639833" cy="68228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n-US" sz="2200" u="sng" dirty="0">
                <a:solidFill>
                  <a:schemeClr val="accent2"/>
                </a:solidFill>
              </a:rPr>
              <a:t>Initial relational algebra expression</a:t>
            </a:r>
            <a:endParaRPr lang="en-US" sz="2200" u="sng" dirty="0">
              <a:solidFill>
                <a:schemeClr val="accent2"/>
              </a:solidFill>
            </a:endParaRPr>
          </a:p>
        </p:txBody>
      </p:sp>
      <p:sp>
        <p:nvSpPr>
          <p:cNvPr id="12" name="Content Placeholder 2"/>
          <p:cNvSpPr txBox="1"/>
          <p:nvPr/>
        </p:nvSpPr>
        <p:spPr>
          <a:xfrm>
            <a:off x="4469958" y="3791749"/>
            <a:ext cx="3034086" cy="68228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n-US" sz="2200" u="sng" dirty="0">
                <a:solidFill>
                  <a:schemeClr val="accent2"/>
                </a:solidFill>
              </a:rPr>
              <a:t>Equivalent algebraic relation expression</a:t>
            </a:r>
            <a:endParaRPr lang="en-US" sz="2200" u="sng" dirty="0">
              <a:solidFill>
                <a:schemeClr val="accent2"/>
              </a:solidFill>
            </a:endParaRPr>
          </a:p>
        </p:txBody>
      </p:sp>
      <p:sp>
        <p:nvSpPr>
          <p:cNvPr id="13" name="Content Placeholder 2"/>
          <p:cNvSpPr txBox="1"/>
          <p:nvPr/>
        </p:nvSpPr>
        <p:spPr>
          <a:xfrm>
            <a:off x="7522384" y="3861310"/>
            <a:ext cx="3034086" cy="42877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n-US" sz="2200" u="sng" dirty="0">
                <a:solidFill>
                  <a:schemeClr val="accent2"/>
                </a:solidFill>
              </a:rPr>
              <a:t>Query execution plan</a:t>
            </a:r>
            <a:endParaRPr lang="en-US" sz="2200" u="sng" dirty="0">
              <a:solidFill>
                <a:schemeClr val="accent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p:nvPr/>
        </p:nvSpPr>
        <p:spPr>
          <a:xfrm>
            <a:off x="2534478" y="3199658"/>
            <a:ext cx="7146235" cy="3042115"/>
          </a:xfrm>
          <a:prstGeom prst="rect">
            <a:avLst/>
          </a:prstGeom>
          <a:noFill/>
          <a:ln w="28575">
            <a:solidFill>
              <a:schemeClr val="accent2"/>
            </a:solidFill>
          </a:ln>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endParaRPr lang="en-US" sz="2200" dirty="0"/>
          </a:p>
        </p:txBody>
      </p:sp>
      <p:sp>
        <p:nvSpPr>
          <p:cNvPr id="2" name="Title 1"/>
          <p:cNvSpPr>
            <a:spLocks noGrp="1"/>
          </p:cNvSpPr>
          <p:nvPr>
            <p:ph type="title"/>
          </p:nvPr>
        </p:nvSpPr>
        <p:spPr/>
        <p:txBody>
          <a:bodyPr/>
          <a:lstStyle/>
          <a:p>
            <a:r>
              <a:rPr lang="en-US" altLang="zh-CN" dirty="0"/>
              <a:t>Overview of Query Processing</a:t>
            </a:r>
            <a:endParaRPr lang="en-US" dirty="0"/>
          </a:p>
        </p:txBody>
      </p:sp>
      <p:sp>
        <p:nvSpPr>
          <p:cNvPr id="3" name="Content Placeholder 2"/>
          <p:cNvSpPr>
            <a:spLocks noGrp="1"/>
          </p:cNvSpPr>
          <p:nvPr>
            <p:ph idx="1"/>
          </p:nvPr>
        </p:nvSpPr>
        <p:spPr>
          <a:xfrm>
            <a:off x="1097280" y="1756282"/>
            <a:ext cx="10382416" cy="2746145"/>
          </a:xfrm>
        </p:spPr>
        <p:txBody>
          <a:bodyPr>
            <a:normAutofit/>
          </a:bodyPr>
          <a:lstStyle/>
          <a:p>
            <a:pPr>
              <a:buFont typeface="Wingdings" panose="05000000000000000000" pitchFamily="2" charset="2"/>
              <a:buChar char="q"/>
            </a:pPr>
            <a:r>
              <a:rPr lang="en-US" sz="2400" dirty="0"/>
              <a:t> </a:t>
            </a:r>
            <a:r>
              <a:rPr lang="en-US" sz="2400" b="1" dirty="0"/>
              <a:t>Query Executor</a:t>
            </a:r>
            <a:endParaRPr lang="en-US" sz="2200" b="1" dirty="0">
              <a:solidFill>
                <a:srgbClr val="FF0000"/>
              </a:solidFill>
            </a:endParaRPr>
          </a:p>
          <a:p>
            <a:pPr lvl="1">
              <a:buFont typeface="Courier New" panose="02070309020205020404" pitchFamily="49" charset="0"/>
              <a:buChar char="o"/>
            </a:pPr>
            <a:r>
              <a:rPr lang="en-US" sz="2200" dirty="0"/>
              <a:t>The query executor executes queries according to the query execution plan provided by the query optimizer.</a:t>
            </a:r>
            <a:endParaRPr lang="en-US" sz="2200" dirty="0"/>
          </a:p>
          <a:p>
            <a:pPr lvl="1">
              <a:buFont typeface="Courier New" panose="02070309020205020404" pitchFamily="49" charset="0"/>
              <a:buChar char="o"/>
            </a:pPr>
            <a:r>
              <a:rPr lang="en-US" sz="2200" dirty="0"/>
              <a:t>Query processing: Query Evaluation/Query Execution</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pic>
        <p:nvPicPr>
          <p:cNvPr id="8" name="图片 7"/>
          <p:cNvPicPr>
            <a:picLocks noChangeAspect="1"/>
          </p:cNvPicPr>
          <p:nvPr/>
        </p:nvPicPr>
        <p:blipFill>
          <a:blip r:embed="rId1"/>
          <a:srcRect l="65349"/>
          <a:stretch>
            <a:fillRect/>
          </a:stretch>
        </p:blipFill>
        <p:spPr>
          <a:xfrm>
            <a:off x="4246715" y="3732594"/>
            <a:ext cx="3698570" cy="2359567"/>
          </a:xfrm>
          <a:prstGeom prst="rect">
            <a:avLst/>
          </a:prstGeom>
        </p:spPr>
      </p:pic>
      <p:sp>
        <p:nvSpPr>
          <p:cNvPr id="5" name="Content Placeholder 2"/>
          <p:cNvSpPr txBox="1"/>
          <p:nvPr/>
        </p:nvSpPr>
        <p:spPr>
          <a:xfrm>
            <a:off x="2916141" y="3303821"/>
            <a:ext cx="4498450" cy="42877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US" sz="2400" b="1" u="sng" dirty="0"/>
              <a:t>Example: Query execution plan</a:t>
            </a:r>
            <a:endParaRPr lang="en-US" sz="2400" b="1" u="sng"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Measures of Query Cost</a:t>
            </a:r>
            <a:endParaRPr lang="en-US" dirty="0"/>
          </a:p>
        </p:txBody>
      </p:sp>
      <p:sp>
        <p:nvSpPr>
          <p:cNvPr id="3" name="Content Placeholder 2"/>
          <p:cNvSpPr>
            <a:spLocks noGrp="1"/>
          </p:cNvSpPr>
          <p:nvPr>
            <p:ph idx="1"/>
          </p:nvPr>
        </p:nvSpPr>
        <p:spPr>
          <a:xfrm>
            <a:off x="1097280" y="1900552"/>
            <a:ext cx="10382416" cy="4396040"/>
          </a:xfrm>
        </p:spPr>
        <p:txBody>
          <a:bodyPr>
            <a:normAutofit/>
          </a:bodyPr>
          <a:lstStyle/>
          <a:p>
            <a:pPr>
              <a:buFont typeface="Wingdings" panose="05000000000000000000" pitchFamily="2" charset="2"/>
              <a:buChar char="q"/>
            </a:pPr>
            <a:r>
              <a:rPr lang="en-US" sz="2400" dirty="0"/>
              <a:t> The cost of query processing can be measured by the usage of various resources, including disk storage, CPU time spent executing a query, and communication costs in parallel/distributed database systems.</a:t>
            </a:r>
            <a:endParaRPr lang="en-US" sz="2400" dirty="0"/>
          </a:p>
          <a:p>
            <a:pPr>
              <a:buFont typeface="Wingdings" panose="05000000000000000000" pitchFamily="2" charset="2"/>
              <a:buChar char="q"/>
            </a:pPr>
            <a:r>
              <a:rPr lang="en-US" sz="2400" dirty="0"/>
              <a:t>The cost of accessing data on disk is usually the most significant, as disk access is slower than memory operations.</a:t>
            </a:r>
            <a:endParaRPr lang="en-US" sz="24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Measures of Query Cost</a:t>
            </a:r>
            <a:endParaRPr lang="en-US" dirty="0"/>
          </a:p>
        </p:txBody>
      </p:sp>
      <p:sp>
        <p:nvSpPr>
          <p:cNvPr id="3" name="Content Placeholder 2"/>
          <p:cNvSpPr>
            <a:spLocks noGrp="1"/>
          </p:cNvSpPr>
          <p:nvPr>
            <p:ph idx="1"/>
          </p:nvPr>
        </p:nvSpPr>
        <p:spPr>
          <a:xfrm>
            <a:off x="1097280" y="1900552"/>
            <a:ext cx="10382416" cy="4396040"/>
          </a:xfrm>
        </p:spPr>
        <p:txBody>
          <a:bodyPr>
            <a:normAutofit/>
          </a:bodyPr>
          <a:lstStyle/>
          <a:p>
            <a:pPr>
              <a:buFont typeface="Wingdings" panose="05000000000000000000" pitchFamily="2" charset="2"/>
              <a:buChar char="q"/>
            </a:pPr>
            <a:r>
              <a:rPr lang="en-US" sz="2400" dirty="0"/>
              <a:t>How a DBMS measures the quality of its physical query plan:</a:t>
            </a:r>
            <a:endParaRPr lang="en-US" sz="2400" dirty="0"/>
          </a:p>
          <a:p>
            <a:pPr lvl="1">
              <a:buFont typeface="Wingdings" panose="05000000000000000000" pitchFamily="2" charset="2"/>
              <a:buChar char="q"/>
            </a:pPr>
            <a:r>
              <a:rPr lang="en-US" sz="2200" dirty="0"/>
              <a:t>Number of I/O accesses (most important): How many data blocks are read and written. Assume DBMS data blocks = disk data blocks</a:t>
            </a:r>
            <a:endParaRPr lang="en-US" sz="2200" dirty="0"/>
          </a:p>
          <a:p>
            <a:pPr lvl="1">
              <a:buFont typeface="Wingdings" panose="05000000000000000000" pitchFamily="2" charset="2"/>
              <a:buChar char="q"/>
            </a:pPr>
            <a:r>
              <a:rPr lang="en-US" sz="2400" dirty="0"/>
              <a:t>CPU time</a:t>
            </a:r>
            <a:endParaRPr lang="en-US" sz="2400" dirty="0"/>
          </a:p>
          <a:p>
            <a:pPr lvl="1">
              <a:buFont typeface="Wingdings" panose="05000000000000000000" pitchFamily="2" charset="2"/>
              <a:buChar char="q"/>
            </a:pPr>
            <a:r>
              <a:rPr lang="en-US" sz="2400" dirty="0"/>
              <a:t>Memory usage cost (matched to the number and size of buffers)</a:t>
            </a:r>
            <a:endParaRPr lang="en-US" sz="2400" dirty="0"/>
          </a:p>
          <a:p>
            <a:pPr lvl="1">
              <a:buFont typeface="Wingdings" panose="05000000000000000000" pitchFamily="2" charset="2"/>
              <a:buChar char="q"/>
            </a:pPr>
            <a:r>
              <a:rPr lang="en-US" sz="2400" dirty="0"/>
              <a:t>Intermediate result storage cost</a:t>
            </a:r>
            <a:endParaRPr lang="en-US" sz="2400" dirty="0"/>
          </a:p>
          <a:p>
            <a:pPr lvl="1">
              <a:buFont typeface="Wingdings" panose="05000000000000000000" pitchFamily="2" charset="2"/>
              <a:buChar char="q"/>
            </a:pPr>
            <a:r>
              <a:rPr lang="en-US" sz="2400" dirty="0"/>
              <a:t>Computational load (e.g., searching records, merging records, sorting records, calculating field values, etc.)</a:t>
            </a:r>
            <a:endParaRPr lang="en-US" sz="2400" dirty="0"/>
          </a:p>
          <a:p>
            <a:pPr lvl="1">
              <a:buFont typeface="Wingdings" panose="05000000000000000000" pitchFamily="2" charset="2"/>
              <a:buChar char="q"/>
            </a:pPr>
            <a:r>
              <a:rPr lang="en-US" sz="2400" dirty="0"/>
              <a:t>Network communication load, etc.</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Query Plan Execution Scheme</a:t>
            </a:r>
            <a:endParaRPr lang="en-US" dirty="0"/>
          </a:p>
        </p:txBody>
      </p:sp>
      <p:sp>
        <p:nvSpPr>
          <p:cNvPr id="3" name="Content Placeholder 2"/>
          <p:cNvSpPr>
            <a:spLocks noGrp="1"/>
          </p:cNvSpPr>
          <p:nvPr>
            <p:ph idx="1"/>
          </p:nvPr>
        </p:nvSpPr>
        <p:spPr>
          <a:xfrm>
            <a:off x="1097280" y="1845733"/>
            <a:ext cx="10058400" cy="4863180"/>
          </a:xfrm>
        </p:spPr>
        <p:txBody>
          <a:bodyPr>
            <a:normAutofit/>
          </a:bodyPr>
          <a:lstStyle/>
          <a:p>
            <a:pPr>
              <a:buFont typeface="Wingdings" panose="05000000000000000000" pitchFamily="2" charset="2"/>
              <a:buChar char="q"/>
            </a:pPr>
            <a:r>
              <a:rPr lang="en-US" sz="2400" dirty="0"/>
              <a:t> </a:t>
            </a:r>
            <a:r>
              <a:rPr lang="en-US" sz="2400" b="1" dirty="0"/>
              <a:t>Strategy 1: Materialization</a:t>
            </a:r>
            <a:endParaRPr lang="en-US" sz="2400" b="1" dirty="0">
              <a:solidFill>
                <a:srgbClr val="FF0000"/>
              </a:solidFill>
            </a:endParaRPr>
          </a:p>
          <a:p>
            <a:pPr lvl="1">
              <a:buFont typeface="Courier New" panose="02070309020205020404" pitchFamily="49" charset="0"/>
              <a:buChar char="o"/>
            </a:pPr>
            <a:r>
              <a:rPr lang="en-US" sz="2200" b="1" u="sng" dirty="0"/>
              <a:t>Materialized execution</a:t>
            </a:r>
            <a:r>
              <a:rPr lang="en-US" sz="2200" dirty="0"/>
              <a:t>: Each intermediate result of the operation is created (materialized) and then used for the next level of operation.</a:t>
            </a:r>
            <a:endParaRPr lang="en-US" sz="2200" dirty="0"/>
          </a:p>
          <a:p>
            <a:pPr lvl="1">
              <a:buFont typeface="Courier New" panose="02070309020205020404" pitchFamily="49" charset="0"/>
              <a:buChar char="o"/>
            </a:pPr>
            <a:r>
              <a:rPr lang="en-US" sz="2200" dirty="0"/>
              <a:t>Operations in the query plan are executed from bottom to top.</a:t>
            </a:r>
            <a:endParaRPr lang="en-US" sz="2200" dirty="0"/>
          </a:p>
          <a:p>
            <a:pPr lvl="1">
              <a:buFont typeface="Courier New" panose="02070309020205020404" pitchFamily="49" charset="0"/>
              <a:buChar char="o"/>
            </a:pPr>
            <a:r>
              <a:rPr lang="en-US" sz="2200" dirty="0"/>
              <a:t>Each intermediate result is written to a </a:t>
            </a:r>
            <a:r>
              <a:rPr lang="en-US" sz="2200" dirty="0">
                <a:solidFill>
                  <a:srgbClr val="FF0000"/>
                </a:solidFill>
              </a:rPr>
              <a:t>temporary relation file </a:t>
            </a:r>
            <a:r>
              <a:rPr lang="en-US" sz="2200" dirty="0"/>
              <a:t>as input for subsequent operations.</a:t>
            </a:r>
            <a:endParaRPr lang="en-US" sz="20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mc:AlternateContent xmlns:mc="http://schemas.openxmlformats.org/markup-compatibility/2006">
        <mc:Choice xmlns:a14="http://schemas.microsoft.com/office/drawing/2010/main" Requires="a14">
          <p:sp>
            <p:nvSpPr>
              <p:cNvPr id="4" name="文本框 3"/>
              <p:cNvSpPr txBox="1"/>
              <p:nvPr/>
            </p:nvSpPr>
            <p:spPr>
              <a:xfrm>
                <a:off x="5750571" y="3805356"/>
                <a:ext cx="5780685" cy="3474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𝜋</m:t>
                          </m:r>
                        </m:e>
                        <m:sub>
                          <m:r>
                            <a:rPr lang="en-US" altLang="zh-CN" sz="2000" b="0" i="1" smtClean="0">
                              <a:latin typeface="Cambria Math" panose="02040503050406030204" pitchFamily="18" charset="0"/>
                            </a:rPr>
                            <m:t>𝑆</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𝑆𝑛𝑎𝑚𝑒</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𝜎</m:t>
                              </m:r>
                            </m:e>
                            <m:sub>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001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𝑆𝑡𝑢𝑑𝑒𝑛𝑡</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𝑆</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𝑆𝐶</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𝑆</m:t>
                              </m:r>
                              <m:r>
                                <a:rPr lang="en-US" altLang="zh-CN" sz="2000" b="0" i="1" smtClean="0">
                                  <a:latin typeface="Cambria Math" panose="02040503050406030204" pitchFamily="18" charset="0"/>
                                  <a:ea typeface="Cambria Math" panose="02040503050406030204" pitchFamily="18" charset="0"/>
                                </a:rPr>
                                <m:t>#</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𝑆𝑡𝑢𝑑𝑒𝑛𝑡</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𝑆𝐶</m:t>
                              </m:r>
                            </m:e>
                          </m:d>
                        </m:e>
                      </m:d>
                    </m:oMath>
                  </m:oMathPara>
                </a14:m>
                <a:endParaRPr lang="zh-CN" altLang="en-US" sz="2000" dirty="0"/>
              </a:p>
            </p:txBody>
          </p:sp>
        </mc:Choice>
        <mc:Fallback>
          <p:sp>
            <p:nvSpPr>
              <p:cNvPr id="4" name="文本框 3"/>
              <p:cNvSpPr txBox="1">
                <a:spLocks noRot="1" noChangeAspect="1" noMove="1" noResize="1" noEditPoints="1" noAdjustHandles="1" noChangeArrowheads="1" noChangeShapeType="1" noTextEdit="1"/>
              </p:cNvSpPr>
              <p:nvPr/>
            </p:nvSpPr>
            <p:spPr>
              <a:xfrm>
                <a:off x="5750571" y="3805356"/>
                <a:ext cx="5780685" cy="347403"/>
              </a:xfrm>
              <a:prstGeom prst="rect">
                <a:avLst/>
              </a:prstGeom>
              <a:blipFill rotWithShape="1">
                <a:blip r:embed="rId1"/>
                <a:stretch>
                  <a:fillRect t="-126" r="5" b="1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7020374" y="4277323"/>
                <a:ext cx="2880084"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𝑇𝑒𝑚𝑝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𝑆𝑡𝑢𝑑𝑒𝑛𝑡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ea typeface="Cambria Math" panose="02040503050406030204" pitchFamily="18" charset="0"/>
                        </a:rPr>
                        <m:t>𝑆𝐶</m:t>
                      </m:r>
                    </m:oMath>
                  </m:oMathPara>
                </a14:m>
                <a:endParaRPr lang="zh-CN" altLang="en-US" sz="2000" dirty="0"/>
              </a:p>
            </p:txBody>
          </p:sp>
        </mc:Choice>
        <mc:Fallback>
          <p:sp>
            <p:nvSpPr>
              <p:cNvPr id="5" name="文本框 4"/>
              <p:cNvSpPr txBox="1">
                <a:spLocks noRot="1" noChangeAspect="1" noMove="1" noResize="1" noEditPoints="1" noAdjustHandles="1" noChangeArrowheads="1" noChangeShapeType="1" noTextEdit="1"/>
              </p:cNvSpPr>
              <p:nvPr/>
            </p:nvSpPr>
            <p:spPr>
              <a:xfrm>
                <a:off x="7020374" y="4277323"/>
                <a:ext cx="2880084" cy="307777"/>
              </a:xfrm>
              <a:prstGeom prst="rect">
                <a:avLst/>
              </a:prstGeom>
              <a:blipFill rotWithShape="1">
                <a:blip r:embed="rId2"/>
                <a:stretch>
                  <a:fillRect l="-16" t="-194" r="-214" b="1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971674" y="5088450"/>
                <a:ext cx="3295197"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𝑇𝑒𝑚𝑝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𝜎</m:t>
                          </m:r>
                        </m:e>
                        <m:sub>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001</m:t>
                          </m:r>
                          <m:r>
                            <a:rPr lang="en-US" altLang="zh-CN" sz="2000" b="0" i="1" smtClean="0">
                              <a:latin typeface="Cambria Math" panose="02040503050406030204" pitchFamily="18" charset="0"/>
                            </a:rPr>
                            <m:t>"</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𝑇𝑒𝑚𝑝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1</m:t>
                          </m:r>
                        </m:e>
                      </m:d>
                    </m:oMath>
                  </m:oMathPara>
                </a14:m>
                <a:endParaRPr lang="zh-CN" altLang="en-US" sz="2000" dirty="0"/>
              </a:p>
            </p:txBody>
          </p:sp>
        </mc:Choice>
        <mc:Fallback>
          <p:sp>
            <p:nvSpPr>
              <p:cNvPr id="6" name="文本框 5"/>
              <p:cNvSpPr txBox="1">
                <a:spLocks noRot="1" noChangeAspect="1" noMove="1" noResize="1" noEditPoints="1" noAdjustHandles="1" noChangeArrowheads="1" noChangeShapeType="1" noTextEdit="1"/>
              </p:cNvSpPr>
              <p:nvPr/>
            </p:nvSpPr>
            <p:spPr>
              <a:xfrm>
                <a:off x="6971674" y="5088450"/>
                <a:ext cx="3295197" cy="307777"/>
              </a:xfrm>
              <a:prstGeom prst="rect">
                <a:avLst/>
              </a:prstGeom>
              <a:blipFill rotWithShape="1">
                <a:blip r:embed="rId3"/>
                <a:stretch>
                  <a:fillRect t="-63" r="-380" b="2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7014955" y="5899577"/>
                <a:ext cx="3251916" cy="32117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𝑅𝑒𝑠𝑢𝑙𝑡</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𝜋</m:t>
                          </m:r>
                        </m:e>
                        <m:sub>
                          <m:r>
                            <a:rPr lang="en-US" altLang="zh-CN" sz="2000" b="0" i="1" smtClean="0">
                              <a:latin typeface="Cambria Math" panose="02040503050406030204" pitchFamily="18" charset="0"/>
                            </a:rPr>
                            <m:t>𝑆</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𝑆𝑛𝑎𝑚𝑒</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𝑇𝑒𝑚𝑝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2</m:t>
                          </m:r>
                        </m:e>
                      </m:d>
                    </m:oMath>
                  </m:oMathPara>
                </a14:m>
                <a:endParaRPr lang="zh-CN" altLang="en-US" sz="2000" dirty="0"/>
              </a:p>
            </p:txBody>
          </p:sp>
        </mc:Choice>
        <mc:Fallback>
          <p:sp>
            <p:nvSpPr>
              <p:cNvPr id="7" name="文本框 6"/>
              <p:cNvSpPr txBox="1">
                <a:spLocks noRot="1" noChangeAspect="1" noMove="1" noResize="1" noEditPoints="1" noAdjustHandles="1" noChangeArrowheads="1" noChangeShapeType="1" noTextEdit="1"/>
              </p:cNvSpPr>
              <p:nvPr/>
            </p:nvSpPr>
            <p:spPr>
              <a:xfrm>
                <a:off x="7014955" y="5899577"/>
                <a:ext cx="3251916" cy="321178"/>
              </a:xfrm>
              <a:prstGeom prst="rect">
                <a:avLst/>
              </a:prstGeom>
              <a:blipFill rotWithShape="1">
                <a:blip r:embed="rId4"/>
                <a:stretch>
                  <a:fillRect l="-3" t="-133" r="-150" b="92"/>
                </a:stretch>
              </a:blipFill>
            </p:spPr>
            <p:txBody>
              <a:bodyPr/>
              <a:lstStyle/>
              <a:p>
                <a:r>
                  <a:rPr lang="zh-CN" altLang="en-US">
                    <a:noFill/>
                  </a:rPr>
                  <a:t> </a:t>
                </a:r>
              </a:p>
            </p:txBody>
          </p:sp>
        </mc:Fallback>
      </mc:AlternateContent>
      <p:sp>
        <p:nvSpPr>
          <p:cNvPr id="8" name="箭头: 右 7"/>
          <p:cNvSpPr/>
          <p:nvPr/>
        </p:nvSpPr>
        <p:spPr>
          <a:xfrm rot="5400000">
            <a:off x="8338929" y="4682886"/>
            <a:ext cx="387627" cy="3077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p:cNvSpPr/>
          <p:nvPr/>
        </p:nvSpPr>
        <p:spPr>
          <a:xfrm rot="5400000">
            <a:off x="8338929" y="5544525"/>
            <a:ext cx="387627" cy="3077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Query Plan Execution Scheme</a:t>
            </a:r>
            <a:endParaRPr lang="en-US" dirty="0"/>
          </a:p>
        </p:txBody>
      </p:sp>
      <p:sp>
        <p:nvSpPr>
          <p:cNvPr id="3" name="Content Placeholder 2"/>
          <p:cNvSpPr>
            <a:spLocks noGrp="1"/>
          </p:cNvSpPr>
          <p:nvPr>
            <p:ph idx="1"/>
          </p:nvPr>
        </p:nvSpPr>
        <p:spPr>
          <a:xfrm>
            <a:off x="1097280" y="1845733"/>
            <a:ext cx="10058400" cy="4863180"/>
          </a:xfrm>
        </p:spPr>
        <p:txBody>
          <a:bodyPr>
            <a:normAutofit/>
          </a:bodyPr>
          <a:lstStyle/>
          <a:p>
            <a:pPr>
              <a:buFont typeface="Wingdings" panose="05000000000000000000" pitchFamily="2" charset="2"/>
              <a:buChar char="q"/>
            </a:pPr>
            <a:r>
              <a:rPr lang="en-US" sz="2400" dirty="0"/>
              <a:t> </a:t>
            </a:r>
            <a:r>
              <a:rPr lang="en-US" sz="2400" b="1" dirty="0"/>
              <a:t>Strategy 2: Pipelining</a:t>
            </a:r>
            <a:endParaRPr lang="en-US" sz="2400" b="1" dirty="0">
              <a:solidFill>
                <a:srgbClr val="FF0000"/>
              </a:solidFill>
            </a:endParaRPr>
          </a:p>
          <a:p>
            <a:pPr lvl="1">
              <a:buFont typeface="Courier New" panose="02070309020205020404" pitchFamily="49" charset="0"/>
              <a:buChar char="o"/>
            </a:pPr>
            <a:r>
              <a:rPr lang="en-US" sz="2200" b="1" u="sng" dirty="0"/>
              <a:t>Pipeline execution</a:t>
            </a:r>
            <a:r>
              <a:rPr lang="en-US" sz="2200" dirty="0"/>
              <a:t>: A pipeline is formed by combining several operations in a query plan. The result of one operation is not stored but directly passed to the next operation in the pipeline.</a:t>
            </a:r>
            <a:endParaRPr lang="en-US" sz="2200" dirty="0"/>
          </a:p>
          <a:p>
            <a:pPr lvl="1">
              <a:buFont typeface="Courier New" panose="02070309020205020404" pitchFamily="49" charset="0"/>
              <a:buChar char="o"/>
            </a:pPr>
            <a:r>
              <a:rPr lang="en-US" sz="2200" dirty="0"/>
              <a:t>Avoids the I/O overhead of creating temporary relations and reading/writing temporary relation files.</a:t>
            </a:r>
            <a:endParaRPr lang="en-US" sz="2200" dirty="0"/>
          </a:p>
          <a:p>
            <a:pPr lvl="1">
              <a:buFont typeface="Courier New" panose="02070309020205020404" pitchFamily="49" charset="0"/>
              <a:buChar char="o"/>
            </a:pPr>
            <a:r>
              <a:rPr lang="en-US" sz="2200" dirty="0"/>
              <a:t>Users can obtain query results as early as possible.</a:t>
            </a:r>
            <a:endParaRPr lang="en-US" sz="2200" dirty="0"/>
          </a:p>
          <a:p>
            <a:pPr lvl="1">
              <a:buFont typeface="Courier New" panose="02070309020205020404" pitchFamily="49" charset="0"/>
              <a:buChar char="o"/>
            </a:pPr>
            <a:r>
              <a:rPr lang="en-US" sz="2200" dirty="0"/>
              <a:t>Almost all DBMSs employ </a:t>
            </a:r>
            <a:r>
              <a:rPr lang="en-US" sz="2200" dirty="0">
                <a:solidFill>
                  <a:srgbClr val="FF0000"/>
                </a:solidFill>
              </a:rPr>
              <a:t>pipeline execution</a:t>
            </a:r>
            <a:r>
              <a:rPr lang="en-US" sz="2200" dirty="0"/>
              <a:t> strategy to execute query plan.</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a:t>
            </a:r>
            <a:endParaRPr lang="en-US" sz="4000" u="sng" dirty="0"/>
          </a:p>
        </p:txBody>
      </p:sp>
      <mc:AlternateContent xmlns:mc="http://schemas.openxmlformats.org/markup-compatibility/2006">
        <mc:Choice xmlns:a14="http://schemas.microsoft.com/office/drawing/2010/main" Requires="a14">
          <p:sp>
            <p:nvSpPr>
              <p:cNvPr id="18" name="文本框 17"/>
              <p:cNvSpPr txBox="1"/>
              <p:nvPr/>
            </p:nvSpPr>
            <p:spPr>
              <a:xfrm>
                <a:off x="592184" y="894000"/>
                <a:ext cx="7914391" cy="1014380"/>
              </a:xfrm>
              <a:prstGeom prst="rect">
                <a:avLst/>
              </a:prstGeom>
              <a:noFill/>
            </p:spPr>
            <p:txBody>
              <a:bodyPr wrap="square">
                <a:spAutoFit/>
              </a:bodyPr>
              <a:lstStyle/>
              <a:p>
                <a:r>
                  <a:rPr lang="en-US" altLang="zh-CN" sz="2400" dirty="0"/>
                  <a:t>Student(SID, </a:t>
                </a:r>
                <a:r>
                  <a:rPr lang="en-US" altLang="zh-CN" sz="2400" dirty="0" err="1"/>
                  <a:t>Sname</a:t>
                </a:r>
                <a:r>
                  <a:rPr lang="en-US" altLang="zh-CN" sz="2400" dirty="0"/>
                  <a:t>, </a:t>
                </a:r>
                <a:r>
                  <a:rPr lang="en-US" altLang="zh-CN" sz="2400" dirty="0" err="1"/>
                  <a:t>Sdept</a:t>
                </a:r>
                <a:r>
                  <a:rPr lang="en-US" altLang="zh-CN" sz="2400" dirty="0"/>
                  <a:t>)</a:t>
                </a:r>
                <a:endParaRPr lang="en-US" altLang="zh-CN" sz="2400" dirty="0"/>
              </a:p>
              <a:p>
                <a:r>
                  <a:rPr lang="en-US" altLang="zh-CN" sz="2400" dirty="0"/>
                  <a:t>Pipeline execution: </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𝜋</m:t>
                        </m:r>
                      </m:e>
                      <m:sub>
                        <m:r>
                          <a:rPr lang="en-US" altLang="zh-CN" sz="2400" b="0" i="1" smtClean="0">
                            <a:latin typeface="Cambria Math" panose="02040503050406030204" pitchFamily="18" charset="0"/>
                          </a:rPr>
                          <m:t>𝑆𝑛𝑎𝑚𝑒</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𝜎</m:t>
                            </m:r>
                          </m:e>
                          <m:sub>
                            <m:r>
                              <a:rPr lang="en-US" altLang="zh-CN" sz="2400" b="0" i="1" smtClean="0">
                                <a:latin typeface="Cambria Math" panose="02040503050406030204" pitchFamily="18" charset="0"/>
                              </a:rPr>
                              <m:t>𝑆𝑑𝑒𝑝𝑡</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𝑀𝑎𝑡</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ℎ</m:t>
                                </m:r>
                              </m:e>
                              <m:sup>
                                <m:r>
                                  <a:rPr lang="en-US" altLang="zh-CN" sz="2400" b="0" i="1" smtClean="0">
                                    <a:latin typeface="Cambria Math" panose="02040503050406030204" pitchFamily="18" charset="0"/>
                                  </a:rPr>
                                  <m:t>′</m:t>
                                </m:r>
                              </m:sup>
                            </m:sSup>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𝑆𝑡𝑢𝑑𝑒𝑛𝑡</m:t>
                            </m:r>
                          </m:e>
                        </m:d>
                      </m:e>
                    </m:d>
                  </m:oMath>
                </a14:m>
                <a:endParaRPr lang="en-US" altLang="zh-CN" sz="2400" dirty="0"/>
              </a:p>
            </p:txBody>
          </p:sp>
        </mc:Choice>
        <mc:Fallback>
          <p:sp>
            <p:nvSpPr>
              <p:cNvPr id="18" name="文本框 17"/>
              <p:cNvSpPr txBox="1">
                <a:spLocks noRot="1" noChangeAspect="1" noMove="1" noResize="1" noEditPoints="1" noAdjustHandles="1" noChangeArrowheads="1" noChangeShapeType="1" noTextEdit="1"/>
              </p:cNvSpPr>
              <p:nvPr/>
            </p:nvSpPr>
            <p:spPr>
              <a:xfrm>
                <a:off x="592184" y="894000"/>
                <a:ext cx="7914391" cy="1014380"/>
              </a:xfrm>
              <a:prstGeom prst="rect">
                <a:avLst/>
              </a:prstGeom>
              <a:blipFill rotWithShape="1">
                <a:blip r:embed="rId1"/>
                <a:stretch>
                  <a:fillRect l="-5" t="-55" r="1" b="20"/>
                </a:stretch>
              </a:blipFill>
            </p:spPr>
            <p:txBody>
              <a:bodyPr/>
              <a:lstStyle/>
              <a:p>
                <a:r>
                  <a:rPr lang="zh-CN" altLang="en-US">
                    <a:noFill/>
                  </a:rPr>
                  <a:t> </a:t>
                </a:r>
              </a:p>
            </p:txBody>
          </p:sp>
        </mc:Fallback>
      </mc:AlternateContent>
      <p:sp>
        <p:nvSpPr>
          <p:cNvPr id="9" name="文本框 8"/>
          <p:cNvSpPr txBox="1"/>
          <p:nvPr/>
        </p:nvSpPr>
        <p:spPr>
          <a:xfrm>
            <a:off x="3083021" y="2322854"/>
            <a:ext cx="7914391" cy="461665"/>
          </a:xfrm>
          <a:prstGeom prst="rect">
            <a:avLst/>
          </a:prstGeom>
          <a:noFill/>
        </p:spPr>
        <p:txBody>
          <a:bodyPr wrap="square">
            <a:spAutoFit/>
          </a:bodyPr>
          <a:lstStyle/>
          <a:p>
            <a:r>
              <a:rPr lang="en-US" altLang="zh-CN" sz="2400" dirty="0"/>
              <a:t>(1, Bob, Math)			(1, Bob, Math)			(Bob)			… </a:t>
            </a:r>
            <a:endParaRPr lang="en-US" altLang="zh-CN" sz="2400" dirty="0"/>
          </a:p>
        </p:txBody>
      </p:sp>
      <p:graphicFrame>
        <p:nvGraphicFramePr>
          <p:cNvPr id="10" name="表格 9"/>
          <p:cNvGraphicFramePr>
            <a:graphicFrameLocks noGrp="1"/>
          </p:cNvGraphicFramePr>
          <p:nvPr/>
        </p:nvGraphicFramePr>
        <p:xfrm>
          <a:off x="886763" y="3606864"/>
          <a:ext cx="2315528" cy="1854200"/>
        </p:xfrm>
        <a:graphic>
          <a:graphicData uri="http://schemas.openxmlformats.org/drawingml/2006/table">
            <a:tbl>
              <a:tblPr firstRow="1" bandRow="1">
                <a:tableStyleId>{0E3FDE45-AF77-4B5C-9715-49D594BDF05E}</a:tableStyleId>
              </a:tblPr>
              <a:tblGrid>
                <a:gridCol w="548005"/>
                <a:gridCol w="878205"/>
                <a:gridCol w="889318"/>
              </a:tblGrid>
              <a:tr h="370840">
                <a:tc>
                  <a:txBody>
                    <a:bodyPr/>
                    <a:lstStyle/>
                    <a:p>
                      <a:r>
                        <a:rPr lang="en-US" altLang="zh-CN" dirty="0"/>
                        <a:t>SID</a:t>
                      </a:r>
                      <a:endParaRPr lang="zh-CN" altLang="en-US" dirty="0"/>
                    </a:p>
                  </a:txBody>
                  <a:tcPr/>
                </a:tc>
                <a:tc>
                  <a:txBody>
                    <a:bodyPr/>
                    <a:lstStyle/>
                    <a:p>
                      <a:r>
                        <a:rPr lang="en-US" altLang="zh-CN" dirty="0" err="1"/>
                        <a:t>Sname</a:t>
                      </a:r>
                      <a:endParaRPr lang="zh-CN" altLang="en-US" dirty="0"/>
                    </a:p>
                  </a:txBody>
                  <a:tcPr/>
                </a:tc>
                <a:tc>
                  <a:txBody>
                    <a:bodyPr/>
                    <a:lstStyle/>
                    <a:p>
                      <a:r>
                        <a:rPr lang="en-US" altLang="zh-CN" dirty="0" err="1"/>
                        <a:t>Sdept</a:t>
                      </a:r>
                      <a:endParaRPr lang="zh-CN" altLang="en-US" dirty="0"/>
                    </a:p>
                  </a:txBody>
                  <a:tcPr/>
                </a:tc>
              </a:tr>
              <a:tr h="370840">
                <a:tc>
                  <a:txBody>
                    <a:bodyPr/>
                    <a:lstStyle/>
                    <a:p>
                      <a:r>
                        <a:rPr lang="en-US" altLang="zh-CN" dirty="0"/>
                        <a:t>1</a:t>
                      </a:r>
                      <a:endParaRPr lang="zh-CN" altLang="en-US" dirty="0"/>
                    </a:p>
                  </a:txBody>
                  <a:tcPr/>
                </a:tc>
                <a:tc>
                  <a:txBody>
                    <a:bodyPr/>
                    <a:lstStyle/>
                    <a:p>
                      <a:r>
                        <a:rPr lang="en-US" altLang="zh-CN" dirty="0"/>
                        <a:t>Bob</a:t>
                      </a:r>
                      <a:endParaRPr lang="zh-CN" altLang="en-US" dirty="0"/>
                    </a:p>
                  </a:txBody>
                  <a:tcPr/>
                </a:tc>
                <a:tc>
                  <a:txBody>
                    <a:bodyPr/>
                    <a:lstStyle/>
                    <a:p>
                      <a:r>
                        <a:rPr lang="en-US" altLang="zh-CN" dirty="0"/>
                        <a:t>Math</a:t>
                      </a:r>
                      <a:endParaRPr lang="zh-CN" altLang="en-US" dirty="0"/>
                    </a:p>
                  </a:txBody>
                  <a:tcPr/>
                </a:tc>
              </a:tr>
              <a:tr h="370840">
                <a:tc>
                  <a:txBody>
                    <a:bodyPr/>
                    <a:lstStyle/>
                    <a:p>
                      <a:r>
                        <a:rPr lang="en-US" altLang="zh-CN" dirty="0"/>
                        <a:t>2</a:t>
                      </a:r>
                      <a:endParaRPr lang="zh-CN" altLang="en-US" dirty="0"/>
                    </a:p>
                  </a:txBody>
                  <a:tcPr/>
                </a:tc>
                <a:tc>
                  <a:txBody>
                    <a:bodyPr/>
                    <a:lstStyle/>
                    <a:p>
                      <a:r>
                        <a:rPr lang="en-US" altLang="zh-CN" dirty="0"/>
                        <a:t>Steve</a:t>
                      </a:r>
                      <a:endParaRPr lang="zh-CN" altLang="en-US" dirty="0"/>
                    </a:p>
                  </a:txBody>
                  <a:tcPr/>
                </a:tc>
                <a:tc>
                  <a:txBody>
                    <a:bodyPr/>
                    <a:lstStyle/>
                    <a:p>
                      <a:r>
                        <a:rPr lang="en-US" altLang="zh-CN" dirty="0"/>
                        <a:t>Math</a:t>
                      </a:r>
                      <a:endParaRPr lang="zh-CN" altLang="en-US" dirty="0"/>
                    </a:p>
                  </a:txBody>
                  <a:tcPr/>
                </a:tc>
              </a:tr>
              <a:tr h="370840">
                <a:tc>
                  <a:txBody>
                    <a:bodyPr/>
                    <a:lstStyle/>
                    <a:p>
                      <a:r>
                        <a:rPr lang="en-US" altLang="zh-CN" dirty="0"/>
                        <a:t>3</a:t>
                      </a:r>
                      <a:endParaRPr lang="zh-CN" altLang="en-US" dirty="0"/>
                    </a:p>
                  </a:txBody>
                  <a:tcPr/>
                </a:tc>
                <a:tc>
                  <a:txBody>
                    <a:bodyPr/>
                    <a:lstStyle/>
                    <a:p>
                      <a:r>
                        <a:rPr lang="en-US" altLang="zh-CN" dirty="0"/>
                        <a:t>Ruby</a:t>
                      </a:r>
                      <a:endParaRPr lang="zh-CN" altLang="en-US" dirty="0"/>
                    </a:p>
                  </a:txBody>
                  <a:tcPr/>
                </a:tc>
                <a:tc>
                  <a:txBody>
                    <a:bodyPr/>
                    <a:lstStyle/>
                    <a:p>
                      <a:r>
                        <a:rPr lang="en-US" altLang="zh-CN" dirty="0"/>
                        <a:t>Music</a:t>
                      </a:r>
                      <a:endParaRPr lang="zh-CN" altLang="en-US" dirty="0"/>
                    </a:p>
                  </a:txBody>
                  <a:tcPr/>
                </a:tc>
              </a:tr>
              <a:tr h="370840">
                <a:tc>
                  <a:txBody>
                    <a:bodyPr/>
                    <a:lstStyle/>
                    <a:p>
                      <a:r>
                        <a:rPr lang="en-US" altLang="zh-CN" dirty="0"/>
                        <a:t>4</a:t>
                      </a:r>
                      <a:endParaRPr lang="zh-CN" altLang="en-US" dirty="0"/>
                    </a:p>
                  </a:txBody>
                  <a:tcPr/>
                </a:tc>
                <a:tc>
                  <a:txBody>
                    <a:bodyPr/>
                    <a:lstStyle/>
                    <a:p>
                      <a:r>
                        <a:rPr lang="en-US" altLang="zh-CN" dirty="0"/>
                        <a:t>Tom</a:t>
                      </a:r>
                      <a:endParaRPr lang="zh-CN" altLang="en-US" dirty="0"/>
                    </a:p>
                  </a:txBody>
                  <a:tcPr/>
                </a:tc>
                <a:tc>
                  <a:txBody>
                    <a:bodyPr/>
                    <a:lstStyle/>
                    <a:p>
                      <a:r>
                        <a:rPr lang="en-US" altLang="zh-CN" dirty="0"/>
                        <a:t>English</a:t>
                      </a:r>
                      <a:endParaRPr lang="zh-CN" altLang="en-US" dirty="0"/>
                    </a:p>
                  </a:txBody>
                  <a:tcPr/>
                </a:tc>
              </a:tr>
            </a:tbl>
          </a:graphicData>
        </a:graphic>
      </p:graphicFrame>
      <p:sp>
        <p:nvSpPr>
          <p:cNvPr id="11" name="矩形 10"/>
          <p:cNvSpPr/>
          <p:nvPr/>
        </p:nvSpPr>
        <p:spPr>
          <a:xfrm>
            <a:off x="4046954" y="3630173"/>
            <a:ext cx="1235195" cy="5963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磁盘 11"/>
          <p:cNvSpPr/>
          <p:nvPr/>
        </p:nvSpPr>
        <p:spPr>
          <a:xfrm>
            <a:off x="4664551" y="4938857"/>
            <a:ext cx="1334586" cy="1073426"/>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R</a:t>
            </a:r>
            <a:endParaRPr lang="zh-CN" altLang="en-US" sz="2400" dirty="0">
              <a:solidFill>
                <a:schemeClr val="tx1"/>
              </a:solidFill>
            </a:endParaRPr>
          </a:p>
        </p:txBody>
      </p:sp>
      <p:sp>
        <p:nvSpPr>
          <p:cNvPr id="13" name="文本框 12"/>
          <p:cNvSpPr txBox="1"/>
          <p:nvPr/>
        </p:nvSpPr>
        <p:spPr>
          <a:xfrm>
            <a:off x="3868214" y="3145199"/>
            <a:ext cx="2020388" cy="461665"/>
          </a:xfrm>
          <a:prstGeom prst="rect">
            <a:avLst/>
          </a:prstGeom>
          <a:noFill/>
        </p:spPr>
        <p:txBody>
          <a:bodyPr wrap="square" rtlCol="0">
            <a:spAutoFit/>
          </a:bodyPr>
          <a:lstStyle/>
          <a:p>
            <a:r>
              <a:rPr lang="en-US" altLang="zh-CN" sz="2400" dirty="0"/>
              <a:t>Input buffer</a:t>
            </a:r>
            <a:endParaRPr lang="zh-CN" altLang="en-US" sz="2400" dirty="0"/>
          </a:p>
        </p:txBody>
      </p:sp>
      <p:sp>
        <p:nvSpPr>
          <p:cNvPr id="15" name="箭头: 右 14"/>
          <p:cNvSpPr/>
          <p:nvPr/>
        </p:nvSpPr>
        <p:spPr>
          <a:xfrm>
            <a:off x="5000612" y="2382549"/>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p:nvSpPr>
        <p:spPr>
          <a:xfrm>
            <a:off x="7759432" y="2396749"/>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p:cNvSpPr/>
          <p:nvPr/>
        </p:nvSpPr>
        <p:spPr>
          <a:xfrm>
            <a:off x="9479843" y="2396749"/>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rot="18849312">
            <a:off x="2561372" y="2931003"/>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0211741" y="3630173"/>
            <a:ext cx="1235195" cy="5963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6003944" y="3524952"/>
            <a:ext cx="1538575" cy="80679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Select</a:t>
            </a:r>
            <a:endParaRPr lang="en-US" altLang="zh-CN" sz="2400" dirty="0">
              <a:solidFill>
                <a:schemeClr val="tx1"/>
              </a:solidFill>
            </a:endParaRPr>
          </a:p>
          <a:p>
            <a:pPr algn="ctr"/>
            <a:r>
              <a:rPr lang="en-US" altLang="zh-CN" sz="2400" dirty="0">
                <a:solidFill>
                  <a:schemeClr val="tx1"/>
                </a:solidFill>
              </a:rPr>
              <a:t>Operation</a:t>
            </a:r>
            <a:endParaRPr lang="zh-CN" altLang="en-US" sz="2400" dirty="0">
              <a:solidFill>
                <a:schemeClr val="tx1"/>
              </a:solidFill>
            </a:endParaRPr>
          </a:p>
        </p:txBody>
      </p:sp>
      <p:sp>
        <p:nvSpPr>
          <p:cNvPr id="29" name="矩形: 圆角 28"/>
          <p:cNvSpPr/>
          <p:nvPr/>
        </p:nvSpPr>
        <p:spPr>
          <a:xfrm>
            <a:off x="8162508" y="3524952"/>
            <a:ext cx="1538575" cy="80679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Project</a:t>
            </a:r>
            <a:endParaRPr lang="en-US" altLang="zh-CN" sz="2400" dirty="0">
              <a:solidFill>
                <a:schemeClr val="tx1"/>
              </a:solidFill>
            </a:endParaRPr>
          </a:p>
          <a:p>
            <a:pPr algn="ctr"/>
            <a:r>
              <a:rPr lang="en-US" altLang="zh-CN" sz="2400" dirty="0">
                <a:solidFill>
                  <a:schemeClr val="tx1"/>
                </a:solidFill>
              </a:rPr>
              <a:t>Operation</a:t>
            </a:r>
            <a:endParaRPr lang="zh-CN" altLang="en-US" sz="2400" dirty="0">
              <a:solidFill>
                <a:schemeClr val="tx1"/>
              </a:solidFill>
            </a:endParaRPr>
          </a:p>
        </p:txBody>
      </p:sp>
      <p:cxnSp>
        <p:nvCxnSpPr>
          <p:cNvPr id="31" name="直接箭头连接符 30"/>
          <p:cNvCxnSpPr>
            <a:stCxn id="11" idx="3"/>
            <a:endCxn id="28" idx="1"/>
          </p:cNvCxnSpPr>
          <p:nvPr/>
        </p:nvCxnSpPr>
        <p:spPr>
          <a:xfrm>
            <a:off x="5282149" y="3928347"/>
            <a:ext cx="72179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28" idx="3"/>
            <a:endCxn id="29" idx="1"/>
          </p:cNvCxnSpPr>
          <p:nvPr/>
        </p:nvCxnSpPr>
        <p:spPr>
          <a:xfrm>
            <a:off x="7542519" y="3928347"/>
            <a:ext cx="619989"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29" idx="3"/>
            <a:endCxn id="27" idx="1"/>
          </p:cNvCxnSpPr>
          <p:nvPr/>
        </p:nvCxnSpPr>
        <p:spPr>
          <a:xfrm>
            <a:off x="9701083" y="3928347"/>
            <a:ext cx="51065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1" name="文本框 40"/>
          <p:cNvSpPr txBox="1"/>
          <p:nvPr/>
        </p:nvSpPr>
        <p:spPr>
          <a:xfrm>
            <a:off x="9987218" y="4246399"/>
            <a:ext cx="2020388" cy="461665"/>
          </a:xfrm>
          <a:prstGeom prst="rect">
            <a:avLst/>
          </a:prstGeom>
          <a:noFill/>
        </p:spPr>
        <p:txBody>
          <a:bodyPr wrap="square" rtlCol="0">
            <a:spAutoFit/>
          </a:bodyPr>
          <a:lstStyle/>
          <a:p>
            <a:r>
              <a:rPr lang="en-US" altLang="zh-CN" sz="2400" dirty="0"/>
              <a:t>Output buffer</a:t>
            </a:r>
            <a:endParaRPr lang="zh-CN" altLang="en-US" sz="2400" dirty="0"/>
          </a:p>
        </p:txBody>
      </p:sp>
      <p:cxnSp>
        <p:nvCxnSpPr>
          <p:cNvPr id="43" name="连接符: 曲线 42"/>
          <p:cNvCxnSpPr>
            <a:stCxn id="27" idx="0"/>
          </p:cNvCxnSpPr>
          <p:nvPr/>
        </p:nvCxnSpPr>
        <p:spPr>
          <a:xfrm rot="5400000" flipH="1" flipV="1">
            <a:off x="10861385" y="2772351"/>
            <a:ext cx="825776" cy="889868"/>
          </a:xfrm>
          <a:prstGeom prst="curved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a:stCxn id="13" idx="1"/>
          </p:cNvCxnSpPr>
          <p:nvPr/>
        </p:nvCxnSpPr>
        <p:spPr>
          <a:xfrm flipH="1" flipV="1">
            <a:off x="3766930" y="2784519"/>
            <a:ext cx="101284" cy="591513"/>
          </a:xfrm>
          <a:prstGeom prst="straightConnector1">
            <a:avLst/>
          </a:prstGeom>
          <a:ln w="19050">
            <a:solidFill>
              <a:srgbClr val="0070C0"/>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48" name="直接箭头连接符 47"/>
          <p:cNvCxnSpPr>
            <a:stCxn id="28" idx="0"/>
          </p:cNvCxnSpPr>
          <p:nvPr/>
        </p:nvCxnSpPr>
        <p:spPr>
          <a:xfrm flipH="1" flipV="1">
            <a:off x="6722589" y="2787738"/>
            <a:ext cx="50643" cy="737214"/>
          </a:xfrm>
          <a:prstGeom prst="straightConnector1">
            <a:avLst/>
          </a:prstGeom>
          <a:ln w="19050">
            <a:solidFill>
              <a:srgbClr val="0070C0"/>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50" name="直接箭头连接符 49"/>
          <p:cNvCxnSpPr>
            <a:stCxn id="29" idx="0"/>
          </p:cNvCxnSpPr>
          <p:nvPr/>
        </p:nvCxnSpPr>
        <p:spPr>
          <a:xfrm flipH="1" flipV="1">
            <a:off x="8931795" y="2784519"/>
            <a:ext cx="1" cy="740433"/>
          </a:xfrm>
          <a:prstGeom prst="straightConnector1">
            <a:avLst/>
          </a:prstGeom>
          <a:ln w="19050">
            <a:solidFill>
              <a:srgbClr val="0070C0"/>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53" name="连接符: 曲线 52"/>
          <p:cNvCxnSpPr>
            <a:endCxn id="11" idx="2"/>
          </p:cNvCxnSpPr>
          <p:nvPr/>
        </p:nvCxnSpPr>
        <p:spPr>
          <a:xfrm rot="16200000" flipV="1">
            <a:off x="4550525" y="4340549"/>
            <a:ext cx="845655" cy="617599"/>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5" name="矩形 64"/>
          <p:cNvSpPr/>
          <p:nvPr/>
        </p:nvSpPr>
        <p:spPr>
          <a:xfrm>
            <a:off x="592184" y="3928347"/>
            <a:ext cx="2944112" cy="4616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6631940" y="1772285"/>
            <a:ext cx="4365625" cy="706755"/>
          </a:xfrm>
          <a:prstGeom prst="rect">
            <a:avLst/>
          </a:prstGeom>
          <a:noFill/>
        </p:spPr>
        <p:txBody>
          <a:bodyPr wrap="square">
            <a:spAutoFit/>
          </a:bodyPr>
          <a:lstStyle/>
          <a:p>
            <a:pPr algn="ctr"/>
            <a:r>
              <a:rPr lang="en-US" altLang="zh-CN" sz="2000" b="0" i="0" dirty="0">
                <a:solidFill>
                  <a:srgbClr val="FF0000"/>
                </a:solidFill>
                <a:effectLst/>
                <a:latin typeface="v-sans"/>
              </a:rPr>
              <a:t>Retained due to meeting selection condition.</a:t>
            </a:r>
            <a:endParaRPr lang="zh-CN" altLang="en-US" sz="2000" dirty="0">
              <a:solidFill>
                <a:srgbClr val="FF0000"/>
              </a:solidFill>
            </a:endParaRPr>
          </a:p>
        </p:txBody>
      </p:sp>
      <p:sp>
        <p:nvSpPr>
          <p:cNvPr id="68" name="文本框 67"/>
          <p:cNvSpPr txBox="1"/>
          <p:nvPr/>
        </p:nvSpPr>
        <p:spPr>
          <a:xfrm>
            <a:off x="7797101" y="5778187"/>
            <a:ext cx="4139412" cy="400110"/>
          </a:xfrm>
          <a:prstGeom prst="rect">
            <a:avLst/>
          </a:prstGeom>
          <a:noFill/>
        </p:spPr>
        <p:txBody>
          <a:bodyPr wrap="square">
            <a:spAutoFit/>
          </a:bodyPr>
          <a:lstStyle/>
          <a:p>
            <a:r>
              <a:rPr lang="en-US" altLang="zh-CN" sz="2000" b="0" i="0" dirty="0">
                <a:solidFill>
                  <a:srgbClr val="FF0000"/>
                </a:solidFill>
                <a:effectLst/>
                <a:latin typeface="v-sans"/>
              </a:rPr>
              <a:t>Tuple-by-Tuple Processing</a:t>
            </a:r>
            <a:endParaRPr lang="zh-CN" altLang="en-US" sz="2000"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a:t>
            </a:r>
            <a:endParaRPr lang="en-US" sz="4000" u="sng" dirty="0"/>
          </a:p>
        </p:txBody>
      </p:sp>
      <mc:AlternateContent xmlns:mc="http://schemas.openxmlformats.org/markup-compatibility/2006">
        <mc:Choice xmlns:a14="http://schemas.microsoft.com/office/drawing/2010/main" Requires="a14">
          <p:sp>
            <p:nvSpPr>
              <p:cNvPr id="18" name="文本框 17"/>
              <p:cNvSpPr txBox="1"/>
              <p:nvPr/>
            </p:nvSpPr>
            <p:spPr>
              <a:xfrm>
                <a:off x="592184" y="894000"/>
                <a:ext cx="7914391" cy="1014380"/>
              </a:xfrm>
              <a:prstGeom prst="rect">
                <a:avLst/>
              </a:prstGeom>
              <a:noFill/>
            </p:spPr>
            <p:txBody>
              <a:bodyPr wrap="square">
                <a:spAutoFit/>
              </a:bodyPr>
              <a:lstStyle/>
              <a:p>
                <a:r>
                  <a:rPr lang="en-US" altLang="zh-CN" sz="2400" dirty="0"/>
                  <a:t>Student(SID, </a:t>
                </a:r>
                <a:r>
                  <a:rPr lang="en-US" altLang="zh-CN" sz="2400" dirty="0" err="1"/>
                  <a:t>Sname</a:t>
                </a:r>
                <a:r>
                  <a:rPr lang="en-US" altLang="zh-CN" sz="2400" dirty="0"/>
                  <a:t>, </a:t>
                </a:r>
                <a:r>
                  <a:rPr lang="en-US" altLang="zh-CN" sz="2400" dirty="0" err="1"/>
                  <a:t>Sdept</a:t>
                </a:r>
                <a:r>
                  <a:rPr lang="en-US" altLang="zh-CN" sz="2400" dirty="0"/>
                  <a:t>)</a:t>
                </a:r>
                <a:endParaRPr lang="en-US" altLang="zh-CN" sz="2400" dirty="0"/>
              </a:p>
              <a:p>
                <a:r>
                  <a:rPr lang="en-US" altLang="zh-CN" sz="2400" dirty="0"/>
                  <a:t>Pipeline execution: </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𝜋</m:t>
                        </m:r>
                      </m:e>
                      <m:sub>
                        <m:r>
                          <a:rPr lang="en-US" altLang="zh-CN" sz="2400" b="0" i="1" smtClean="0">
                            <a:latin typeface="Cambria Math" panose="02040503050406030204" pitchFamily="18" charset="0"/>
                          </a:rPr>
                          <m:t>𝑆𝑛𝑎𝑚𝑒</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𝜎</m:t>
                            </m:r>
                          </m:e>
                          <m:sub>
                            <m:r>
                              <a:rPr lang="en-US" altLang="zh-CN" sz="2400" b="0" i="1" smtClean="0">
                                <a:latin typeface="Cambria Math" panose="02040503050406030204" pitchFamily="18" charset="0"/>
                              </a:rPr>
                              <m:t>𝑆𝑑𝑒𝑝𝑡</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𝑀𝑎𝑡</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ℎ</m:t>
                                </m:r>
                              </m:e>
                              <m:sup>
                                <m:r>
                                  <a:rPr lang="en-US" altLang="zh-CN" sz="2400" b="0" i="1" smtClean="0">
                                    <a:latin typeface="Cambria Math" panose="02040503050406030204" pitchFamily="18" charset="0"/>
                                  </a:rPr>
                                  <m:t>′</m:t>
                                </m:r>
                              </m:sup>
                            </m:sSup>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𝑆𝑡𝑢𝑑𝑒𝑛𝑡</m:t>
                            </m:r>
                          </m:e>
                        </m:d>
                      </m:e>
                    </m:d>
                  </m:oMath>
                </a14:m>
                <a:endParaRPr lang="en-US" altLang="zh-CN" sz="2400" dirty="0"/>
              </a:p>
            </p:txBody>
          </p:sp>
        </mc:Choice>
        <mc:Fallback>
          <p:sp>
            <p:nvSpPr>
              <p:cNvPr id="18" name="文本框 17"/>
              <p:cNvSpPr txBox="1">
                <a:spLocks noRot="1" noChangeAspect="1" noMove="1" noResize="1" noEditPoints="1" noAdjustHandles="1" noChangeArrowheads="1" noChangeShapeType="1" noTextEdit="1"/>
              </p:cNvSpPr>
              <p:nvPr/>
            </p:nvSpPr>
            <p:spPr>
              <a:xfrm>
                <a:off x="592184" y="894000"/>
                <a:ext cx="7914391" cy="1014380"/>
              </a:xfrm>
              <a:prstGeom prst="rect">
                <a:avLst/>
              </a:prstGeom>
              <a:blipFill rotWithShape="1">
                <a:blip r:embed="rId1"/>
                <a:stretch>
                  <a:fillRect l="-5" t="-55" r="1" b="20"/>
                </a:stretch>
              </a:blipFill>
            </p:spPr>
            <p:txBody>
              <a:bodyPr/>
              <a:lstStyle/>
              <a:p>
                <a:r>
                  <a:rPr lang="zh-CN" altLang="en-US">
                    <a:noFill/>
                  </a:rPr>
                  <a:t> </a:t>
                </a:r>
              </a:p>
            </p:txBody>
          </p:sp>
        </mc:Fallback>
      </mc:AlternateContent>
      <p:sp>
        <p:nvSpPr>
          <p:cNvPr id="9" name="文本框 8"/>
          <p:cNvSpPr txBox="1"/>
          <p:nvPr/>
        </p:nvSpPr>
        <p:spPr>
          <a:xfrm>
            <a:off x="2790714" y="2255000"/>
            <a:ext cx="7914391" cy="461665"/>
          </a:xfrm>
          <a:prstGeom prst="rect">
            <a:avLst/>
          </a:prstGeom>
          <a:noFill/>
        </p:spPr>
        <p:txBody>
          <a:bodyPr wrap="square">
            <a:spAutoFit/>
          </a:bodyPr>
          <a:lstStyle/>
          <a:p>
            <a:r>
              <a:rPr lang="en-US" altLang="zh-CN" sz="2400" dirty="0"/>
              <a:t>(3, Ruby, Music)			(3, Ruby, Music)				</a:t>
            </a:r>
            <a:endParaRPr lang="en-US" altLang="zh-CN" sz="2400" dirty="0"/>
          </a:p>
        </p:txBody>
      </p:sp>
      <p:graphicFrame>
        <p:nvGraphicFramePr>
          <p:cNvPr id="10" name="表格 9"/>
          <p:cNvGraphicFramePr>
            <a:graphicFrameLocks noGrp="1"/>
          </p:cNvGraphicFramePr>
          <p:nvPr/>
        </p:nvGraphicFramePr>
        <p:xfrm>
          <a:off x="886763" y="3606864"/>
          <a:ext cx="2315528" cy="1854200"/>
        </p:xfrm>
        <a:graphic>
          <a:graphicData uri="http://schemas.openxmlformats.org/drawingml/2006/table">
            <a:tbl>
              <a:tblPr firstRow="1" bandRow="1">
                <a:tableStyleId>{0E3FDE45-AF77-4B5C-9715-49D594BDF05E}</a:tableStyleId>
              </a:tblPr>
              <a:tblGrid>
                <a:gridCol w="548005"/>
                <a:gridCol w="878205"/>
                <a:gridCol w="889318"/>
              </a:tblGrid>
              <a:tr h="370840">
                <a:tc>
                  <a:txBody>
                    <a:bodyPr/>
                    <a:lstStyle/>
                    <a:p>
                      <a:r>
                        <a:rPr lang="en-US" altLang="zh-CN" dirty="0"/>
                        <a:t>SID</a:t>
                      </a:r>
                      <a:endParaRPr lang="zh-CN" altLang="en-US" dirty="0"/>
                    </a:p>
                  </a:txBody>
                  <a:tcPr/>
                </a:tc>
                <a:tc>
                  <a:txBody>
                    <a:bodyPr/>
                    <a:lstStyle/>
                    <a:p>
                      <a:r>
                        <a:rPr lang="en-US" altLang="zh-CN" dirty="0" err="1"/>
                        <a:t>Sname</a:t>
                      </a:r>
                      <a:endParaRPr lang="zh-CN" altLang="en-US" dirty="0"/>
                    </a:p>
                  </a:txBody>
                  <a:tcPr/>
                </a:tc>
                <a:tc>
                  <a:txBody>
                    <a:bodyPr/>
                    <a:lstStyle/>
                    <a:p>
                      <a:r>
                        <a:rPr lang="en-US" altLang="zh-CN" dirty="0" err="1"/>
                        <a:t>Sdept</a:t>
                      </a:r>
                      <a:endParaRPr lang="zh-CN" altLang="en-US" dirty="0"/>
                    </a:p>
                  </a:txBody>
                  <a:tcPr/>
                </a:tc>
              </a:tr>
              <a:tr h="370840">
                <a:tc>
                  <a:txBody>
                    <a:bodyPr/>
                    <a:lstStyle/>
                    <a:p>
                      <a:r>
                        <a:rPr lang="en-US" altLang="zh-CN" dirty="0"/>
                        <a:t>1</a:t>
                      </a:r>
                      <a:endParaRPr lang="zh-CN" altLang="en-US" dirty="0"/>
                    </a:p>
                  </a:txBody>
                  <a:tcPr/>
                </a:tc>
                <a:tc>
                  <a:txBody>
                    <a:bodyPr/>
                    <a:lstStyle/>
                    <a:p>
                      <a:r>
                        <a:rPr lang="en-US" altLang="zh-CN" dirty="0"/>
                        <a:t>Bob</a:t>
                      </a:r>
                      <a:endParaRPr lang="zh-CN" altLang="en-US" dirty="0"/>
                    </a:p>
                  </a:txBody>
                  <a:tcPr/>
                </a:tc>
                <a:tc>
                  <a:txBody>
                    <a:bodyPr/>
                    <a:lstStyle/>
                    <a:p>
                      <a:r>
                        <a:rPr lang="en-US" altLang="zh-CN" dirty="0"/>
                        <a:t>Math</a:t>
                      </a:r>
                      <a:endParaRPr lang="zh-CN" altLang="en-US" dirty="0"/>
                    </a:p>
                  </a:txBody>
                  <a:tcPr/>
                </a:tc>
              </a:tr>
              <a:tr h="370840">
                <a:tc>
                  <a:txBody>
                    <a:bodyPr/>
                    <a:lstStyle/>
                    <a:p>
                      <a:r>
                        <a:rPr lang="en-US" altLang="zh-CN" dirty="0"/>
                        <a:t>2</a:t>
                      </a:r>
                      <a:endParaRPr lang="zh-CN" altLang="en-US" dirty="0"/>
                    </a:p>
                  </a:txBody>
                  <a:tcPr/>
                </a:tc>
                <a:tc>
                  <a:txBody>
                    <a:bodyPr/>
                    <a:lstStyle/>
                    <a:p>
                      <a:r>
                        <a:rPr lang="en-US" altLang="zh-CN" dirty="0"/>
                        <a:t>Steve</a:t>
                      </a:r>
                      <a:endParaRPr lang="zh-CN" altLang="en-US" dirty="0"/>
                    </a:p>
                  </a:txBody>
                  <a:tcPr/>
                </a:tc>
                <a:tc>
                  <a:txBody>
                    <a:bodyPr/>
                    <a:lstStyle/>
                    <a:p>
                      <a:r>
                        <a:rPr lang="en-US" altLang="zh-CN" dirty="0"/>
                        <a:t>Math</a:t>
                      </a:r>
                      <a:endParaRPr lang="zh-CN" altLang="en-US" dirty="0"/>
                    </a:p>
                  </a:txBody>
                  <a:tcPr/>
                </a:tc>
              </a:tr>
              <a:tr h="370840">
                <a:tc>
                  <a:txBody>
                    <a:bodyPr/>
                    <a:lstStyle/>
                    <a:p>
                      <a:r>
                        <a:rPr lang="en-US" altLang="zh-CN" dirty="0"/>
                        <a:t>3</a:t>
                      </a:r>
                      <a:endParaRPr lang="zh-CN" altLang="en-US" dirty="0"/>
                    </a:p>
                  </a:txBody>
                  <a:tcPr/>
                </a:tc>
                <a:tc>
                  <a:txBody>
                    <a:bodyPr/>
                    <a:lstStyle/>
                    <a:p>
                      <a:r>
                        <a:rPr lang="en-US" altLang="zh-CN" dirty="0"/>
                        <a:t>Ruby</a:t>
                      </a:r>
                      <a:endParaRPr lang="zh-CN" altLang="en-US" dirty="0"/>
                    </a:p>
                  </a:txBody>
                  <a:tcPr/>
                </a:tc>
                <a:tc>
                  <a:txBody>
                    <a:bodyPr/>
                    <a:lstStyle/>
                    <a:p>
                      <a:r>
                        <a:rPr lang="en-US" altLang="zh-CN" dirty="0"/>
                        <a:t>Music</a:t>
                      </a:r>
                      <a:endParaRPr lang="zh-CN" altLang="en-US" dirty="0"/>
                    </a:p>
                  </a:txBody>
                  <a:tcPr/>
                </a:tc>
              </a:tr>
              <a:tr h="370840">
                <a:tc>
                  <a:txBody>
                    <a:bodyPr/>
                    <a:lstStyle/>
                    <a:p>
                      <a:r>
                        <a:rPr lang="en-US" altLang="zh-CN" dirty="0"/>
                        <a:t>4</a:t>
                      </a:r>
                      <a:endParaRPr lang="zh-CN" altLang="en-US" dirty="0"/>
                    </a:p>
                  </a:txBody>
                  <a:tcPr/>
                </a:tc>
                <a:tc>
                  <a:txBody>
                    <a:bodyPr/>
                    <a:lstStyle/>
                    <a:p>
                      <a:r>
                        <a:rPr lang="en-US" altLang="zh-CN" dirty="0"/>
                        <a:t>Tom</a:t>
                      </a:r>
                      <a:endParaRPr lang="zh-CN" altLang="en-US" dirty="0"/>
                    </a:p>
                  </a:txBody>
                  <a:tcPr/>
                </a:tc>
                <a:tc>
                  <a:txBody>
                    <a:bodyPr/>
                    <a:lstStyle/>
                    <a:p>
                      <a:r>
                        <a:rPr lang="en-US" altLang="zh-CN" dirty="0"/>
                        <a:t>English</a:t>
                      </a:r>
                      <a:endParaRPr lang="zh-CN" altLang="en-US" dirty="0"/>
                    </a:p>
                  </a:txBody>
                  <a:tcPr/>
                </a:tc>
              </a:tr>
            </a:tbl>
          </a:graphicData>
        </a:graphic>
      </p:graphicFrame>
      <p:sp>
        <p:nvSpPr>
          <p:cNvPr id="11" name="矩形 10"/>
          <p:cNvSpPr/>
          <p:nvPr/>
        </p:nvSpPr>
        <p:spPr>
          <a:xfrm>
            <a:off x="4046954" y="3630173"/>
            <a:ext cx="1235195" cy="5963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磁盘 11"/>
          <p:cNvSpPr/>
          <p:nvPr/>
        </p:nvSpPr>
        <p:spPr>
          <a:xfrm>
            <a:off x="4664551" y="4938857"/>
            <a:ext cx="1334586" cy="1073426"/>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R</a:t>
            </a:r>
            <a:endParaRPr lang="zh-CN" altLang="en-US" sz="2400" dirty="0">
              <a:solidFill>
                <a:schemeClr val="tx1"/>
              </a:solidFill>
            </a:endParaRPr>
          </a:p>
        </p:txBody>
      </p:sp>
      <p:sp>
        <p:nvSpPr>
          <p:cNvPr id="13" name="文本框 12"/>
          <p:cNvSpPr txBox="1"/>
          <p:nvPr/>
        </p:nvSpPr>
        <p:spPr>
          <a:xfrm>
            <a:off x="3868214" y="3145199"/>
            <a:ext cx="2020388" cy="461665"/>
          </a:xfrm>
          <a:prstGeom prst="rect">
            <a:avLst/>
          </a:prstGeom>
          <a:noFill/>
        </p:spPr>
        <p:txBody>
          <a:bodyPr wrap="square" rtlCol="0">
            <a:spAutoFit/>
          </a:bodyPr>
          <a:lstStyle/>
          <a:p>
            <a:r>
              <a:rPr lang="en-US" altLang="zh-CN" sz="2400" dirty="0"/>
              <a:t>Input buffer</a:t>
            </a:r>
            <a:endParaRPr lang="zh-CN" altLang="en-US" sz="2400" dirty="0"/>
          </a:p>
        </p:txBody>
      </p:sp>
      <p:sp>
        <p:nvSpPr>
          <p:cNvPr id="15" name="箭头: 右 14"/>
          <p:cNvSpPr/>
          <p:nvPr/>
        </p:nvSpPr>
        <p:spPr>
          <a:xfrm>
            <a:off x="5047373" y="2326963"/>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p:nvSpPr>
        <p:spPr>
          <a:xfrm>
            <a:off x="8254581" y="2320336"/>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rot="18849312">
            <a:off x="2561372" y="2931003"/>
            <a:ext cx="841229" cy="346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0211741" y="3630173"/>
            <a:ext cx="1235195" cy="5963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6003944" y="3524952"/>
            <a:ext cx="1538575" cy="80679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Select</a:t>
            </a:r>
            <a:endParaRPr lang="en-US" altLang="zh-CN" sz="2400" dirty="0">
              <a:solidFill>
                <a:schemeClr val="tx1"/>
              </a:solidFill>
            </a:endParaRPr>
          </a:p>
          <a:p>
            <a:pPr algn="ctr"/>
            <a:r>
              <a:rPr lang="en-US" altLang="zh-CN" sz="2400" dirty="0">
                <a:solidFill>
                  <a:schemeClr val="tx1"/>
                </a:solidFill>
              </a:rPr>
              <a:t>Operation</a:t>
            </a:r>
            <a:endParaRPr lang="zh-CN" altLang="en-US" sz="2400" dirty="0">
              <a:solidFill>
                <a:schemeClr val="tx1"/>
              </a:solidFill>
            </a:endParaRPr>
          </a:p>
        </p:txBody>
      </p:sp>
      <p:sp>
        <p:nvSpPr>
          <p:cNvPr id="29" name="矩形: 圆角 28"/>
          <p:cNvSpPr/>
          <p:nvPr/>
        </p:nvSpPr>
        <p:spPr>
          <a:xfrm>
            <a:off x="8162508" y="3524952"/>
            <a:ext cx="1538575" cy="80679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Project</a:t>
            </a:r>
            <a:endParaRPr lang="en-US" altLang="zh-CN" sz="2400" dirty="0">
              <a:solidFill>
                <a:schemeClr val="tx1"/>
              </a:solidFill>
            </a:endParaRPr>
          </a:p>
          <a:p>
            <a:pPr algn="ctr"/>
            <a:r>
              <a:rPr lang="en-US" altLang="zh-CN" sz="2400" dirty="0">
                <a:solidFill>
                  <a:schemeClr val="tx1"/>
                </a:solidFill>
              </a:rPr>
              <a:t>Operation</a:t>
            </a:r>
            <a:endParaRPr lang="zh-CN" altLang="en-US" sz="2400" dirty="0">
              <a:solidFill>
                <a:schemeClr val="tx1"/>
              </a:solidFill>
            </a:endParaRPr>
          </a:p>
        </p:txBody>
      </p:sp>
      <p:cxnSp>
        <p:nvCxnSpPr>
          <p:cNvPr id="31" name="直接箭头连接符 30"/>
          <p:cNvCxnSpPr>
            <a:stCxn id="11" idx="3"/>
            <a:endCxn id="28" idx="1"/>
          </p:cNvCxnSpPr>
          <p:nvPr/>
        </p:nvCxnSpPr>
        <p:spPr>
          <a:xfrm>
            <a:off x="5282149" y="3928347"/>
            <a:ext cx="72179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28" idx="3"/>
            <a:endCxn id="29" idx="1"/>
          </p:cNvCxnSpPr>
          <p:nvPr/>
        </p:nvCxnSpPr>
        <p:spPr>
          <a:xfrm>
            <a:off x="7542519" y="3928347"/>
            <a:ext cx="619989"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29" idx="3"/>
            <a:endCxn id="27" idx="1"/>
          </p:cNvCxnSpPr>
          <p:nvPr/>
        </p:nvCxnSpPr>
        <p:spPr>
          <a:xfrm>
            <a:off x="9701083" y="3928347"/>
            <a:ext cx="51065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1" name="文本框 40"/>
          <p:cNvSpPr txBox="1"/>
          <p:nvPr/>
        </p:nvSpPr>
        <p:spPr>
          <a:xfrm>
            <a:off x="9987218" y="4246399"/>
            <a:ext cx="2020388" cy="461665"/>
          </a:xfrm>
          <a:prstGeom prst="rect">
            <a:avLst/>
          </a:prstGeom>
          <a:noFill/>
        </p:spPr>
        <p:txBody>
          <a:bodyPr wrap="square" rtlCol="0">
            <a:spAutoFit/>
          </a:bodyPr>
          <a:lstStyle/>
          <a:p>
            <a:r>
              <a:rPr lang="en-US" altLang="zh-CN" sz="2400" dirty="0"/>
              <a:t>Output buffer</a:t>
            </a:r>
            <a:endParaRPr lang="zh-CN" altLang="en-US" sz="2400" dirty="0"/>
          </a:p>
        </p:txBody>
      </p:sp>
      <p:cxnSp>
        <p:nvCxnSpPr>
          <p:cNvPr id="43" name="连接符: 曲线 42"/>
          <p:cNvCxnSpPr>
            <a:stCxn id="27" idx="0"/>
          </p:cNvCxnSpPr>
          <p:nvPr/>
        </p:nvCxnSpPr>
        <p:spPr>
          <a:xfrm rot="5400000" flipH="1" flipV="1">
            <a:off x="10861385" y="2772351"/>
            <a:ext cx="825776" cy="889868"/>
          </a:xfrm>
          <a:prstGeom prst="curved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a:stCxn id="13" idx="1"/>
          </p:cNvCxnSpPr>
          <p:nvPr/>
        </p:nvCxnSpPr>
        <p:spPr>
          <a:xfrm flipH="1" flipV="1">
            <a:off x="3766930" y="2784519"/>
            <a:ext cx="101284" cy="591513"/>
          </a:xfrm>
          <a:prstGeom prst="straightConnector1">
            <a:avLst/>
          </a:prstGeom>
          <a:ln w="19050">
            <a:solidFill>
              <a:srgbClr val="0070C0"/>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48" name="直接箭头连接符 47"/>
          <p:cNvCxnSpPr>
            <a:stCxn id="28" idx="0"/>
          </p:cNvCxnSpPr>
          <p:nvPr/>
        </p:nvCxnSpPr>
        <p:spPr>
          <a:xfrm flipH="1" flipV="1">
            <a:off x="6722589" y="2787738"/>
            <a:ext cx="50643" cy="737214"/>
          </a:xfrm>
          <a:prstGeom prst="straightConnector1">
            <a:avLst/>
          </a:prstGeom>
          <a:ln w="19050">
            <a:solidFill>
              <a:srgbClr val="0070C0"/>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53" name="连接符: 曲线 52"/>
          <p:cNvCxnSpPr>
            <a:endCxn id="11" idx="2"/>
          </p:cNvCxnSpPr>
          <p:nvPr/>
        </p:nvCxnSpPr>
        <p:spPr>
          <a:xfrm rot="16200000" flipV="1">
            <a:off x="4550525" y="4340549"/>
            <a:ext cx="845655" cy="617599"/>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5" name="矩形 64"/>
          <p:cNvSpPr/>
          <p:nvPr/>
        </p:nvSpPr>
        <p:spPr>
          <a:xfrm>
            <a:off x="592184" y="4673644"/>
            <a:ext cx="2944112" cy="4616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9153701" y="2052218"/>
            <a:ext cx="2385391" cy="1015663"/>
          </a:xfrm>
          <a:prstGeom prst="rect">
            <a:avLst/>
          </a:prstGeom>
          <a:noFill/>
        </p:spPr>
        <p:txBody>
          <a:bodyPr wrap="square">
            <a:spAutoFit/>
          </a:bodyPr>
          <a:lstStyle/>
          <a:p>
            <a:r>
              <a:rPr lang="en-US" altLang="zh-CN" sz="2000" b="0" i="0" dirty="0">
                <a:solidFill>
                  <a:srgbClr val="FF0000"/>
                </a:solidFill>
                <a:effectLst/>
                <a:latin typeface="v-sans"/>
              </a:rPr>
              <a:t>Discarded due to unmet selection condition.</a:t>
            </a:r>
            <a:endParaRPr lang="zh-CN" altLang="en-US" sz="2000" dirty="0">
              <a:solidFill>
                <a:srgbClr val="FF0000"/>
              </a:solidFill>
            </a:endParaRPr>
          </a:p>
        </p:txBody>
      </p:sp>
      <p:sp>
        <p:nvSpPr>
          <p:cNvPr id="68" name="文本框 67"/>
          <p:cNvSpPr txBox="1"/>
          <p:nvPr/>
        </p:nvSpPr>
        <p:spPr>
          <a:xfrm>
            <a:off x="7797101" y="5778187"/>
            <a:ext cx="4139412" cy="400110"/>
          </a:xfrm>
          <a:prstGeom prst="rect">
            <a:avLst/>
          </a:prstGeom>
          <a:noFill/>
        </p:spPr>
        <p:txBody>
          <a:bodyPr wrap="square">
            <a:spAutoFit/>
          </a:bodyPr>
          <a:lstStyle/>
          <a:p>
            <a:r>
              <a:rPr lang="en-US" altLang="zh-CN" sz="2000" b="0" i="0" dirty="0">
                <a:solidFill>
                  <a:srgbClr val="FF0000"/>
                </a:solidFill>
                <a:effectLst/>
                <a:latin typeface="v-sans"/>
              </a:rPr>
              <a:t>Tuple-by-Tuple Processing</a:t>
            </a:r>
            <a:endParaRPr lang="zh-CN" altLang="en-US" sz="2000"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Implementation of Select Operation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10058400" cy="4863180"/>
              </a:xfrm>
            </p:spPr>
            <p:txBody>
              <a:bodyPr>
                <a:normAutofit/>
              </a:bodyPr>
              <a:lstStyle/>
              <a:p>
                <a:pPr>
                  <a:buFont typeface="Wingdings" panose="05000000000000000000" pitchFamily="2" charset="2"/>
                  <a:buChar char="q"/>
                </a:pPr>
                <a:r>
                  <a:rPr lang="en-US" sz="2800" dirty="0"/>
                  <a:t> </a:t>
                </a:r>
                <a:r>
                  <a:rPr lang="en-US" sz="2800" b="1" dirty="0"/>
                  <a:t>Algorithm (linear search). </a:t>
                </a:r>
                <a:r>
                  <a:rPr lang="en-US" sz="2800" dirty="0"/>
                  <a:t>Scan each file block and test all records to see whether they satisfy the selection condition.</a:t>
                </a:r>
                <a:endParaRPr lang="en-US" sz="2800" dirty="0">
                  <a:solidFill>
                    <a:srgbClr val="FF0000"/>
                  </a:solidFill>
                </a:endParaRPr>
              </a:p>
              <a:p>
                <a:pPr lvl="1">
                  <a:buFont typeface="Courier New" panose="02070309020205020404" pitchFamily="49" charset="0"/>
                  <a:buChar char="o"/>
                </a:pPr>
                <a:r>
                  <a:rPr lang="en-US" sz="2400" dirty="0"/>
                  <a:t>Cost estimate = </a:t>
                </a:r>
                <a14:m>
                  <m:oMath xmlns:m="http://schemas.openxmlformats.org/officeDocument/2006/math">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𝑏</m:t>
                        </m:r>
                      </m:e>
                      <m:sub>
                        <m:r>
                          <a:rPr lang="en-US" sz="2400" i="1" dirty="0" smtClean="0">
                            <a:latin typeface="Cambria Math" panose="02040503050406030204" pitchFamily="18" charset="0"/>
                          </a:rPr>
                          <m:t>𝑟</m:t>
                        </m:r>
                      </m:sub>
                    </m:sSub>
                  </m:oMath>
                </a14:m>
                <a:r>
                  <a:rPr lang="en-US" sz="2400" dirty="0"/>
                  <a:t> block transfers + 1 seek</a:t>
                </a:r>
                <a:endParaRPr lang="en-US" sz="2400" dirty="0"/>
              </a:p>
              <a:p>
                <a:pPr lvl="2">
                  <a:buFont typeface="Courier New" panose="02070309020205020404" pitchFamily="49" charset="0"/>
                  <a:buChar char="o"/>
                </a:pPr>
                <a14:m>
                  <m:oMath xmlns:m="http://schemas.openxmlformats.org/officeDocument/2006/math">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𝑏</m:t>
                        </m:r>
                      </m:e>
                      <m:sub>
                        <m:r>
                          <a:rPr lang="en-US" sz="2200" i="1" dirty="0" smtClean="0">
                            <a:latin typeface="Cambria Math" panose="02040503050406030204" pitchFamily="18" charset="0"/>
                          </a:rPr>
                          <m:t>𝑟</m:t>
                        </m:r>
                      </m:sub>
                    </m:sSub>
                  </m:oMath>
                </a14:m>
                <a:r>
                  <a:rPr lang="en-US" sz="2200" dirty="0"/>
                  <a:t> denotes number of blocks containing records from relation r</a:t>
                </a:r>
                <a:endParaRPr lang="en-US" sz="2200" dirty="0"/>
              </a:p>
              <a:p>
                <a:pPr lvl="1">
                  <a:buFont typeface="Courier New" panose="02070309020205020404" pitchFamily="49" charset="0"/>
                  <a:buChar char="o"/>
                </a:pPr>
                <a:r>
                  <a:rPr lang="en-US" sz="2400" dirty="0"/>
                  <a:t>If selection is on a key attribute, can stop on finding record</a:t>
                </a:r>
                <a:endParaRPr lang="en-US" sz="2400" dirty="0"/>
              </a:p>
              <a:p>
                <a:pPr lvl="2">
                  <a:buFont typeface="Courier New" panose="02070309020205020404" pitchFamily="49" charset="0"/>
                  <a:buChar char="o"/>
                </a:pPr>
                <a:r>
                  <a:rPr lang="en-US" sz="2200" dirty="0"/>
                  <a:t>cost = (</a:t>
                </a:r>
                <a14:m>
                  <m:oMath xmlns:m="http://schemas.openxmlformats.org/officeDocument/2006/math">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𝑏</m:t>
                        </m:r>
                      </m:e>
                      <m:sub>
                        <m:r>
                          <a:rPr lang="en-US" sz="2200" i="1" dirty="0" smtClean="0">
                            <a:latin typeface="Cambria Math" panose="02040503050406030204" pitchFamily="18" charset="0"/>
                          </a:rPr>
                          <m:t>𝑟</m:t>
                        </m:r>
                      </m:sub>
                    </m:sSub>
                  </m:oMath>
                </a14:m>
                <a:r>
                  <a:rPr lang="en-US" sz="2200" dirty="0"/>
                  <a:t> /2) block transfers + 1 seek</a:t>
                </a:r>
                <a:endParaRPr lang="en-US" sz="2200" dirty="0"/>
              </a:p>
              <a:p>
                <a:pPr lvl="1">
                  <a:buFont typeface="Courier New" panose="02070309020205020404" pitchFamily="49" charset="0"/>
                  <a:buChar char="o"/>
                </a:pPr>
                <a:r>
                  <a:rPr lang="en-US" altLang="zh-CN" sz="2400" dirty="0"/>
                  <a:t>Linear search can be applied </a:t>
                </a:r>
                <a:r>
                  <a:rPr lang="en-US" altLang="zh-CN" sz="2400" dirty="0">
                    <a:solidFill>
                      <a:srgbClr val="FF0000"/>
                    </a:solidFill>
                  </a:rPr>
                  <a:t>regardless of selection condition </a:t>
                </a:r>
                <a:r>
                  <a:rPr lang="en-US" altLang="zh-CN" sz="2400" dirty="0"/>
                  <a:t>or </a:t>
                </a:r>
                <a:r>
                  <a:rPr lang="en-US" altLang="zh-CN" sz="2400" dirty="0">
                    <a:solidFill>
                      <a:srgbClr val="FF0000"/>
                    </a:solidFill>
                  </a:rPr>
                  <a:t>ordering of records in the file</a:t>
                </a:r>
                <a:r>
                  <a:rPr lang="en-US" altLang="zh-CN" sz="2400" dirty="0"/>
                  <a:t>, or </a:t>
                </a:r>
                <a:r>
                  <a:rPr lang="en-US" altLang="zh-CN" sz="2400" dirty="0">
                    <a:solidFill>
                      <a:srgbClr val="FF0000"/>
                    </a:solidFill>
                  </a:rPr>
                  <a:t>availability of indices</a:t>
                </a:r>
                <a:endParaRPr lang="en-US" sz="2400" dirty="0">
                  <a:solidFill>
                    <a:srgbClr val="FF0000"/>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10058400" cy="4863180"/>
              </a:xfrm>
              <a:blipFill rotWithShape="1">
                <a:blip r:embed="rId1"/>
                <a:stretch>
                  <a:fillRect t="-9" b="3"/>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Implementation of Join Operation</a:t>
            </a:r>
            <a:endParaRPr lang="en-US" dirty="0"/>
          </a:p>
        </p:txBody>
      </p:sp>
      <p:sp>
        <p:nvSpPr>
          <p:cNvPr id="3" name="Content Placeholder 2"/>
          <p:cNvSpPr>
            <a:spLocks noGrp="1"/>
          </p:cNvSpPr>
          <p:nvPr>
            <p:ph idx="1"/>
          </p:nvPr>
        </p:nvSpPr>
        <p:spPr>
          <a:xfrm>
            <a:off x="1097280" y="1845733"/>
            <a:ext cx="10058400" cy="4863180"/>
          </a:xfrm>
        </p:spPr>
        <p:txBody>
          <a:bodyPr>
            <a:normAutofit/>
          </a:bodyPr>
          <a:lstStyle/>
          <a:p>
            <a:pPr>
              <a:buFont typeface="Wingdings" panose="05000000000000000000" pitchFamily="2" charset="2"/>
              <a:buChar char="q"/>
            </a:pPr>
            <a:r>
              <a:rPr lang="en-US" sz="2400" dirty="0"/>
              <a:t> </a:t>
            </a:r>
            <a:r>
              <a:rPr lang="en-US" sz="2400" b="1" dirty="0"/>
              <a:t>Common implementation algorithms of join operations</a:t>
            </a:r>
            <a:endParaRPr lang="en-US" sz="2400" b="1" dirty="0"/>
          </a:p>
          <a:p>
            <a:pPr lvl="1">
              <a:buFont typeface="Wingdings" panose="05000000000000000000" pitchFamily="2" charset="2"/>
              <a:buChar char="q"/>
            </a:pPr>
            <a:r>
              <a:rPr lang="en-US" sz="2200" b="1" dirty="0">
                <a:solidFill>
                  <a:srgbClr val="FF0000"/>
                </a:solidFill>
              </a:rPr>
              <a:t>Nested-Loop Join</a:t>
            </a:r>
            <a:endParaRPr lang="en-US" sz="2200" b="1" dirty="0">
              <a:solidFill>
                <a:srgbClr val="FF0000"/>
              </a:solidFill>
            </a:endParaRPr>
          </a:p>
          <a:p>
            <a:pPr lvl="1">
              <a:buFont typeface="Wingdings" panose="05000000000000000000" pitchFamily="2" charset="2"/>
              <a:buChar char="q"/>
            </a:pPr>
            <a:r>
              <a:rPr lang="en-US" sz="2200" b="1" dirty="0">
                <a:solidFill>
                  <a:schemeClr val="tx1"/>
                </a:solidFill>
              </a:rPr>
              <a:t>Block Nested-Loop Join</a:t>
            </a:r>
            <a:endParaRPr lang="en-US" sz="2200" b="1" dirty="0">
              <a:solidFill>
                <a:schemeClr val="tx1"/>
              </a:solidFill>
            </a:endParaRPr>
          </a:p>
          <a:p>
            <a:pPr lvl="1">
              <a:buFont typeface="Wingdings" panose="05000000000000000000" pitchFamily="2" charset="2"/>
              <a:buChar char="q"/>
            </a:pPr>
            <a:r>
              <a:rPr lang="en-US" sz="2200" b="1" dirty="0">
                <a:solidFill>
                  <a:schemeClr val="tx1"/>
                </a:solidFill>
              </a:rPr>
              <a:t>Indexed Join</a:t>
            </a:r>
            <a:endParaRPr lang="en-US" sz="2200" b="1" dirty="0">
              <a:solidFill>
                <a:schemeClr val="tx1"/>
              </a:solidFill>
            </a:endParaRPr>
          </a:p>
          <a:p>
            <a:pPr lvl="1">
              <a:buFont typeface="Wingdings" panose="05000000000000000000" pitchFamily="2" charset="2"/>
              <a:buChar char="q"/>
            </a:pPr>
            <a:r>
              <a:rPr lang="en-US" sz="2200" b="1" dirty="0">
                <a:solidFill>
                  <a:schemeClr val="tx1"/>
                </a:solidFill>
              </a:rPr>
              <a:t>Sort-Merge Join</a:t>
            </a:r>
            <a:endParaRPr lang="en-US" sz="2200" b="1" dirty="0">
              <a:solidFill>
                <a:schemeClr val="tx1"/>
              </a:solidFill>
            </a:endParaRPr>
          </a:p>
          <a:p>
            <a:pPr lvl="1">
              <a:buFont typeface="Wingdings" panose="05000000000000000000" pitchFamily="2" charset="2"/>
              <a:buChar char="q"/>
            </a:pPr>
            <a:r>
              <a:rPr lang="en-US" sz="2200" b="1" dirty="0">
                <a:solidFill>
                  <a:schemeClr val="tx1"/>
                </a:solidFill>
              </a:rPr>
              <a:t>Hash Join</a:t>
            </a:r>
            <a:endParaRPr lang="en-US" sz="2200" dirty="0">
              <a:solidFill>
                <a:schemeClr val="tx1"/>
              </a:solidFill>
            </a:endParaRPr>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8" name="Content Placeholder 2"/>
          <p:cNvSpPr txBox="1"/>
          <p:nvPr/>
        </p:nvSpPr>
        <p:spPr>
          <a:xfrm>
            <a:off x="1154083" y="4655873"/>
            <a:ext cx="10058400" cy="151945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Implementation of Join Operation</a:t>
            </a:r>
            <a:endParaRPr lang="en-US" dirty="0"/>
          </a:p>
        </p:txBody>
      </p:sp>
      <p:sp>
        <p:nvSpPr>
          <p:cNvPr id="3" name="Content Placeholder 2"/>
          <p:cNvSpPr>
            <a:spLocks noGrp="1"/>
          </p:cNvSpPr>
          <p:nvPr>
            <p:ph idx="1"/>
          </p:nvPr>
        </p:nvSpPr>
        <p:spPr>
          <a:xfrm>
            <a:off x="1097280" y="1845733"/>
            <a:ext cx="10058400" cy="4863180"/>
          </a:xfrm>
        </p:spPr>
        <p:txBody>
          <a:bodyPr>
            <a:normAutofit/>
          </a:bodyPr>
          <a:lstStyle/>
          <a:p>
            <a:pPr>
              <a:buFont typeface="Wingdings" panose="05000000000000000000" pitchFamily="2" charset="2"/>
              <a:buChar char="q"/>
            </a:pPr>
            <a:r>
              <a:rPr lang="en-US" sz="2400" dirty="0"/>
              <a:t> </a:t>
            </a:r>
            <a:r>
              <a:rPr lang="en-US" sz="2400" b="1" dirty="0"/>
              <a:t>Nested-Loop Join: </a:t>
            </a:r>
            <a:r>
              <a:rPr lang="en-US" sz="2400" dirty="0"/>
              <a:t>Requires no indices and can be used with any kind of join condition.</a:t>
            </a:r>
            <a:endParaRPr lang="en-US" sz="2400" dirty="0"/>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a:p>
            <a:pPr>
              <a:buFont typeface="Wingdings" panose="05000000000000000000" pitchFamily="2" charset="2"/>
              <a:buChar char="q"/>
            </a:pPr>
            <a:endParaRPr lang="en-US" sz="2400" dirty="0">
              <a:solidFill>
                <a:srgbClr val="FF0000"/>
              </a:solidFill>
            </a:endParaRPr>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mc:AlternateContent xmlns:mc="http://schemas.openxmlformats.org/markup-compatibility/2006">
        <mc:Choice xmlns:a14="http://schemas.microsoft.com/office/drawing/2010/main" Requires="a14">
          <p:sp>
            <p:nvSpPr>
              <p:cNvPr id="5" name="文本框 4"/>
              <p:cNvSpPr txBox="1"/>
              <p:nvPr/>
            </p:nvSpPr>
            <p:spPr>
              <a:xfrm>
                <a:off x="1188406" y="2654185"/>
                <a:ext cx="7229083" cy="1938992"/>
              </a:xfrm>
              <a:prstGeom prst="rect">
                <a:avLst/>
              </a:prstGeom>
              <a:solidFill>
                <a:schemeClr val="accent2">
                  <a:lumMod val="20000"/>
                  <a:lumOff val="80000"/>
                </a:schemeClr>
              </a:solidFill>
            </p:spPr>
            <p:txBody>
              <a:bodyPr wrap="square">
                <a:spAutoFit/>
              </a:bodyPr>
              <a:lstStyle/>
              <a:p>
                <a:r>
                  <a:rPr lang="en-US" altLang="zh-CN" sz="2000" b="1" dirty="0"/>
                  <a:t>for each </a:t>
                </a:r>
                <a:r>
                  <a:rPr lang="en-US" altLang="zh-CN" sz="2000" dirty="0"/>
                  <a:t>tuple </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i="1" dirty="0" smtClean="0">
                            <a:latin typeface="Cambria Math" panose="02040503050406030204" pitchFamily="18" charset="0"/>
                          </a:rPr>
                          <m:t>𝑡</m:t>
                        </m:r>
                      </m:e>
                      <m:sub>
                        <m:r>
                          <a:rPr lang="en-US" altLang="zh-CN" sz="2000" b="0" i="1" dirty="0" smtClean="0">
                            <a:latin typeface="Cambria Math" panose="02040503050406030204" pitchFamily="18" charset="0"/>
                          </a:rPr>
                          <m:t>𝑅</m:t>
                        </m:r>
                      </m:sub>
                    </m:sSub>
                  </m:oMath>
                </a14:m>
                <a:r>
                  <a:rPr lang="en-US" altLang="zh-CN" sz="2000" dirty="0"/>
                  <a:t> </a:t>
                </a:r>
                <a:r>
                  <a:rPr lang="en-US" altLang="zh-CN" sz="2000" b="1" dirty="0"/>
                  <a:t>in</a:t>
                </a:r>
                <a:r>
                  <a:rPr lang="en-US" altLang="zh-CN" sz="2000" dirty="0"/>
                  <a:t> </a:t>
                </a:r>
                <a14:m>
                  <m:oMath xmlns:m="http://schemas.openxmlformats.org/officeDocument/2006/math">
                    <m:r>
                      <a:rPr lang="en-US" altLang="zh-CN" sz="2000" b="0" i="1" smtClean="0">
                        <a:latin typeface="Cambria Math" panose="02040503050406030204" pitchFamily="18" charset="0"/>
                      </a:rPr>
                      <m:t>𝑅</m:t>
                    </m:r>
                  </m:oMath>
                </a14:m>
                <a:r>
                  <a:rPr lang="en-US" altLang="zh-CN" sz="2000" dirty="0"/>
                  <a:t> </a:t>
                </a:r>
                <a:r>
                  <a:rPr lang="en-US" altLang="zh-CN" sz="2000" b="1" dirty="0"/>
                  <a:t>do begin </a:t>
                </a:r>
                <a:r>
                  <a:rPr lang="en-US" altLang="zh-CN" sz="2000" dirty="0">
                    <a:solidFill>
                      <a:srgbClr val="FF0000"/>
                    </a:solidFill>
                  </a:rPr>
                  <a:t>//</a:t>
                </a:r>
                <a:r>
                  <a:rPr lang="en-US" altLang="zh-CN" sz="2000" i="1" dirty="0">
                    <a:solidFill>
                      <a:srgbClr val="FF0000"/>
                    </a:solidFill>
                  </a:rPr>
                  <a:t> </a:t>
                </a:r>
                <a14:m>
                  <m:oMath xmlns:m="http://schemas.openxmlformats.org/officeDocument/2006/math">
                    <m:r>
                      <a:rPr lang="en-US" altLang="zh-CN" sz="2000" b="0" i="1" smtClean="0">
                        <a:solidFill>
                          <a:srgbClr val="FF0000"/>
                        </a:solidFill>
                        <a:latin typeface="Cambria Math" panose="02040503050406030204" pitchFamily="18" charset="0"/>
                      </a:rPr>
                      <m:t>𝑅</m:t>
                    </m:r>
                  </m:oMath>
                </a14:m>
                <a:r>
                  <a:rPr lang="en-US" altLang="zh-CN" sz="2000" i="1" dirty="0">
                    <a:solidFill>
                      <a:srgbClr val="FF0000"/>
                    </a:solidFill>
                  </a:rPr>
                  <a:t> is called the outer relation </a:t>
                </a:r>
                <a:r>
                  <a:rPr lang="en-US" altLang="zh-CN" sz="2000" b="1" dirty="0"/>
                  <a:t>	for each </a:t>
                </a:r>
                <a:r>
                  <a:rPr lang="en-US" altLang="zh-CN" sz="2000" dirty="0"/>
                  <a:t>tuple </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i="1" dirty="0" smtClean="0">
                            <a:latin typeface="Cambria Math" panose="02040503050406030204" pitchFamily="18" charset="0"/>
                          </a:rPr>
                          <m:t>𝑡</m:t>
                        </m:r>
                      </m:e>
                      <m:sub>
                        <m:r>
                          <a:rPr lang="en-US" altLang="zh-CN" sz="2000" b="0" i="1" dirty="0" smtClean="0">
                            <a:latin typeface="Cambria Math" panose="02040503050406030204" pitchFamily="18" charset="0"/>
                          </a:rPr>
                          <m:t>𝑆</m:t>
                        </m:r>
                      </m:sub>
                    </m:sSub>
                  </m:oMath>
                </a14:m>
                <a:r>
                  <a:rPr lang="en-US" altLang="zh-CN" sz="2000" dirty="0"/>
                  <a:t> </a:t>
                </a:r>
                <a:r>
                  <a:rPr lang="en-US" altLang="zh-CN" sz="2000" b="1" dirty="0"/>
                  <a:t>in</a:t>
                </a:r>
                <a:r>
                  <a:rPr lang="en-US" altLang="zh-CN" sz="2000" dirty="0"/>
                  <a:t> </a:t>
                </a:r>
                <a14:m>
                  <m:oMath xmlns:m="http://schemas.openxmlformats.org/officeDocument/2006/math">
                    <m:r>
                      <a:rPr lang="en-US" altLang="zh-CN" sz="2000" b="0" i="1" smtClean="0">
                        <a:latin typeface="Cambria Math" panose="02040503050406030204" pitchFamily="18" charset="0"/>
                      </a:rPr>
                      <m:t>𝑆</m:t>
                    </m:r>
                  </m:oMath>
                </a14:m>
                <a:r>
                  <a:rPr lang="en-US" altLang="zh-CN" sz="2000" dirty="0"/>
                  <a:t> </a:t>
                </a:r>
                <a:r>
                  <a:rPr lang="en-US" altLang="zh-CN" sz="2000" b="1" dirty="0"/>
                  <a:t>do begin </a:t>
                </a:r>
                <a:r>
                  <a:rPr lang="en-US" altLang="zh-CN" sz="2000" dirty="0">
                    <a:solidFill>
                      <a:srgbClr val="FF0000"/>
                    </a:solidFill>
                  </a:rPr>
                  <a:t>//</a:t>
                </a:r>
                <a:r>
                  <a:rPr lang="en-US" altLang="zh-CN" sz="2000" b="1" i="1" dirty="0">
                    <a:solidFill>
                      <a:srgbClr val="FF0000"/>
                    </a:solidFill>
                  </a:rPr>
                  <a:t> </a:t>
                </a:r>
                <a14:m>
                  <m:oMath xmlns:m="http://schemas.openxmlformats.org/officeDocument/2006/math">
                    <m:r>
                      <a:rPr lang="en-US" altLang="zh-CN" sz="2000" b="0" i="1" dirty="0" smtClean="0">
                        <a:solidFill>
                          <a:srgbClr val="FF0000"/>
                        </a:solidFill>
                        <a:latin typeface="Cambria Math" panose="02040503050406030204" pitchFamily="18" charset="0"/>
                      </a:rPr>
                      <m:t>𝑆</m:t>
                    </m:r>
                  </m:oMath>
                </a14:m>
                <a:r>
                  <a:rPr lang="en-US" altLang="zh-CN" sz="2000" i="1" dirty="0">
                    <a:solidFill>
                      <a:srgbClr val="FF0000"/>
                    </a:solidFill>
                  </a:rPr>
                  <a:t> is the inner relation</a:t>
                </a:r>
                <a:endParaRPr lang="en-US" altLang="zh-CN" sz="2000" b="1" i="1" dirty="0"/>
              </a:p>
              <a:p>
                <a:r>
                  <a:rPr lang="en-US" altLang="zh-CN" sz="2000" b="1" dirty="0"/>
                  <a:t>		</a:t>
                </a:r>
                <a:r>
                  <a:rPr lang="en-US" altLang="zh-CN" sz="2000" dirty="0"/>
                  <a:t>test pair (</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i="1" dirty="0" smtClean="0">
                            <a:latin typeface="Cambria Math" panose="02040503050406030204" pitchFamily="18" charset="0"/>
                          </a:rPr>
                          <m:t>𝑡</m:t>
                        </m:r>
                      </m:e>
                      <m:sub>
                        <m:r>
                          <a:rPr lang="en-US" altLang="zh-CN" sz="2000" b="0" i="1" dirty="0" smtClean="0">
                            <a:latin typeface="Cambria Math" panose="02040503050406030204" pitchFamily="18" charset="0"/>
                          </a:rPr>
                          <m:t>𝑅</m:t>
                        </m:r>
                      </m:sub>
                    </m:sSub>
                    <m:r>
                      <a:rPr lang="en-US" altLang="zh-CN" sz="2000" i="1" dirty="0" smtClean="0">
                        <a:latin typeface="Cambria Math" panose="02040503050406030204" pitchFamily="18" charset="0"/>
                      </a:rPr>
                      <m:t>,</m:t>
                    </m:r>
                    <m:sSub>
                      <m:sSubPr>
                        <m:ctrlPr>
                          <a:rPr lang="en-US" altLang="zh-CN" sz="2000" b="0" i="1" dirty="0" smtClean="0">
                            <a:latin typeface="Cambria Math" panose="02040503050406030204" pitchFamily="18" charset="0"/>
                          </a:rPr>
                        </m:ctrlPr>
                      </m:sSubPr>
                      <m:e>
                        <m:r>
                          <a:rPr lang="en-US" altLang="zh-CN" sz="2000" i="1" dirty="0" smtClean="0">
                            <a:latin typeface="Cambria Math" panose="02040503050406030204" pitchFamily="18" charset="0"/>
                          </a:rPr>
                          <m:t>𝑡</m:t>
                        </m:r>
                      </m:e>
                      <m:sub>
                        <m:r>
                          <a:rPr lang="en-US" altLang="zh-CN" sz="2000" b="0" i="1" dirty="0" smtClean="0">
                            <a:latin typeface="Cambria Math" panose="02040503050406030204" pitchFamily="18" charset="0"/>
                          </a:rPr>
                          <m:t>𝑆</m:t>
                        </m:r>
                      </m:sub>
                    </m:sSub>
                  </m:oMath>
                </a14:m>
                <a:r>
                  <a:rPr lang="en-US" altLang="zh-CN" sz="2000" dirty="0"/>
                  <a:t>) to see if they satisfy the join condition θ</a:t>
                </a:r>
                <a:endParaRPr lang="en-US" altLang="zh-CN" sz="2000" dirty="0"/>
              </a:p>
              <a:p>
                <a:r>
                  <a:rPr lang="en-US" altLang="zh-CN" sz="2000" dirty="0"/>
                  <a:t>		if they do, add </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i="1" dirty="0" smtClean="0">
                            <a:latin typeface="Cambria Math" panose="02040503050406030204" pitchFamily="18" charset="0"/>
                          </a:rPr>
                          <m:t>𝑡</m:t>
                        </m:r>
                      </m:e>
                      <m:sub>
                        <m:r>
                          <a:rPr lang="en-US" altLang="zh-CN" sz="2000" b="0" i="1" dirty="0" smtClean="0">
                            <a:latin typeface="Cambria Math" panose="02040503050406030204" pitchFamily="18" charset="0"/>
                          </a:rPr>
                          <m:t>𝑅</m:t>
                        </m:r>
                      </m:sub>
                    </m:sSub>
                    <m:r>
                      <a:rPr lang="en-US" altLang="zh-CN" sz="2000" b="0" i="1" dirty="0" smtClean="0">
                        <a:latin typeface="Cambria Math" panose="02040503050406030204" pitchFamily="18" charset="0"/>
                      </a:rPr>
                      <m:t>×</m:t>
                    </m:r>
                    <m:sSub>
                      <m:sSubPr>
                        <m:ctrlPr>
                          <a:rPr lang="en-US" altLang="zh-CN" sz="2000" b="0" i="1" dirty="0" smtClean="0">
                            <a:latin typeface="Cambria Math" panose="02040503050406030204" pitchFamily="18" charset="0"/>
                          </a:rPr>
                        </m:ctrlPr>
                      </m:sSubPr>
                      <m:e>
                        <m:r>
                          <a:rPr lang="en-US" altLang="zh-CN" sz="2000" i="1" dirty="0" err="1">
                            <a:latin typeface="Cambria Math" panose="02040503050406030204" pitchFamily="18" charset="0"/>
                          </a:rPr>
                          <m:t>𝑡</m:t>
                        </m:r>
                      </m:e>
                      <m:sub>
                        <m:r>
                          <a:rPr lang="en-US" altLang="zh-CN" sz="2000" b="0" i="1" dirty="0" smtClean="0">
                            <a:latin typeface="Cambria Math" panose="02040503050406030204" pitchFamily="18" charset="0"/>
                          </a:rPr>
                          <m:t>𝑆</m:t>
                        </m:r>
                      </m:sub>
                    </m:sSub>
                  </m:oMath>
                </a14:m>
                <a:r>
                  <a:rPr lang="en-US" altLang="zh-CN" sz="2000" dirty="0"/>
                  <a:t> to the result. </a:t>
                </a:r>
                <a:endParaRPr lang="en-US" altLang="zh-CN" sz="2000" dirty="0"/>
              </a:p>
              <a:p>
                <a:r>
                  <a:rPr lang="en-US" altLang="zh-CN" sz="2000" dirty="0"/>
                  <a:t>	</a:t>
                </a:r>
                <a:r>
                  <a:rPr lang="en-US" altLang="zh-CN" sz="2000" b="1" dirty="0"/>
                  <a:t>end</a:t>
                </a:r>
                <a:endParaRPr lang="en-US" altLang="zh-CN" sz="2000" b="1" dirty="0"/>
              </a:p>
              <a:p>
                <a:r>
                  <a:rPr lang="en-US" altLang="zh-CN" sz="2000" b="1" dirty="0"/>
                  <a:t>end</a:t>
                </a:r>
                <a:endParaRPr lang="zh-CN" altLang="en-US" sz="2000" b="1" dirty="0"/>
              </a:p>
            </p:txBody>
          </p:sp>
        </mc:Choice>
        <mc:Fallback>
          <p:sp>
            <p:nvSpPr>
              <p:cNvPr id="5" name="文本框 4"/>
              <p:cNvSpPr txBox="1">
                <a:spLocks noRot="1" noChangeAspect="1" noMove="1" noResize="1" noEditPoints="1" noAdjustHandles="1" noChangeArrowheads="1" noChangeShapeType="1" noTextEdit="1"/>
              </p:cNvSpPr>
              <p:nvPr/>
            </p:nvSpPr>
            <p:spPr>
              <a:xfrm>
                <a:off x="1188406" y="2654185"/>
                <a:ext cx="7229083" cy="1938992"/>
              </a:xfrm>
              <a:prstGeom prst="rect">
                <a:avLst/>
              </a:prstGeom>
              <a:blipFill rotWithShape="1">
                <a:blip r:embed="rId1"/>
                <a:stretch>
                  <a:fillRect l="-4" t="-27" r="8" b="11"/>
                </a:stretch>
              </a:blipFill>
            </p:spPr>
            <p:txBody>
              <a:bodyPr/>
              <a:lstStyle/>
              <a:p>
                <a:r>
                  <a:rPr lang="zh-CN" altLang="en-US">
                    <a:noFill/>
                  </a:rPr>
                  <a:t> </a:t>
                </a:r>
              </a:p>
            </p:txBody>
          </p:sp>
        </mc:Fallback>
      </mc:AlternateContent>
      <p:pic>
        <p:nvPicPr>
          <p:cNvPr id="7" name="图片 6"/>
          <p:cNvPicPr>
            <a:picLocks noChangeAspect="1"/>
          </p:cNvPicPr>
          <p:nvPr/>
        </p:nvPicPr>
        <p:blipFill>
          <a:blip r:embed="rId2"/>
          <a:stretch>
            <a:fillRect/>
          </a:stretch>
        </p:blipFill>
        <p:spPr>
          <a:xfrm>
            <a:off x="8855393" y="2345219"/>
            <a:ext cx="2357090" cy="3933792"/>
          </a:xfrm>
          <a:prstGeom prst="rect">
            <a:avLst/>
          </a:prstGeom>
        </p:spPr>
      </p:pic>
      <p:sp>
        <p:nvSpPr>
          <p:cNvPr id="8" name="Content Placeholder 2"/>
          <p:cNvSpPr txBox="1"/>
          <p:nvPr/>
        </p:nvSpPr>
        <p:spPr>
          <a:xfrm>
            <a:off x="1154083" y="4655873"/>
            <a:ext cx="10058400" cy="151945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endParaRPr lang="en-US" dirty="0"/>
          </a:p>
        </p:txBody>
      </p:sp>
      <mc:AlternateContent xmlns:mc="http://schemas.openxmlformats.org/markup-compatibility/2006">
        <mc:Choice xmlns:a14="http://schemas.microsoft.com/office/drawing/2010/main" Requires="a14">
          <p:sp>
            <p:nvSpPr>
              <p:cNvPr id="9" name="Content Placeholder 2"/>
              <p:cNvSpPr txBox="1"/>
              <p:nvPr/>
            </p:nvSpPr>
            <p:spPr>
              <a:xfrm>
                <a:off x="979517" y="4655873"/>
                <a:ext cx="6034205" cy="349977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buFont typeface="Courier New" panose="02070309020205020404" pitchFamily="49" charset="0"/>
                  <a:buChar char="o"/>
                </a:pPr>
                <a14:m>
                  <m:oMath xmlns:m="http://schemas.openxmlformats.org/officeDocument/2006/math">
                    <m:sSub>
                      <m:sSubPr>
                        <m:ctrlPr>
                          <a:rPr lang="en-US" sz="2200" i="1" dirty="0" smtClean="0">
                            <a:latin typeface="Cambria Math" panose="02040503050406030204" pitchFamily="18" charset="0"/>
                          </a:rPr>
                        </m:ctrlPr>
                      </m:sSubPr>
                      <m:e>
                        <m:r>
                          <a:rPr lang="en-US" sz="2200" i="1" dirty="0" smtClean="0">
                            <a:latin typeface="Cambria Math" panose="02040503050406030204" pitchFamily="18" charset="0"/>
                          </a:rPr>
                          <m:t>𝑇</m:t>
                        </m:r>
                      </m:e>
                      <m:sub>
                        <m:r>
                          <a:rPr lang="en-US" sz="2200" i="1" dirty="0" smtClean="0">
                            <a:latin typeface="Cambria Math" panose="02040503050406030204" pitchFamily="18" charset="0"/>
                          </a:rPr>
                          <m:t>𝑅</m:t>
                        </m:r>
                      </m:sub>
                    </m:sSub>
                  </m:oMath>
                </a14:m>
                <a:r>
                  <a:rPr lang="en-US" sz="2200" dirty="0"/>
                  <a:t>: Number of tuples in relation 𝑅; </a:t>
                </a:r>
                <a:endParaRPr lang="en-US" sz="2200" dirty="0"/>
              </a:p>
              <a:p>
                <a:pPr lvl="1">
                  <a:buFont typeface="Courier New" panose="02070309020205020404" pitchFamily="49" charset="0"/>
                  <a:buChar char="o"/>
                </a:pPr>
                <a14:m>
                  <m:oMath xmlns:m="http://schemas.openxmlformats.org/officeDocument/2006/math">
                    <m:sSub>
                      <m:sSubPr>
                        <m:ctrlPr>
                          <a:rPr lang="en-US" sz="2200" i="1" dirty="0" smtClean="0">
                            <a:latin typeface="Cambria Math" panose="02040503050406030204" pitchFamily="18" charset="0"/>
                          </a:rPr>
                        </m:ctrlPr>
                      </m:sSubPr>
                      <m:e>
                        <m:r>
                          <a:rPr lang="en-US" sz="2200" i="1" dirty="0" smtClean="0">
                            <a:latin typeface="Cambria Math" panose="02040503050406030204" pitchFamily="18" charset="0"/>
                          </a:rPr>
                          <m:t>𝑇</m:t>
                        </m:r>
                      </m:e>
                      <m:sub>
                        <m:r>
                          <a:rPr lang="en-US" sz="2200" b="0" i="1" dirty="0" smtClean="0">
                            <a:latin typeface="Cambria Math" panose="02040503050406030204" pitchFamily="18" charset="0"/>
                          </a:rPr>
                          <m:t>𝑆</m:t>
                        </m:r>
                      </m:sub>
                    </m:sSub>
                  </m:oMath>
                </a14:m>
                <a:r>
                  <a:rPr lang="en-US" sz="2200" dirty="0"/>
                  <a:t>: Number of tuples in relation 𝑆.</a:t>
                </a:r>
                <a:endParaRPr lang="en-US" sz="2200" dirty="0"/>
              </a:p>
              <a:p>
                <a:pPr lvl="1">
                  <a:buFont typeface="Courier New" panose="02070309020205020404" pitchFamily="49" charset="0"/>
                  <a:buChar char="o"/>
                </a:pPr>
                <a:r>
                  <a:rPr lang="en-US" sz="2200" dirty="0"/>
                  <a:t>Complexity: </a:t>
                </a:r>
                <a14:m>
                  <m:oMath xmlns:m="http://schemas.openxmlformats.org/officeDocument/2006/math">
                    <m:r>
                      <a:rPr lang="en-US" sz="2200" i="1" dirty="0" smtClean="0">
                        <a:latin typeface="Cambria Math" panose="02040503050406030204" pitchFamily="18" charset="0"/>
                      </a:rPr>
                      <m:t>𝒪</m:t>
                    </m:r>
                    <m:r>
                      <a:rPr lang="en-US" sz="2200" i="1" dirty="0" smtClean="0">
                        <a:latin typeface="Cambria Math" panose="02040503050406030204" pitchFamily="18" charset="0"/>
                      </a:rPr>
                      <m:t>(</m:t>
                    </m:r>
                    <m:sSub>
                      <m:sSubPr>
                        <m:ctrlPr>
                          <a:rPr lang="en-US" sz="2200" i="1" dirty="0" smtClean="0">
                            <a:latin typeface="Cambria Math" panose="02040503050406030204" pitchFamily="18" charset="0"/>
                          </a:rPr>
                        </m:ctrlPr>
                      </m:sSubPr>
                      <m:e>
                        <m:r>
                          <a:rPr lang="en-US" sz="2200" i="1" dirty="0" smtClean="0">
                            <a:latin typeface="Cambria Math" panose="02040503050406030204" pitchFamily="18" charset="0"/>
                          </a:rPr>
                          <m:t>𝑇</m:t>
                        </m:r>
                      </m:e>
                      <m:sub>
                        <m:r>
                          <a:rPr lang="en-US" sz="2200" i="1" dirty="0" smtClean="0">
                            <a:latin typeface="Cambria Math" panose="02040503050406030204" pitchFamily="18" charset="0"/>
                          </a:rPr>
                          <m:t>𝑅</m:t>
                        </m:r>
                      </m:sub>
                    </m:sSub>
                    <m:r>
                      <a:rPr lang="en-US" sz="2200" i="1" dirty="0" smtClean="0">
                        <a:latin typeface="Cambria Math" panose="02040503050406030204" pitchFamily="18" charset="0"/>
                      </a:rPr>
                      <m:t>×</m:t>
                    </m:r>
                    <m:sSub>
                      <m:sSubPr>
                        <m:ctrlPr>
                          <a:rPr lang="en-US" sz="2200" i="1" dirty="0" smtClean="0">
                            <a:latin typeface="Cambria Math" panose="02040503050406030204" pitchFamily="18" charset="0"/>
                          </a:rPr>
                        </m:ctrlPr>
                      </m:sSubPr>
                      <m:e>
                        <m:r>
                          <a:rPr lang="en-US" sz="2200" i="1" dirty="0" smtClean="0">
                            <a:latin typeface="Cambria Math" panose="02040503050406030204" pitchFamily="18" charset="0"/>
                          </a:rPr>
                          <m:t>𝑇</m:t>
                        </m:r>
                      </m:e>
                      <m:sub>
                        <m:r>
                          <a:rPr lang="en-US" sz="2200" i="1" dirty="0" smtClean="0">
                            <a:latin typeface="Cambria Math" panose="02040503050406030204" pitchFamily="18" charset="0"/>
                          </a:rPr>
                          <m:t>𝑆</m:t>
                        </m:r>
                      </m:sub>
                    </m:sSub>
                    <m:r>
                      <a:rPr lang="en-US" sz="2200" i="1" dirty="0" smtClean="0">
                        <a:latin typeface="Cambria Math" panose="02040503050406030204" pitchFamily="18" charset="0"/>
                      </a:rPr>
                      <m:t> )</m:t>
                    </m:r>
                  </m:oMath>
                </a14:m>
                <a:endParaRPr lang="en-US" sz="2200" dirty="0"/>
              </a:p>
            </p:txBody>
          </p:sp>
        </mc:Choice>
        <mc:Fallback>
          <p:sp>
            <p:nvSpPr>
              <p:cNvPr id="9" name="Content Placeholder 2"/>
              <p:cNvSpPr txBox="1">
                <a:spLocks noRot="1" noChangeAspect="1" noMove="1" noResize="1" noEditPoints="1" noAdjustHandles="1" noChangeArrowheads="1" noChangeShapeType="1" noTextEdit="1"/>
              </p:cNvSpPr>
              <p:nvPr/>
            </p:nvSpPr>
            <p:spPr>
              <a:xfrm>
                <a:off x="979517" y="4655873"/>
                <a:ext cx="6034205" cy="3499774"/>
              </a:xfrm>
              <a:prstGeom prst="rect">
                <a:avLst/>
              </a:prstGeom>
              <a:blipFill rotWithShape="1">
                <a:blip r:embed="rId3"/>
                <a:stretch>
                  <a:fillRect l="-6" t="-1671" r="2" b="10"/>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Query Optimization Overview</a:t>
            </a:r>
            <a:endParaRPr lang="en-US" dirty="0"/>
          </a:p>
        </p:txBody>
      </p:sp>
      <p:sp>
        <p:nvSpPr>
          <p:cNvPr id="3" name="Content Placeholder 2"/>
          <p:cNvSpPr>
            <a:spLocks noGrp="1"/>
          </p:cNvSpPr>
          <p:nvPr>
            <p:ph idx="1"/>
          </p:nvPr>
        </p:nvSpPr>
        <p:spPr>
          <a:xfrm>
            <a:off x="1097280" y="1845733"/>
            <a:ext cx="10058400" cy="4863180"/>
          </a:xfrm>
        </p:spPr>
        <p:txBody>
          <a:bodyPr>
            <a:normAutofit/>
          </a:bodyPr>
          <a:lstStyle/>
          <a:p>
            <a:pPr>
              <a:buFont typeface="Wingdings" panose="05000000000000000000" pitchFamily="2" charset="2"/>
              <a:buChar char="q"/>
            </a:pPr>
            <a:r>
              <a:rPr lang="en-US" altLang="zh-CN" sz="2400" b="1" dirty="0"/>
              <a:t>Motivation: Performance issues of relational databases</a:t>
            </a:r>
            <a:endParaRPr lang="en-US" altLang="zh-CN" sz="2400" b="1" dirty="0"/>
          </a:p>
          <a:p>
            <a:pPr>
              <a:buFont typeface="Wingdings" panose="05000000000000000000" pitchFamily="2" charset="2"/>
              <a:buChar char="q"/>
            </a:pPr>
            <a:r>
              <a:rPr lang="en-US" sz="2400" dirty="0"/>
              <a:t>Example:</a:t>
            </a:r>
            <a:endParaRPr lang="en-US" sz="2400" dirty="0"/>
          </a:p>
          <a:p>
            <a:pPr marL="0" indent="0">
              <a:buNone/>
            </a:pPr>
            <a:endParaRPr lang="en-US" sz="2400" dirty="0"/>
          </a:p>
          <a:p>
            <a:pPr lvl="1">
              <a:buFont typeface="Courier New" panose="02070309020205020404" pitchFamily="49" charset="0"/>
              <a:buChar char="o"/>
            </a:pPr>
            <a:r>
              <a:rPr lang="en-US" sz="2200" dirty="0"/>
              <a:t>Student: </a:t>
            </a:r>
            <a:r>
              <a:rPr lang="en-US" sz="2200" dirty="0">
                <a:solidFill>
                  <a:srgbClr val="FF0000"/>
                </a:solidFill>
              </a:rPr>
              <a:t>10,000</a:t>
            </a:r>
            <a:r>
              <a:rPr lang="en-US" sz="2200" dirty="0"/>
              <a:t> student records (2,500 per year, four years)</a:t>
            </a:r>
            <a:endParaRPr lang="en-US" sz="2200" dirty="0"/>
          </a:p>
          <a:p>
            <a:pPr lvl="1">
              <a:buFont typeface="Courier New" panose="02070309020205020404" pitchFamily="49" charset="0"/>
              <a:buChar char="o"/>
            </a:pPr>
            <a:r>
              <a:rPr lang="en-US" sz="2200" dirty="0"/>
              <a:t>Course: </a:t>
            </a:r>
            <a:r>
              <a:rPr lang="en-US" sz="2200" dirty="0">
                <a:solidFill>
                  <a:srgbClr val="FF0000"/>
                </a:solidFill>
              </a:rPr>
              <a:t>1,000</a:t>
            </a:r>
            <a:r>
              <a:rPr lang="en-US" sz="2200" dirty="0"/>
              <a:t> course records</a:t>
            </a:r>
            <a:endParaRPr lang="en-US" sz="2200" dirty="0"/>
          </a:p>
          <a:p>
            <a:pPr lvl="1">
              <a:buFont typeface="Courier New" panose="02070309020205020404" pitchFamily="49" charset="0"/>
              <a:buChar char="o"/>
            </a:pPr>
            <a:r>
              <a:rPr lang="en-US" sz="2200" dirty="0"/>
              <a:t>SC: </a:t>
            </a:r>
            <a:r>
              <a:rPr lang="en-US" sz="2200" dirty="0">
                <a:solidFill>
                  <a:srgbClr val="FF0000"/>
                </a:solidFill>
              </a:rPr>
              <a:t>10,000 * 50 = 500,000 </a:t>
            </a:r>
            <a:r>
              <a:rPr lang="en-US" sz="2200" dirty="0"/>
              <a:t>course selection records (10,000 students, each selecting 50 courses)</a:t>
            </a:r>
            <a:endParaRPr lang="en-US" sz="2200" dirty="0"/>
          </a:p>
          <a:p>
            <a:pPr lvl="1">
              <a:buFont typeface="Courier New" panose="02070309020205020404" pitchFamily="49" charset="0"/>
              <a:buChar char="o"/>
            </a:pPr>
            <a:r>
              <a:rPr lang="en-US" sz="2200" dirty="0"/>
              <a:t>Student × SC × Course: </a:t>
            </a:r>
            <a:r>
              <a:rPr lang="en-US" sz="2200" dirty="0">
                <a:solidFill>
                  <a:srgbClr val="FF0000"/>
                </a:solidFill>
              </a:rPr>
              <a:t>10,000 * 50 * 10,000 * 1,000 </a:t>
            </a:r>
            <a:r>
              <a:rPr lang="en-US" sz="2200" dirty="0"/>
              <a:t>records = </a:t>
            </a:r>
            <a:r>
              <a:rPr lang="en-US" sz="2200" dirty="0">
                <a:solidFill>
                  <a:srgbClr val="FF0000"/>
                </a:solidFill>
              </a:rPr>
              <a:t>5 * 10¹² </a:t>
            </a:r>
            <a:r>
              <a:rPr lang="en-US" sz="2200" dirty="0"/>
              <a:t>records</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mc:AlternateContent xmlns:mc="http://schemas.openxmlformats.org/markup-compatibility/2006">
        <mc:Choice xmlns:a14="http://schemas.microsoft.com/office/drawing/2010/main" Requires="a14">
          <p:sp>
            <p:nvSpPr>
              <p:cNvPr id="4" name="对象 53">
                <a:hlinkClick r:id="" action="ppaction://ole?verb=0"/>
              </p:cNvPr>
              <p:cNvSpPr txBox="1"/>
              <p:nvPr/>
            </p:nvSpPr>
            <p:spPr>
              <a:xfrm>
                <a:off x="1892757" y="2756770"/>
                <a:ext cx="8791575" cy="512763"/>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a:solidFill>
                                <a:srgbClr val="000000"/>
                              </a:solidFill>
                              <a:latin typeface="Cambria Math" panose="02040503050406030204" pitchFamily="18" charset="0"/>
                            </a:rPr>
                            <m:t>∏</m:t>
                          </m:r>
                        </m:e>
                        <m:sub>
                          <m:r>
                            <m:rPr>
                              <m:nor/>
                            </m:rPr>
                            <a:rPr lang="zh-CN" altLang="en-US">
                              <a:solidFill>
                                <a:srgbClr val="000000"/>
                              </a:solidFill>
                              <a:latin typeface="Cambria Math" panose="02040503050406030204" pitchFamily="18" charset="0"/>
                            </a:rPr>
                            <m:t>Sname</m:t>
                          </m:r>
                        </m:sub>
                      </m:sSub>
                      <m:r>
                        <a:rPr lang="zh-CN" altLang="en-US">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a:solidFill>
                                <a:srgbClr val="000000"/>
                              </a:solidFill>
                              <a:latin typeface="Cambria Math" panose="02040503050406030204" pitchFamily="18" charset="0"/>
                            </a:rPr>
                            <m:t>𝜎</m:t>
                          </m:r>
                        </m:e>
                        <m:sub>
                          <m:r>
                            <m:rPr>
                              <m:nor/>
                            </m:rPr>
                            <a:rPr lang="zh-CN" altLang="en-US">
                              <a:solidFill>
                                <a:srgbClr val="000000"/>
                              </a:solidFill>
                              <a:latin typeface="Cambria Math" panose="02040503050406030204" pitchFamily="18" charset="0"/>
                            </a:rPr>
                            <m:t>SC</m:t>
                          </m:r>
                          <m:r>
                            <m:rPr>
                              <m:nor/>
                            </m:rP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C</m:t>
                          </m:r>
                          <m:r>
                            <m:rPr>
                              <m:nor/>
                            </m:rP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Course</m:t>
                          </m:r>
                          <m:r>
                            <m:rPr>
                              <m:nor/>
                            </m:rP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C</m:t>
                          </m:r>
                          <m:r>
                            <m:rPr>
                              <m:nor/>
                            </m:rPr>
                            <a:rPr lang="zh-CN" altLang="en-US">
                              <a:solidFill>
                                <a:srgbClr val="000000"/>
                              </a:solidFill>
                              <a:latin typeface="Cambria Math" panose="02040503050406030204" pitchFamily="18" charset="0"/>
                            </a:rPr>
                            <m:t>#</m:t>
                          </m:r>
                          <m: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Student</m:t>
                          </m:r>
                          <m:r>
                            <m:rPr>
                              <m:nor/>
                            </m:rP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S</m:t>
                          </m:r>
                          <m:r>
                            <m:rPr>
                              <m:nor/>
                            </m:rPr>
                            <a:rPr lang="zh-CN" altLang="en-US">
                              <a:solidFill>
                                <a:srgbClr val="000000"/>
                              </a:solidFill>
                              <a:latin typeface="Cambria Math" panose="02040503050406030204" pitchFamily="18" charset="0"/>
                            </a:rPr>
                            <m:t>#</m:t>
                          </m:r>
                          <m:r>
                            <m:rPr>
                              <m:nor/>
                            </m:rPr>
                            <a:rPr lang="en-US" altLang="zh-CN" b="0" i="0" smtClean="0">
                              <a:solidFill>
                                <a:srgbClr val="000000"/>
                              </a:solidFill>
                              <a:latin typeface="Cambria Math" panose="02040503050406030204" pitchFamily="18" charset="0"/>
                            </a:rPr>
                            <m:t>=</m:t>
                          </m:r>
                          <m:r>
                            <m:rPr>
                              <m:nor/>
                            </m:rPr>
                            <a:rPr lang="en-US" altLang="zh-CN" b="0" i="0" smtClean="0">
                              <a:solidFill>
                                <a:srgbClr val="000000"/>
                              </a:solidFill>
                              <a:latin typeface="Cambria Math" panose="02040503050406030204" pitchFamily="18" charset="0"/>
                            </a:rPr>
                            <m:t>SC</m:t>
                          </m:r>
                          <m:r>
                            <m:rPr>
                              <m:nor/>
                            </m:rPr>
                            <a:rPr lang="en-US" altLang="zh-CN" b="0" i="0" smtClean="0">
                              <a:solidFill>
                                <a:srgbClr val="000000"/>
                              </a:solidFill>
                              <a:latin typeface="Cambria Math" panose="02040503050406030204" pitchFamily="18" charset="0"/>
                            </a:rPr>
                            <m:t>.</m:t>
                          </m:r>
                          <m:r>
                            <m:rPr>
                              <m:nor/>
                            </m:rPr>
                            <a:rPr lang="en-US" altLang="zh-CN" b="0" i="0" smtClean="0">
                              <a:solidFill>
                                <a:srgbClr val="000000"/>
                              </a:solidFill>
                              <a:latin typeface="Cambria Math" panose="02040503050406030204" pitchFamily="18" charset="0"/>
                            </a:rPr>
                            <m:t>S</m:t>
                          </m:r>
                          <m:r>
                            <m:rPr>
                              <m:nor/>
                            </m:rPr>
                            <a:rPr lang="en-US" altLang="zh-CN" b="0" i="0" smtClean="0">
                              <a:solidFill>
                                <a:srgbClr val="000000"/>
                              </a:solidFill>
                              <a:latin typeface="Cambria Math" panose="02040503050406030204" pitchFamily="18" charset="0"/>
                            </a:rPr>
                            <m:t>#</m:t>
                          </m:r>
                          <m:r>
                            <a:rPr lang="en-US" altLang="zh-CN">
                              <a:solidFill>
                                <a:srgbClr val="000000"/>
                              </a:solidFill>
                              <a:latin typeface="Cambria Math" panose="02040503050406030204" pitchFamily="18" charset="0"/>
                            </a:rPr>
                            <m:t> </m:t>
                          </m:r>
                          <m: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Cname</m:t>
                          </m:r>
                          <m:r>
                            <m:rPr>
                              <m:nor/>
                            </m:rP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DB</m:t>
                          </m:r>
                          <m:r>
                            <m:rPr>
                              <m:nor/>
                            </m:rPr>
                            <a:rPr lang="zh-CN" altLang="en-US">
                              <a:solidFill>
                                <a:srgbClr val="000000"/>
                              </a:solidFill>
                              <a:latin typeface="Cambria Math" panose="02040503050406030204" pitchFamily="18" charset="0"/>
                            </a:rPr>
                            <m:t>′</m:t>
                          </m:r>
                        </m:sub>
                      </m:sSub>
                      <m: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Student</m:t>
                      </m:r>
                      <m: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SC</m:t>
                      </m:r>
                      <m:r>
                        <a:rPr lang="zh-CN" altLang="en-US">
                          <a:solidFill>
                            <a:srgbClr val="000000"/>
                          </a:solidFill>
                          <a:latin typeface="Cambria Math" panose="02040503050406030204" pitchFamily="18" charset="0"/>
                        </a:rPr>
                        <m:t>×</m:t>
                      </m:r>
                      <m:r>
                        <m:rPr>
                          <m:nor/>
                        </m:rPr>
                        <a:rPr lang="zh-CN" altLang="en-US">
                          <a:solidFill>
                            <a:srgbClr val="000000"/>
                          </a:solidFill>
                          <a:latin typeface="Cambria Math" panose="02040503050406030204" pitchFamily="18" charset="0"/>
                        </a:rPr>
                        <m:t>Course</m:t>
                      </m:r>
                      <m:r>
                        <a:rPr lang="zh-CN" altLang="en-US">
                          <a:solidFill>
                            <a:srgbClr val="000000"/>
                          </a:solidFill>
                          <a:latin typeface="Cambria Math" panose="02040503050406030204" pitchFamily="18" charset="0"/>
                        </a:rPr>
                        <m:t>))</m:t>
                      </m:r>
                    </m:oMath>
                  </m:oMathPara>
                </a14:m>
                <a:endParaRPr lang="zh-CN" altLang="en-US" dirty="0">
                  <a:solidFill>
                    <a:srgbClr val="000000"/>
                  </a:solidFill>
                  <a:latin typeface="Cambria Math" panose="02040503050406030204" pitchFamily="18" charset="0"/>
                </a:endParaRPr>
              </a:p>
            </p:txBody>
          </p:sp>
        </mc:Choice>
        <mc:Fallback>
          <p:sp>
            <p:nvSpPr>
              <p:cNvPr id="4" name="对象 53">
                <a:hlinkClick r:id="" action="ppaction://ole?verb=0"/>
              </p:cNvPr>
              <p:cNvSpPr txBox="1">
                <a:spLocks noRot="1" noChangeAspect="1" noMove="1" noResize="1" noEditPoints="1" noAdjustHandles="1" noChangeArrowheads="1" noChangeShapeType="1" noTextEdit="1"/>
              </p:cNvSpPr>
              <p:nvPr/>
            </p:nvSpPr>
            <p:spPr>
              <a:xfrm>
                <a:off x="1892757" y="2756770"/>
                <a:ext cx="8791575" cy="512763"/>
              </a:xfrm>
              <a:prstGeom prst="rect">
                <a:avLst/>
              </a:prstGeom>
              <a:blipFill rotWithShape="1">
                <a:blip r:embed="rId1"/>
                <a:stretch>
                  <a:fillRect l="-5" t="-46" r="5" b="108"/>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a:t>
            </a:r>
            <a:endParaRPr lang="en-US" sz="4000" u="sng" dirty="0"/>
          </a:p>
        </p:txBody>
      </p:sp>
      <p:sp>
        <p:nvSpPr>
          <p:cNvPr id="18" name="文本框 17"/>
          <p:cNvSpPr txBox="1"/>
          <p:nvPr/>
        </p:nvSpPr>
        <p:spPr>
          <a:xfrm>
            <a:off x="592184" y="894000"/>
            <a:ext cx="10963076" cy="1200329"/>
          </a:xfrm>
          <a:prstGeom prst="rect">
            <a:avLst/>
          </a:prstGeom>
          <a:noFill/>
        </p:spPr>
        <p:txBody>
          <a:bodyPr wrap="square">
            <a:spAutoFit/>
          </a:bodyPr>
          <a:lstStyle/>
          <a:p>
            <a:r>
              <a:rPr lang="en-US" altLang="zh-CN" sz="2400" dirty="0">
                <a:solidFill>
                  <a:schemeClr val="accent2"/>
                </a:solidFill>
              </a:rPr>
              <a:t>The impact of the order of relational algebra operations on efficiency</a:t>
            </a:r>
            <a:r>
              <a:rPr lang="en-US" altLang="zh-CN" sz="2400" dirty="0"/>
              <a:t>: </a:t>
            </a:r>
            <a:endParaRPr lang="en-US" altLang="zh-CN" sz="2400" dirty="0"/>
          </a:p>
          <a:p>
            <a:r>
              <a:rPr lang="en-US" altLang="zh-CN" sz="2400" dirty="0"/>
              <a:t>The following three relational algebra statements represent the same retrieval requirement, but which one is better?</a:t>
            </a:r>
            <a:endParaRPr lang="en-US" altLang="zh-CN" sz="2400" dirty="0"/>
          </a:p>
        </p:txBody>
      </p:sp>
      <p:grpSp>
        <p:nvGrpSpPr>
          <p:cNvPr id="3" name="组合 2"/>
          <p:cNvGrpSpPr/>
          <p:nvPr/>
        </p:nvGrpSpPr>
        <p:grpSpPr>
          <a:xfrm>
            <a:off x="6296565" y="2536655"/>
            <a:ext cx="3379470" cy="1155700"/>
            <a:chOff x="8781" y="4100"/>
            <a:chExt cx="5322" cy="1820"/>
          </a:xfrm>
        </p:grpSpPr>
        <p:grpSp>
          <p:nvGrpSpPr>
            <p:cNvPr id="4" name="组合 3"/>
            <p:cNvGrpSpPr/>
            <p:nvPr/>
          </p:nvGrpSpPr>
          <p:grpSpPr>
            <a:xfrm>
              <a:off x="8781" y="4100"/>
              <a:ext cx="3395" cy="628"/>
              <a:chOff x="8781" y="4100"/>
              <a:chExt cx="3395" cy="628"/>
            </a:xfrm>
          </p:grpSpPr>
          <p:grpSp>
            <p:nvGrpSpPr>
              <p:cNvPr id="22" name="组合 21"/>
              <p:cNvGrpSpPr/>
              <p:nvPr/>
            </p:nvGrpSpPr>
            <p:grpSpPr>
              <a:xfrm>
                <a:off x="8880" y="4100"/>
                <a:ext cx="3297" cy="628"/>
                <a:chOff x="8880" y="4728"/>
                <a:chExt cx="2987" cy="628"/>
              </a:xfrm>
            </p:grpSpPr>
            <p:sp>
              <p:nvSpPr>
                <p:cNvPr id="24" name="文本框 23"/>
                <p:cNvSpPr txBox="1"/>
                <p:nvPr/>
              </p:nvSpPr>
              <p:spPr>
                <a:xfrm>
                  <a:off x="10360" y="4728"/>
                  <a:ext cx="1507" cy="628"/>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500000</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sp>
              <p:nvSpPr>
                <p:cNvPr id="25" name="文本框 24"/>
                <p:cNvSpPr txBox="1"/>
                <p:nvPr/>
              </p:nvSpPr>
              <p:spPr>
                <a:xfrm>
                  <a:off x="8880" y="4728"/>
                  <a:ext cx="1307" cy="628"/>
                </a:xfrm>
                <a:prstGeom prst="rect">
                  <a:avLst/>
                </a:prstGeom>
                <a:noFill/>
              </p:spPr>
              <p:txBody>
                <a:bodyPr wrap="square" rtlCol="0">
                  <a:spAutoFit/>
                </a:bodyPr>
                <a:lstStyle/>
                <a:p>
                  <a:r>
                    <a:rPr lang="en-US" altLang="zh-CN" sz="2000">
                      <a:solidFill>
                        <a:srgbClr val="FF0000"/>
                      </a:solidFill>
                      <a:latin typeface="Times New Roman" panose="02020603050405020304" pitchFamily="18" charset="0"/>
                      <a:cs typeface="Times New Roman" panose="02020603050405020304" pitchFamily="18" charset="0"/>
                    </a:rPr>
                    <a:t>10000</a:t>
                  </a:r>
                  <a:endParaRPr lang="en-US" altLang="zh-CN" sz="2000">
                    <a:solidFill>
                      <a:srgbClr val="FF0000"/>
                    </a:solidFill>
                    <a:latin typeface="Times New Roman" panose="02020603050405020304" pitchFamily="18" charset="0"/>
                    <a:cs typeface="Times New Roman" panose="02020603050405020304" pitchFamily="18" charset="0"/>
                  </a:endParaRPr>
                </a:p>
              </p:txBody>
            </p:sp>
          </p:grpSp>
          <p:cxnSp>
            <p:nvCxnSpPr>
              <p:cNvPr id="23" name="直接连接符 22"/>
              <p:cNvCxnSpPr/>
              <p:nvPr/>
            </p:nvCxnSpPr>
            <p:spPr>
              <a:xfrm>
                <a:off x="8781" y="4696"/>
                <a:ext cx="3218"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5" name="组合 4"/>
            <p:cNvGrpSpPr/>
            <p:nvPr/>
          </p:nvGrpSpPr>
          <p:grpSpPr>
            <a:xfrm>
              <a:off x="10513" y="4680"/>
              <a:ext cx="3265" cy="628"/>
              <a:chOff x="8734" y="4100"/>
              <a:chExt cx="3265" cy="628"/>
            </a:xfrm>
          </p:grpSpPr>
          <p:grpSp>
            <p:nvGrpSpPr>
              <p:cNvPr id="8" name="组合 7"/>
              <p:cNvGrpSpPr/>
              <p:nvPr/>
            </p:nvGrpSpPr>
            <p:grpSpPr>
              <a:xfrm>
                <a:off x="8734" y="4100"/>
                <a:ext cx="3108" cy="628"/>
                <a:chOff x="8748" y="4728"/>
                <a:chExt cx="2816" cy="628"/>
              </a:xfrm>
            </p:grpSpPr>
            <p:sp>
              <p:nvSpPr>
                <p:cNvPr id="20" name="文本框 19"/>
                <p:cNvSpPr txBox="1"/>
                <p:nvPr/>
              </p:nvSpPr>
              <p:spPr>
                <a:xfrm>
                  <a:off x="10529" y="4728"/>
                  <a:ext cx="1035" cy="628"/>
                </a:xfrm>
                <a:prstGeom prst="rect">
                  <a:avLst/>
                </a:prstGeom>
                <a:noFill/>
              </p:spPr>
              <p:txBody>
                <a:bodyPr wrap="square" rtlCol="0">
                  <a:spAutoFit/>
                </a:bodyPr>
                <a:lstStyle/>
                <a:p>
                  <a:r>
                    <a:rPr lang="en-US" altLang="zh-CN" sz="2000">
                      <a:solidFill>
                        <a:srgbClr val="FF0000"/>
                      </a:solidFill>
                      <a:latin typeface="Times New Roman" panose="02020603050405020304" pitchFamily="18" charset="0"/>
                      <a:cs typeface="Times New Roman" panose="02020603050405020304" pitchFamily="18" charset="0"/>
                    </a:rPr>
                    <a:t>1000</a:t>
                  </a:r>
                  <a:endParaRPr lang="en-US" altLang="zh-CN" sz="2000">
                    <a:solidFill>
                      <a:srgbClr val="FF0000"/>
                    </a:solidFill>
                    <a:latin typeface="Times New Roman" panose="02020603050405020304" pitchFamily="18" charset="0"/>
                    <a:cs typeface="Times New Roman" panose="02020603050405020304" pitchFamily="18" charset="0"/>
                  </a:endParaRPr>
                </a:p>
              </p:txBody>
            </p:sp>
            <p:sp>
              <p:nvSpPr>
                <p:cNvPr id="21" name="文本框 20"/>
                <p:cNvSpPr txBox="1"/>
                <p:nvPr/>
              </p:nvSpPr>
              <p:spPr>
                <a:xfrm>
                  <a:off x="8748" y="4728"/>
                  <a:ext cx="1440" cy="628"/>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500000</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grpSp>
          <p:cxnSp>
            <p:nvCxnSpPr>
              <p:cNvPr id="14" name="直接连接符 13"/>
              <p:cNvCxnSpPr/>
              <p:nvPr/>
            </p:nvCxnSpPr>
            <p:spPr>
              <a:xfrm>
                <a:off x="8781" y="4696"/>
                <a:ext cx="3218"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sp>
          <p:nvSpPr>
            <p:cNvPr id="7" name="文本框 6"/>
            <p:cNvSpPr txBox="1"/>
            <p:nvPr/>
          </p:nvSpPr>
          <p:spPr>
            <a:xfrm>
              <a:off x="12456" y="5292"/>
              <a:ext cx="1647" cy="628"/>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500000</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grpSp>
      <p:grpSp>
        <p:nvGrpSpPr>
          <p:cNvPr id="26" name="组合 25"/>
          <p:cNvGrpSpPr/>
          <p:nvPr/>
        </p:nvGrpSpPr>
        <p:grpSpPr>
          <a:xfrm>
            <a:off x="5003165" y="4015971"/>
            <a:ext cx="4642327" cy="1619250"/>
            <a:chOff x="6482" y="4100"/>
            <a:chExt cx="7311" cy="2550"/>
          </a:xfrm>
        </p:grpSpPr>
        <p:grpSp>
          <p:nvGrpSpPr>
            <p:cNvPr id="30" name="组合 29"/>
            <p:cNvGrpSpPr/>
            <p:nvPr/>
          </p:nvGrpSpPr>
          <p:grpSpPr>
            <a:xfrm>
              <a:off x="10200" y="4100"/>
              <a:ext cx="3577" cy="628"/>
              <a:chOff x="10200" y="4100"/>
              <a:chExt cx="3577" cy="628"/>
            </a:xfrm>
          </p:grpSpPr>
          <p:sp>
            <p:nvSpPr>
              <p:cNvPr id="46" name="文本框 45"/>
              <p:cNvSpPr txBox="1"/>
              <p:nvPr/>
            </p:nvSpPr>
            <p:spPr>
              <a:xfrm>
                <a:off x="12177" y="4100"/>
                <a:ext cx="1199" cy="628"/>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1000</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cxnSp>
            <p:nvCxnSpPr>
              <p:cNvPr id="49" name="直接连接符 48"/>
              <p:cNvCxnSpPr/>
              <p:nvPr/>
            </p:nvCxnSpPr>
            <p:spPr>
              <a:xfrm>
                <a:off x="10200" y="4696"/>
                <a:ext cx="3577"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32" name="组合 31"/>
            <p:cNvGrpSpPr/>
            <p:nvPr/>
          </p:nvGrpSpPr>
          <p:grpSpPr>
            <a:xfrm>
              <a:off x="8377" y="4680"/>
              <a:ext cx="5401" cy="628"/>
              <a:chOff x="6598" y="4100"/>
              <a:chExt cx="5401" cy="628"/>
            </a:xfrm>
          </p:grpSpPr>
          <p:grpSp>
            <p:nvGrpSpPr>
              <p:cNvPr id="40" name="组合 39"/>
              <p:cNvGrpSpPr/>
              <p:nvPr/>
            </p:nvGrpSpPr>
            <p:grpSpPr>
              <a:xfrm>
                <a:off x="6622" y="4100"/>
                <a:ext cx="5220" cy="628"/>
                <a:chOff x="6834" y="4728"/>
                <a:chExt cx="4730" cy="628"/>
              </a:xfrm>
            </p:grpSpPr>
            <p:sp>
              <p:nvSpPr>
                <p:cNvPr id="44" name="文本框 43"/>
                <p:cNvSpPr txBox="1"/>
                <p:nvPr/>
              </p:nvSpPr>
              <p:spPr>
                <a:xfrm>
                  <a:off x="10529" y="4728"/>
                  <a:ext cx="1035" cy="628"/>
                </a:xfrm>
                <a:prstGeom prst="rect">
                  <a:avLst/>
                </a:prstGeom>
                <a:noFill/>
              </p:spPr>
              <p:txBody>
                <a:bodyPr wrap="square" rtlCol="0">
                  <a:spAutoFit/>
                </a:bodyPr>
                <a:lstStyle/>
                <a:p>
                  <a:r>
                    <a:rPr lang="en-US" altLang="zh-CN" sz="2000">
                      <a:solidFill>
                        <a:srgbClr val="FF0000"/>
                      </a:solidFill>
                      <a:latin typeface="Times New Roman" panose="02020603050405020304" pitchFamily="18" charset="0"/>
                      <a:cs typeface="Times New Roman" panose="02020603050405020304" pitchFamily="18" charset="0"/>
                    </a:rPr>
                    <a:t>1</a:t>
                  </a:r>
                  <a:endParaRPr lang="en-US" altLang="zh-CN" sz="2000">
                    <a:solidFill>
                      <a:srgbClr val="FF0000"/>
                    </a:solidFill>
                    <a:latin typeface="Times New Roman" panose="02020603050405020304" pitchFamily="18" charset="0"/>
                    <a:cs typeface="Times New Roman" panose="02020603050405020304" pitchFamily="18" charset="0"/>
                  </a:endParaRPr>
                </a:p>
              </p:txBody>
            </p:sp>
            <p:sp>
              <p:nvSpPr>
                <p:cNvPr id="45" name="文本框 44"/>
                <p:cNvSpPr txBox="1"/>
                <p:nvPr/>
              </p:nvSpPr>
              <p:spPr>
                <a:xfrm>
                  <a:off x="6834" y="4728"/>
                  <a:ext cx="1440" cy="628"/>
                </a:xfrm>
                <a:prstGeom prst="rect">
                  <a:avLst/>
                </a:prstGeom>
                <a:noFill/>
              </p:spPr>
              <p:txBody>
                <a:bodyPr wrap="square" rtlCol="0">
                  <a:spAutoFit/>
                </a:bodyPr>
                <a:lstStyle/>
                <a:p>
                  <a:r>
                    <a:rPr lang="en-US" altLang="zh-CN" sz="2000">
                      <a:solidFill>
                        <a:srgbClr val="FF0000"/>
                      </a:solidFill>
                      <a:latin typeface="Times New Roman" panose="02020603050405020304" pitchFamily="18" charset="0"/>
                      <a:cs typeface="Times New Roman" panose="02020603050405020304" pitchFamily="18" charset="0"/>
                    </a:rPr>
                    <a:t>500000</a:t>
                  </a:r>
                  <a:endParaRPr lang="en-US" altLang="zh-CN" sz="2000">
                    <a:solidFill>
                      <a:srgbClr val="FF0000"/>
                    </a:solidFill>
                    <a:latin typeface="Times New Roman" panose="02020603050405020304" pitchFamily="18" charset="0"/>
                    <a:cs typeface="Times New Roman" panose="02020603050405020304" pitchFamily="18" charset="0"/>
                  </a:endParaRPr>
                </a:p>
              </p:txBody>
            </p:sp>
          </p:grpSp>
          <p:cxnSp>
            <p:nvCxnSpPr>
              <p:cNvPr id="42" name="直接连接符 41"/>
              <p:cNvCxnSpPr/>
              <p:nvPr/>
            </p:nvCxnSpPr>
            <p:spPr>
              <a:xfrm>
                <a:off x="6598" y="4696"/>
                <a:ext cx="5401"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34" name="组合 33"/>
            <p:cNvGrpSpPr/>
            <p:nvPr/>
          </p:nvGrpSpPr>
          <p:grpSpPr>
            <a:xfrm>
              <a:off x="6482" y="5292"/>
              <a:ext cx="7311" cy="1358"/>
              <a:chOff x="7210" y="4100"/>
              <a:chExt cx="4789" cy="1358"/>
            </a:xfrm>
          </p:grpSpPr>
          <p:sp>
            <p:nvSpPr>
              <p:cNvPr id="35" name="文本框 34"/>
              <p:cNvSpPr txBox="1"/>
              <p:nvPr/>
            </p:nvSpPr>
            <p:spPr>
              <a:xfrm>
                <a:off x="8467" y="4100"/>
                <a:ext cx="2401" cy="630"/>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2500(approximately)</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cxnSp>
            <p:nvCxnSpPr>
              <p:cNvPr id="37" name="直接连接符 36"/>
              <p:cNvCxnSpPr/>
              <p:nvPr/>
            </p:nvCxnSpPr>
            <p:spPr>
              <a:xfrm>
                <a:off x="7365" y="4683"/>
                <a:ext cx="4634" cy="13"/>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7287" y="4100"/>
                <a:ext cx="1079" cy="628"/>
              </a:xfrm>
              <a:prstGeom prst="rect">
                <a:avLst/>
              </a:prstGeom>
              <a:noFill/>
            </p:spPr>
            <p:txBody>
              <a:bodyPr wrap="square" rtlCol="0">
                <a:spAutoFit/>
              </a:bodyPr>
              <a:lstStyle/>
              <a:p>
                <a:r>
                  <a:rPr lang="en-US" altLang="zh-CN" sz="2000">
                    <a:solidFill>
                      <a:srgbClr val="FF0000"/>
                    </a:solidFill>
                    <a:latin typeface="Times New Roman" panose="02020603050405020304" pitchFamily="18" charset="0"/>
                    <a:cs typeface="Times New Roman" panose="02020603050405020304" pitchFamily="18" charset="0"/>
                  </a:rPr>
                  <a:t>10000</a:t>
                </a:r>
                <a:endParaRPr lang="en-US" altLang="zh-CN" sz="2000">
                  <a:solidFill>
                    <a:srgbClr val="FF0000"/>
                  </a:solidFill>
                  <a:latin typeface="Times New Roman" panose="02020603050405020304" pitchFamily="18" charset="0"/>
                  <a:cs typeface="Times New Roman" panose="02020603050405020304" pitchFamily="18" charset="0"/>
                </a:endParaRPr>
              </a:p>
            </p:txBody>
          </p:sp>
          <p:sp>
            <p:nvSpPr>
              <p:cNvPr id="39" name="文本框 38"/>
              <p:cNvSpPr txBox="1"/>
              <p:nvPr/>
            </p:nvSpPr>
            <p:spPr>
              <a:xfrm>
                <a:off x="7210" y="4828"/>
                <a:ext cx="2469" cy="630"/>
              </a:xfrm>
              <a:prstGeom prst="rect">
                <a:avLst/>
              </a:prstGeom>
              <a:noFill/>
            </p:spPr>
            <p:txBody>
              <a:bodyPr wrap="square" rtlCol="0">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2500(approximately)</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grpSp>
      </p:grpSp>
      <p:sp>
        <p:nvSpPr>
          <p:cNvPr id="51" name="文本框 50"/>
          <p:cNvSpPr txBox="1"/>
          <p:nvPr/>
        </p:nvSpPr>
        <p:spPr>
          <a:xfrm>
            <a:off x="2809875" y="3636645"/>
            <a:ext cx="7334885" cy="514350"/>
          </a:xfrm>
          <a:prstGeom prst="rect">
            <a:avLst/>
          </a:prstGeom>
          <a:noFill/>
        </p:spPr>
        <p:txBody>
          <a:bodyPr wrap="square" rtlCol="0" anchor="t">
            <a:spAutoFit/>
          </a:bodyPr>
          <a:lstStyle/>
          <a:p>
            <a:pPr algn="ctr">
              <a:lnSpc>
                <a:spcPct val="125000"/>
              </a:lnSpc>
              <a:spcBef>
                <a:spcPts val="0"/>
              </a:spcBef>
              <a:spcAft>
                <a:spcPts val="0"/>
              </a:spcAft>
            </a:pP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Sname,Score</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(Student </a:t>
            </a:r>
            <a:r>
              <a:rPr lang="zh-CN" altLang="en-US"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(SC </a:t>
            </a:r>
            <a:r>
              <a:rPr lang="zh-CN" altLang="en-US"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200" dirty="0" err="1">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Cname</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DB’</a:t>
            </a:r>
            <a:r>
              <a:rPr lang="en-US" altLang="zh-CN" sz="2200" dirty="0" err="1">
                <a:latin typeface="Times New Roman" panose="02020603050405020304" pitchFamily="18" charset="0"/>
                <a:ea typeface="微软雅黑" panose="020B0503020204020204" charset="-122"/>
                <a:cs typeface="Times New Roman" panose="02020603050405020304" pitchFamily="18" charset="0"/>
                <a:sym typeface="+mn-ea"/>
              </a:rPr>
              <a:t>Course</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52" name="文本框 51"/>
          <p:cNvSpPr txBox="1"/>
          <p:nvPr/>
        </p:nvSpPr>
        <p:spPr>
          <a:xfrm>
            <a:off x="2895600" y="5629102"/>
            <a:ext cx="8458200" cy="475515"/>
          </a:xfrm>
          <a:prstGeom prst="rect">
            <a:avLst/>
          </a:prstGeom>
          <a:noFill/>
        </p:spPr>
        <p:txBody>
          <a:bodyPr wrap="square" rtlCol="0" anchor="t">
            <a:spAutoFit/>
          </a:bodyPr>
          <a:lstStyle/>
          <a:p>
            <a:pPr algn="ctr">
              <a:lnSpc>
                <a:spcPct val="125000"/>
              </a:lnSpc>
              <a:spcBef>
                <a:spcPts val="0"/>
              </a:spcBef>
              <a:spcAft>
                <a:spcPts val="0"/>
              </a:spcAft>
            </a:pP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Sname,Score</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baseline="-250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200" baseline="-25000"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Sname</a:t>
            </a:r>
            <a:r>
              <a:rPr lang="en-US" altLang="zh-CN" sz="2200" baseline="-250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Student </a:t>
            </a:r>
            <a:r>
              <a:rPr lang="zh-CN" altLang="en-US"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(SC </a:t>
            </a:r>
            <a:r>
              <a:rPr lang="zh-CN" altLang="en-US"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2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baseline="-250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err="1">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Cname</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=’DB’ </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Course)))</a:t>
            </a:r>
            <a:endPar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54" name="文本框 53"/>
          <p:cNvSpPr txBox="1"/>
          <p:nvPr/>
        </p:nvSpPr>
        <p:spPr>
          <a:xfrm>
            <a:off x="3352800" y="2122170"/>
            <a:ext cx="6349365" cy="514350"/>
          </a:xfrm>
          <a:prstGeom prst="rect">
            <a:avLst/>
          </a:prstGeom>
          <a:noFill/>
        </p:spPr>
        <p:txBody>
          <a:bodyPr wrap="square" rtlCol="0" anchor="t">
            <a:spAutoFit/>
          </a:bodyPr>
          <a:lstStyle/>
          <a:p>
            <a:pPr algn="l">
              <a:lnSpc>
                <a:spcPct val="125000"/>
              </a:lnSpc>
              <a:spcBef>
                <a:spcPts val="0"/>
              </a:spcBef>
              <a:spcAft>
                <a:spcPts val="0"/>
              </a:spcAft>
            </a:pP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Sname,Score</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200" dirty="0" err="1">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200" baseline="-25000" dirty="0" err="1">
                <a:latin typeface="Times New Roman" panose="02020603050405020304" pitchFamily="18" charset="0"/>
                <a:ea typeface="微软雅黑" panose="020B0503020204020204" charset="-122"/>
                <a:cs typeface="Times New Roman" panose="02020603050405020304" pitchFamily="18" charset="0"/>
                <a:sym typeface="+mn-ea"/>
              </a:rPr>
              <a:t>Cname</a:t>
            </a:r>
            <a:r>
              <a:rPr lang="en-US" altLang="zh-CN" sz="2200" baseline="-25000" dirty="0">
                <a:latin typeface="Times New Roman" panose="02020603050405020304" pitchFamily="18" charset="0"/>
                <a:ea typeface="微软雅黑" panose="020B0503020204020204" charset="-122"/>
                <a:cs typeface="Times New Roman" panose="02020603050405020304" pitchFamily="18" charset="0"/>
                <a:sym typeface="+mn-ea"/>
              </a:rPr>
              <a:t>=’DB’</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((Student </a:t>
            </a:r>
            <a:r>
              <a:rPr lang="zh-CN" altLang="en-US"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SC) </a:t>
            </a:r>
            <a:r>
              <a:rPr lang="zh-CN" altLang="en-US" sz="22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rPr>
              <a:t> Course))</a:t>
            </a:r>
            <a:endParaRPr lang="en-US" altLang="zh-CN" sz="2200" dirty="0">
              <a:latin typeface="Times New Roman" panose="02020603050405020304" pitchFamily="18" charset="0"/>
              <a:ea typeface="微软雅黑" panose="020B0503020204020204"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Query Optimization Overview</a:t>
            </a:r>
            <a:endParaRPr lang="en-US" dirty="0"/>
          </a:p>
        </p:txBody>
      </p:sp>
      <p:sp>
        <p:nvSpPr>
          <p:cNvPr id="3" name="Content Placeholder 2"/>
          <p:cNvSpPr>
            <a:spLocks noGrp="1"/>
          </p:cNvSpPr>
          <p:nvPr>
            <p:ph idx="1"/>
          </p:nvPr>
        </p:nvSpPr>
        <p:spPr>
          <a:xfrm>
            <a:off x="1097280" y="1845733"/>
            <a:ext cx="10058400" cy="3740875"/>
          </a:xfrm>
        </p:spPr>
        <p:txBody>
          <a:bodyPr>
            <a:normAutofit/>
          </a:bodyPr>
          <a:lstStyle/>
          <a:p>
            <a:pPr>
              <a:buFont typeface="Wingdings" panose="05000000000000000000" pitchFamily="2" charset="2"/>
              <a:buChar char="q"/>
            </a:pPr>
            <a:r>
              <a:rPr lang="en-US" altLang="zh-CN" sz="2400" b="1" dirty="0"/>
              <a:t>Query optimization: </a:t>
            </a:r>
            <a:r>
              <a:rPr lang="en-US" altLang="zh-CN" sz="2400" dirty="0"/>
              <a:t>The process of identifying the </a:t>
            </a:r>
            <a:r>
              <a:rPr lang="en-US" altLang="zh-CN" sz="2400" dirty="0">
                <a:solidFill>
                  <a:srgbClr val="FF0000"/>
                </a:solidFill>
              </a:rPr>
              <a:t>most efficient query </a:t>
            </a:r>
            <a:r>
              <a:rPr lang="en-US" altLang="zh-CN" sz="2400" dirty="0"/>
              <a:t>execution plan from numerous query strategies to </a:t>
            </a:r>
            <a:r>
              <a:rPr lang="en-US" altLang="zh-CN" sz="2400" dirty="0">
                <a:solidFill>
                  <a:srgbClr val="FF0000"/>
                </a:solidFill>
              </a:rPr>
              <a:t>minimize database query execution time</a:t>
            </a:r>
            <a:r>
              <a:rPr lang="en-US" altLang="zh-CN" sz="2400" dirty="0"/>
              <a:t>.</a:t>
            </a:r>
            <a:endParaRPr lang="en-US" altLang="zh-CN" sz="2400" dirty="0"/>
          </a:p>
          <a:p>
            <a:pPr>
              <a:buFont typeface="Wingdings" panose="05000000000000000000" pitchFamily="2" charset="2"/>
              <a:buChar char="q"/>
            </a:pPr>
            <a:r>
              <a:rPr lang="en-US" sz="2400" dirty="0"/>
              <a:t>Three optimization levels:</a:t>
            </a:r>
            <a:endParaRPr lang="en-US" sz="2200" dirty="0"/>
          </a:p>
          <a:p>
            <a:pPr lvl="1">
              <a:buFont typeface="Courier New" panose="02070309020205020404" pitchFamily="49" charset="0"/>
              <a:buChar char="o"/>
            </a:pPr>
            <a:r>
              <a:rPr lang="en-US" sz="2200" dirty="0">
                <a:solidFill>
                  <a:srgbClr val="FF0000"/>
                </a:solidFill>
              </a:rPr>
              <a:t>Semantic optimization</a:t>
            </a:r>
            <a:r>
              <a:rPr lang="en-US" sz="2200" dirty="0"/>
              <a:t>: Optimizing queries by leveraging the semantics and integrity rules of the model.</a:t>
            </a:r>
            <a:endParaRPr lang="en-US" sz="2200" dirty="0"/>
          </a:p>
          <a:p>
            <a:pPr lvl="1">
              <a:buFont typeface="Courier New" panose="02070309020205020404" pitchFamily="49" charset="0"/>
              <a:buChar char="o"/>
            </a:pPr>
            <a:r>
              <a:rPr lang="en-US" sz="2200" dirty="0">
                <a:solidFill>
                  <a:srgbClr val="FF0000"/>
                </a:solidFill>
              </a:rPr>
              <a:t>Logical query optimization</a:t>
            </a:r>
            <a:r>
              <a:rPr lang="en-US" sz="2200" dirty="0"/>
              <a:t>: Optimizing the execution order of operations by utilizing syntactic structure.</a:t>
            </a:r>
            <a:endParaRPr lang="en-US" sz="2200" dirty="0"/>
          </a:p>
          <a:p>
            <a:pPr lvl="1">
              <a:buFont typeface="Courier New" panose="02070309020205020404" pitchFamily="49" charset="0"/>
              <a:buChar char="o"/>
            </a:pPr>
            <a:r>
              <a:rPr lang="en-US" sz="2200" dirty="0">
                <a:solidFill>
                  <a:srgbClr val="FF0000"/>
                </a:solidFill>
              </a:rPr>
              <a:t>Physical query optimization</a:t>
            </a:r>
            <a:r>
              <a:rPr lang="en-US" sz="2200" dirty="0"/>
              <a:t>: Optimizing the selection and execution order of access paths and execution algorithms.</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Logical Query Optimization</a:t>
            </a:r>
            <a:endParaRPr lang="en-US" dirty="0"/>
          </a:p>
        </p:txBody>
      </p:sp>
      <p:sp>
        <p:nvSpPr>
          <p:cNvPr id="3" name="Content Placeholder 2"/>
          <p:cNvSpPr>
            <a:spLocks noGrp="1"/>
          </p:cNvSpPr>
          <p:nvPr>
            <p:ph idx="1"/>
          </p:nvPr>
        </p:nvSpPr>
        <p:spPr>
          <a:xfrm>
            <a:off x="1097280" y="1845733"/>
            <a:ext cx="10058400" cy="3740875"/>
          </a:xfrm>
        </p:spPr>
        <p:txBody>
          <a:bodyPr>
            <a:normAutofit/>
          </a:bodyPr>
          <a:lstStyle/>
          <a:p>
            <a:pPr>
              <a:buFont typeface="Wingdings" panose="05000000000000000000" pitchFamily="2" charset="2"/>
              <a:buChar char="q"/>
            </a:pPr>
            <a:r>
              <a:rPr lang="en-US" altLang="zh-CN" sz="2400" b="1" dirty="0"/>
              <a:t>Overall Approach</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grpSp>
        <p:nvGrpSpPr>
          <p:cNvPr id="4" name="组合 3"/>
          <p:cNvGrpSpPr/>
          <p:nvPr/>
        </p:nvGrpSpPr>
        <p:grpSpPr>
          <a:xfrm>
            <a:off x="809698" y="2164715"/>
            <a:ext cx="6022975" cy="2182495"/>
            <a:chOff x="1080" y="2471"/>
            <a:chExt cx="9485" cy="3437"/>
          </a:xfrm>
        </p:grpSpPr>
        <p:sp>
          <p:nvSpPr>
            <p:cNvPr id="37" name="object 27"/>
            <p:cNvSpPr txBox="1"/>
            <p:nvPr/>
          </p:nvSpPr>
          <p:spPr>
            <a:xfrm>
              <a:off x="3849" y="3194"/>
              <a:ext cx="1518" cy="485"/>
            </a:xfrm>
            <a:prstGeom prst="rect">
              <a:avLst/>
            </a:prstGeom>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pPr>
              <a:r>
                <a:rPr lang="en-US" sz="2000" spc="-5" dirty="0">
                  <a:latin typeface="Calibri" panose="020F0502020204030204" pitchFamily="34" charset="0"/>
                  <a:ea typeface="Calibri" panose="020F0502020204030204" pitchFamily="34" charset="0"/>
                  <a:cs typeface="Calibri" panose="020F0502020204030204" pitchFamily="34" charset="0"/>
                </a:rPr>
                <a:t>Compile</a:t>
              </a:r>
              <a:endParaRPr sz="2000" spc="-5" dirty="0">
                <a:latin typeface="Calibri" panose="020F0502020204030204" pitchFamily="34" charset="0"/>
                <a:ea typeface="Calibri" panose="020F0502020204030204" pitchFamily="34" charset="0"/>
                <a:cs typeface="Calibri" panose="020F0502020204030204" pitchFamily="34" charset="0"/>
              </a:endParaRPr>
            </a:p>
          </p:txBody>
        </p:sp>
        <p:sp>
          <p:nvSpPr>
            <p:cNvPr id="38" name="object 3"/>
            <p:cNvSpPr txBox="1"/>
            <p:nvPr/>
          </p:nvSpPr>
          <p:spPr>
            <a:xfrm>
              <a:off x="1920" y="2471"/>
              <a:ext cx="8627" cy="561"/>
            </a:xfrm>
            <a:prstGeom prst="rect">
              <a:avLst/>
            </a:prstGeom>
            <a:ln w="9525">
              <a:noFill/>
            </a:ln>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1440" marR="332105" indent="-635" algn="l">
                <a:lnSpc>
                  <a:spcPct val="125000"/>
                </a:lnSpc>
                <a:spcBef>
                  <a:spcPts val="0"/>
                </a:spcBef>
                <a:spcAft>
                  <a:spcPts val="0"/>
                </a:spcAft>
              </a:pPr>
              <a:r>
                <a:rPr lang="en-US" sz="2000" spc="-5" dirty="0">
                  <a:solidFill>
                    <a:schemeClr val="tx1"/>
                  </a:solidFill>
                  <a:latin typeface="Calibri" panose="020F0502020204030204" pitchFamily="34" charset="0"/>
                  <a:ea typeface="Calibri" panose="020F0502020204030204" pitchFamily="34" charset="0"/>
                  <a:cs typeface="Calibri" panose="020F0502020204030204" pitchFamily="34" charset="0"/>
                </a:rPr>
                <a:t>select </a:t>
              </a:r>
              <a:r>
                <a:rPr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A1</a:t>
              </a:r>
              <a:r>
                <a:rPr sz="2000" dirty="0">
                  <a:solidFill>
                    <a:srgbClr val="FF0065"/>
                  </a:solidFill>
                  <a:latin typeface="Calibri" panose="020F0502020204030204" pitchFamily="34" charset="0"/>
                  <a:ea typeface="Calibri" panose="020F0502020204030204" pitchFamily="34" charset="0"/>
                  <a:cs typeface="Calibri" panose="020F0502020204030204" pitchFamily="34" charset="0"/>
                </a:rPr>
                <a:t>,</a:t>
              </a:r>
              <a:r>
                <a:rPr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 …</a:t>
              </a:r>
              <a:r>
                <a:rPr sz="2000" dirty="0">
                  <a:solidFill>
                    <a:srgbClr val="FF0065"/>
                  </a:solidFill>
                  <a:latin typeface="Calibri" panose="020F0502020204030204" pitchFamily="34" charset="0"/>
                  <a:ea typeface="Calibri" panose="020F0502020204030204" pitchFamily="34" charset="0"/>
                  <a:cs typeface="Calibri" panose="020F0502020204030204" pitchFamily="34" charset="0"/>
                </a:rPr>
                <a:t>,</a:t>
              </a:r>
              <a:r>
                <a:rPr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 An</a:t>
              </a:r>
              <a:r>
                <a:rPr lang="en-US"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from </a:t>
              </a:r>
              <a:r>
                <a:rPr sz="2000" spc="-10" dirty="0">
                  <a:solidFill>
                    <a:srgbClr val="FF0065"/>
                  </a:solidFill>
                  <a:latin typeface="Calibri" panose="020F0502020204030204" pitchFamily="34" charset="0"/>
                  <a:ea typeface="Calibri" panose="020F0502020204030204" pitchFamily="34" charset="0"/>
                  <a:cs typeface="Calibri" panose="020F0502020204030204" pitchFamily="34" charset="0"/>
                </a:rPr>
                <a:t>R</a:t>
              </a:r>
              <a:r>
                <a:rPr sz="2000" dirty="0">
                  <a:solidFill>
                    <a:srgbClr val="FF0065"/>
                  </a:solidFill>
                  <a:latin typeface="Calibri" panose="020F0502020204030204" pitchFamily="34" charset="0"/>
                  <a:ea typeface="Calibri" panose="020F0502020204030204" pitchFamily="34" charset="0"/>
                  <a:cs typeface="Calibri" panose="020F0502020204030204" pitchFamily="34" charset="0"/>
                </a:rPr>
                <a:t>1,</a:t>
              </a:r>
              <a:r>
                <a:rPr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 …</a:t>
              </a:r>
              <a:r>
                <a:rPr sz="2000" dirty="0">
                  <a:solidFill>
                    <a:srgbClr val="FF0065"/>
                  </a:solidFill>
                  <a:latin typeface="Calibri" panose="020F0502020204030204" pitchFamily="34" charset="0"/>
                  <a:ea typeface="Calibri" panose="020F0502020204030204" pitchFamily="34" charset="0"/>
                  <a:cs typeface="Calibri" panose="020F0502020204030204" pitchFamily="34" charset="0"/>
                </a:rPr>
                <a:t>, </a:t>
              </a:r>
              <a:r>
                <a:rPr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R</a:t>
              </a:r>
              <a:r>
                <a:rPr sz="2000" dirty="0">
                  <a:solidFill>
                    <a:srgbClr val="FF0065"/>
                  </a:solidFill>
                  <a:latin typeface="Calibri" panose="020F0502020204030204" pitchFamily="34" charset="0"/>
                  <a:ea typeface="Calibri" panose="020F0502020204030204" pitchFamily="34" charset="0"/>
                  <a:cs typeface="Calibri" panose="020F0502020204030204" pitchFamily="34" charset="0"/>
                </a:rPr>
                <a:t>m</a:t>
              </a:r>
              <a:r>
                <a:rPr lang="en-US" sz="2000" dirty="0">
                  <a:solidFill>
                    <a:srgbClr val="FF0065"/>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where</a:t>
              </a:r>
              <a:r>
                <a:rPr sz="20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Cond</a:t>
              </a:r>
              <a:r>
                <a:rPr lang="en-US" sz="2000" spc="-5" dirty="0">
                  <a:solidFill>
                    <a:srgbClr val="FF0065"/>
                  </a:solidFill>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39" name="文本框 8"/>
            <p:cNvSpPr txBox="1"/>
            <p:nvPr/>
          </p:nvSpPr>
          <p:spPr>
            <a:xfrm>
              <a:off x="3120" y="3795"/>
              <a:ext cx="4848" cy="628"/>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a:t>
              </a:r>
              <a:r>
                <a:rPr lang="en-US" altLang="zh-CN" sz="200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A1,...,An</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 (</a:t>
              </a:r>
              <a:r>
                <a:rPr lang="en-US" altLang="zh-CN" sz="2000" dirty="0" err="1">
                  <a:latin typeface="Calibri" panose="020F0502020204030204" pitchFamily="34" charset="0"/>
                  <a:ea typeface="Calibri" panose="020F0502020204030204" pitchFamily="34" charset="0"/>
                  <a:cs typeface="Calibri" panose="020F0502020204030204" pitchFamily="34" charset="0"/>
                  <a:sym typeface="+mn-ea"/>
                </a:rPr>
                <a:t>σ</a:t>
              </a:r>
              <a:r>
                <a:rPr lang="en-US" altLang="zh-CN" sz="2000" baseline="-25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Cond</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 </a:t>
              </a:r>
              <a:r>
                <a:rPr lang="en-US" altLang="zh-CN" sz="2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R1</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a:t>
              </a:r>
              <a:r>
                <a:rPr lang="en-US" altLang="zh-CN" sz="2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Rm</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a:t>
              </a:r>
              <a:endParaRPr lang="en-US" altLang="zh-CN" sz="2000" dirty="0">
                <a:latin typeface="Calibri" panose="020F0502020204030204" pitchFamily="34" charset="0"/>
                <a:ea typeface="Calibri" panose="020F0502020204030204" pitchFamily="34" charset="0"/>
                <a:cs typeface="Calibri" panose="020F0502020204030204" pitchFamily="34" charset="0"/>
                <a:sym typeface="+mn-ea"/>
              </a:endParaRPr>
            </a:p>
          </p:txBody>
        </p:sp>
        <p:grpSp>
          <p:nvGrpSpPr>
            <p:cNvPr id="40" name="组合 39"/>
            <p:cNvGrpSpPr/>
            <p:nvPr/>
          </p:nvGrpSpPr>
          <p:grpSpPr>
            <a:xfrm>
              <a:off x="5418" y="3140"/>
              <a:ext cx="411" cy="591"/>
              <a:chOff x="8058" y="6447"/>
              <a:chExt cx="411" cy="591"/>
            </a:xfrm>
          </p:grpSpPr>
          <p:sp>
            <p:nvSpPr>
              <p:cNvPr id="46" name="object 32"/>
              <p:cNvSpPr/>
              <p:nvPr/>
            </p:nvSpPr>
            <p:spPr>
              <a:xfrm>
                <a:off x="8058" y="6447"/>
                <a:ext cx="411" cy="591"/>
              </a:xfrm>
              <a:custGeom>
                <a:avLst/>
                <a:gdLst/>
                <a:ahLst/>
                <a:cxnLst/>
                <a:rect l="l" t="t" r="r" b="b"/>
                <a:pathLst>
                  <a:path w="287654" h="414020">
                    <a:moveTo>
                      <a:pt x="287274" y="310134"/>
                    </a:moveTo>
                    <a:lnTo>
                      <a:pt x="215646" y="310134"/>
                    </a:lnTo>
                    <a:lnTo>
                      <a:pt x="215646" y="0"/>
                    </a:lnTo>
                    <a:lnTo>
                      <a:pt x="72389" y="0"/>
                    </a:lnTo>
                    <a:lnTo>
                      <a:pt x="72390" y="310134"/>
                    </a:lnTo>
                    <a:lnTo>
                      <a:pt x="0" y="310134"/>
                    </a:lnTo>
                    <a:lnTo>
                      <a:pt x="144018" y="413766"/>
                    </a:lnTo>
                    <a:lnTo>
                      <a:pt x="287274" y="310134"/>
                    </a:lnTo>
                    <a:close/>
                  </a:path>
                </a:pathLst>
              </a:custGeom>
              <a:solidFill>
                <a:srgbClr val="B2B2B2"/>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47" name="object 33"/>
              <p:cNvSpPr/>
              <p:nvPr/>
            </p:nvSpPr>
            <p:spPr>
              <a:xfrm>
                <a:off x="8058" y="6447"/>
                <a:ext cx="411" cy="591"/>
              </a:xfrm>
              <a:custGeom>
                <a:avLst/>
                <a:gdLst/>
                <a:ahLst/>
                <a:cxnLst/>
                <a:rect l="l" t="t" r="r" b="b"/>
                <a:pathLst>
                  <a:path w="287654" h="414020">
                    <a:moveTo>
                      <a:pt x="0" y="310134"/>
                    </a:moveTo>
                    <a:lnTo>
                      <a:pt x="72390" y="310134"/>
                    </a:lnTo>
                    <a:lnTo>
                      <a:pt x="72389" y="0"/>
                    </a:lnTo>
                    <a:lnTo>
                      <a:pt x="215646" y="0"/>
                    </a:lnTo>
                    <a:lnTo>
                      <a:pt x="215646" y="310134"/>
                    </a:lnTo>
                    <a:lnTo>
                      <a:pt x="287274" y="310134"/>
                    </a:lnTo>
                    <a:lnTo>
                      <a:pt x="144018" y="413766"/>
                    </a:lnTo>
                    <a:lnTo>
                      <a:pt x="0" y="310134"/>
                    </a:lnTo>
                    <a:close/>
                  </a:path>
                </a:pathLst>
              </a:custGeom>
              <a:ln w="9525">
                <a:solidFill>
                  <a:srgbClr val="B2B2B2"/>
                </a:solidFill>
              </a:ln>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grpSp>
        <p:grpSp>
          <p:nvGrpSpPr>
            <p:cNvPr id="41" name="组合 40"/>
            <p:cNvGrpSpPr/>
            <p:nvPr/>
          </p:nvGrpSpPr>
          <p:grpSpPr>
            <a:xfrm>
              <a:off x="5418" y="4618"/>
              <a:ext cx="411" cy="591"/>
              <a:chOff x="8058" y="6447"/>
              <a:chExt cx="411" cy="591"/>
            </a:xfrm>
          </p:grpSpPr>
          <p:sp>
            <p:nvSpPr>
              <p:cNvPr id="44" name="object 32"/>
              <p:cNvSpPr/>
              <p:nvPr/>
            </p:nvSpPr>
            <p:spPr>
              <a:xfrm>
                <a:off x="8058" y="6447"/>
                <a:ext cx="411" cy="591"/>
              </a:xfrm>
              <a:custGeom>
                <a:avLst/>
                <a:gdLst/>
                <a:ahLst/>
                <a:cxnLst/>
                <a:rect l="l" t="t" r="r" b="b"/>
                <a:pathLst>
                  <a:path w="287654" h="414020">
                    <a:moveTo>
                      <a:pt x="287274" y="310134"/>
                    </a:moveTo>
                    <a:lnTo>
                      <a:pt x="215646" y="310134"/>
                    </a:lnTo>
                    <a:lnTo>
                      <a:pt x="215646" y="0"/>
                    </a:lnTo>
                    <a:lnTo>
                      <a:pt x="72389" y="0"/>
                    </a:lnTo>
                    <a:lnTo>
                      <a:pt x="72390" y="310134"/>
                    </a:lnTo>
                    <a:lnTo>
                      <a:pt x="0" y="310134"/>
                    </a:lnTo>
                    <a:lnTo>
                      <a:pt x="144018" y="413766"/>
                    </a:lnTo>
                    <a:lnTo>
                      <a:pt x="287274" y="310134"/>
                    </a:lnTo>
                    <a:close/>
                  </a:path>
                </a:pathLst>
              </a:custGeom>
              <a:solidFill>
                <a:srgbClr val="B2B2B2"/>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45" name="object 33"/>
              <p:cNvSpPr/>
              <p:nvPr/>
            </p:nvSpPr>
            <p:spPr>
              <a:xfrm>
                <a:off x="8058" y="6447"/>
                <a:ext cx="411" cy="591"/>
              </a:xfrm>
              <a:custGeom>
                <a:avLst/>
                <a:gdLst/>
                <a:ahLst/>
                <a:cxnLst/>
                <a:rect l="l" t="t" r="r" b="b"/>
                <a:pathLst>
                  <a:path w="287654" h="414020">
                    <a:moveTo>
                      <a:pt x="0" y="310134"/>
                    </a:moveTo>
                    <a:lnTo>
                      <a:pt x="72390" y="310134"/>
                    </a:lnTo>
                    <a:lnTo>
                      <a:pt x="72389" y="0"/>
                    </a:lnTo>
                    <a:lnTo>
                      <a:pt x="215646" y="0"/>
                    </a:lnTo>
                    <a:lnTo>
                      <a:pt x="215646" y="310134"/>
                    </a:lnTo>
                    <a:lnTo>
                      <a:pt x="287274" y="310134"/>
                    </a:lnTo>
                    <a:lnTo>
                      <a:pt x="144018" y="413766"/>
                    </a:lnTo>
                    <a:lnTo>
                      <a:pt x="0" y="310134"/>
                    </a:lnTo>
                    <a:close/>
                  </a:path>
                </a:pathLst>
              </a:custGeom>
              <a:ln w="9525">
                <a:solidFill>
                  <a:srgbClr val="B2B2B2"/>
                </a:solidFill>
              </a:ln>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grpSp>
        <p:sp>
          <p:nvSpPr>
            <p:cNvPr id="42" name="object 27"/>
            <p:cNvSpPr txBox="1"/>
            <p:nvPr/>
          </p:nvSpPr>
          <p:spPr>
            <a:xfrm>
              <a:off x="1666" y="4421"/>
              <a:ext cx="4365" cy="969"/>
            </a:xfrm>
            <a:prstGeom prst="rect">
              <a:avLst/>
            </a:prstGeom>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pPr>
              <a:r>
                <a:rPr lang="en-US" altLang="zh-CN" sz="2000" dirty="0">
                  <a:latin typeface="Calibri" panose="020F0502020204030204" pitchFamily="34" charset="0"/>
                  <a:ea typeface="Calibri" panose="020F0502020204030204" pitchFamily="34" charset="0"/>
                  <a:cs typeface="Calibri" panose="020F0502020204030204" pitchFamily="34" charset="0"/>
                </a:rPr>
                <a:t>Semantic optimization</a:t>
              </a:r>
              <a:endParaRPr lang="en-US" altLang="zh-CN" sz="2000" dirty="0">
                <a:latin typeface="Calibri" panose="020F0502020204030204" pitchFamily="34" charset="0"/>
                <a:ea typeface="Calibri" panose="020F0502020204030204" pitchFamily="34" charset="0"/>
                <a:cs typeface="Calibri" panose="020F0502020204030204" pitchFamily="34" charset="0"/>
              </a:endParaRPr>
            </a:p>
            <a:p>
              <a:pPr marL="12700">
                <a:lnSpc>
                  <a:spcPct val="100000"/>
                </a:lnSpc>
              </a:pPr>
              <a:r>
                <a:rPr lang="en-US" altLang="zh-CN" sz="2000" spc="-5" dirty="0">
                  <a:latin typeface="Calibri" panose="020F0502020204030204" pitchFamily="34" charset="0"/>
                  <a:ea typeface="Calibri" panose="020F0502020204030204" pitchFamily="34" charset="0"/>
                  <a:cs typeface="Calibri" panose="020F0502020204030204" pitchFamily="34" charset="0"/>
                </a:rPr>
                <a:t>Logical optimization</a:t>
              </a:r>
              <a:endParaRPr lang="zh-CN" altLang="en-US" sz="2000" spc="-5" dirty="0">
                <a:latin typeface="Calibri" panose="020F0502020204030204" pitchFamily="34" charset="0"/>
                <a:ea typeface="华文楷体" panose="02010600040101010101" pitchFamily="2" charset="-122"/>
                <a:cs typeface="Calibri" panose="020F0502020204030204" pitchFamily="34" charset="0"/>
              </a:endParaRPr>
            </a:p>
          </p:txBody>
        </p:sp>
        <p:sp>
          <p:nvSpPr>
            <p:cNvPr id="43" name="文本框 20"/>
            <p:cNvSpPr txBox="1"/>
            <p:nvPr/>
          </p:nvSpPr>
          <p:spPr>
            <a:xfrm>
              <a:off x="1080" y="5280"/>
              <a:ext cx="9485" cy="628"/>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a:t>
              </a:r>
              <a:r>
                <a:rPr lang="en-US" altLang="zh-CN" sz="200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A1,...,An</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 (</a:t>
              </a:r>
              <a:r>
                <a:rPr lang="en-US" altLang="zh-CN" sz="2000" dirty="0" err="1">
                  <a:latin typeface="Calibri" panose="020F0502020204030204" pitchFamily="34" charset="0"/>
                  <a:ea typeface="Calibri" panose="020F0502020204030204" pitchFamily="34" charset="0"/>
                  <a:cs typeface="Calibri" panose="020F0502020204030204" pitchFamily="34" charset="0"/>
                  <a:sym typeface="+mn-ea"/>
                </a:rPr>
                <a:t>σ</a:t>
              </a:r>
              <a:r>
                <a:rPr lang="en-US" altLang="zh-CN" sz="2000" baseline="-25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Cond</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 (( ∏</a:t>
              </a:r>
              <a:r>
                <a:rPr lang="en-US" altLang="zh-CN" sz="200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a1</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(σ</a:t>
              </a:r>
              <a:r>
                <a:rPr lang="en-US" altLang="zh-CN" sz="200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Cond1</a:t>
              </a:r>
              <a:r>
                <a:rPr lang="en-US" altLang="zh-CN" sz="2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R1</a:t>
              </a:r>
              <a:r>
                <a:rPr lang="en-US" altLang="zh-CN" sz="2000" dirty="0">
                  <a:solidFill>
                    <a:schemeClr val="tx1"/>
                  </a:solidFill>
                  <a:latin typeface="Calibri" panose="020F0502020204030204" pitchFamily="34" charset="0"/>
                  <a:ea typeface="Calibri" panose="020F0502020204030204" pitchFamily="34" charset="0"/>
                  <a:cs typeface="Calibri" panose="020F0502020204030204" pitchFamily="34" charset="0"/>
                  <a:sym typeface="+mn-ea"/>
                </a:rPr>
                <a:t>))</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 ∏</a:t>
              </a:r>
              <a:r>
                <a:rPr lang="en-US" altLang="zh-CN" sz="200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am</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a:t>
              </a:r>
              <a:r>
                <a:rPr lang="en-US" altLang="zh-CN" sz="2000" dirty="0" err="1">
                  <a:latin typeface="Calibri" panose="020F0502020204030204" pitchFamily="34" charset="0"/>
                  <a:ea typeface="Calibri" panose="020F0502020204030204" pitchFamily="34" charset="0"/>
                  <a:cs typeface="Calibri" panose="020F0502020204030204" pitchFamily="34" charset="0"/>
                  <a:sym typeface="+mn-ea"/>
                </a:rPr>
                <a:t>σ</a:t>
              </a:r>
              <a:r>
                <a:rPr lang="en-US" altLang="zh-CN" sz="2000" baseline="-25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Condm</a:t>
              </a:r>
              <a:r>
                <a:rPr lang="en-US" altLang="zh-CN" sz="2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Rm</a:t>
              </a:r>
              <a:r>
                <a:rPr lang="en-US" altLang="zh-CN" sz="2000" dirty="0">
                  <a:solidFill>
                    <a:schemeClr val="tx1"/>
                  </a:solidFill>
                  <a:latin typeface="Calibri" panose="020F0502020204030204" pitchFamily="34" charset="0"/>
                  <a:ea typeface="Calibri" panose="020F0502020204030204" pitchFamily="34" charset="0"/>
                  <a:cs typeface="Calibri" panose="020F0502020204030204" pitchFamily="34" charset="0"/>
                  <a:sym typeface="+mn-ea"/>
                </a:rPr>
                <a:t>))</a:t>
              </a:r>
              <a:r>
                <a:rPr lang="en-US" altLang="zh-CN" sz="2000" dirty="0">
                  <a:latin typeface="Calibri" panose="020F0502020204030204" pitchFamily="34" charset="0"/>
                  <a:ea typeface="Calibri" panose="020F0502020204030204" pitchFamily="34" charset="0"/>
                  <a:cs typeface="Calibri" panose="020F0502020204030204" pitchFamily="34" charset="0"/>
                  <a:sym typeface="+mn-ea"/>
                </a:rPr>
                <a:t>))</a:t>
              </a:r>
              <a:endParaRPr lang="en-US" altLang="zh-CN" sz="2000" dirty="0">
                <a:latin typeface="Calibri" panose="020F0502020204030204" pitchFamily="34" charset="0"/>
                <a:ea typeface="Calibri" panose="020F0502020204030204" pitchFamily="34" charset="0"/>
                <a:cs typeface="Calibri" panose="020F0502020204030204" pitchFamily="34" charset="0"/>
                <a:sym typeface="+mn-ea"/>
              </a:endParaRPr>
            </a:p>
          </p:txBody>
        </p:sp>
      </p:grpSp>
      <p:grpSp>
        <p:nvGrpSpPr>
          <p:cNvPr id="6" name="组合 5"/>
          <p:cNvGrpSpPr/>
          <p:nvPr/>
        </p:nvGrpSpPr>
        <p:grpSpPr>
          <a:xfrm>
            <a:off x="6753298" y="3030855"/>
            <a:ext cx="883285" cy="1984375"/>
            <a:chOff x="10440" y="3600"/>
            <a:chExt cx="1391" cy="3360"/>
          </a:xfrm>
        </p:grpSpPr>
        <p:sp>
          <p:nvSpPr>
            <p:cNvPr id="30" name="右大括号 29"/>
            <p:cNvSpPr/>
            <p:nvPr/>
          </p:nvSpPr>
          <p:spPr>
            <a:xfrm>
              <a:off x="10440" y="3600"/>
              <a:ext cx="600" cy="3360"/>
            </a:xfrm>
            <a:prstGeom prst="rightBrace">
              <a:avLst>
                <a:gd name="adj1" fmla="val 25833"/>
                <a:gd name="adj2" fmla="val 50000"/>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31" name="右箭头 34"/>
            <p:cNvSpPr/>
            <p:nvPr/>
          </p:nvSpPr>
          <p:spPr>
            <a:xfrm>
              <a:off x="11111" y="4980"/>
              <a:ext cx="720" cy="600"/>
            </a:xfrm>
            <a:prstGeom prst="rightArrow">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7" name="组合 6"/>
          <p:cNvGrpSpPr/>
          <p:nvPr/>
        </p:nvGrpSpPr>
        <p:grpSpPr>
          <a:xfrm>
            <a:off x="7840491" y="1234428"/>
            <a:ext cx="3858819" cy="5073650"/>
            <a:chOff x="12126" y="2136"/>
            <a:chExt cx="6116" cy="7990"/>
          </a:xfrm>
        </p:grpSpPr>
        <p:sp>
          <p:nvSpPr>
            <p:cNvPr id="14" name="object 11"/>
            <p:cNvSpPr/>
            <p:nvPr/>
          </p:nvSpPr>
          <p:spPr>
            <a:xfrm>
              <a:off x="12447" y="2621"/>
              <a:ext cx="4013" cy="1274"/>
            </a:xfrm>
            <a:custGeom>
              <a:avLst/>
              <a:gdLst/>
              <a:ahLst/>
              <a:cxnLst/>
              <a:rect l="l" t="t" r="r" b="b"/>
              <a:pathLst>
                <a:path w="2376804" h="835660">
                  <a:moveTo>
                    <a:pt x="0" y="0"/>
                  </a:moveTo>
                  <a:lnTo>
                    <a:pt x="0" y="835151"/>
                  </a:lnTo>
                  <a:lnTo>
                    <a:pt x="2376678" y="835151"/>
                  </a:lnTo>
                  <a:lnTo>
                    <a:pt x="2376678" y="0"/>
                  </a:lnTo>
                  <a:lnTo>
                    <a:pt x="0" y="0"/>
                  </a:lnTo>
                  <a:close/>
                </a:path>
              </a:pathLst>
            </a:custGeom>
            <a:solidFill>
              <a:srgbClr val="FFFFFF"/>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15" name="object 12"/>
            <p:cNvSpPr txBox="1"/>
            <p:nvPr/>
          </p:nvSpPr>
          <p:spPr>
            <a:xfrm>
              <a:off x="12445" y="2213"/>
              <a:ext cx="5456" cy="1163"/>
            </a:xfrm>
            <a:prstGeom prst="rect">
              <a:avLst/>
            </a:prstGeom>
            <a:solidFill>
              <a:srgbClr val="FFFFFF"/>
            </a:solidFill>
            <a:ln w="9525">
              <a:solidFill>
                <a:schemeClr val="tx1"/>
              </a:solidFill>
            </a:ln>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234950" indent="0" algn="ctr" fontAlgn="auto">
                <a:lnSpc>
                  <a:spcPct val="100000"/>
                </a:lnSpc>
              </a:pPr>
              <a:r>
                <a:rPr lang="en-US" sz="1600" spc="-5" dirty="0">
                  <a:latin typeface="Calibri" panose="020F0502020204030204" pitchFamily="34" charset="0"/>
                  <a:ea typeface="Calibri" panose="020F0502020204030204" pitchFamily="34" charset="0"/>
                  <a:cs typeface="Calibri" panose="020F0502020204030204" pitchFamily="34" charset="0"/>
                </a:rPr>
                <a:t>Basic idea: Reorder operations in relational algebra to </a:t>
              </a:r>
              <a:r>
                <a:rPr lang="en-US" sz="1600" spc="-5" dirty="0">
                  <a:solidFill>
                    <a:srgbClr val="FF0000"/>
                  </a:solidFill>
                  <a:latin typeface="Calibri" panose="020F0502020204030204" pitchFamily="34" charset="0"/>
                  <a:ea typeface="Calibri" panose="020F0502020204030204" pitchFamily="34" charset="0"/>
                  <a:cs typeface="Calibri" panose="020F0502020204030204" pitchFamily="34" charset="0"/>
                </a:rPr>
                <a:t>perform selection and projection as early as possible</a:t>
              </a:r>
              <a:r>
                <a:rPr lang="en-US" sz="1600" spc="-5" dirty="0">
                  <a:latin typeface="Calibri" panose="020F0502020204030204" pitchFamily="34" charset="0"/>
                  <a:ea typeface="Calibri" panose="020F0502020204030204" pitchFamily="34" charset="0"/>
                  <a:cs typeface="Calibri" panose="020F0502020204030204" pitchFamily="34" charset="0"/>
                </a:rPr>
                <a:t>.</a:t>
              </a:r>
              <a:endParaRPr sz="1600" spc="-5" dirty="0">
                <a:latin typeface="Calibri" panose="020F0502020204030204" pitchFamily="34" charset="0"/>
                <a:ea typeface="Calibri" panose="020F0502020204030204" pitchFamily="34" charset="0"/>
                <a:cs typeface="Calibri" panose="020F0502020204030204" pitchFamily="34" charset="0"/>
              </a:endParaRPr>
            </a:p>
          </p:txBody>
        </p:sp>
        <p:sp>
          <p:nvSpPr>
            <p:cNvPr id="16" name="object 13"/>
            <p:cNvSpPr/>
            <p:nvPr/>
          </p:nvSpPr>
          <p:spPr>
            <a:xfrm>
              <a:off x="12271" y="4440"/>
              <a:ext cx="4377" cy="900"/>
            </a:xfrm>
            <a:custGeom>
              <a:avLst/>
              <a:gdLst/>
              <a:ahLst/>
              <a:cxnLst/>
              <a:rect l="l" t="t" r="r" b="b"/>
              <a:pathLst>
                <a:path w="2592704" h="590550">
                  <a:moveTo>
                    <a:pt x="0" y="0"/>
                  </a:moveTo>
                  <a:lnTo>
                    <a:pt x="0" y="590550"/>
                  </a:lnTo>
                  <a:lnTo>
                    <a:pt x="2592323" y="590550"/>
                  </a:lnTo>
                  <a:lnTo>
                    <a:pt x="2592323" y="0"/>
                  </a:lnTo>
                  <a:lnTo>
                    <a:pt x="0" y="0"/>
                  </a:lnTo>
                  <a:close/>
                </a:path>
              </a:pathLst>
            </a:custGeom>
            <a:solidFill>
              <a:srgbClr val="FFFFFF"/>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17" name="object 14"/>
            <p:cNvSpPr txBox="1"/>
            <p:nvPr/>
          </p:nvSpPr>
          <p:spPr>
            <a:xfrm>
              <a:off x="12446" y="4047"/>
              <a:ext cx="5456" cy="837"/>
            </a:xfrm>
            <a:prstGeom prst="rect">
              <a:avLst/>
            </a:prstGeom>
            <a:solidFill>
              <a:srgbClr val="FFFFFF"/>
            </a:solidFill>
            <a:ln w="9525">
              <a:solidFill>
                <a:schemeClr val="tx1"/>
              </a:solidFill>
            </a:ln>
          </p:spPr>
          <p:txBody>
            <a:bodyPr vert="horz"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1440" marR="148590" algn="ctr">
                <a:lnSpc>
                  <a:spcPct val="100000"/>
                </a:lnSpc>
                <a:spcBef>
                  <a:spcPts val="0"/>
                </a:spcBef>
                <a:spcAft>
                  <a:spcPts val="0"/>
                </a:spcAft>
              </a:pPr>
              <a:r>
                <a:rPr lang="en-US" sz="1600" spc="-5" dirty="0">
                  <a:latin typeface="Calibri" panose="020F0502020204030204" pitchFamily="34" charset="0"/>
                  <a:ea typeface="Calibri" panose="020F0502020204030204" pitchFamily="34" charset="0"/>
                  <a:cs typeface="Calibri" panose="020F0502020204030204" pitchFamily="34" charset="0"/>
                </a:rPr>
                <a:t>Which two of the five basic relational algebra operations can be reordered?</a:t>
              </a:r>
              <a:endParaRPr sz="1600" spc="-5" dirty="0">
                <a:latin typeface="Calibri" panose="020F0502020204030204" pitchFamily="34" charset="0"/>
                <a:ea typeface="Calibri" panose="020F0502020204030204" pitchFamily="34" charset="0"/>
                <a:cs typeface="Calibri" panose="020F0502020204030204" pitchFamily="34" charset="0"/>
              </a:endParaRPr>
            </a:p>
          </p:txBody>
        </p:sp>
        <p:sp>
          <p:nvSpPr>
            <p:cNvPr id="18" name="object 15"/>
            <p:cNvSpPr/>
            <p:nvPr/>
          </p:nvSpPr>
          <p:spPr>
            <a:xfrm>
              <a:off x="12464" y="8947"/>
              <a:ext cx="3977" cy="900"/>
            </a:xfrm>
            <a:custGeom>
              <a:avLst/>
              <a:gdLst/>
              <a:ahLst/>
              <a:cxnLst/>
              <a:rect l="l" t="t" r="r" b="b"/>
              <a:pathLst>
                <a:path w="2497454" h="590550">
                  <a:moveTo>
                    <a:pt x="0" y="0"/>
                  </a:moveTo>
                  <a:lnTo>
                    <a:pt x="0" y="590550"/>
                  </a:lnTo>
                  <a:lnTo>
                    <a:pt x="2497073" y="590550"/>
                  </a:lnTo>
                  <a:lnTo>
                    <a:pt x="2497073" y="0"/>
                  </a:lnTo>
                  <a:lnTo>
                    <a:pt x="0" y="0"/>
                  </a:lnTo>
                  <a:close/>
                </a:path>
              </a:pathLst>
            </a:custGeom>
            <a:solidFill>
              <a:srgbClr val="FFFFFF"/>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19" name="object 17"/>
            <p:cNvSpPr txBox="1"/>
            <p:nvPr/>
          </p:nvSpPr>
          <p:spPr>
            <a:xfrm>
              <a:off x="12464" y="8863"/>
              <a:ext cx="5437" cy="1163"/>
            </a:xfrm>
            <a:prstGeom prst="rect">
              <a:avLst/>
            </a:prstGeom>
            <a:ln w="9524">
              <a:solidFill>
                <a:schemeClr val="tx1"/>
              </a:solidFill>
            </a:ln>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1440" marR="151765" algn="ctr">
                <a:lnSpc>
                  <a:spcPct val="100000"/>
                </a:lnSpc>
              </a:pPr>
              <a:r>
                <a:rPr lang="en-US" sz="1600" spc="-5" dirty="0">
                  <a:latin typeface="Calibri" panose="020F0502020204030204" pitchFamily="34" charset="0"/>
                  <a:ea typeface="Calibri" panose="020F0502020204030204" pitchFamily="34" charset="0"/>
                  <a:cs typeface="Calibri" panose="020F0502020204030204" pitchFamily="34" charset="0"/>
                </a:rPr>
                <a:t>Optimization algorithms for relational algebra expressions – Logical query plan formation.</a:t>
              </a:r>
              <a:endParaRPr sz="1600" spc="-5" dirty="0">
                <a:latin typeface="Calibri" panose="020F0502020204030204" pitchFamily="34" charset="0"/>
                <a:ea typeface="Calibri" panose="020F0502020204030204" pitchFamily="34" charset="0"/>
                <a:cs typeface="Calibri" panose="020F0502020204030204" pitchFamily="34" charset="0"/>
              </a:endParaRPr>
            </a:p>
          </p:txBody>
        </p:sp>
        <p:sp>
          <p:nvSpPr>
            <p:cNvPr id="20" name="object 18"/>
            <p:cNvSpPr/>
            <p:nvPr/>
          </p:nvSpPr>
          <p:spPr>
            <a:xfrm>
              <a:off x="12464" y="7457"/>
              <a:ext cx="3977" cy="947"/>
            </a:xfrm>
            <a:custGeom>
              <a:avLst/>
              <a:gdLst/>
              <a:ahLst/>
              <a:cxnLst/>
              <a:rect l="l" t="t" r="r" b="b"/>
              <a:pathLst>
                <a:path w="2355850" h="621029">
                  <a:moveTo>
                    <a:pt x="0" y="0"/>
                  </a:moveTo>
                  <a:lnTo>
                    <a:pt x="0" y="621029"/>
                  </a:lnTo>
                  <a:lnTo>
                    <a:pt x="2355341" y="621029"/>
                  </a:lnTo>
                  <a:lnTo>
                    <a:pt x="2355341" y="0"/>
                  </a:lnTo>
                  <a:lnTo>
                    <a:pt x="0" y="0"/>
                  </a:lnTo>
                  <a:close/>
                </a:path>
              </a:pathLst>
            </a:custGeom>
            <a:solidFill>
              <a:srgbClr val="FFFFFF"/>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21" name="object 20"/>
            <p:cNvSpPr txBox="1"/>
            <p:nvPr/>
          </p:nvSpPr>
          <p:spPr>
            <a:xfrm>
              <a:off x="12464" y="7011"/>
              <a:ext cx="5438" cy="1163"/>
            </a:xfrm>
            <a:prstGeom prst="rect">
              <a:avLst/>
            </a:prstGeom>
            <a:ln w="9524">
              <a:solidFill>
                <a:schemeClr val="tx1"/>
              </a:solidFill>
            </a:ln>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1440" marR="213995" algn="ctr">
                <a:lnSpc>
                  <a:spcPct val="100000"/>
                </a:lnSpc>
              </a:pPr>
              <a:r>
                <a:rPr lang="en-US" sz="1600" spc="-5" dirty="0">
                  <a:latin typeface="Calibri" panose="020F0502020204030204" pitchFamily="34" charset="0"/>
                  <a:ea typeface="Calibri" panose="020F0502020204030204" pitchFamily="34" charset="0"/>
                  <a:cs typeface="Calibri" panose="020F0502020204030204" pitchFamily="34" charset="0"/>
                </a:rPr>
                <a:t>The equivalence transformation theorem for relational algebra expressions and its proof (omitted).</a:t>
              </a:r>
              <a:endParaRPr sz="1600" spc="-5"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object 21"/>
            <p:cNvSpPr/>
            <p:nvPr/>
          </p:nvSpPr>
          <p:spPr>
            <a:xfrm>
              <a:off x="12447" y="5943"/>
              <a:ext cx="3948" cy="900"/>
            </a:xfrm>
            <a:custGeom>
              <a:avLst/>
              <a:gdLst/>
              <a:ahLst/>
              <a:cxnLst/>
              <a:rect l="l" t="t" r="r" b="b"/>
              <a:pathLst>
                <a:path w="2338704" h="590550">
                  <a:moveTo>
                    <a:pt x="0" y="0"/>
                  </a:moveTo>
                  <a:lnTo>
                    <a:pt x="0" y="590550"/>
                  </a:lnTo>
                  <a:lnTo>
                    <a:pt x="2338578" y="590550"/>
                  </a:lnTo>
                  <a:lnTo>
                    <a:pt x="2338578" y="0"/>
                  </a:lnTo>
                  <a:lnTo>
                    <a:pt x="0" y="0"/>
                  </a:lnTo>
                  <a:close/>
                </a:path>
              </a:pathLst>
            </a:custGeom>
            <a:solidFill>
              <a:srgbClr val="FFFFFF"/>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23" name="object 22"/>
            <p:cNvSpPr txBox="1"/>
            <p:nvPr/>
          </p:nvSpPr>
          <p:spPr>
            <a:xfrm>
              <a:off x="12456" y="5565"/>
              <a:ext cx="5455" cy="776"/>
            </a:xfrm>
            <a:prstGeom prst="rect">
              <a:avLst/>
            </a:prstGeom>
            <a:solidFill>
              <a:srgbClr val="FFFFFF"/>
            </a:solidFill>
            <a:ln w="9525">
              <a:solidFill>
                <a:schemeClr val="tx1"/>
              </a:solidFill>
            </a:ln>
          </p:spPr>
          <p:txBody>
            <a:bodyPr vert="horz"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1440" marR="196850" algn="ctr">
                <a:lnSpc>
                  <a:spcPct val="100000"/>
                </a:lnSpc>
              </a:pPr>
              <a:r>
                <a:rPr lang="en-US" altLang="zh-CN" sz="1600" dirty="0"/>
                <a:t>The </a:t>
              </a:r>
              <a:r>
                <a:rPr lang="en-US" altLang="zh-CN" sz="1600" dirty="0">
                  <a:solidFill>
                    <a:srgbClr val="FF0000"/>
                  </a:solidFill>
                </a:rPr>
                <a:t>equivalence</a:t>
              </a:r>
              <a:r>
                <a:rPr lang="en-US" altLang="zh-CN" sz="1600" dirty="0"/>
                <a:t> of expressions before and after reordering operations.</a:t>
              </a:r>
              <a:endParaRPr sz="1400" spc="-5"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24" name="object 23"/>
            <p:cNvSpPr/>
            <p:nvPr/>
          </p:nvSpPr>
          <p:spPr>
            <a:xfrm>
              <a:off x="14970" y="3433"/>
              <a:ext cx="427" cy="550"/>
            </a:xfrm>
            <a:custGeom>
              <a:avLst/>
              <a:gdLst/>
              <a:ahLst/>
              <a:cxnLst/>
              <a:rect l="l" t="t" r="r" b="b"/>
              <a:pathLst>
                <a:path w="252729" h="360679">
                  <a:moveTo>
                    <a:pt x="252222" y="270510"/>
                  </a:moveTo>
                  <a:lnTo>
                    <a:pt x="189738" y="270510"/>
                  </a:lnTo>
                  <a:lnTo>
                    <a:pt x="189737" y="0"/>
                  </a:lnTo>
                  <a:lnTo>
                    <a:pt x="63245" y="0"/>
                  </a:lnTo>
                  <a:lnTo>
                    <a:pt x="63246" y="270510"/>
                  </a:lnTo>
                  <a:lnTo>
                    <a:pt x="0" y="270510"/>
                  </a:lnTo>
                  <a:lnTo>
                    <a:pt x="126492" y="360426"/>
                  </a:lnTo>
                  <a:lnTo>
                    <a:pt x="252222" y="270510"/>
                  </a:lnTo>
                  <a:close/>
                </a:path>
              </a:pathLst>
            </a:custGeom>
            <a:solidFill>
              <a:srgbClr val="808080"/>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25" name="object 35"/>
            <p:cNvSpPr/>
            <p:nvPr/>
          </p:nvSpPr>
          <p:spPr>
            <a:xfrm>
              <a:off x="12126" y="2136"/>
              <a:ext cx="6116" cy="7990"/>
            </a:xfrm>
            <a:custGeom>
              <a:avLst/>
              <a:gdLst/>
              <a:ahLst/>
              <a:cxnLst/>
              <a:rect l="l" t="t" r="r" b="b"/>
              <a:pathLst>
                <a:path w="2743200" h="4981575">
                  <a:moveTo>
                    <a:pt x="0" y="0"/>
                  </a:moveTo>
                  <a:lnTo>
                    <a:pt x="0" y="4981194"/>
                  </a:lnTo>
                  <a:lnTo>
                    <a:pt x="2743187" y="4981194"/>
                  </a:lnTo>
                  <a:lnTo>
                    <a:pt x="2743187" y="0"/>
                  </a:lnTo>
                  <a:lnTo>
                    <a:pt x="0" y="0"/>
                  </a:lnTo>
                  <a:close/>
                </a:path>
              </a:pathLst>
            </a:custGeom>
            <a:ln w="28575">
              <a:solidFill>
                <a:srgbClr val="0070C0"/>
              </a:solidFill>
              <a:prstDash val="dash"/>
            </a:ln>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27" name="object 23"/>
            <p:cNvSpPr/>
            <p:nvPr/>
          </p:nvSpPr>
          <p:spPr>
            <a:xfrm>
              <a:off x="14970" y="4946"/>
              <a:ext cx="427" cy="550"/>
            </a:xfrm>
            <a:custGeom>
              <a:avLst/>
              <a:gdLst/>
              <a:ahLst/>
              <a:cxnLst/>
              <a:rect l="l" t="t" r="r" b="b"/>
              <a:pathLst>
                <a:path w="252729" h="360679">
                  <a:moveTo>
                    <a:pt x="252222" y="270510"/>
                  </a:moveTo>
                  <a:lnTo>
                    <a:pt x="189738" y="270510"/>
                  </a:lnTo>
                  <a:lnTo>
                    <a:pt x="189737" y="0"/>
                  </a:lnTo>
                  <a:lnTo>
                    <a:pt x="63245" y="0"/>
                  </a:lnTo>
                  <a:lnTo>
                    <a:pt x="63246" y="270510"/>
                  </a:lnTo>
                  <a:lnTo>
                    <a:pt x="0" y="270510"/>
                  </a:lnTo>
                  <a:lnTo>
                    <a:pt x="126492" y="360426"/>
                  </a:lnTo>
                  <a:lnTo>
                    <a:pt x="252222" y="270510"/>
                  </a:lnTo>
                  <a:close/>
                </a:path>
              </a:pathLst>
            </a:custGeom>
            <a:solidFill>
              <a:srgbClr val="808080"/>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28" name="object 23"/>
            <p:cNvSpPr/>
            <p:nvPr/>
          </p:nvSpPr>
          <p:spPr>
            <a:xfrm>
              <a:off x="14970" y="6398"/>
              <a:ext cx="427" cy="550"/>
            </a:xfrm>
            <a:custGeom>
              <a:avLst/>
              <a:gdLst/>
              <a:ahLst/>
              <a:cxnLst/>
              <a:rect l="l" t="t" r="r" b="b"/>
              <a:pathLst>
                <a:path w="252729" h="360679">
                  <a:moveTo>
                    <a:pt x="252222" y="270510"/>
                  </a:moveTo>
                  <a:lnTo>
                    <a:pt x="189738" y="270510"/>
                  </a:lnTo>
                  <a:lnTo>
                    <a:pt x="189737" y="0"/>
                  </a:lnTo>
                  <a:lnTo>
                    <a:pt x="63245" y="0"/>
                  </a:lnTo>
                  <a:lnTo>
                    <a:pt x="63246" y="270510"/>
                  </a:lnTo>
                  <a:lnTo>
                    <a:pt x="0" y="270510"/>
                  </a:lnTo>
                  <a:lnTo>
                    <a:pt x="126492" y="360426"/>
                  </a:lnTo>
                  <a:lnTo>
                    <a:pt x="252222" y="270510"/>
                  </a:lnTo>
                  <a:close/>
                </a:path>
              </a:pathLst>
            </a:custGeom>
            <a:solidFill>
              <a:srgbClr val="808080"/>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sp>
          <p:nvSpPr>
            <p:cNvPr id="29" name="object 23"/>
            <p:cNvSpPr/>
            <p:nvPr/>
          </p:nvSpPr>
          <p:spPr>
            <a:xfrm>
              <a:off x="14970" y="8230"/>
              <a:ext cx="427" cy="550"/>
            </a:xfrm>
            <a:custGeom>
              <a:avLst/>
              <a:gdLst/>
              <a:ahLst/>
              <a:cxnLst/>
              <a:rect l="l" t="t" r="r" b="b"/>
              <a:pathLst>
                <a:path w="252729" h="360679">
                  <a:moveTo>
                    <a:pt x="252222" y="270510"/>
                  </a:moveTo>
                  <a:lnTo>
                    <a:pt x="189738" y="270510"/>
                  </a:lnTo>
                  <a:lnTo>
                    <a:pt x="189737" y="0"/>
                  </a:lnTo>
                  <a:lnTo>
                    <a:pt x="63245" y="0"/>
                  </a:lnTo>
                  <a:lnTo>
                    <a:pt x="63246" y="270510"/>
                  </a:lnTo>
                  <a:lnTo>
                    <a:pt x="0" y="270510"/>
                  </a:lnTo>
                  <a:lnTo>
                    <a:pt x="126492" y="360426"/>
                  </a:lnTo>
                  <a:lnTo>
                    <a:pt x="252222" y="270510"/>
                  </a:lnTo>
                  <a:close/>
                </a:path>
              </a:pathLst>
            </a:custGeom>
            <a:solidFill>
              <a:srgbClr val="808080"/>
            </a:solid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630"/>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Logical Query Optimization</a:t>
            </a:r>
            <a:endParaRPr lang="en-US" dirty="0"/>
          </a:p>
        </p:txBody>
      </p:sp>
      <p:sp>
        <p:nvSpPr>
          <p:cNvPr id="3" name="Content Placeholder 2"/>
          <p:cNvSpPr>
            <a:spLocks noGrp="1"/>
          </p:cNvSpPr>
          <p:nvPr>
            <p:ph idx="1"/>
          </p:nvPr>
        </p:nvSpPr>
        <p:spPr>
          <a:xfrm>
            <a:off x="1097280" y="1845733"/>
            <a:ext cx="10058400" cy="4523752"/>
          </a:xfrm>
        </p:spPr>
        <p:txBody>
          <a:bodyPr>
            <a:normAutofit/>
          </a:bodyPr>
          <a:lstStyle/>
          <a:p>
            <a:pPr>
              <a:buFont typeface="Wingdings" panose="05000000000000000000" pitchFamily="2" charset="2"/>
              <a:buChar char="q"/>
            </a:pPr>
            <a:r>
              <a:rPr lang="en-US" sz="2200" b="1" u="sng" dirty="0"/>
              <a:t>Transformation of Relational Expressions</a:t>
            </a:r>
            <a:r>
              <a:rPr lang="en-US" sz="2200" dirty="0"/>
              <a:t>: Two relational algebra expressions are said to be </a:t>
            </a:r>
            <a:r>
              <a:rPr lang="en-US" sz="2200" dirty="0">
                <a:solidFill>
                  <a:srgbClr val="FF0000"/>
                </a:solidFill>
              </a:rPr>
              <a:t>equivalent</a:t>
            </a:r>
            <a:r>
              <a:rPr lang="en-US" sz="2200" dirty="0"/>
              <a:t> if the two expressions </a:t>
            </a:r>
            <a:r>
              <a:rPr lang="en-US" sz="2200" dirty="0">
                <a:solidFill>
                  <a:srgbClr val="FF0000"/>
                </a:solidFill>
              </a:rPr>
              <a:t>generate the same set of tuples </a:t>
            </a:r>
            <a:r>
              <a:rPr lang="en-US" sz="2200" dirty="0"/>
              <a:t>on every legal database instance</a:t>
            </a:r>
            <a:endParaRPr lang="en-US" sz="2200" dirty="0"/>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Note: order of tuples is irrelevant</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lang="en-US" altLang="zh-CN" sz="2200" dirty="0">
                <a:solidFill>
                  <a:prstClr val="black">
                    <a:lumMod val="75000"/>
                    <a:lumOff val="25000"/>
                  </a:prstClr>
                </a:solidFill>
                <a:latin typeface="Calibri" panose="020F0502020204030204"/>
                <a:ea typeface="宋体" panose="02010600030101010101" pitchFamily="2" charset="-122"/>
              </a:rPr>
              <a:t>W</a:t>
            </a: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e don’t care if they generate different results on databases that violate integrity constraints</a:t>
            </a:r>
            <a:endParaRPr lang="en-US" sz="2200" dirty="0"/>
          </a:p>
          <a:p>
            <a:pPr>
              <a:buFont typeface="Wingdings" panose="05000000000000000000" pitchFamily="2" charset="2"/>
              <a:buChar char="q"/>
            </a:pPr>
            <a:r>
              <a:rPr lang="en-US" altLang="zh-CN" sz="2200" dirty="0"/>
              <a:t>In SQL, inputs and outputs are multisets of tuples</a:t>
            </a:r>
            <a:endParaRPr lang="en-US" altLang="zh-CN" sz="2200" dirty="0"/>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Two expressions in the multiset version of the relational algebra are said to be equivalent if the two expressions generate the same multiset of tuples on every legal database instance. </a:t>
            </a:r>
            <a:endParaRPr lang="en-US" altLang="zh-CN" sz="2200" dirty="0"/>
          </a:p>
          <a:p>
            <a:pPr>
              <a:buFont typeface="Wingdings" panose="05000000000000000000" pitchFamily="2" charset="2"/>
              <a:buChar char="q"/>
            </a:pPr>
            <a:r>
              <a:rPr lang="en-US" altLang="zh-CN" sz="2200" dirty="0"/>
              <a:t>An </a:t>
            </a:r>
            <a:r>
              <a:rPr lang="en-US" altLang="zh-CN" sz="2200" dirty="0">
                <a:solidFill>
                  <a:srgbClr val="FF0000"/>
                </a:solidFill>
              </a:rPr>
              <a:t>equivalence rule </a:t>
            </a:r>
            <a:r>
              <a:rPr lang="en-US" altLang="zh-CN" sz="2200" dirty="0"/>
              <a:t>says that expressions of two forms are equivalent</a:t>
            </a:r>
            <a:endParaRPr lang="en-US" sz="2200" dirty="0"/>
          </a:p>
          <a:p>
            <a:pPr lvl="1">
              <a:buFont typeface="Courier New" panose="02070309020205020404" pitchFamily="49" charset="0"/>
              <a:buChar char="o"/>
            </a:pPr>
            <a:r>
              <a:rPr lang="en-US" sz="2200" dirty="0"/>
              <a:t>Can replace expression of first form by second, or vice versa</a:t>
            </a:r>
            <a:endParaRPr lang="en-US" sz="2200" dirty="0"/>
          </a:p>
        </p:txBody>
      </p:sp>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mc:AlternateContent xmlns:mc="http://schemas.openxmlformats.org/markup-compatibility/2006">
        <mc:Choice xmlns:a14="http://schemas.microsoft.com/office/drawing/2010/main" Requires="a14">
          <p:sp>
            <p:nvSpPr>
              <p:cNvPr id="18" name="文本框 17"/>
              <p:cNvSpPr txBox="1"/>
              <p:nvPr/>
            </p:nvSpPr>
            <p:spPr>
              <a:xfrm>
                <a:off x="603237" y="1150691"/>
                <a:ext cx="10833025" cy="4893647"/>
              </a:xfrm>
              <a:prstGeom prst="rect">
                <a:avLst/>
              </a:prstGeom>
              <a:noFill/>
            </p:spPr>
            <p:txBody>
              <a:bodyPr wrap="square">
                <a:spAutoFit/>
              </a:bodyPr>
              <a:lstStyle/>
              <a:p>
                <a:r>
                  <a:rPr lang="en-US" altLang="zh-CN" sz="2400" b="1" dirty="0">
                    <a:solidFill>
                      <a:schemeClr val="accent2"/>
                    </a:solidFill>
                  </a:rPr>
                  <a:t>Theorem L1</a:t>
                </a:r>
                <a:r>
                  <a:rPr lang="en-US" altLang="zh-CN" sz="2400" dirty="0">
                    <a:solidFill>
                      <a:schemeClr val="accent2"/>
                    </a:solidFill>
                  </a:rPr>
                  <a:t>: Commutative Law of Joins and Products</a:t>
                </a:r>
                <a:endParaRPr lang="en-US" altLang="zh-CN" sz="2400" dirty="0">
                  <a:solidFill>
                    <a:schemeClr val="accent2"/>
                  </a:solidFill>
                </a:endParaRPr>
              </a:p>
              <a:p>
                <a:endParaRPr lang="en-US" altLang="zh-CN" sz="2400" dirty="0">
                  <a:solidFill>
                    <a:schemeClr val="accent2"/>
                  </a:solidFill>
                </a:endParaRPr>
              </a:p>
              <a:p>
                <a:endParaRPr lang="en-US" altLang="zh-CN" sz="2400" dirty="0">
                  <a:solidFill>
                    <a:schemeClr val="accent2"/>
                  </a:solidFill>
                </a:endParaRPr>
              </a:p>
              <a:p>
                <a:endParaRPr lang="en-US" altLang="zh-CN" sz="2400" dirty="0">
                  <a:solidFill>
                    <a:schemeClr val="accent2"/>
                  </a:solidFill>
                </a:endParaRPr>
              </a:p>
              <a:p>
                <a:r>
                  <a:rPr lang="en-US" altLang="zh-CN" sz="2400" b="1" dirty="0">
                    <a:solidFill>
                      <a:schemeClr val="accent2"/>
                    </a:solidFill>
                  </a:rPr>
                  <a:t>Theorem L2</a:t>
                </a:r>
                <a:r>
                  <a:rPr lang="en-US" altLang="zh-CN" sz="2400" dirty="0">
                    <a:solidFill>
                      <a:schemeClr val="accent2"/>
                    </a:solidFill>
                  </a:rPr>
                  <a:t>: Associative Law of Joins and Products</a:t>
                </a:r>
                <a:endParaRPr lang="en-US" altLang="zh-CN" sz="2400" dirty="0">
                  <a:solidFill>
                    <a:schemeClr val="accent2"/>
                  </a:solidFill>
                </a:endParaRPr>
              </a:p>
              <a:p>
                <a:endParaRPr lang="en-US" altLang="zh-CN" sz="2400" dirty="0">
                  <a:solidFill>
                    <a:schemeClr val="accent2"/>
                  </a:solidFill>
                </a:endParaRPr>
              </a:p>
              <a:p>
                <a:endParaRPr lang="en-US" altLang="zh-CN" sz="2400" dirty="0">
                  <a:solidFill>
                    <a:schemeClr val="accent2"/>
                  </a:solidFill>
                </a:endParaRPr>
              </a:p>
              <a:p>
                <a:endParaRPr lang="en-US" altLang="zh-CN" sz="2400" dirty="0">
                  <a:solidFill>
                    <a:schemeClr val="accent2"/>
                  </a:solidFill>
                </a:endParaRPr>
              </a:p>
              <a:p>
                <a:pPr>
                  <a:spcBef>
                    <a:spcPts val="0"/>
                  </a:spcBef>
                  <a:spcAft>
                    <a:spcPts val="0"/>
                  </a:spcAft>
                </a:pPr>
                <a:r>
                  <a:rPr lang="en-US" altLang="zh-CN" sz="2400" b="1" dirty="0">
                    <a:solidFill>
                      <a:schemeClr val="accent2"/>
                    </a:solidFill>
                    <a:sym typeface="+mn-ea"/>
                  </a:rPr>
                  <a:t>Theorem L3</a:t>
                </a:r>
                <a:r>
                  <a:rPr lang="en-US" altLang="zh-CN" sz="2400" dirty="0">
                    <a:solidFill>
                      <a:schemeClr val="accent2"/>
                    </a:solidFill>
                    <a:sym typeface="+mn-ea"/>
                  </a:rPr>
                  <a:t>: Projection Concatenation Law</a:t>
                </a:r>
                <a:endParaRPr lang="en-US" altLang="zh-CN" sz="2400" dirty="0">
                  <a:solidFill>
                    <a:schemeClr val="accent2"/>
                  </a:solidFill>
                  <a:sym typeface="+mn-ea"/>
                </a:endParaRPr>
              </a:p>
              <a:p>
                <a:r>
                  <a:rPr lang="en-US" altLang="zh-CN" sz="2400" dirty="0"/>
                  <a:t>Let the attribute set </a:t>
                </a:r>
                <a14:m>
                  <m:oMath xmlns:m="http://schemas.openxmlformats.org/officeDocument/2006/math">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𝐴</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𝐴</m:t>
                        </m:r>
                      </m:e>
                      <m:sub>
                        <m:r>
                          <a:rPr lang="en-US" altLang="zh-CN" sz="2400" i="1" dirty="0" smtClean="0">
                            <a:latin typeface="Cambria Math" panose="02040503050406030204" pitchFamily="18" charset="0"/>
                          </a:rPr>
                          <m:t>𝑛</m:t>
                        </m:r>
                      </m:sub>
                    </m:sSub>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𝐵</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𝐵</m:t>
                        </m:r>
                      </m:e>
                      <m:sub>
                        <m:r>
                          <a:rPr lang="en-US" altLang="zh-CN" sz="2400" i="1" dirty="0" smtClean="0">
                            <a:latin typeface="Cambria Math" panose="02040503050406030204" pitchFamily="18" charset="0"/>
                          </a:rPr>
                          <m:t>𝑚</m:t>
                        </m:r>
                      </m:sub>
                    </m:sSub>
                    <m:r>
                      <a:rPr lang="en-US" altLang="zh-CN" sz="2400" i="1" dirty="0" smtClean="0">
                        <a:latin typeface="Cambria Math" panose="02040503050406030204" pitchFamily="18" charset="0"/>
                      </a:rPr>
                      <m:t>}, </m:t>
                    </m:r>
                  </m:oMath>
                </a14:m>
                <a:r>
                  <a:rPr lang="en-US" altLang="zh-CN" sz="2400" dirty="0"/>
                  <a:t>and E be an expression, then we have:</a:t>
                </a:r>
                <a:endParaRPr lang="en-US" altLang="zh-CN" sz="2400" dirty="0"/>
              </a:p>
              <a:p>
                <a:pPr algn="ct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B1,...,Bm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endParaRPr>
              </a:p>
              <a:p>
                <a:r>
                  <a:rPr lang="en-US" altLang="zh-CN" sz="2400" b="1" dirty="0">
                    <a:solidFill>
                      <a:schemeClr val="accent2"/>
                    </a:solidFill>
                  </a:rPr>
                  <a:t>Theorem L4</a:t>
                </a:r>
                <a:r>
                  <a:rPr lang="en-US" altLang="zh-CN" sz="2400" dirty="0">
                    <a:solidFill>
                      <a:schemeClr val="accent2"/>
                    </a:solidFill>
                  </a:rPr>
                  <a:t>: Conjunctive selections can be split into individual selections.</a:t>
                </a:r>
                <a:endParaRPr lang="en-US" altLang="zh-CN" sz="2400" dirty="0">
                  <a:solidFill>
                    <a:schemeClr val="accent2"/>
                  </a:solidFill>
                </a:endParaRPr>
              </a:p>
              <a:p>
                <a:pPr algn="ctr"/>
                <a:r>
                  <a:rPr lang="en-US" altLang="zh-CN" sz="2400" dirty="0">
                    <a:solidFill>
                      <a:srgbClr val="FF0000"/>
                    </a:solidFill>
                    <a:latin typeface="Arial" panose="020B0604020202020204" pitchFamily="34" charset="0"/>
                    <a:ea typeface="微软雅黑" panose="020B0503020204020204" charset="-122"/>
                    <a:cs typeface="Arial" panose="020B0604020202020204" pitchFamily="34"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solidFill>
                      <a:srgbClr val="FF0000"/>
                    </a:solidFill>
                    <a:latin typeface="Arial" panose="020B0604020202020204" pitchFamily="34" charset="0"/>
                    <a:ea typeface="微软雅黑" panose="020B0503020204020204" charset="-122"/>
                    <a:cs typeface="Arial" panose="020B0604020202020204" pitchFamily="34"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F2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a:solidFill>
                      <a:srgbClr val="FF0000"/>
                    </a:solidFill>
                    <a:latin typeface="Arial" panose="020B0604020202020204" pitchFamily="34" charset="0"/>
                    <a:ea typeface="微软雅黑" panose="020B0503020204020204" charset="-122"/>
                    <a:cs typeface="Arial" panose="020B0604020202020204" pitchFamily="34"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F1</a:t>
                </a:r>
                <a:r>
                  <a:rPr lang="en-US" altLang="zh-CN" sz="2400" baseline="-25000" dirty="0">
                    <a:latin typeface="Cambria Math" panose="02040503050406030204" pitchFamily="18" charset="0"/>
                    <a:ea typeface="微软雅黑" panose="020B0503020204020204" charset="-122"/>
                    <a:cs typeface="Cambria Math" panose="020405030504060302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F2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endParaRPr>
              </a:p>
            </p:txBody>
          </p:sp>
        </mc:Choice>
        <mc:Fallback>
          <p:sp>
            <p:nvSpPr>
              <p:cNvPr id="18" name="文本框 17"/>
              <p:cNvSpPr txBox="1">
                <a:spLocks noRot="1" noChangeAspect="1" noMove="1" noResize="1" noEditPoints="1" noAdjustHandles="1" noChangeArrowheads="1" noChangeShapeType="1" noTextEdit="1"/>
              </p:cNvSpPr>
              <p:nvPr/>
            </p:nvSpPr>
            <p:spPr>
              <a:xfrm>
                <a:off x="603237" y="1150691"/>
                <a:ext cx="10833025" cy="4893647"/>
              </a:xfrm>
              <a:prstGeom prst="rect">
                <a:avLst/>
              </a:prstGeom>
              <a:blipFill rotWithShape="1">
                <a:blip r:embed="rId1"/>
                <a:stretch>
                  <a:fillRect l="-6" t="-1" r="5" b="8"/>
                </a:stretch>
              </a:blipFill>
            </p:spPr>
            <p:txBody>
              <a:bodyPr/>
              <a:lstStyle/>
              <a:p>
                <a:r>
                  <a:rPr lang="zh-CN" altLang="en-US">
                    <a:noFill/>
                  </a:rPr>
                  <a:t> </a:t>
                </a:r>
              </a:p>
            </p:txBody>
          </p:sp>
        </mc:Fallback>
      </mc:AlternateContent>
      <p:sp>
        <p:nvSpPr>
          <p:cNvPr id="11" name="文本框 10"/>
          <p:cNvSpPr txBox="1"/>
          <p:nvPr/>
        </p:nvSpPr>
        <p:spPr>
          <a:xfrm>
            <a:off x="2675609" y="1507553"/>
            <a:ext cx="3542216" cy="1218860"/>
          </a:xfrm>
          <a:prstGeom prst="rect">
            <a:avLst/>
          </a:prstGeom>
          <a:noFill/>
        </p:spPr>
        <p:txBody>
          <a:bodyPr wrap="square">
            <a:spAutoFit/>
          </a:bodyPr>
          <a:lstStyle/>
          <a:p>
            <a:pPr>
              <a:lnSpc>
                <a:spcPct val="125000"/>
              </a:lnSpc>
              <a:spcBef>
                <a:spcPts val="0"/>
              </a:spcBef>
              <a:spcAft>
                <a:spcPts val="0"/>
              </a:spcAft>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1</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 </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2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5000"/>
              </a:lnSpc>
              <a:spcBef>
                <a:spcPts val="0"/>
              </a:spcBef>
              <a:spcAft>
                <a:spcPts val="0"/>
              </a:spcAft>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2</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 </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2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5000"/>
              </a:lnSpc>
              <a:spcBef>
                <a:spcPts val="0"/>
              </a:spcBef>
              <a:spcAft>
                <a:spcPts val="0"/>
              </a:spcAft>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3</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Arial" panose="020B0604020202020204" pitchFamily="34"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 </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2 </a:t>
            </a:r>
            <a:r>
              <a:rPr lang="en-US" altLang="zh-CN" sz="2000" dirty="0">
                <a:latin typeface="Arial" panose="020B0604020202020204" pitchFamily="34" charset="0"/>
                <a:ea typeface="华文楷体" panose="0201060004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a:t>
            </a:r>
            <a:endParaRPr lang="en-US" altLang="zh-CN" sz="2000" dirty="0">
              <a:solidFill>
                <a:schemeClr val="accent2"/>
              </a:solidFill>
            </a:endParaRPr>
          </a:p>
        </p:txBody>
      </p:sp>
      <mc:AlternateContent xmlns:mc="http://schemas.openxmlformats.org/markup-compatibility/2006">
        <mc:Choice xmlns:a14="http://schemas.microsoft.com/office/drawing/2010/main" Requires="a14">
          <p:sp>
            <p:nvSpPr>
              <p:cNvPr id="13" name="文本框 12"/>
              <p:cNvSpPr txBox="1"/>
              <p:nvPr/>
            </p:nvSpPr>
            <p:spPr>
              <a:xfrm>
                <a:off x="603236" y="773574"/>
                <a:ext cx="10985525" cy="483402"/>
              </a:xfrm>
              <a:prstGeom prst="rect">
                <a:avLst/>
              </a:prstGeom>
              <a:noFill/>
            </p:spPr>
            <p:txBody>
              <a:bodyPr wrap="square">
                <a:spAutoFit/>
              </a:bodyPr>
              <a:lstStyle/>
              <a:p>
                <a:pPr>
                  <a:lnSpc>
                    <a:spcPct val="125000"/>
                  </a:lnSpc>
                </a:pPr>
                <a:r>
                  <a:rPr lang="en-US" altLang="zh-CN" sz="2200" dirty="0">
                    <a:solidFill>
                      <a:schemeClr val="tx1"/>
                    </a:solidFill>
                  </a:rPr>
                  <a:t>Let </a:t>
                </a:r>
                <a14:m>
                  <m:oMath xmlns:m="http://schemas.openxmlformats.org/officeDocument/2006/math">
                    <m:sSub>
                      <m:sSubPr>
                        <m:ctrlPr>
                          <a:rPr lang="en-US" altLang="zh-CN" sz="2200" b="0" i="1" dirty="0" smtClean="0">
                            <a:solidFill>
                              <a:srgbClr val="FF0000"/>
                            </a:solidFill>
                            <a:latin typeface="Cambria Math" panose="02040503050406030204" pitchFamily="18" charset="0"/>
                          </a:rPr>
                        </m:ctrlPr>
                      </m:sSubPr>
                      <m:e>
                        <m:r>
                          <a:rPr lang="en-US" altLang="zh-CN" sz="2200" i="1" dirty="0" smtClean="0">
                            <a:solidFill>
                              <a:srgbClr val="FF0000"/>
                            </a:solidFill>
                            <a:latin typeface="Cambria Math" panose="02040503050406030204" pitchFamily="18" charset="0"/>
                          </a:rPr>
                          <m:t>𝐸</m:t>
                        </m:r>
                      </m:e>
                      <m:sub>
                        <m:r>
                          <a:rPr lang="en-US" altLang="zh-CN" sz="2200" b="0" i="1" dirty="0" smtClean="0">
                            <a:solidFill>
                              <a:srgbClr val="FF0000"/>
                            </a:solidFill>
                            <a:latin typeface="Cambria Math" panose="02040503050406030204" pitchFamily="18" charset="0"/>
                          </a:rPr>
                          <m:t>𝑖</m:t>
                        </m:r>
                      </m:sub>
                    </m:sSub>
                  </m:oMath>
                </a14:m>
                <a:r>
                  <a:rPr lang="en-US" altLang="zh-CN" sz="2200" dirty="0">
                    <a:solidFill>
                      <a:srgbClr val="FF0000"/>
                    </a:solidFill>
                  </a:rPr>
                  <a:t> </a:t>
                </a:r>
                <a:r>
                  <a:rPr lang="en-US" altLang="zh-CN" sz="2200" dirty="0">
                    <a:solidFill>
                      <a:schemeClr val="tx1"/>
                    </a:solidFill>
                  </a:rPr>
                  <a:t>be </a:t>
                </a:r>
                <a:r>
                  <a:rPr lang="en-US" altLang="zh-CN" sz="2200" dirty="0">
                    <a:solidFill>
                      <a:srgbClr val="FF0000"/>
                    </a:solidFill>
                  </a:rPr>
                  <a:t>relational algebra expressions</a:t>
                </a:r>
                <a:r>
                  <a:rPr lang="en-US" altLang="zh-CN" sz="2200" dirty="0">
                    <a:solidFill>
                      <a:schemeClr val="tx1"/>
                    </a:solidFill>
                  </a:rPr>
                  <a:t>, and </a:t>
                </a:r>
                <a14:m>
                  <m:oMath xmlns:m="http://schemas.openxmlformats.org/officeDocument/2006/math">
                    <m:sSub>
                      <m:sSubPr>
                        <m:ctrlPr>
                          <a:rPr lang="en-US" altLang="zh-CN" sz="2200" b="0" i="1" dirty="0" smtClean="0">
                            <a:solidFill>
                              <a:srgbClr val="FF0000"/>
                            </a:solidFill>
                            <a:latin typeface="Cambria Math" panose="02040503050406030204" pitchFamily="18" charset="0"/>
                          </a:rPr>
                        </m:ctrlPr>
                      </m:sSubPr>
                      <m:e>
                        <m:r>
                          <a:rPr lang="en-US" altLang="zh-CN" sz="2200" i="1" dirty="0" smtClean="0">
                            <a:solidFill>
                              <a:srgbClr val="FF0000"/>
                            </a:solidFill>
                            <a:latin typeface="Cambria Math" panose="02040503050406030204" pitchFamily="18" charset="0"/>
                          </a:rPr>
                          <m:t>𝐹</m:t>
                        </m:r>
                      </m:e>
                      <m:sub>
                        <m:r>
                          <a:rPr lang="en-US" altLang="zh-CN" sz="2200" b="0" i="1" dirty="0" smtClean="0">
                            <a:solidFill>
                              <a:srgbClr val="FF0000"/>
                            </a:solidFill>
                            <a:latin typeface="Cambria Math" panose="02040503050406030204" pitchFamily="18" charset="0"/>
                          </a:rPr>
                          <m:t>𝑖</m:t>
                        </m:r>
                      </m:sub>
                    </m:sSub>
                  </m:oMath>
                </a14:m>
                <a:r>
                  <a:rPr lang="en-US" altLang="zh-CN" sz="2200" dirty="0">
                    <a:solidFill>
                      <a:srgbClr val="FF0000"/>
                    </a:solidFill>
                  </a:rPr>
                  <a:t> </a:t>
                </a:r>
                <a:r>
                  <a:rPr lang="en-US" altLang="zh-CN" sz="2200" dirty="0">
                    <a:solidFill>
                      <a:schemeClr val="tx1"/>
                    </a:solidFill>
                  </a:rPr>
                  <a:t>be </a:t>
                </a:r>
                <a:r>
                  <a:rPr lang="en-US" altLang="zh-CN" sz="2200" dirty="0">
                    <a:solidFill>
                      <a:srgbClr val="FF0000"/>
                    </a:solidFill>
                  </a:rPr>
                  <a:t>additional constraints </a:t>
                </a:r>
                <a:r>
                  <a:rPr lang="en-US" altLang="zh-CN" sz="2200" dirty="0">
                    <a:solidFill>
                      <a:schemeClr val="tx1"/>
                    </a:solidFill>
                  </a:rPr>
                  <a:t>on the attributes in </a:t>
                </a:r>
                <a14:m>
                  <m:oMath xmlns:m="http://schemas.openxmlformats.org/officeDocument/2006/math">
                    <m:sSub>
                      <m:sSubPr>
                        <m:ctrlPr>
                          <a:rPr lang="en-US" altLang="zh-CN" sz="2200" b="0" i="1" dirty="0" smtClean="0">
                            <a:solidFill>
                              <a:schemeClr val="tx1"/>
                            </a:solidFill>
                            <a:latin typeface="Cambria Math" panose="02040503050406030204" pitchFamily="18" charset="0"/>
                          </a:rPr>
                        </m:ctrlPr>
                      </m:sSubPr>
                      <m:e>
                        <m:r>
                          <a:rPr lang="en-US" altLang="zh-CN" sz="2200" i="1" dirty="0" smtClean="0">
                            <a:solidFill>
                              <a:schemeClr val="tx1"/>
                            </a:solidFill>
                            <a:latin typeface="Cambria Math" panose="02040503050406030204" pitchFamily="18" charset="0"/>
                          </a:rPr>
                          <m:t>𝐸</m:t>
                        </m:r>
                      </m:e>
                      <m:sub>
                        <m:r>
                          <a:rPr lang="en-US" altLang="zh-CN" sz="2200" b="0" i="1" dirty="0" smtClean="0">
                            <a:solidFill>
                              <a:schemeClr val="tx1"/>
                            </a:solidFill>
                            <a:latin typeface="Cambria Math" panose="02040503050406030204" pitchFamily="18" charset="0"/>
                          </a:rPr>
                          <m:t>𝑖</m:t>
                        </m:r>
                      </m:sub>
                    </m:sSub>
                  </m:oMath>
                </a14:m>
                <a:r>
                  <a:rPr lang="en-US" altLang="zh-CN" sz="2200" dirty="0">
                    <a:solidFill>
                      <a:schemeClr val="tx1"/>
                    </a:solidFill>
                  </a:rPr>
                  <a:t>.</a:t>
                </a:r>
                <a:endParaRPr lang="en-US" altLang="zh-CN" sz="2200" dirty="0">
                  <a:solidFill>
                    <a:schemeClr val="tx1"/>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3236" y="773574"/>
                <a:ext cx="10985525" cy="483402"/>
              </a:xfrm>
              <a:prstGeom prst="rect">
                <a:avLst/>
              </a:prstGeom>
              <a:blipFill rotWithShape="1">
                <a:blip r:embed="rId2"/>
                <a:stretch>
                  <a:fillRect l="-6" t="-30" b="64"/>
                </a:stretch>
              </a:blipFill>
            </p:spPr>
            <p:txBody>
              <a:bodyPr/>
              <a:lstStyle/>
              <a:p>
                <a:r>
                  <a:rPr lang="zh-CN" altLang="en-US">
                    <a:noFill/>
                  </a:rPr>
                  <a:t> </a:t>
                </a:r>
              </a:p>
            </p:txBody>
          </p:sp>
        </mc:Fallback>
      </mc:AlternateContent>
      <p:sp>
        <p:nvSpPr>
          <p:cNvPr id="16" name="文本框 15"/>
          <p:cNvSpPr txBox="1"/>
          <p:nvPr/>
        </p:nvSpPr>
        <p:spPr>
          <a:xfrm>
            <a:off x="1690137" y="2980492"/>
            <a:ext cx="5513159" cy="1218860"/>
          </a:xfrm>
          <a:prstGeom prst="rect">
            <a:avLst/>
          </a:prstGeom>
          <a:noFill/>
        </p:spPr>
        <p:txBody>
          <a:bodyPr wrap="square">
            <a:spAutoFit/>
          </a:bodyPr>
          <a:lstStyle/>
          <a:p>
            <a:pPr>
              <a:lnSpc>
                <a:spcPct val="125000"/>
              </a:lnSpc>
              <a:spcBef>
                <a:spcPts val="0"/>
              </a:spcBef>
              <a:spcAft>
                <a:spcPts val="0"/>
              </a:spcAft>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1</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F1</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F2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 </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F1</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F2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5000"/>
              </a:lnSpc>
              <a:spcBef>
                <a:spcPts val="0"/>
              </a:spcBef>
              <a:spcAft>
                <a:spcPts val="0"/>
              </a:spcAft>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2</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 </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5000"/>
              </a:lnSpc>
              <a:spcBef>
                <a:spcPts val="0"/>
              </a:spcBef>
              <a:spcAft>
                <a:spcPts val="0"/>
              </a:spcAft>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3</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1 </a:t>
            </a:r>
            <a:r>
              <a:rPr lang="en-US" altLang="zh-CN" sz="2000" dirty="0">
                <a:latin typeface="Arial" panose="020B0604020202020204" pitchFamily="34"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dirty="0">
                <a:latin typeface="Arial" panose="020B0604020202020204" pitchFamily="34"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 </a:t>
            </a:r>
            <a:r>
              <a:rPr lang="en-US" altLang="zh-CN" sz="2000" spc="-15" dirty="0">
                <a:latin typeface="Times New Roman" panose="02020603050405020304" pitchFamily="18" charset="0"/>
                <a:ea typeface="华文楷体" panose="02010600040101010101" pitchFamily="2" charset="-122"/>
                <a:cs typeface="Times New Roman" panose="02020603050405020304" pitchFamily="18" charset="0"/>
                <a:sym typeface="+mn-ea"/>
              </a:rPr>
              <a:t>E</a:t>
            </a:r>
            <a:r>
              <a:rPr lang="en-US" altLang="zh-CN" sz="2000" baseline="-21000" dirty="0">
                <a:latin typeface="Times New Roman" panose="02020603050405020304" pitchFamily="18" charset="0"/>
                <a:ea typeface="华文楷体" panose="02010600040101010101" pitchFamily="2" charset="-122"/>
                <a:cs typeface="Times New Roman" panose="02020603050405020304" pitchFamily="18" charset="0"/>
                <a:sym typeface="+mn-ea"/>
              </a:rPr>
              <a:t>2 </a:t>
            </a:r>
            <a:r>
              <a:rPr lang="en-US" altLang="zh-CN" sz="2000" dirty="0">
                <a:latin typeface="Arial" panose="020B0604020202020204" pitchFamily="34" charset="0"/>
                <a:ea typeface="华文楷体" panose="0201060004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1 </a:t>
            </a:r>
            <a:r>
              <a:rPr lang="en-US" altLang="zh-CN" sz="2000" dirty="0">
                <a:latin typeface="Arial" panose="020B0604020202020204" pitchFamily="34" charset="0"/>
                <a:ea typeface="华文楷体" panose="0201060004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 E</a:t>
            </a:r>
            <a:r>
              <a:rPr lang="en-US" altLang="zh-CN" sz="20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0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mc:AlternateContent xmlns:mc="http://schemas.openxmlformats.org/markup-compatibility/2006">
        <mc:Choice xmlns:a14="http://schemas.microsoft.com/office/drawing/2010/main" Requires="a14">
          <p:sp>
            <p:nvSpPr>
              <p:cNvPr id="18" name="文本框 17"/>
              <p:cNvSpPr txBox="1"/>
              <p:nvPr/>
            </p:nvSpPr>
            <p:spPr>
              <a:xfrm>
                <a:off x="603237" y="1676518"/>
                <a:ext cx="10985526" cy="4616648"/>
              </a:xfrm>
              <a:prstGeom prst="rect">
                <a:avLst/>
              </a:prstGeom>
              <a:noFill/>
            </p:spPr>
            <p:txBody>
              <a:bodyPr wrap="square">
                <a:spAutoFit/>
              </a:bodyPr>
              <a:lstStyle/>
              <a:p>
                <a:r>
                  <a:rPr lang="en-US" altLang="zh-CN" sz="2400" b="1" dirty="0">
                    <a:solidFill>
                      <a:schemeClr val="accent2"/>
                    </a:solidFill>
                  </a:rPr>
                  <a:t>Theorem L5</a:t>
                </a:r>
                <a:r>
                  <a:rPr lang="en-US" altLang="zh-CN" sz="2400" dirty="0">
                    <a:solidFill>
                      <a:schemeClr val="accent2"/>
                    </a:solidFill>
                  </a:rPr>
                  <a:t>: Commutative Law of Selection and Projection</a:t>
                </a:r>
                <a:endParaRPr lang="en-US" altLang="zh-CN" sz="2400" dirty="0">
                  <a:solidFill>
                    <a:schemeClr val="accent2"/>
                  </a:solidFill>
                </a:endParaRPr>
              </a:p>
              <a:p>
                <a:r>
                  <a:rPr lang="en-US" altLang="zh-CN" sz="2400" dirty="0"/>
                  <a:t>Suppose that condition F only involves attributes </a:t>
                </a:r>
                <a14:m>
                  <m:oMath xmlns:m="http://schemas.openxmlformats.org/officeDocument/2006/math">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𝐴</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 </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𝐴</m:t>
                        </m:r>
                      </m:e>
                      <m:sub>
                        <m:r>
                          <a:rPr lang="en-US" altLang="zh-CN" sz="2400" i="1" dirty="0" smtClean="0">
                            <a:latin typeface="Cambria Math" panose="02040503050406030204" pitchFamily="18" charset="0"/>
                          </a:rPr>
                          <m:t>𝑛</m:t>
                        </m:r>
                      </m:sub>
                    </m:sSub>
                    <m:r>
                      <a:rPr lang="en-US" altLang="zh-CN" sz="2400" i="1" dirty="0" smtClean="0">
                        <a:latin typeface="Cambria Math" panose="02040503050406030204" pitchFamily="18" charset="0"/>
                      </a:rPr>
                      <m:t>}, </m:t>
                    </m:r>
                  </m:oMath>
                </a14:m>
                <a:r>
                  <a:rPr lang="en-US" altLang="zh-CN" sz="2400" dirty="0"/>
                  <a:t>and E is a relational expression, then we have:</a:t>
                </a:r>
                <a:endParaRPr lang="en-US" altLang="zh-CN" sz="2400" dirty="0"/>
              </a:p>
              <a:p>
                <a:pPr algn="ctr">
                  <a:lnSpc>
                    <a:spcPct val="125000"/>
                  </a:lnSpc>
                </a:pP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err="1">
                    <a:solidFill>
                      <a:srgbClr val="FF0000"/>
                    </a:solidFill>
                    <a:latin typeface="Arial" panose="020B0604020202020204" pitchFamily="34" charset="0"/>
                    <a:ea typeface="微软雅黑" panose="020B0503020204020204" charset="-122"/>
                    <a:cs typeface="Arial" panose="020B0604020202020204" pitchFamily="34" charset="0"/>
                    <a:sym typeface="+mn-ea"/>
                  </a:rPr>
                  <a:t>σ</a:t>
                </a:r>
                <a:r>
                  <a:rPr lang="en-US" altLang="zh-CN" sz="2400" baseline="-25000" dirty="0" err="1">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err="1">
                    <a:solidFill>
                      <a:srgbClr val="FF0000"/>
                    </a:solidFill>
                    <a:latin typeface="Arial" panose="020B0604020202020204" pitchFamily="34" charset="0"/>
                    <a:ea typeface="微软雅黑" panose="020B0503020204020204" charset="-122"/>
                    <a:cs typeface="Arial" panose="020B0604020202020204" pitchFamily="34" charset="0"/>
                    <a:sym typeface="+mn-ea"/>
                  </a:rPr>
                  <a:t>σ</a:t>
                </a:r>
                <a:r>
                  <a:rPr lang="en-US" altLang="zh-CN" sz="2400" baseline="-25000" dirty="0" err="1">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endParaRPr lang="en-US" altLang="zh-CN" sz="2400" dirty="0">
                  <a:solidFill>
                    <a:schemeClr val="accent2"/>
                  </a:solidFill>
                </a:endParaRPr>
              </a:p>
              <a:p>
                <a:r>
                  <a:rPr lang="en-US" altLang="zh-CN" sz="2400" b="1" dirty="0">
                    <a:solidFill>
                      <a:schemeClr val="accent2"/>
                    </a:solidFill>
                  </a:rPr>
                  <a:t>Theorem L6</a:t>
                </a:r>
                <a:r>
                  <a:rPr lang="en-US" altLang="zh-CN" sz="2400" dirty="0">
                    <a:solidFill>
                      <a:schemeClr val="accent2"/>
                    </a:solidFill>
                  </a:rPr>
                  <a:t>: Commutative Law of Selection and Product</a:t>
                </a:r>
                <a:endParaRPr lang="en-US" altLang="zh-CN" sz="2400" dirty="0">
                  <a:solidFill>
                    <a:schemeClr val="accent2"/>
                  </a:solidFill>
                </a:endParaRPr>
              </a:p>
              <a:p>
                <a:pPr marL="342900" indent="-342900">
                  <a:buFont typeface="Wingdings" panose="05000000000000000000" pitchFamily="2" charset="2"/>
                  <a:buChar char="Ø"/>
                </a:pPr>
                <a:r>
                  <a:rPr lang="en-US" altLang="zh-CN" sz="2400" dirty="0"/>
                  <a:t>If condition F only involves the attributes in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1</m:t>
                        </m:r>
                      </m:sub>
                    </m:sSub>
                  </m:oMath>
                </a14:m>
                <a:r>
                  <a:rPr lang="en-US" altLang="zh-CN" sz="2400" dirty="0"/>
                  <a:t>, then:</a:t>
                </a:r>
                <a:endParaRPr lang="en-US" altLang="zh-CN" sz="2400" dirty="0"/>
              </a:p>
              <a:p>
                <a:pPr algn="ctr"/>
                <a:r>
                  <a:rPr lang="en-US" altLang="zh-CN" sz="2400"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err="1">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err="1">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endParaRPr lang="en-US" altLang="zh-CN" sz="2400" dirty="0"/>
              </a:p>
              <a:p>
                <a:pPr marL="342900" indent="-342900">
                  <a:buFont typeface="Wingdings" panose="05000000000000000000" pitchFamily="2" charset="2"/>
                  <a:buChar char="Ø"/>
                </a:pPr>
                <a:r>
                  <a:rPr lang="en-US" altLang="zh-CN" sz="2400" dirty="0"/>
                  <a:t>If </a:t>
                </a:r>
                <a14:m>
                  <m:oMath xmlns:m="http://schemas.openxmlformats.org/officeDocument/2006/math">
                    <m:r>
                      <a:rPr lang="en-US" altLang="zh-CN" sz="2400" i="1" dirty="0" smtClean="0">
                        <a:latin typeface="Cambria Math" panose="02040503050406030204" pitchFamily="18" charset="0"/>
                      </a:rPr>
                      <m:t>𝐹</m:t>
                    </m:r>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2</m:t>
                        </m:r>
                      </m:sub>
                    </m:sSub>
                  </m:oMath>
                </a14:m>
                <a:r>
                  <a:rPr lang="en-US" altLang="zh-CN" sz="2400" dirty="0"/>
                  <a:t>, and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1</m:t>
                        </m:r>
                      </m:sub>
                    </m:sSub>
                  </m:oMath>
                </a14:m>
                <a:r>
                  <a:rPr lang="en-US" altLang="zh-CN" sz="2400" dirty="0"/>
                  <a:t> and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2</m:t>
                        </m:r>
                      </m:sub>
                    </m:sSub>
                  </m:oMath>
                </a14:m>
                <a:r>
                  <a:rPr lang="en-US" altLang="zh-CN" sz="2400" dirty="0"/>
                  <a:t> only involve attributes in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1</m:t>
                        </m:r>
                      </m:sub>
                    </m:sSub>
                  </m:oMath>
                </a14:m>
                <a:r>
                  <a:rPr lang="en-US" altLang="zh-CN" sz="2400" dirty="0"/>
                  <a:t> and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2</m:t>
                        </m:r>
                      </m:sub>
                    </m:sSub>
                  </m:oMath>
                </a14:m>
                <a:r>
                  <a:rPr lang="en-US" altLang="zh-CN" sz="2400" dirty="0"/>
                  <a:t> respectively, then:</a:t>
                </a:r>
                <a:endParaRPr lang="en-US" altLang="zh-CN" sz="2400" dirty="0"/>
              </a:p>
              <a:p>
                <a:pPr algn="ctr"/>
                <a:r>
                  <a:rPr lang="en-US" altLang="zh-CN" sz="2400"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err="1">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F1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F2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400" dirty="0"/>
              </a:p>
              <a:p>
                <a:pPr marL="342900" indent="-342900">
                  <a:buFont typeface="Wingdings" panose="05000000000000000000" pitchFamily="2" charset="2"/>
                  <a:buChar char="Ø"/>
                </a:pPr>
                <a:r>
                  <a:rPr lang="en-US" altLang="zh-CN" sz="2400" dirty="0"/>
                  <a:t>If </a:t>
                </a:r>
                <a14:m>
                  <m:oMath xmlns:m="http://schemas.openxmlformats.org/officeDocument/2006/math">
                    <m:r>
                      <a:rPr lang="en-US" altLang="zh-CN" sz="2400" i="1" dirty="0" smtClean="0">
                        <a:latin typeface="Cambria Math" panose="02040503050406030204" pitchFamily="18" charset="0"/>
                      </a:rPr>
                      <m:t>𝐹</m:t>
                    </m:r>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2</m:t>
                        </m:r>
                      </m:sub>
                    </m:sSub>
                  </m:oMath>
                </a14:m>
                <a:r>
                  <a:rPr lang="en-US" altLang="zh-CN" sz="2400" dirty="0"/>
                  <a:t>, where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1</m:t>
                        </m:r>
                      </m:sub>
                    </m:sSub>
                  </m:oMath>
                </a14:m>
                <a:r>
                  <a:rPr lang="en-US" altLang="zh-CN" sz="2400" dirty="0"/>
                  <a:t> only involves attributes in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1</m:t>
                        </m:r>
                      </m:sub>
                    </m:sSub>
                  </m:oMath>
                </a14:m>
                <a:r>
                  <a:rPr lang="en-US" altLang="zh-CN" sz="2400" dirty="0"/>
                  <a:t>, and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𝐹</m:t>
                        </m:r>
                      </m:e>
                      <m:sub>
                        <m:r>
                          <a:rPr lang="en-US" altLang="zh-CN" sz="2400" i="1" dirty="0" smtClean="0">
                            <a:latin typeface="Cambria Math" panose="02040503050406030204" pitchFamily="18" charset="0"/>
                          </a:rPr>
                          <m:t>2</m:t>
                        </m:r>
                      </m:sub>
                    </m:sSub>
                  </m:oMath>
                </a14:m>
                <a:r>
                  <a:rPr lang="en-US" altLang="zh-CN" sz="2400" dirty="0"/>
                  <a:t> involves attributes in both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1</m:t>
                        </m:r>
                      </m:sub>
                    </m:sSub>
                  </m:oMath>
                </a14:m>
                <a:r>
                  <a:rPr lang="en-US" altLang="zh-CN" sz="2400" dirty="0"/>
                  <a:t> and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2</m:t>
                        </m:r>
                      </m:sub>
                    </m:sSub>
                  </m:oMath>
                </a14:m>
                <a:r>
                  <a:rPr lang="en-US" altLang="zh-CN" sz="2400" dirty="0"/>
                  <a:t>, then:</a:t>
                </a:r>
                <a:endParaRPr lang="en-US" altLang="zh-CN" sz="2400" dirty="0"/>
              </a:p>
              <a:p>
                <a:pPr algn="ctr"/>
                <a:r>
                  <a:rPr lang="en-US" altLang="zh-CN" sz="2400"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err="1">
                    <a:latin typeface="Times New Roman" panose="02020603050405020304" pitchFamily="18" charset="0"/>
                    <a:ea typeface="微软雅黑" panose="020B0503020204020204" charset="-122"/>
                    <a:cs typeface="Times New Roman" panose="02020603050405020304" pitchFamily="18" charset="0"/>
                    <a:sym typeface="+mn-ea"/>
                  </a:rPr>
                  <a:t>F</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F2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F1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endParaRPr>
              </a:p>
            </p:txBody>
          </p:sp>
        </mc:Choice>
        <mc:Fallback>
          <p:sp>
            <p:nvSpPr>
              <p:cNvPr id="18" name="文本框 17"/>
              <p:cNvSpPr txBox="1">
                <a:spLocks noRot="1" noChangeAspect="1" noMove="1" noResize="1" noEditPoints="1" noAdjustHandles="1" noChangeArrowheads="1" noChangeShapeType="1" noTextEdit="1"/>
              </p:cNvSpPr>
              <p:nvPr/>
            </p:nvSpPr>
            <p:spPr>
              <a:xfrm>
                <a:off x="603237" y="1676518"/>
                <a:ext cx="10985526" cy="4616648"/>
              </a:xfrm>
              <a:prstGeom prst="rect">
                <a:avLst/>
              </a:prstGeom>
              <a:blipFill rotWithShape="1">
                <a:blip r:embed="rId1"/>
                <a:stretch>
                  <a:fillRect l="-6" t="-3"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03237" y="845521"/>
                <a:ext cx="10609246" cy="830997"/>
              </a:xfrm>
              <a:prstGeom prst="rect">
                <a:avLst/>
              </a:prstGeom>
              <a:noFill/>
            </p:spPr>
            <p:txBody>
              <a:bodyPr wrap="square">
                <a:spAutoFit/>
              </a:bodyPr>
              <a:lstStyle/>
              <a:p>
                <a:r>
                  <a:rPr lang="en-US" altLang="zh-CN" sz="2400" dirty="0">
                    <a:solidFill>
                      <a:schemeClr val="tx1"/>
                    </a:solidFill>
                  </a:rPr>
                  <a:t>Let </a:t>
                </a:r>
                <a14:m>
                  <m:oMath xmlns:m="http://schemas.openxmlformats.org/officeDocument/2006/math">
                    <m:sSub>
                      <m:sSubPr>
                        <m:ctrlPr>
                          <a:rPr lang="en-US" altLang="zh-CN" sz="2400" b="0" i="1" dirty="0" smtClean="0">
                            <a:solidFill>
                              <a:srgbClr val="FF0000"/>
                            </a:solidFill>
                            <a:latin typeface="Cambria Math" panose="02040503050406030204" pitchFamily="18" charset="0"/>
                          </a:rPr>
                        </m:ctrlPr>
                      </m:sSubPr>
                      <m:e>
                        <m:r>
                          <a:rPr lang="en-US" altLang="zh-CN" sz="2400" i="1" dirty="0" smtClean="0">
                            <a:solidFill>
                              <a:srgbClr val="FF0000"/>
                            </a:solidFill>
                            <a:latin typeface="Cambria Math" panose="02040503050406030204" pitchFamily="18" charset="0"/>
                          </a:rPr>
                          <m:t>𝐸</m:t>
                        </m:r>
                      </m:e>
                      <m:sub>
                        <m:r>
                          <a:rPr lang="en-US" altLang="zh-CN" sz="2400" b="0" i="1" dirty="0" smtClean="0">
                            <a:solidFill>
                              <a:srgbClr val="FF0000"/>
                            </a:solidFill>
                            <a:latin typeface="Cambria Math" panose="02040503050406030204" pitchFamily="18" charset="0"/>
                          </a:rPr>
                          <m:t>𝑖</m:t>
                        </m:r>
                      </m:sub>
                    </m:sSub>
                  </m:oMath>
                </a14:m>
                <a:r>
                  <a:rPr lang="en-US" altLang="zh-CN" sz="2400" dirty="0">
                    <a:solidFill>
                      <a:srgbClr val="FF0000"/>
                    </a:solidFill>
                  </a:rPr>
                  <a:t> </a:t>
                </a:r>
                <a:r>
                  <a:rPr lang="en-US" altLang="zh-CN" sz="2400" dirty="0">
                    <a:solidFill>
                      <a:schemeClr val="tx1"/>
                    </a:solidFill>
                  </a:rPr>
                  <a:t>be </a:t>
                </a:r>
                <a:r>
                  <a:rPr lang="en-US" altLang="zh-CN" sz="2400" dirty="0">
                    <a:solidFill>
                      <a:srgbClr val="FF0000"/>
                    </a:solidFill>
                  </a:rPr>
                  <a:t>relational algebra expressions</a:t>
                </a:r>
                <a:r>
                  <a:rPr lang="en-US" altLang="zh-CN" sz="2400" dirty="0">
                    <a:solidFill>
                      <a:schemeClr val="tx1"/>
                    </a:solidFill>
                  </a:rPr>
                  <a:t>, and </a:t>
                </a:r>
                <a14:m>
                  <m:oMath xmlns:m="http://schemas.openxmlformats.org/officeDocument/2006/math">
                    <m:sSub>
                      <m:sSubPr>
                        <m:ctrlPr>
                          <a:rPr lang="en-US" altLang="zh-CN" sz="2400" b="0" i="1" dirty="0" smtClean="0">
                            <a:solidFill>
                              <a:srgbClr val="FF0000"/>
                            </a:solidFill>
                            <a:latin typeface="Cambria Math" panose="02040503050406030204" pitchFamily="18" charset="0"/>
                          </a:rPr>
                        </m:ctrlPr>
                      </m:sSubPr>
                      <m:e>
                        <m:r>
                          <a:rPr lang="en-US" altLang="zh-CN" sz="2400" i="1" dirty="0" smtClean="0">
                            <a:solidFill>
                              <a:srgbClr val="FF0000"/>
                            </a:solidFill>
                            <a:latin typeface="Cambria Math" panose="02040503050406030204" pitchFamily="18" charset="0"/>
                          </a:rPr>
                          <m:t>𝐹</m:t>
                        </m:r>
                      </m:e>
                      <m:sub>
                        <m:r>
                          <a:rPr lang="en-US" altLang="zh-CN" sz="2400" b="0" i="1" dirty="0" smtClean="0">
                            <a:solidFill>
                              <a:srgbClr val="FF0000"/>
                            </a:solidFill>
                            <a:latin typeface="Cambria Math" panose="02040503050406030204" pitchFamily="18" charset="0"/>
                          </a:rPr>
                          <m:t>𝑖</m:t>
                        </m:r>
                      </m:sub>
                    </m:sSub>
                  </m:oMath>
                </a14:m>
                <a:r>
                  <a:rPr lang="en-US" altLang="zh-CN" sz="2400" dirty="0">
                    <a:solidFill>
                      <a:srgbClr val="FF0000"/>
                    </a:solidFill>
                  </a:rPr>
                  <a:t> </a:t>
                </a:r>
                <a:r>
                  <a:rPr lang="en-US" altLang="zh-CN" sz="2400" dirty="0">
                    <a:solidFill>
                      <a:schemeClr val="tx1"/>
                    </a:solidFill>
                  </a:rPr>
                  <a:t>be </a:t>
                </a:r>
                <a:r>
                  <a:rPr lang="en-US" altLang="zh-CN" sz="2400" dirty="0">
                    <a:solidFill>
                      <a:srgbClr val="FF0000"/>
                    </a:solidFill>
                  </a:rPr>
                  <a:t>additional constraints </a:t>
                </a:r>
                <a:r>
                  <a:rPr lang="en-US" altLang="zh-CN" sz="2400" dirty="0">
                    <a:solidFill>
                      <a:schemeClr val="tx1"/>
                    </a:solidFill>
                  </a:rPr>
                  <a:t>on the attributes in </a:t>
                </a:r>
                <a14:m>
                  <m:oMath xmlns:m="http://schemas.openxmlformats.org/officeDocument/2006/math">
                    <m:sSub>
                      <m:sSubPr>
                        <m:ctrlPr>
                          <a:rPr lang="en-US" altLang="zh-CN" sz="2400" b="0" i="1" dirty="0" smtClean="0">
                            <a:solidFill>
                              <a:schemeClr val="tx1"/>
                            </a:solidFill>
                            <a:latin typeface="Cambria Math" panose="02040503050406030204" pitchFamily="18" charset="0"/>
                          </a:rPr>
                        </m:ctrlPr>
                      </m:sSubPr>
                      <m:e>
                        <m:r>
                          <a:rPr lang="en-US" altLang="zh-CN" sz="2400" i="1" dirty="0" smtClean="0">
                            <a:solidFill>
                              <a:schemeClr val="tx1"/>
                            </a:solidFill>
                            <a:latin typeface="Cambria Math" panose="02040503050406030204" pitchFamily="18" charset="0"/>
                          </a:rPr>
                          <m:t>𝐸</m:t>
                        </m:r>
                      </m:e>
                      <m:sub>
                        <m:r>
                          <a:rPr lang="en-US" altLang="zh-CN" sz="2400" b="0" i="1" dirty="0" smtClean="0">
                            <a:solidFill>
                              <a:schemeClr val="tx1"/>
                            </a:solidFill>
                            <a:latin typeface="Cambria Math" panose="02040503050406030204" pitchFamily="18" charset="0"/>
                          </a:rPr>
                          <m:t>𝑖</m:t>
                        </m:r>
                      </m:sub>
                    </m:sSub>
                  </m:oMath>
                </a14:m>
                <a:r>
                  <a:rPr lang="en-US" altLang="zh-CN" sz="2400" dirty="0">
                    <a:solidFill>
                      <a:schemeClr val="tx1"/>
                    </a:solidFill>
                  </a:rPr>
                  <a:t>.</a:t>
                </a:r>
                <a:endParaRPr lang="en-US" altLang="zh-CN" sz="2400" dirty="0">
                  <a:solidFill>
                    <a:schemeClr val="tx1"/>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3237" y="845521"/>
                <a:ext cx="10609246" cy="830997"/>
              </a:xfrm>
              <a:prstGeom prst="rect">
                <a:avLst/>
              </a:prstGeom>
              <a:blipFill rotWithShape="1">
                <a:blip r:embed="rId2"/>
                <a:stretch>
                  <a:fillRect l="-6" t="-40" r="3" b="14"/>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mc:AlternateContent xmlns:mc="http://schemas.openxmlformats.org/markup-compatibility/2006">
        <mc:Choice xmlns:a14="http://schemas.microsoft.com/office/drawing/2010/main" Requires="a14">
          <p:sp>
            <p:nvSpPr>
              <p:cNvPr id="18" name="文本框 17"/>
              <p:cNvSpPr txBox="1"/>
              <p:nvPr/>
            </p:nvSpPr>
            <p:spPr>
              <a:xfrm>
                <a:off x="603237" y="1180508"/>
                <a:ext cx="10985526" cy="5262979"/>
              </a:xfrm>
              <a:prstGeom prst="rect">
                <a:avLst/>
              </a:prstGeom>
              <a:noFill/>
            </p:spPr>
            <p:txBody>
              <a:bodyPr wrap="square">
                <a:spAutoFit/>
              </a:bodyPr>
              <a:lstStyle/>
              <a:p>
                <a:r>
                  <a:rPr lang="en-US" altLang="zh-CN" sz="2400" b="1" dirty="0">
                    <a:solidFill>
                      <a:schemeClr val="accent2"/>
                    </a:solidFill>
                  </a:rPr>
                  <a:t>Theorem L7</a:t>
                </a:r>
                <a:r>
                  <a:rPr lang="en-US" altLang="zh-CN" sz="2400" dirty="0">
                    <a:solidFill>
                      <a:schemeClr val="accent2"/>
                    </a:solidFill>
                  </a:rPr>
                  <a:t>: Commutative Laws of Projection and Product</a:t>
                </a:r>
                <a:endParaRPr lang="en-US" altLang="zh-CN" sz="2400" dirty="0">
                  <a:solidFill>
                    <a:schemeClr val="accent2"/>
                  </a:solidFill>
                </a:endParaRPr>
              </a:p>
              <a:p>
                <a:r>
                  <a:rPr lang="en-US" altLang="zh-CN" sz="2400" dirty="0"/>
                  <a:t>Let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𝐴</m:t>
                        </m:r>
                      </m:e>
                      <m:sub>
                        <m:r>
                          <a:rPr lang="en-US" altLang="zh-CN" sz="2400" i="1" dirty="0" smtClean="0">
                            <a:latin typeface="Cambria Math" panose="02040503050406030204" pitchFamily="18" charset="0"/>
                          </a:rPr>
                          <m:t>1</m:t>
                        </m:r>
                      </m:sub>
                    </m:sSub>
                    <m:r>
                      <a:rPr lang="en-US" altLang="zh-CN" sz="2400" i="1" dirty="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𝐴</m:t>
                        </m:r>
                      </m:e>
                      <m:sub>
                        <m:r>
                          <a:rPr lang="en-US" altLang="zh-CN" sz="2400" i="1" dirty="0">
                            <a:latin typeface="Cambria Math" panose="02040503050406030204" pitchFamily="18" charset="0"/>
                          </a:rPr>
                          <m:t>𝑛</m:t>
                        </m:r>
                      </m:sub>
                    </m:sSub>
                    <m:r>
                      <a:rPr lang="en-US" altLang="zh-CN" sz="2400" i="1" dirty="0">
                        <a:latin typeface="Cambria Math" panose="02040503050406030204" pitchFamily="18" charset="0"/>
                      </a:rPr>
                      <m:t> </m:t>
                    </m:r>
                  </m:oMath>
                </a14:m>
                <a:r>
                  <a:rPr lang="en-US" altLang="zh-CN" sz="2400" dirty="0"/>
                  <a:t>be some attributes appearing in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1</m:t>
                        </m:r>
                      </m:sub>
                    </m:sSub>
                  </m:oMath>
                </a14:m>
                <a:r>
                  <a:rPr lang="en-US" altLang="zh-CN" sz="2400" dirty="0"/>
                  <a:t> or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b="0" i="1" dirty="0" smtClean="0">
                            <a:latin typeface="Cambria Math" panose="02040503050406030204" pitchFamily="18" charset="0"/>
                          </a:rPr>
                          <m:t>2</m:t>
                        </m:r>
                      </m:sub>
                    </m:sSub>
                  </m:oMath>
                </a14:m>
                <a:r>
                  <a:rPr lang="en-US" altLang="zh-CN" sz="2400" dirty="0"/>
                  <a:t>, where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𝐵</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𝐵</m:t>
                        </m:r>
                      </m:e>
                      <m:sub>
                        <m:r>
                          <a:rPr lang="en-US" altLang="zh-CN" sz="2400" i="1" dirty="0" smtClean="0">
                            <a:latin typeface="Cambria Math" panose="02040503050406030204" pitchFamily="18" charset="0"/>
                          </a:rPr>
                          <m:t>𝑚</m:t>
                        </m:r>
                      </m:sub>
                    </m:sSub>
                    <m:r>
                      <a:rPr lang="en-US" altLang="zh-CN" sz="2400" i="1" dirty="0" smtClean="0">
                        <a:latin typeface="Cambria Math" panose="02040503050406030204" pitchFamily="18" charset="0"/>
                      </a:rPr>
                      <m:t> </m:t>
                    </m:r>
                  </m:oMath>
                </a14:m>
                <a:r>
                  <a:rPr lang="en-US" altLang="zh-CN" sz="2400" dirty="0"/>
                  <a:t>appear in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1</m:t>
                        </m:r>
                      </m:sub>
                    </m:sSub>
                  </m:oMath>
                </a14:m>
                <a:r>
                  <a:rPr lang="en-US" altLang="zh-CN" sz="2400" dirty="0"/>
                  <a:t>, and the remaining attributes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𝐶</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𝐶</m:t>
                        </m:r>
                      </m:e>
                      <m:sub>
                        <m:r>
                          <a:rPr lang="en-US" altLang="zh-CN" sz="2400" i="1" dirty="0" smtClean="0">
                            <a:latin typeface="Cambria Math" panose="02040503050406030204" pitchFamily="18" charset="0"/>
                          </a:rPr>
                          <m:t>𝑘</m:t>
                        </m:r>
                      </m:sub>
                    </m:sSub>
                    <m:r>
                      <a:rPr lang="en-US" altLang="zh-CN" sz="2400" i="1" dirty="0" smtClean="0">
                        <a:latin typeface="Cambria Math" panose="02040503050406030204" pitchFamily="18" charset="0"/>
                      </a:rPr>
                      <m:t> </m:t>
                    </m:r>
                  </m:oMath>
                </a14:m>
                <a:r>
                  <a:rPr lang="en-US" altLang="zh-CN" sz="2400" dirty="0"/>
                  <a:t>appear in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𝐸</m:t>
                        </m:r>
                      </m:e>
                      <m:sub>
                        <m:r>
                          <a:rPr lang="en-US" altLang="zh-CN" sz="2400" i="1" dirty="0" smtClean="0">
                            <a:latin typeface="Cambria Math" panose="02040503050406030204" pitchFamily="18" charset="0"/>
                          </a:rPr>
                          <m:t>2</m:t>
                        </m:r>
                      </m:sub>
                    </m:sSub>
                  </m:oMath>
                </a14:m>
                <a:r>
                  <a:rPr lang="en-US" altLang="zh-CN" sz="2400" dirty="0"/>
                  <a:t>. And </a:t>
                </a:r>
                <a14:m>
                  <m:oMath xmlns:m="http://schemas.openxmlformats.org/officeDocument/2006/math">
                    <m:d>
                      <m:dPr>
                        <m:begChr m:val="{"/>
                        <m:endChr m:val="}"/>
                        <m:ctrlPr>
                          <a:rPr lang="en-US" altLang="zh-CN" sz="2400" i="1" dirty="0" smtClean="0">
                            <a:latin typeface="Cambria Math" panose="02040503050406030204" pitchFamily="18" charset="0"/>
                          </a:rPr>
                        </m:ctrlPr>
                      </m:dPr>
                      <m:e>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𝐴</m:t>
                            </m:r>
                          </m:e>
                          <m:sub>
                            <m:r>
                              <a:rPr lang="en-US" altLang="zh-CN" sz="2400" i="1" dirty="0">
                                <a:latin typeface="Cambria Math" panose="02040503050406030204" pitchFamily="18" charset="0"/>
                              </a:rPr>
                              <m:t>1</m:t>
                            </m:r>
                          </m:sub>
                        </m:sSub>
                        <m:r>
                          <a:rPr lang="en-US" altLang="zh-CN" sz="2400" i="1" dirty="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𝐴</m:t>
                            </m:r>
                          </m:e>
                          <m:sub>
                            <m:r>
                              <a:rPr lang="en-US" altLang="zh-CN" sz="2400" i="1" dirty="0">
                                <a:latin typeface="Cambria Math" panose="02040503050406030204" pitchFamily="18" charset="0"/>
                              </a:rPr>
                              <m:t>𝑛</m:t>
                            </m:r>
                          </m:sub>
                        </m:sSub>
                      </m:e>
                    </m:d>
                    <m:r>
                      <a:rPr lang="en-US" altLang="zh-CN" sz="2400" i="1" dirty="0">
                        <a:latin typeface="Cambria Math" panose="02040503050406030204" pitchFamily="18" charset="0"/>
                      </a:rPr>
                      <m:t>= </m:t>
                    </m:r>
                    <m:d>
                      <m:dPr>
                        <m:begChr m:val="{"/>
                        <m:endChr m:val="}"/>
                        <m:ctrlPr>
                          <a:rPr lang="en-US" altLang="zh-CN" sz="2400" i="1" dirty="0">
                            <a:latin typeface="Cambria Math" panose="02040503050406030204" pitchFamily="18" charset="0"/>
                          </a:rPr>
                        </m:ctrlPr>
                      </m:dPr>
                      <m:e>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𝐵</m:t>
                            </m:r>
                          </m:e>
                          <m:sub>
                            <m:r>
                              <a:rPr lang="en-US" altLang="zh-CN" sz="2400" i="1" dirty="0">
                                <a:latin typeface="Cambria Math" panose="02040503050406030204" pitchFamily="18" charset="0"/>
                              </a:rPr>
                              <m:t>1</m:t>
                            </m:r>
                          </m:sub>
                        </m:sSub>
                        <m:r>
                          <a:rPr lang="en-US" altLang="zh-CN" sz="2400" i="1" dirty="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𝐵</m:t>
                            </m:r>
                          </m:e>
                          <m:sub>
                            <m:r>
                              <a:rPr lang="en-US" altLang="zh-CN" sz="2400" i="1" dirty="0">
                                <a:latin typeface="Cambria Math" panose="02040503050406030204" pitchFamily="18" charset="0"/>
                              </a:rPr>
                              <m:t>𝑚</m:t>
                            </m:r>
                          </m:sub>
                        </m:sSub>
                      </m:e>
                    </m:d>
                    <m:r>
                      <a:rPr lang="en-US" altLang="zh-CN" sz="2400" i="1" dirty="0">
                        <a:latin typeface="Cambria Math" panose="02040503050406030204" pitchFamily="18" charset="0"/>
                      </a:rPr>
                      <m:t>∪</m:t>
                    </m:r>
                    <m:d>
                      <m:dPr>
                        <m:begChr m:val="{"/>
                        <m:endChr m:val="}"/>
                        <m:ctrlPr>
                          <a:rPr lang="en-US" altLang="zh-CN" sz="2400" i="1" dirty="0">
                            <a:latin typeface="Cambria Math" panose="02040503050406030204" pitchFamily="18" charset="0"/>
                          </a:rPr>
                        </m:ctrlPr>
                      </m:dPr>
                      <m:e>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𝐶</m:t>
                            </m:r>
                          </m:e>
                          <m:sub>
                            <m:r>
                              <a:rPr lang="en-US" altLang="zh-CN" sz="2400" i="1" dirty="0">
                                <a:latin typeface="Cambria Math" panose="02040503050406030204" pitchFamily="18" charset="0"/>
                              </a:rPr>
                              <m:t>1</m:t>
                            </m:r>
                          </m:sub>
                        </m:sSub>
                        <m:r>
                          <a:rPr lang="en-US" altLang="zh-CN" sz="2400" i="1" dirty="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𝐶</m:t>
                            </m:r>
                          </m:e>
                          <m:sub>
                            <m:r>
                              <a:rPr lang="en-US" altLang="zh-CN" sz="2400" i="1" dirty="0">
                                <a:latin typeface="Cambria Math" panose="02040503050406030204" pitchFamily="18" charset="0"/>
                              </a:rPr>
                              <m:t>𝑘</m:t>
                            </m:r>
                          </m:sub>
                        </m:sSub>
                      </m:e>
                    </m:d>
                    <m:r>
                      <a:rPr lang="en-US" altLang="zh-CN" sz="2400" b="0" i="1" dirty="0" smtClean="0">
                        <a:latin typeface="Cambria Math" panose="02040503050406030204" pitchFamily="18" charset="0"/>
                      </a:rPr>
                      <m:t>,</m:t>
                    </m:r>
                  </m:oMath>
                </a14:m>
                <a:r>
                  <a:rPr lang="en-US" altLang="zh-CN" sz="2400" dirty="0">
                    <a:solidFill>
                      <a:schemeClr val="accent2"/>
                    </a:solidFill>
                  </a:rPr>
                  <a:t> </a:t>
                </a:r>
                <a:r>
                  <a:rPr lang="en-US" altLang="zh-CN" sz="2400" dirty="0"/>
                  <a:t>then:</a:t>
                </a:r>
                <a:endParaRPr lang="en-US" altLang="zh-CN" sz="2400" dirty="0"/>
              </a:p>
              <a:p>
                <a:pPr algn="ct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B1,...,Bm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C1,...,Ck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400" dirty="0"/>
              </a:p>
              <a:p>
                <a:r>
                  <a:rPr lang="en-US" altLang="zh-CN" sz="2400" b="1" dirty="0">
                    <a:solidFill>
                      <a:schemeClr val="accent2"/>
                    </a:solidFill>
                  </a:rPr>
                  <a:t>Theorem L8</a:t>
                </a:r>
                <a:r>
                  <a:rPr lang="en-US" altLang="zh-CN" sz="2400" dirty="0">
                    <a:solidFill>
                      <a:schemeClr val="accent2"/>
                    </a:solidFill>
                  </a:rPr>
                  <a:t>: Commutative Law of Choice and Union </a:t>
                </a:r>
                <a:endParaRPr lang="en-US" altLang="zh-CN" sz="2400" dirty="0">
                  <a:solidFill>
                    <a:schemeClr val="accent2"/>
                  </a:solidFill>
                </a:endParaRPr>
              </a:p>
              <a:p>
                <a:pPr algn="ctr"/>
                <a:r>
                  <a:rPr lang="el-GR"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l-GR"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l-GR"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400" dirty="0">
                  <a:solidFill>
                    <a:schemeClr val="accent2"/>
                  </a:solidFill>
                </a:endParaRPr>
              </a:p>
              <a:p>
                <a:r>
                  <a:rPr lang="en-US" altLang="zh-CN" sz="2400" b="1" dirty="0">
                    <a:solidFill>
                      <a:schemeClr val="accent2"/>
                    </a:solidFill>
                  </a:rPr>
                  <a:t>Theorem L9</a:t>
                </a:r>
                <a:r>
                  <a:rPr lang="en-US" altLang="zh-CN" sz="2400" dirty="0">
                    <a:solidFill>
                      <a:schemeClr val="accent2"/>
                    </a:solidFill>
                  </a:rPr>
                  <a:t>: Commutative Law of Choice and Difference</a:t>
                </a:r>
                <a:endParaRPr lang="en-US" altLang="zh-CN" sz="2400" dirty="0">
                  <a:solidFill>
                    <a:schemeClr val="accent2"/>
                  </a:solidFill>
                </a:endParaRPr>
              </a:p>
              <a:p>
                <a:pPr algn="ctr"/>
                <a:r>
                  <a:rPr lang="el-GR"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2400" dirty="0">
                    <a:latin typeface="宋体" panose="02010600030101010101" pitchFamily="2" charset="-122"/>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l-GR"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400" dirty="0">
                    <a:latin typeface="宋体" panose="02010600030101010101" pitchFamily="2" charset="-122"/>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l-GR"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σ</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F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endParaRPr>
              </a:p>
              <a:p>
                <a:r>
                  <a:rPr lang="en-US" altLang="zh-CN" sz="2400" b="1" dirty="0">
                    <a:solidFill>
                      <a:schemeClr val="accent2"/>
                    </a:solidFill>
                  </a:rPr>
                  <a:t>Theorem L10</a:t>
                </a:r>
                <a:r>
                  <a:rPr lang="en-US" altLang="zh-CN" sz="2400" dirty="0">
                    <a:solidFill>
                      <a:schemeClr val="accent2"/>
                    </a:solidFill>
                  </a:rPr>
                  <a:t>: Commutative Law of Projection and Union</a:t>
                </a:r>
                <a:endParaRPr lang="en-US" altLang="zh-CN" sz="2400" dirty="0">
                  <a:solidFill>
                    <a:schemeClr val="accent2"/>
                  </a:solidFill>
                </a:endParaRPr>
              </a:p>
              <a:p>
                <a:r>
                  <a:rPr lang="en-US" altLang="zh-CN" sz="2400" dirty="0">
                    <a:ea typeface="微软雅黑" panose="020B0503020204020204" charset="-122"/>
                    <a:cs typeface="Times New Roman" panose="02020603050405020304" pitchFamily="18" charset="0"/>
                    <a:sym typeface="+mn-ea"/>
                  </a:rPr>
                  <a:t>Given the relational algebra expression </a:t>
                </a:r>
                <a14:m>
                  <m:oMath xmlns:m="http://schemas.openxmlformats.org/officeDocument/2006/math">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𝐸</m:t>
                    </m:r>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 = </m:t>
                    </m:r>
                    <m:sSub>
                      <m:sSubPr>
                        <m:ctrlPr>
                          <a:rPr lang="en-US" altLang="zh-CN" sz="2400" b="0" i="1" dirty="0" smtClean="0">
                            <a:latin typeface="Cambria Math" panose="02040503050406030204" pitchFamily="18" charset="0"/>
                            <a:ea typeface="微软雅黑" panose="020B0503020204020204" charset="-122"/>
                            <a:cs typeface="Times New Roman" panose="02020603050405020304" pitchFamily="18" charset="0"/>
                            <a:sym typeface="+mn-ea"/>
                          </a:rPr>
                        </m:ctrlPr>
                      </m:sSubPr>
                      <m:e>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𝐸</m:t>
                        </m:r>
                      </m:e>
                      <m: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1</m:t>
                        </m:r>
                      </m:sub>
                    </m:s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m:t>
                    </m:r>
                    <m:sSub>
                      <m:sSubPr>
                        <m:ctrlPr>
                          <a:rPr lang="en-US" altLang="zh-CN" sz="2400" b="0" i="1" dirty="0" smtClean="0">
                            <a:latin typeface="Cambria Math" panose="02040503050406030204" pitchFamily="18" charset="0"/>
                            <a:ea typeface="微软雅黑" panose="020B0503020204020204" charset="-122"/>
                            <a:cs typeface="Times New Roman" panose="02020603050405020304" pitchFamily="18" charset="0"/>
                            <a:sym typeface="+mn-ea"/>
                          </a:rPr>
                        </m:ctrlPr>
                      </m:sSubPr>
                      <m:e>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𝐸</m:t>
                        </m:r>
                      </m:e>
                      <m: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2</m:t>
                        </m:r>
                      </m:sub>
                    </m:sSub>
                  </m:oMath>
                </a14:m>
                <a:r>
                  <a:rPr lang="en-US" altLang="zh-CN" sz="2400" dirty="0">
                    <a:ea typeface="微软雅黑" panose="020B0503020204020204" charset="-122"/>
                    <a:cs typeface="Times New Roman" panose="02020603050405020304" pitchFamily="18" charset="0"/>
                    <a:sym typeface="+mn-ea"/>
                  </a:rPr>
                  <a:t>, where </a:t>
                </a:r>
                <a14:m>
                  <m:oMath xmlns:m="http://schemas.openxmlformats.org/officeDocument/2006/math">
                    <m:sSub>
                      <m:sSubPr>
                        <m:ctrlPr>
                          <a:rPr lang="en-US" altLang="zh-CN" sz="2400" b="0" i="1" dirty="0" smtClean="0">
                            <a:latin typeface="Cambria Math" panose="02040503050406030204" pitchFamily="18" charset="0"/>
                            <a:ea typeface="微软雅黑" panose="020B0503020204020204" charset="-122"/>
                            <a:cs typeface="Times New Roman" panose="02020603050405020304" pitchFamily="18" charset="0"/>
                            <a:sym typeface="+mn-ea"/>
                          </a:rPr>
                        </m:ctrlPr>
                      </m:sSubPr>
                      <m:e>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𝐴</m:t>
                        </m:r>
                      </m:e>
                      <m: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1</m:t>
                        </m:r>
                      </m:sub>
                    </m:s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 …, </m:t>
                    </m:r>
                    <m:sSub>
                      <m:sSubPr>
                        <m:ctrlPr>
                          <a:rPr lang="en-US" altLang="zh-CN" sz="2400" b="0" i="1" dirty="0" smtClean="0">
                            <a:latin typeface="Cambria Math" panose="02040503050406030204" pitchFamily="18" charset="0"/>
                            <a:ea typeface="微软雅黑" panose="020B0503020204020204" charset="-122"/>
                            <a:cs typeface="Times New Roman" panose="02020603050405020304" pitchFamily="18" charset="0"/>
                            <a:sym typeface="+mn-ea"/>
                          </a:rPr>
                        </m:ctrlPr>
                      </m:sSubPr>
                      <m:e>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𝐴</m:t>
                        </m:r>
                      </m:e>
                      <m: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𝑛</m:t>
                        </m:r>
                      </m:sub>
                    </m:s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 </m:t>
                    </m:r>
                  </m:oMath>
                </a14:m>
                <a:r>
                  <a:rPr lang="en-US" altLang="zh-CN" sz="2400" dirty="0">
                    <a:ea typeface="微软雅黑" panose="020B0503020204020204" charset="-122"/>
                    <a:cs typeface="Times New Roman" panose="02020603050405020304" pitchFamily="18" charset="0"/>
                    <a:sym typeface="+mn-ea"/>
                  </a:rPr>
                  <a:t>are some attributes of </a:t>
                </a:r>
                <a14:m>
                  <m:oMath xmlns:m="http://schemas.openxmlformats.org/officeDocument/2006/math">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𝐸</m:t>
                    </m:r>
                  </m:oMath>
                </a14:m>
                <a:r>
                  <a:rPr lang="en-US" altLang="zh-CN" sz="2400" dirty="0">
                    <a:ea typeface="微软雅黑" panose="020B0503020204020204" charset="-122"/>
                    <a:cs typeface="Times New Roman" panose="02020603050405020304" pitchFamily="18" charset="0"/>
                    <a:sym typeface="+mn-ea"/>
                  </a:rPr>
                  <a:t>, then:</a:t>
                </a:r>
                <a:endParaRPr lang="en-US" altLang="zh-CN" sz="2400" dirty="0">
                  <a:ea typeface="微软雅黑" panose="020B0503020204020204" charset="-122"/>
                  <a:cs typeface="Times New Roman" panose="02020603050405020304" pitchFamily="18" charset="0"/>
                  <a:sym typeface="+mn-ea"/>
                </a:endParaRPr>
              </a:p>
              <a:p>
                <a:pPr algn="ct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A1,...,An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E</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endParaRPr>
              </a:p>
              <a:p>
                <a:r>
                  <a:rPr lang="en-US" altLang="zh-CN" sz="2400" b="1" u="sng" dirty="0">
                    <a:ea typeface="微软雅黑" panose="020B0503020204020204" charset="-122"/>
                    <a:cs typeface="Times New Roman" panose="02020603050405020304" pitchFamily="18" charset="0"/>
                    <a:sym typeface="+mn-ea"/>
                  </a:rPr>
                  <a:t>Note</a:t>
                </a:r>
                <a:r>
                  <a:rPr lang="en-US" altLang="zh-CN" sz="2400" dirty="0">
                    <a:ea typeface="微软雅黑" panose="020B0503020204020204" charset="-122"/>
                    <a:cs typeface="Times New Roman" panose="02020603050405020304" pitchFamily="18" charset="0"/>
                    <a:sym typeface="+mn-ea"/>
                  </a:rPr>
                  <a:t>: Theorems L8 and L10 require that </a:t>
                </a:r>
                <a14:m>
                  <m:oMath xmlns:m="http://schemas.openxmlformats.org/officeDocument/2006/math">
                    <m:sSub>
                      <m:sSubPr>
                        <m:ctrlPr>
                          <a:rPr lang="en-US" altLang="zh-CN" sz="2400" b="0" i="1" dirty="0" smtClean="0">
                            <a:latin typeface="Cambria Math" panose="02040503050406030204" pitchFamily="18" charset="0"/>
                            <a:ea typeface="微软雅黑" panose="020B0503020204020204" charset="-122"/>
                            <a:cs typeface="Times New Roman" panose="02020603050405020304" pitchFamily="18" charset="0"/>
                            <a:sym typeface="+mn-ea"/>
                          </a:rPr>
                        </m:ctrlPr>
                      </m:sSubPr>
                      <m:e>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𝐸</m:t>
                        </m:r>
                      </m:e>
                      <m: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1</m:t>
                        </m:r>
                      </m:sub>
                    </m:sSub>
                  </m:oMath>
                </a14:m>
                <a:r>
                  <a:rPr lang="en-US" altLang="zh-CN" sz="2400" dirty="0">
                    <a:ea typeface="微软雅黑" panose="020B0503020204020204" charset="-122"/>
                    <a:cs typeface="Times New Roman" panose="02020603050405020304" pitchFamily="18" charset="0"/>
                    <a:sym typeface="+mn-ea"/>
                  </a:rPr>
                  <a:t> and </a:t>
                </a:r>
                <a14:m>
                  <m:oMath xmlns:m="http://schemas.openxmlformats.org/officeDocument/2006/math">
                    <m:sSub>
                      <m:sSubPr>
                        <m:ctrlPr>
                          <a:rPr lang="en-US" altLang="zh-CN" sz="2400" b="0" i="1" dirty="0" smtClean="0">
                            <a:latin typeface="Cambria Math" panose="02040503050406030204" pitchFamily="18" charset="0"/>
                            <a:ea typeface="微软雅黑" panose="020B0503020204020204" charset="-122"/>
                            <a:cs typeface="Times New Roman" panose="02020603050405020304" pitchFamily="18" charset="0"/>
                            <a:sym typeface="+mn-ea"/>
                          </a:rPr>
                        </m:ctrlPr>
                      </m:sSubPr>
                      <m:e>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𝐸</m:t>
                        </m:r>
                      </m:e>
                      <m:sub>
                        <m:r>
                          <a:rPr lang="en-US" altLang="zh-CN" sz="2400" i="1" dirty="0" smtClean="0">
                            <a:latin typeface="Cambria Math" panose="02040503050406030204" pitchFamily="18" charset="0"/>
                            <a:ea typeface="微软雅黑" panose="020B0503020204020204" charset="-122"/>
                            <a:cs typeface="Times New Roman" panose="02020603050405020304" pitchFamily="18" charset="0"/>
                            <a:sym typeface="+mn-ea"/>
                          </a:rPr>
                          <m:t>2</m:t>
                        </m:r>
                      </m:sub>
                    </m:sSub>
                  </m:oMath>
                </a14:m>
                <a:r>
                  <a:rPr lang="en-US" altLang="zh-CN" sz="2400" dirty="0">
                    <a:ea typeface="微软雅黑" panose="020B0503020204020204" charset="-122"/>
                    <a:cs typeface="Times New Roman" panose="02020603050405020304" pitchFamily="18" charset="0"/>
                    <a:sym typeface="+mn-ea"/>
                  </a:rPr>
                  <a:t> are union compatible.</a:t>
                </a:r>
                <a:endParaRPr lang="en-US" altLang="zh-CN" sz="2400" dirty="0">
                  <a:ea typeface="微软雅黑" panose="020B0503020204020204" charset="-122"/>
                  <a:cs typeface="Times New Roman" panose="02020603050405020304" pitchFamily="18" charset="0"/>
                  <a:sym typeface="+mn-ea"/>
                </a:endParaRPr>
              </a:p>
            </p:txBody>
          </p:sp>
        </mc:Choice>
        <mc:Fallback>
          <p:sp>
            <p:nvSpPr>
              <p:cNvPr id="18" name="文本框 17"/>
              <p:cNvSpPr txBox="1">
                <a:spLocks noRot="1" noChangeAspect="1" noMove="1" noResize="1" noEditPoints="1" noAdjustHandles="1" noChangeArrowheads="1" noChangeShapeType="1" noTextEdit="1"/>
              </p:cNvSpPr>
              <p:nvPr/>
            </p:nvSpPr>
            <p:spPr>
              <a:xfrm>
                <a:off x="603237" y="1180508"/>
                <a:ext cx="10985526" cy="5262979"/>
              </a:xfrm>
              <a:prstGeom prst="rect">
                <a:avLst/>
              </a:prstGeom>
              <a:blipFill rotWithShape="1">
                <a:blip r:embed="rId1"/>
                <a:stretch>
                  <a:fillRect l="-6" t="-1"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03236" y="773574"/>
                <a:ext cx="10985525" cy="483402"/>
              </a:xfrm>
              <a:prstGeom prst="rect">
                <a:avLst/>
              </a:prstGeom>
              <a:noFill/>
            </p:spPr>
            <p:txBody>
              <a:bodyPr wrap="square">
                <a:spAutoFit/>
              </a:bodyPr>
              <a:lstStyle/>
              <a:p>
                <a:pPr>
                  <a:lnSpc>
                    <a:spcPct val="125000"/>
                  </a:lnSpc>
                </a:pPr>
                <a:r>
                  <a:rPr lang="en-US" altLang="zh-CN" sz="2200" dirty="0">
                    <a:solidFill>
                      <a:schemeClr val="tx1"/>
                    </a:solidFill>
                  </a:rPr>
                  <a:t>Let </a:t>
                </a:r>
                <a14:m>
                  <m:oMath xmlns:m="http://schemas.openxmlformats.org/officeDocument/2006/math">
                    <m:sSub>
                      <m:sSubPr>
                        <m:ctrlPr>
                          <a:rPr lang="en-US" altLang="zh-CN" sz="2200" b="0" i="1" dirty="0" smtClean="0">
                            <a:solidFill>
                              <a:srgbClr val="FF0000"/>
                            </a:solidFill>
                            <a:latin typeface="Cambria Math" panose="02040503050406030204" pitchFamily="18" charset="0"/>
                          </a:rPr>
                        </m:ctrlPr>
                      </m:sSubPr>
                      <m:e>
                        <m:r>
                          <a:rPr lang="en-US" altLang="zh-CN" sz="2200" i="1" dirty="0" smtClean="0">
                            <a:solidFill>
                              <a:srgbClr val="FF0000"/>
                            </a:solidFill>
                            <a:latin typeface="Cambria Math" panose="02040503050406030204" pitchFamily="18" charset="0"/>
                          </a:rPr>
                          <m:t>𝐸</m:t>
                        </m:r>
                      </m:e>
                      <m:sub>
                        <m:r>
                          <a:rPr lang="en-US" altLang="zh-CN" sz="2200" b="0" i="1" dirty="0" smtClean="0">
                            <a:solidFill>
                              <a:srgbClr val="FF0000"/>
                            </a:solidFill>
                            <a:latin typeface="Cambria Math" panose="02040503050406030204" pitchFamily="18" charset="0"/>
                          </a:rPr>
                          <m:t>𝑖</m:t>
                        </m:r>
                      </m:sub>
                    </m:sSub>
                  </m:oMath>
                </a14:m>
                <a:r>
                  <a:rPr lang="en-US" altLang="zh-CN" sz="2200" dirty="0">
                    <a:solidFill>
                      <a:srgbClr val="FF0000"/>
                    </a:solidFill>
                  </a:rPr>
                  <a:t> </a:t>
                </a:r>
                <a:r>
                  <a:rPr lang="en-US" altLang="zh-CN" sz="2200" dirty="0">
                    <a:solidFill>
                      <a:schemeClr val="tx1"/>
                    </a:solidFill>
                  </a:rPr>
                  <a:t>be </a:t>
                </a:r>
                <a:r>
                  <a:rPr lang="en-US" altLang="zh-CN" sz="2200" dirty="0">
                    <a:solidFill>
                      <a:srgbClr val="FF0000"/>
                    </a:solidFill>
                  </a:rPr>
                  <a:t>relational algebra expressions</a:t>
                </a:r>
                <a:r>
                  <a:rPr lang="en-US" altLang="zh-CN" sz="2200" dirty="0">
                    <a:solidFill>
                      <a:schemeClr val="tx1"/>
                    </a:solidFill>
                  </a:rPr>
                  <a:t>, and </a:t>
                </a:r>
                <a14:m>
                  <m:oMath xmlns:m="http://schemas.openxmlformats.org/officeDocument/2006/math">
                    <m:sSub>
                      <m:sSubPr>
                        <m:ctrlPr>
                          <a:rPr lang="en-US" altLang="zh-CN" sz="2200" b="0" i="1" dirty="0" smtClean="0">
                            <a:solidFill>
                              <a:srgbClr val="FF0000"/>
                            </a:solidFill>
                            <a:latin typeface="Cambria Math" panose="02040503050406030204" pitchFamily="18" charset="0"/>
                          </a:rPr>
                        </m:ctrlPr>
                      </m:sSubPr>
                      <m:e>
                        <m:r>
                          <a:rPr lang="en-US" altLang="zh-CN" sz="2200" i="1" dirty="0" smtClean="0">
                            <a:solidFill>
                              <a:srgbClr val="FF0000"/>
                            </a:solidFill>
                            <a:latin typeface="Cambria Math" panose="02040503050406030204" pitchFamily="18" charset="0"/>
                          </a:rPr>
                          <m:t>𝐹</m:t>
                        </m:r>
                      </m:e>
                      <m:sub>
                        <m:r>
                          <a:rPr lang="en-US" altLang="zh-CN" sz="2200" b="0" i="1" dirty="0" smtClean="0">
                            <a:solidFill>
                              <a:srgbClr val="FF0000"/>
                            </a:solidFill>
                            <a:latin typeface="Cambria Math" panose="02040503050406030204" pitchFamily="18" charset="0"/>
                          </a:rPr>
                          <m:t>𝑖</m:t>
                        </m:r>
                      </m:sub>
                    </m:sSub>
                  </m:oMath>
                </a14:m>
                <a:r>
                  <a:rPr lang="en-US" altLang="zh-CN" sz="2200" dirty="0">
                    <a:solidFill>
                      <a:srgbClr val="FF0000"/>
                    </a:solidFill>
                  </a:rPr>
                  <a:t> </a:t>
                </a:r>
                <a:r>
                  <a:rPr lang="en-US" altLang="zh-CN" sz="2200" dirty="0">
                    <a:solidFill>
                      <a:schemeClr val="tx1"/>
                    </a:solidFill>
                  </a:rPr>
                  <a:t>be </a:t>
                </a:r>
                <a:r>
                  <a:rPr lang="en-US" altLang="zh-CN" sz="2200" dirty="0">
                    <a:solidFill>
                      <a:srgbClr val="FF0000"/>
                    </a:solidFill>
                  </a:rPr>
                  <a:t>additional constraints </a:t>
                </a:r>
                <a:r>
                  <a:rPr lang="en-US" altLang="zh-CN" sz="2200" dirty="0">
                    <a:solidFill>
                      <a:schemeClr val="tx1"/>
                    </a:solidFill>
                  </a:rPr>
                  <a:t>on the attributes in </a:t>
                </a:r>
                <a14:m>
                  <m:oMath xmlns:m="http://schemas.openxmlformats.org/officeDocument/2006/math">
                    <m:sSub>
                      <m:sSubPr>
                        <m:ctrlPr>
                          <a:rPr lang="en-US" altLang="zh-CN" sz="2200" b="0" i="1" dirty="0" smtClean="0">
                            <a:solidFill>
                              <a:schemeClr val="tx1"/>
                            </a:solidFill>
                            <a:latin typeface="Cambria Math" panose="02040503050406030204" pitchFamily="18" charset="0"/>
                          </a:rPr>
                        </m:ctrlPr>
                      </m:sSubPr>
                      <m:e>
                        <m:r>
                          <a:rPr lang="en-US" altLang="zh-CN" sz="2200" i="1" dirty="0" smtClean="0">
                            <a:solidFill>
                              <a:schemeClr val="tx1"/>
                            </a:solidFill>
                            <a:latin typeface="Cambria Math" panose="02040503050406030204" pitchFamily="18" charset="0"/>
                          </a:rPr>
                          <m:t>𝐸</m:t>
                        </m:r>
                      </m:e>
                      <m:sub>
                        <m:r>
                          <a:rPr lang="en-US" altLang="zh-CN" sz="2200" b="0" i="1" dirty="0" smtClean="0">
                            <a:solidFill>
                              <a:schemeClr val="tx1"/>
                            </a:solidFill>
                            <a:latin typeface="Cambria Math" panose="02040503050406030204" pitchFamily="18" charset="0"/>
                          </a:rPr>
                          <m:t>𝑖</m:t>
                        </m:r>
                      </m:sub>
                    </m:sSub>
                  </m:oMath>
                </a14:m>
                <a:r>
                  <a:rPr lang="en-US" altLang="zh-CN" sz="2200" dirty="0">
                    <a:solidFill>
                      <a:schemeClr val="tx1"/>
                    </a:solidFill>
                  </a:rPr>
                  <a:t>.</a:t>
                </a:r>
                <a:endParaRPr lang="en-US" altLang="zh-CN" sz="2200" dirty="0">
                  <a:solidFill>
                    <a:schemeClr val="tx1"/>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3236" y="773574"/>
                <a:ext cx="10985525" cy="483402"/>
              </a:xfrm>
              <a:prstGeom prst="rect">
                <a:avLst/>
              </a:prstGeom>
              <a:blipFill rotWithShape="1">
                <a:blip r:embed="rId2"/>
                <a:stretch>
                  <a:fillRect l="-6" t="-30" b="64"/>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p:sp>
        <p:nvSpPr>
          <p:cNvPr id="13" name="文本框 12"/>
          <p:cNvSpPr txBox="1"/>
          <p:nvPr/>
        </p:nvSpPr>
        <p:spPr>
          <a:xfrm>
            <a:off x="603237" y="906423"/>
            <a:ext cx="10609246" cy="1200329"/>
          </a:xfrm>
          <a:prstGeom prst="rect">
            <a:avLst/>
          </a:prstGeom>
          <a:no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rPr>
              <a:t>Instructor (</a:t>
            </a:r>
            <a:r>
              <a:rPr lang="en-US" altLang="zh-CN" sz="2400" u="sng" dirty="0">
                <a:ea typeface="华文楷体" panose="02010600040101010101" pitchFamily="2" charset="-122"/>
                <a:cs typeface="Times New Roman" panose="02020603050405020304" pitchFamily="18" charset="0"/>
              </a:rPr>
              <a:t>ID</a:t>
            </a:r>
            <a:r>
              <a:rPr lang="en-US" altLang="zh-CN" sz="2400" dirty="0">
                <a:ea typeface="华文楷体" panose="02010600040101010101" pitchFamily="2" charset="-122"/>
                <a:cs typeface="Times New Roman" panose="02020603050405020304" pitchFamily="18" charset="0"/>
              </a:rPr>
              <a:t>, name, </a:t>
            </a:r>
            <a:r>
              <a:rPr lang="en-US" altLang="zh-CN" sz="2400" dirty="0" err="1">
                <a:ea typeface="华文楷体" panose="02010600040101010101" pitchFamily="2" charset="-122"/>
                <a:cs typeface="Times New Roman" panose="02020603050405020304" pitchFamily="18" charset="0"/>
              </a:rPr>
              <a:t>dept_name</a:t>
            </a:r>
            <a:r>
              <a:rPr lang="en-US" altLang="zh-CN" sz="2400" dirty="0">
                <a:ea typeface="华文楷体" panose="02010600040101010101" pitchFamily="2" charset="-122"/>
                <a:cs typeface="Times New Roman" panose="02020603050405020304" pitchFamily="18" charset="0"/>
              </a:rPr>
              <a:t>, salary)</a:t>
            </a:r>
            <a:endParaRPr lang="en-US" altLang="zh-CN" sz="2400" dirty="0">
              <a:ea typeface="华文楷体" panose="02010600040101010101" pitchFamily="2" charset="-122"/>
              <a:cs typeface="Times New Roman" panose="02020603050405020304" pitchFamily="18" charset="0"/>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Teaches(</a:t>
            </a:r>
            <a:r>
              <a:rPr lang="en-US" altLang="zh-CN" sz="2400" u="sng" dirty="0">
                <a:ea typeface="华文楷体" panose="02010600040101010101" pitchFamily="2" charset="-122"/>
                <a:cs typeface="Times New Roman" panose="02020603050405020304" pitchFamily="18" charset="0"/>
                <a:sym typeface="+mn-ea"/>
              </a:rPr>
              <a:t>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sec_id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semester</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year</a:t>
            </a:r>
            <a:r>
              <a:rPr lang="en-US" altLang="zh-CN" sz="2400" dirty="0">
                <a:ea typeface="华文楷体" panose="02010600040101010101" pitchFamily="2" charset="-122"/>
                <a:cs typeface="Times New Roman" panose="02020603050405020304" pitchFamily="18" charset="0"/>
                <a:sym typeface="+mn-ea"/>
              </a:rPr>
              <a:t>)</a:t>
            </a:r>
            <a:endParaRPr lang="en-US" altLang="zh-CN" sz="2400" dirty="0">
              <a:ea typeface="华文楷体" panose="02010600040101010101" pitchFamily="2" charset="-122"/>
              <a:cs typeface="Times New Roman" panose="02020603050405020304" pitchFamily="18" charset="0"/>
              <a:sym typeface="+mn-ea"/>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Course(</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title, </a:t>
            </a:r>
            <a:r>
              <a:rPr lang="en-US" altLang="zh-CN" sz="2400" dirty="0" err="1">
                <a:ea typeface="华文楷体" panose="02010600040101010101" pitchFamily="2" charset="-122"/>
                <a:cs typeface="Times New Roman" panose="02020603050405020304" pitchFamily="18" charset="0"/>
                <a:sym typeface="+mn-ea"/>
              </a:rPr>
              <a:t>dept_name</a:t>
            </a:r>
            <a:r>
              <a:rPr lang="en-US" altLang="zh-CN" sz="2400" dirty="0">
                <a:ea typeface="华文楷体" panose="02010600040101010101" pitchFamily="2" charset="-122"/>
                <a:cs typeface="Times New Roman" panose="02020603050405020304" pitchFamily="18" charset="0"/>
                <a:sym typeface="+mn-ea"/>
              </a:rPr>
              <a:t>, credits)</a:t>
            </a:r>
            <a:endParaRPr lang="en-US" altLang="zh-CN" sz="2400" dirty="0">
              <a:ea typeface="华文楷体" panose="02010600040101010101" pitchFamily="2" charset="-122"/>
              <a:cs typeface="Times New Roman" panose="02020603050405020304" pitchFamily="18" charset="0"/>
              <a:sym typeface="+mn-ea"/>
            </a:endParaRPr>
          </a:p>
        </p:txBody>
      </p:sp>
      <p:sp>
        <p:nvSpPr>
          <p:cNvPr id="3" name="文本框 2"/>
          <p:cNvSpPr txBox="1"/>
          <p:nvPr/>
        </p:nvSpPr>
        <p:spPr>
          <a:xfrm>
            <a:off x="603236" y="5348153"/>
            <a:ext cx="10727259" cy="461665"/>
          </a:xfrm>
          <a:prstGeom prst="rect">
            <a:avLst/>
          </a:prstGeom>
          <a:noFill/>
        </p:spPr>
        <p:txBody>
          <a:bodyPr wrap="square">
            <a:spAutoFit/>
          </a:bodyPr>
          <a:lstStyle/>
          <a:p>
            <a:r>
              <a:rPr lang="en-US" altLang="en-US" sz="2400" dirty="0">
                <a:sym typeface="Symbol" panose="05050102010706020507" pitchFamily="18" charset="2"/>
              </a:rPr>
              <a:t></a:t>
            </a:r>
            <a:r>
              <a:rPr lang="en-US" altLang="en-US" sz="2400" i="1" baseline="-25000" dirty="0">
                <a:sym typeface="Symbol" panose="05050102010706020507" pitchFamily="18" charset="2"/>
              </a:rPr>
              <a:t>name, title</a:t>
            </a:r>
            <a:r>
              <a:rPr lang="en-US" altLang="en-US" sz="2400" dirty="0">
                <a:sym typeface="Symbol" panose="05050102010706020507" pitchFamily="18" charset="2"/>
              </a:rPr>
              <a:t>(</a:t>
            </a:r>
            <a:r>
              <a:rPr lang="en-US" altLang="en-US" sz="2400" i="1" baseline="-25000" dirty="0" err="1">
                <a:sym typeface="Symbol" panose="05050102010706020507" pitchFamily="18" charset="2"/>
              </a:rPr>
              <a:t>dept_name</a:t>
            </a:r>
            <a:r>
              <a:rPr lang="en-US" altLang="en-US" sz="2400" i="1" baseline="-25000" dirty="0">
                <a:sym typeface="Symbol" panose="05050102010706020507" pitchFamily="18" charset="2"/>
              </a:rPr>
              <a:t>= </a:t>
            </a:r>
            <a:r>
              <a:rPr lang="en-IN" altLang="ja-JP" sz="2400" i="1" baseline="-25000" dirty="0">
                <a:sym typeface="Symbol" panose="05050102010706020507" pitchFamily="18" charset="2"/>
              </a:rPr>
              <a:t>‘</a:t>
            </a:r>
            <a:r>
              <a:rPr lang="en-US" altLang="ja-JP" sz="2400" baseline="-25000" dirty="0">
                <a:sym typeface="Symbol" panose="05050102010706020507" pitchFamily="18" charset="2"/>
              </a:rPr>
              <a:t>Music</a:t>
            </a:r>
            <a:r>
              <a:rPr lang="en-IN" altLang="ja-JP" sz="2400" baseline="-25000" dirty="0">
                <a:sym typeface="Symbol" panose="05050102010706020507" pitchFamily="18" charset="2"/>
              </a:rPr>
              <a:t>’</a:t>
            </a:r>
            <a:r>
              <a:rPr lang="en-US" altLang="ja-JP" sz="2400" baseline="-25000" dirty="0">
                <a:sym typeface="Symbol" panose="05050102010706020507" pitchFamily="18" charset="2"/>
              </a:rPr>
              <a:t></a:t>
            </a:r>
            <a:r>
              <a:rPr lang="en-US" altLang="ja-JP" sz="2400" i="1" baseline="-25000" dirty="0">
                <a:sym typeface="Symbol" panose="05050102010706020507" pitchFamily="18" charset="2"/>
              </a:rPr>
              <a:t>year</a:t>
            </a:r>
            <a:r>
              <a:rPr lang="en-US" altLang="ja-JP" sz="2400" baseline="-25000" dirty="0">
                <a:sym typeface="Symbol" panose="05050102010706020507" pitchFamily="18" charset="2"/>
              </a:rPr>
              <a:t> = 2017</a:t>
            </a:r>
            <a:r>
              <a:rPr lang="en-US" altLang="ja-JP" sz="2400" dirty="0">
                <a:sym typeface="Symbol" panose="05050102010706020507" pitchFamily="18" charset="2"/>
              </a:rPr>
              <a:t> (</a:t>
            </a:r>
            <a:r>
              <a:rPr lang="en-US" altLang="ja-JP" sz="2400" i="1" dirty="0">
                <a:sym typeface="Symbol" panose="05050102010706020507" pitchFamily="18" charset="2"/>
              </a:rPr>
              <a:t>instructor </a:t>
            </a:r>
            <a:r>
              <a:rPr lang="en-IN" altLang="en-US" sz="2400" dirty="0">
                <a:ea typeface="MS PGothic" panose="020B0600070205080204" pitchFamily="34" charset="-128"/>
              </a:rPr>
              <a:t>⨝</a:t>
            </a:r>
            <a:r>
              <a:rPr lang="en-US" altLang="en-US" sz="2400" i="1" dirty="0">
                <a:ea typeface="MS PGothic" panose="020B0600070205080204" pitchFamily="34" charset="-128"/>
              </a:rPr>
              <a:t> </a:t>
            </a:r>
            <a:r>
              <a:rPr lang="en-US" altLang="ja-JP" sz="2400" i="1" dirty="0">
                <a:sym typeface="Symbol" panose="05050102010706020507" pitchFamily="18" charset="2"/>
              </a:rPr>
              <a:t>(teaches </a:t>
            </a:r>
            <a:r>
              <a:rPr lang="en-IN" altLang="en-US" sz="2400" dirty="0">
                <a:ea typeface="MS PGothic" panose="020B0600070205080204" pitchFamily="34" charset="-128"/>
              </a:rPr>
              <a:t>⨝</a:t>
            </a:r>
            <a:r>
              <a:rPr lang="en-US" altLang="en-US" sz="2400" i="1" dirty="0">
                <a:ea typeface="MS PGothic" panose="020B0600070205080204" pitchFamily="34" charset="-128"/>
              </a:rPr>
              <a:t> </a:t>
            </a:r>
            <a:r>
              <a:rPr lang="en-US" altLang="ja-JP" sz="2400" dirty="0">
                <a:sym typeface="Symbol" panose="05050102010706020507" pitchFamily="18" charset="2"/>
              </a:rPr>
              <a:t></a:t>
            </a:r>
            <a:r>
              <a:rPr lang="en-US" altLang="ja-JP" sz="2400" i="1" baseline="-25000" dirty="0" err="1">
                <a:sym typeface="Symbol" panose="05050102010706020507" pitchFamily="18" charset="2"/>
              </a:rPr>
              <a:t>course_id</a:t>
            </a:r>
            <a:r>
              <a:rPr lang="en-US" altLang="ja-JP" sz="2400" i="1" baseline="-25000" dirty="0">
                <a:sym typeface="Symbol" panose="05050102010706020507" pitchFamily="18" charset="2"/>
              </a:rPr>
              <a:t>, title</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dirty="0">
                <a:sym typeface="Symbol" panose="05050102010706020507" pitchFamily="18" charset="2"/>
              </a:rPr>
              <a:t>course</a:t>
            </a:r>
            <a:r>
              <a:rPr lang="en-US" altLang="ja-JP" sz="2400" dirty="0">
                <a:sym typeface="Symbol" panose="05050102010706020507" pitchFamily="18" charset="2"/>
              </a:rPr>
              <a:t>))))</a:t>
            </a:r>
            <a:endParaRPr lang="zh-CN" altLang="en-US" sz="2400" dirty="0"/>
          </a:p>
        </p:txBody>
      </p:sp>
      <p:sp>
        <p:nvSpPr>
          <p:cNvPr id="4" name="任意多边形: 形状 3"/>
          <p:cNvSpPr/>
          <p:nvPr/>
        </p:nvSpPr>
        <p:spPr>
          <a:xfrm flipV="1">
            <a:off x="8844538" y="1519920"/>
            <a:ext cx="29929" cy="421738"/>
          </a:xfrm>
          <a:custGeom>
            <a:avLst/>
            <a:gdLst>
              <a:gd name="connsiteX0" fmla="*/ -463 w 23110"/>
              <a:gd name="connsiteY0" fmla="*/ 358042 h 359359"/>
              <a:gd name="connsiteX1" fmla="*/ -463 w 23110"/>
              <a:gd name="connsiteY1" fmla="*/ -1317 h 359359"/>
            </a:gdLst>
            <a:ahLst/>
            <a:cxnLst>
              <a:cxn ang="0">
                <a:pos x="connsiteX0" y="connsiteY0"/>
              </a:cxn>
              <a:cxn ang="0">
                <a:pos x="connsiteX1" y="connsiteY1"/>
              </a:cxn>
            </a:cxnLst>
            <a:rect l="l" t="t" r="r" b="b"/>
            <a:pathLst>
              <a:path w="23110" h="359359">
                <a:moveTo>
                  <a:pt x="-463" y="358042"/>
                </a:moveTo>
                <a:lnTo>
                  <a:pt x="-463" y="-1317"/>
                </a:lnTo>
              </a:path>
            </a:pathLst>
          </a:custGeom>
          <a:noFill/>
          <a:ln w="11545" cap="flat">
            <a:solidFill>
              <a:srgbClr val="231F20"/>
            </a:solidFill>
            <a:prstDash val="solid"/>
            <a:miter/>
          </a:ln>
        </p:spPr>
        <p:txBody>
          <a:bodyPr rtlCol="0" anchor="ctr"/>
          <a:lstStyle/>
          <a:p>
            <a:endParaRPr lang="zh-CN" altLang="en-US"/>
          </a:p>
        </p:txBody>
      </p:sp>
      <p:sp>
        <p:nvSpPr>
          <p:cNvPr id="5" name="任意多边形: 形状 4"/>
          <p:cNvSpPr/>
          <p:nvPr/>
        </p:nvSpPr>
        <p:spPr>
          <a:xfrm flipV="1">
            <a:off x="7925835" y="3027937"/>
            <a:ext cx="1825946" cy="422142"/>
          </a:xfrm>
          <a:custGeom>
            <a:avLst/>
            <a:gdLst>
              <a:gd name="connsiteX0" fmla="*/ 897586 w 1409901"/>
              <a:gd name="connsiteY0" fmla="*/ 358998 h 359703"/>
              <a:gd name="connsiteX1" fmla="*/ 1409441 w 1409901"/>
              <a:gd name="connsiteY1" fmla="*/ 53353 h 359703"/>
              <a:gd name="connsiteX2" fmla="*/ 511304 w 1409901"/>
              <a:gd name="connsiteY2" fmla="*/ 349868 h 359703"/>
              <a:gd name="connsiteX3" fmla="*/ -461 w 1409901"/>
              <a:gd name="connsiteY3" fmla="*/ -706 h 359703"/>
            </a:gdLst>
            <a:ahLst/>
            <a:cxnLst>
              <a:cxn ang="0">
                <a:pos x="connsiteX0" y="connsiteY0"/>
              </a:cxn>
              <a:cxn ang="0">
                <a:pos x="connsiteX1" y="connsiteY1"/>
              </a:cxn>
              <a:cxn ang="0">
                <a:pos x="connsiteX2" y="connsiteY2"/>
              </a:cxn>
              <a:cxn ang="0">
                <a:pos x="connsiteX3" y="connsiteY3"/>
              </a:cxn>
            </a:cxnLst>
            <a:rect l="l" t="t" r="r" b="b"/>
            <a:pathLst>
              <a:path w="1409901" h="359703">
                <a:moveTo>
                  <a:pt x="897586" y="358998"/>
                </a:moveTo>
                <a:lnTo>
                  <a:pt x="1409441" y="53353"/>
                </a:lnTo>
                <a:moveTo>
                  <a:pt x="511304" y="349868"/>
                </a:moveTo>
                <a:lnTo>
                  <a:pt x="-461" y="-706"/>
                </a:lnTo>
              </a:path>
            </a:pathLst>
          </a:custGeom>
          <a:noFill/>
          <a:ln w="11545" cap="flat">
            <a:solidFill>
              <a:srgbClr val="231F20"/>
            </a:solidFill>
            <a:prstDash val="solid"/>
            <a:miter/>
          </a:ln>
        </p:spPr>
        <p:txBody>
          <a:bodyPr rtlCol="0" anchor="ctr"/>
          <a:lstStyle/>
          <a:p>
            <a:endParaRPr lang="zh-CN" altLang="en-US"/>
          </a:p>
        </p:txBody>
      </p:sp>
      <p:sp>
        <p:nvSpPr>
          <p:cNvPr id="7" name="任意多边形: 形状 6"/>
          <p:cNvSpPr/>
          <p:nvPr/>
        </p:nvSpPr>
        <p:spPr>
          <a:xfrm flipV="1">
            <a:off x="8856346" y="3639880"/>
            <a:ext cx="1802792" cy="411323"/>
          </a:xfrm>
          <a:custGeom>
            <a:avLst/>
            <a:gdLst>
              <a:gd name="connsiteX0" fmla="*/ 511116 w 1392023"/>
              <a:gd name="connsiteY0" fmla="*/ 350023 h 350484"/>
              <a:gd name="connsiteX1" fmla="*/ -737 w 1392023"/>
              <a:gd name="connsiteY1" fmla="*/ 17619 h 350484"/>
              <a:gd name="connsiteX2" fmla="*/ 879434 w 1392023"/>
              <a:gd name="connsiteY2" fmla="*/ 350023 h 350484"/>
              <a:gd name="connsiteX3" fmla="*/ 1391286 w 1392023"/>
              <a:gd name="connsiteY3" fmla="*/ -461 h 350484"/>
            </a:gdLst>
            <a:ahLst/>
            <a:cxnLst>
              <a:cxn ang="0">
                <a:pos x="connsiteX0" y="connsiteY0"/>
              </a:cxn>
              <a:cxn ang="0">
                <a:pos x="connsiteX1" y="connsiteY1"/>
              </a:cxn>
              <a:cxn ang="0">
                <a:pos x="connsiteX2" y="connsiteY2"/>
              </a:cxn>
              <a:cxn ang="0">
                <a:pos x="connsiteX3" y="connsiteY3"/>
              </a:cxn>
            </a:cxnLst>
            <a:rect l="l" t="t" r="r" b="b"/>
            <a:pathLst>
              <a:path w="1392023" h="350484">
                <a:moveTo>
                  <a:pt x="511116" y="350023"/>
                </a:moveTo>
                <a:lnTo>
                  <a:pt x="-737" y="17619"/>
                </a:lnTo>
                <a:moveTo>
                  <a:pt x="879434" y="350023"/>
                </a:moveTo>
                <a:lnTo>
                  <a:pt x="1391286" y="-461"/>
                </a:lnTo>
              </a:path>
            </a:pathLst>
          </a:custGeom>
          <a:noFill/>
          <a:ln w="11545" cap="flat">
            <a:solidFill>
              <a:srgbClr val="231F20"/>
            </a:solidFill>
            <a:prstDash val="solid"/>
            <a:miter/>
          </a:ln>
        </p:spPr>
        <p:txBody>
          <a:bodyPr rtlCol="0" anchor="ctr"/>
          <a:lstStyle/>
          <a:p>
            <a:endParaRPr lang="zh-CN" altLang="en-US"/>
          </a:p>
        </p:txBody>
      </p:sp>
      <p:sp>
        <p:nvSpPr>
          <p:cNvPr id="8" name="任意多边形: 形状 7"/>
          <p:cNvSpPr/>
          <p:nvPr/>
        </p:nvSpPr>
        <p:spPr>
          <a:xfrm flipV="1">
            <a:off x="10670602" y="4416909"/>
            <a:ext cx="29929" cy="284648"/>
          </a:xfrm>
          <a:custGeom>
            <a:avLst/>
            <a:gdLst>
              <a:gd name="connsiteX0" fmla="*/ -1012 w 23110"/>
              <a:gd name="connsiteY0" fmla="*/ 242375 h 242546"/>
              <a:gd name="connsiteX1" fmla="*/ -1012 w 23110"/>
              <a:gd name="connsiteY1" fmla="*/ -172 h 242546"/>
            </a:gdLst>
            <a:ahLst/>
            <a:cxnLst>
              <a:cxn ang="0">
                <a:pos x="connsiteX0" y="connsiteY0"/>
              </a:cxn>
              <a:cxn ang="0">
                <a:pos x="connsiteX1" y="connsiteY1"/>
              </a:cxn>
            </a:cxnLst>
            <a:rect l="l" t="t" r="r" b="b"/>
            <a:pathLst>
              <a:path w="23110" h="242546">
                <a:moveTo>
                  <a:pt x="-1012" y="242375"/>
                </a:moveTo>
                <a:lnTo>
                  <a:pt x="-1012" y="-172"/>
                </a:lnTo>
              </a:path>
            </a:pathLst>
          </a:custGeom>
          <a:noFill/>
          <a:ln w="11545" cap="flat">
            <a:solidFill>
              <a:srgbClr val="231F20"/>
            </a:solidFill>
            <a:prstDash val="solid"/>
            <a:miter/>
          </a:ln>
        </p:spPr>
        <p:txBody>
          <a:bodyPr rtlCol="0" anchor="ctr"/>
          <a:lstStyle/>
          <a:p>
            <a:endParaRPr lang="zh-CN" altLang="en-US"/>
          </a:p>
        </p:txBody>
      </p:sp>
      <p:sp>
        <p:nvSpPr>
          <p:cNvPr id="9" name="任意多边形: 形状 8"/>
          <p:cNvSpPr/>
          <p:nvPr/>
        </p:nvSpPr>
        <p:spPr>
          <a:xfrm>
            <a:off x="8756992" y="1231265"/>
            <a:ext cx="174902" cy="219824"/>
          </a:xfrm>
          <a:custGeom>
            <a:avLst/>
            <a:gdLst>
              <a:gd name="connsiteX0" fmla="*/ 48 w 135050"/>
              <a:gd name="connsiteY0" fmla="*/ 10 h 187310"/>
              <a:gd name="connsiteX1" fmla="*/ 48 w 135050"/>
              <a:gd name="connsiteY1" fmla="*/ 3987 h 187310"/>
              <a:gd name="connsiteX2" fmla="*/ 5104 w 135050"/>
              <a:gd name="connsiteY2" fmla="*/ 3987 h 187310"/>
              <a:gd name="connsiteX3" fmla="*/ 18825 w 135050"/>
              <a:gd name="connsiteY3" fmla="*/ 20621 h 187310"/>
              <a:gd name="connsiteX4" fmla="*/ 18825 w 135050"/>
              <a:gd name="connsiteY4" fmla="*/ 167071 h 187310"/>
              <a:gd name="connsiteX5" fmla="*/ 5104 w 135050"/>
              <a:gd name="connsiteY5" fmla="*/ 183343 h 187310"/>
              <a:gd name="connsiteX6" fmla="*/ 410 w 135050"/>
              <a:gd name="connsiteY6" fmla="*/ 183343 h 187310"/>
              <a:gd name="connsiteX7" fmla="*/ 410 w 135050"/>
              <a:gd name="connsiteY7" fmla="*/ 187321 h 187310"/>
              <a:gd name="connsiteX8" fmla="*/ 56740 w 135050"/>
              <a:gd name="connsiteY8" fmla="*/ 187321 h 187310"/>
              <a:gd name="connsiteX9" fmla="*/ 56740 w 135050"/>
              <a:gd name="connsiteY9" fmla="*/ 183343 h 187310"/>
              <a:gd name="connsiteX10" fmla="*/ 51685 w 135050"/>
              <a:gd name="connsiteY10" fmla="*/ 183343 h 187310"/>
              <a:gd name="connsiteX11" fmla="*/ 38325 w 135050"/>
              <a:gd name="connsiteY11" fmla="*/ 167071 h 187310"/>
              <a:gd name="connsiteX12" fmla="*/ 38325 w 135050"/>
              <a:gd name="connsiteY12" fmla="*/ 20621 h 187310"/>
              <a:gd name="connsiteX13" fmla="*/ 52046 w 135050"/>
              <a:gd name="connsiteY13" fmla="*/ 3987 h 187310"/>
              <a:gd name="connsiteX14" fmla="*/ 83462 w 135050"/>
              <a:gd name="connsiteY14" fmla="*/ 3987 h 187310"/>
              <a:gd name="connsiteX15" fmla="*/ 97183 w 135050"/>
              <a:gd name="connsiteY15" fmla="*/ 20621 h 187310"/>
              <a:gd name="connsiteX16" fmla="*/ 97183 w 135050"/>
              <a:gd name="connsiteY16" fmla="*/ 167071 h 187310"/>
              <a:gd name="connsiteX17" fmla="*/ 83462 w 135050"/>
              <a:gd name="connsiteY17" fmla="*/ 183343 h 187310"/>
              <a:gd name="connsiteX18" fmla="*/ 78767 w 135050"/>
              <a:gd name="connsiteY18" fmla="*/ 183343 h 187310"/>
              <a:gd name="connsiteX19" fmla="*/ 78767 w 135050"/>
              <a:gd name="connsiteY19" fmla="*/ 187321 h 187310"/>
              <a:gd name="connsiteX20" fmla="*/ 134737 w 135050"/>
              <a:gd name="connsiteY20" fmla="*/ 187321 h 187310"/>
              <a:gd name="connsiteX21" fmla="*/ 134737 w 135050"/>
              <a:gd name="connsiteY21" fmla="*/ 183343 h 187310"/>
              <a:gd name="connsiteX22" fmla="*/ 130043 w 135050"/>
              <a:gd name="connsiteY22" fmla="*/ 183343 h 187310"/>
              <a:gd name="connsiteX23" fmla="*/ 116682 w 135050"/>
              <a:gd name="connsiteY23" fmla="*/ 167071 h 187310"/>
              <a:gd name="connsiteX24" fmla="*/ 116682 w 135050"/>
              <a:gd name="connsiteY24" fmla="*/ 20621 h 187310"/>
              <a:gd name="connsiteX25" fmla="*/ 130404 w 135050"/>
              <a:gd name="connsiteY25" fmla="*/ 3987 h 187310"/>
              <a:gd name="connsiteX26" fmla="*/ 135098 w 135050"/>
              <a:gd name="connsiteY26" fmla="*/ 3987 h 187310"/>
              <a:gd name="connsiteX27" fmla="*/ 135098 w 135050"/>
              <a:gd name="connsiteY27" fmla="*/ 1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48" y="10"/>
                </a:moveTo>
                <a:lnTo>
                  <a:pt x="48" y="3987"/>
                </a:lnTo>
                <a:lnTo>
                  <a:pt x="5104" y="3987"/>
                </a:lnTo>
                <a:cubicBezTo>
                  <a:pt x="17020" y="3987"/>
                  <a:pt x="18825" y="6157"/>
                  <a:pt x="18825" y="20621"/>
                </a:cubicBezTo>
                <a:lnTo>
                  <a:pt x="18825" y="167071"/>
                </a:lnTo>
                <a:cubicBezTo>
                  <a:pt x="18825" y="181535"/>
                  <a:pt x="17020" y="183343"/>
                  <a:pt x="5104" y="183343"/>
                </a:cubicBezTo>
                <a:lnTo>
                  <a:pt x="410" y="183343"/>
                </a:lnTo>
                <a:lnTo>
                  <a:pt x="410" y="187321"/>
                </a:lnTo>
                <a:lnTo>
                  <a:pt x="56740" y="187321"/>
                </a:lnTo>
                <a:lnTo>
                  <a:pt x="56740" y="183343"/>
                </a:lnTo>
                <a:lnTo>
                  <a:pt x="51685" y="183343"/>
                </a:lnTo>
                <a:cubicBezTo>
                  <a:pt x="40130" y="183343"/>
                  <a:pt x="38325" y="181174"/>
                  <a:pt x="38325" y="167071"/>
                </a:cubicBezTo>
                <a:lnTo>
                  <a:pt x="38325" y="20621"/>
                </a:lnTo>
                <a:cubicBezTo>
                  <a:pt x="38325" y="6157"/>
                  <a:pt x="40130" y="3987"/>
                  <a:pt x="52046" y="3987"/>
                </a:cubicBezTo>
                <a:lnTo>
                  <a:pt x="83462" y="3987"/>
                </a:lnTo>
                <a:cubicBezTo>
                  <a:pt x="95017" y="3987"/>
                  <a:pt x="97183" y="6157"/>
                  <a:pt x="97183" y="20621"/>
                </a:cubicBezTo>
                <a:lnTo>
                  <a:pt x="97183" y="167071"/>
                </a:lnTo>
                <a:cubicBezTo>
                  <a:pt x="97183" y="181535"/>
                  <a:pt x="95017" y="183343"/>
                  <a:pt x="83462" y="183343"/>
                </a:cubicBezTo>
                <a:lnTo>
                  <a:pt x="78767" y="183343"/>
                </a:lnTo>
                <a:lnTo>
                  <a:pt x="78767" y="187321"/>
                </a:lnTo>
                <a:lnTo>
                  <a:pt x="134737" y="187321"/>
                </a:lnTo>
                <a:lnTo>
                  <a:pt x="134737" y="183343"/>
                </a:lnTo>
                <a:lnTo>
                  <a:pt x="130043" y="183343"/>
                </a:lnTo>
                <a:cubicBezTo>
                  <a:pt x="118488" y="183343"/>
                  <a:pt x="116682" y="181174"/>
                  <a:pt x="116682" y="167071"/>
                </a:cubicBezTo>
                <a:lnTo>
                  <a:pt x="116682" y="20621"/>
                </a:lnTo>
                <a:cubicBezTo>
                  <a:pt x="116682" y="6157"/>
                  <a:pt x="118488" y="3987"/>
                  <a:pt x="130404" y="3987"/>
                </a:cubicBezTo>
                <a:lnTo>
                  <a:pt x="135098" y="3987"/>
                </a:lnTo>
                <a:lnTo>
                  <a:pt x="135098" y="10"/>
                </a:lnTo>
                <a:close/>
              </a:path>
            </a:pathLst>
          </a:custGeom>
          <a:solidFill>
            <a:srgbClr val="000000"/>
          </a:solidFill>
          <a:ln w="23090" cap="flat">
            <a:noFill/>
            <a:prstDash val="solid"/>
            <a:miter/>
          </a:ln>
        </p:spPr>
        <p:txBody>
          <a:bodyPr rtlCol="0" anchor="ctr"/>
          <a:lstStyle/>
          <a:p>
            <a:endParaRPr lang="zh-CN" altLang="en-US"/>
          </a:p>
        </p:txBody>
      </p:sp>
      <p:grpSp>
        <p:nvGrpSpPr>
          <p:cNvPr id="10" name="Graphic 2"/>
          <p:cNvGrpSpPr/>
          <p:nvPr/>
        </p:nvGrpSpPr>
        <p:grpSpPr>
          <a:xfrm>
            <a:off x="8965470" y="1347967"/>
            <a:ext cx="837353" cy="149803"/>
            <a:chOff x="3935456" y="2767896"/>
            <a:chExt cx="646561" cy="127646"/>
          </a:xfrm>
        </p:grpSpPr>
        <p:sp>
          <p:nvSpPr>
            <p:cNvPr id="11" name="任意多边形: 形状 10"/>
            <p:cNvSpPr/>
            <p:nvPr/>
          </p:nvSpPr>
          <p:spPr>
            <a:xfrm>
              <a:off x="3935456" y="2804418"/>
              <a:ext cx="69330" cy="74128"/>
            </a:xfrm>
            <a:custGeom>
              <a:avLst/>
              <a:gdLst>
                <a:gd name="connsiteX0" fmla="*/ 33637 w 69330"/>
                <a:gd name="connsiteY0" fmla="*/ 13 h 74128"/>
                <a:gd name="connsiteX1" fmla="*/ 11610 w 69330"/>
                <a:gd name="connsiteY1" fmla="*/ 2182 h 74128"/>
                <a:gd name="connsiteX2" fmla="*/ 10527 w 69330"/>
                <a:gd name="connsiteY2" fmla="*/ 5437 h 74128"/>
                <a:gd name="connsiteX3" fmla="*/ 12333 w 69330"/>
                <a:gd name="connsiteY3" fmla="*/ 5075 h 74128"/>
                <a:gd name="connsiteX4" fmla="*/ 15221 w 69330"/>
                <a:gd name="connsiteY4" fmla="*/ 4714 h 74128"/>
                <a:gd name="connsiteX5" fmla="*/ 18832 w 69330"/>
                <a:gd name="connsiteY5" fmla="*/ 7968 h 74128"/>
                <a:gd name="connsiteX6" fmla="*/ 17388 w 69330"/>
                <a:gd name="connsiteY6" fmla="*/ 14838 h 74128"/>
                <a:gd name="connsiteX7" fmla="*/ 55 w 69330"/>
                <a:gd name="connsiteY7" fmla="*/ 72334 h 74128"/>
                <a:gd name="connsiteX8" fmla="*/ 11971 w 69330"/>
                <a:gd name="connsiteY8" fmla="*/ 72334 h 74128"/>
                <a:gd name="connsiteX9" fmla="*/ 17027 w 69330"/>
                <a:gd name="connsiteY9" fmla="*/ 53530 h 74128"/>
                <a:gd name="connsiteX10" fmla="*/ 32193 w 69330"/>
                <a:gd name="connsiteY10" fmla="*/ 26772 h 74128"/>
                <a:gd name="connsiteX11" fmla="*/ 52414 w 69330"/>
                <a:gd name="connsiteY11" fmla="*/ 9776 h 74128"/>
                <a:gd name="connsiteX12" fmla="*/ 56386 w 69330"/>
                <a:gd name="connsiteY12" fmla="*/ 14477 h 74128"/>
                <a:gd name="connsiteX13" fmla="*/ 55303 w 69330"/>
                <a:gd name="connsiteY13" fmla="*/ 22071 h 74128"/>
                <a:gd name="connsiteX14" fmla="*/ 42665 w 69330"/>
                <a:gd name="connsiteY14" fmla="*/ 62932 h 74128"/>
                <a:gd name="connsiteX15" fmla="*/ 41581 w 69330"/>
                <a:gd name="connsiteY15" fmla="*/ 67633 h 74128"/>
                <a:gd name="connsiteX16" fmla="*/ 48442 w 69330"/>
                <a:gd name="connsiteY16" fmla="*/ 74142 h 74128"/>
                <a:gd name="connsiteX17" fmla="*/ 69386 w 69330"/>
                <a:gd name="connsiteY17" fmla="*/ 58593 h 74128"/>
                <a:gd name="connsiteX18" fmla="*/ 67941 w 69330"/>
                <a:gd name="connsiteY18" fmla="*/ 57146 h 74128"/>
                <a:gd name="connsiteX19" fmla="*/ 56747 w 69330"/>
                <a:gd name="connsiteY19" fmla="*/ 66548 h 74128"/>
                <a:gd name="connsiteX20" fmla="*/ 54581 w 69330"/>
                <a:gd name="connsiteY20" fmla="*/ 64378 h 74128"/>
                <a:gd name="connsiteX21" fmla="*/ 55303 w 69330"/>
                <a:gd name="connsiteY21" fmla="*/ 60762 h 74128"/>
                <a:gd name="connsiteX22" fmla="*/ 66858 w 69330"/>
                <a:gd name="connsiteY22" fmla="*/ 20263 h 74128"/>
                <a:gd name="connsiteX23" fmla="*/ 68302 w 69330"/>
                <a:gd name="connsiteY23" fmla="*/ 10861 h 74128"/>
                <a:gd name="connsiteX24" fmla="*/ 59636 w 69330"/>
                <a:gd name="connsiteY24" fmla="*/ 736 h 74128"/>
                <a:gd name="connsiteX25" fmla="*/ 22804 w 69330"/>
                <a:gd name="connsiteY25" fmla="*/ 34004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637" y="13"/>
                  </a:moveTo>
                  <a:cubicBezTo>
                    <a:pt x="23527" y="1459"/>
                    <a:pt x="21721" y="1459"/>
                    <a:pt x="11610" y="2182"/>
                  </a:cubicBezTo>
                  <a:lnTo>
                    <a:pt x="10527" y="5437"/>
                  </a:lnTo>
                  <a:lnTo>
                    <a:pt x="12333" y="5075"/>
                  </a:lnTo>
                  <a:cubicBezTo>
                    <a:pt x="13416" y="5075"/>
                    <a:pt x="14499" y="4714"/>
                    <a:pt x="15221" y="4714"/>
                  </a:cubicBezTo>
                  <a:cubicBezTo>
                    <a:pt x="17027" y="4714"/>
                    <a:pt x="18832" y="6522"/>
                    <a:pt x="18832" y="7968"/>
                  </a:cubicBezTo>
                  <a:cubicBezTo>
                    <a:pt x="18832" y="8691"/>
                    <a:pt x="18471" y="11584"/>
                    <a:pt x="17388" y="14838"/>
                  </a:cubicBezTo>
                  <a:lnTo>
                    <a:pt x="55" y="72334"/>
                  </a:lnTo>
                  <a:lnTo>
                    <a:pt x="11971" y="72334"/>
                  </a:lnTo>
                  <a:lnTo>
                    <a:pt x="17027" y="53530"/>
                  </a:lnTo>
                  <a:cubicBezTo>
                    <a:pt x="19916" y="44490"/>
                    <a:pt x="23888" y="37258"/>
                    <a:pt x="32193" y="26772"/>
                  </a:cubicBezTo>
                  <a:cubicBezTo>
                    <a:pt x="41943" y="14838"/>
                    <a:pt x="47720" y="9776"/>
                    <a:pt x="52414" y="9776"/>
                  </a:cubicBezTo>
                  <a:cubicBezTo>
                    <a:pt x="54581" y="9776"/>
                    <a:pt x="56386" y="11946"/>
                    <a:pt x="56386" y="14477"/>
                  </a:cubicBezTo>
                  <a:cubicBezTo>
                    <a:pt x="56386" y="16285"/>
                    <a:pt x="56025" y="19539"/>
                    <a:pt x="55303" y="22071"/>
                  </a:cubicBezTo>
                  <a:lnTo>
                    <a:pt x="42665" y="62932"/>
                  </a:lnTo>
                  <a:cubicBezTo>
                    <a:pt x="41943" y="64378"/>
                    <a:pt x="41581" y="66548"/>
                    <a:pt x="41581" y="67633"/>
                  </a:cubicBezTo>
                  <a:cubicBezTo>
                    <a:pt x="41581" y="71249"/>
                    <a:pt x="44470" y="74142"/>
                    <a:pt x="48442" y="74142"/>
                  </a:cubicBezTo>
                  <a:cubicBezTo>
                    <a:pt x="54581" y="74142"/>
                    <a:pt x="61803" y="69079"/>
                    <a:pt x="69386" y="58593"/>
                  </a:cubicBezTo>
                  <a:lnTo>
                    <a:pt x="67941" y="57146"/>
                  </a:lnTo>
                  <a:cubicBezTo>
                    <a:pt x="63608" y="62932"/>
                    <a:pt x="58914" y="66548"/>
                    <a:pt x="56747" y="66548"/>
                  </a:cubicBezTo>
                  <a:cubicBezTo>
                    <a:pt x="55664" y="66548"/>
                    <a:pt x="54581" y="65463"/>
                    <a:pt x="54581" y="64378"/>
                  </a:cubicBezTo>
                  <a:cubicBezTo>
                    <a:pt x="54581" y="63294"/>
                    <a:pt x="54942" y="62209"/>
                    <a:pt x="55303" y="60762"/>
                  </a:cubicBezTo>
                  <a:lnTo>
                    <a:pt x="66858" y="20263"/>
                  </a:lnTo>
                  <a:cubicBezTo>
                    <a:pt x="67941" y="17008"/>
                    <a:pt x="68302" y="14115"/>
                    <a:pt x="68302" y="10861"/>
                  </a:cubicBezTo>
                  <a:cubicBezTo>
                    <a:pt x="68302" y="4714"/>
                    <a:pt x="65053" y="736"/>
                    <a:pt x="59636" y="736"/>
                  </a:cubicBezTo>
                  <a:cubicBezTo>
                    <a:pt x="49887" y="736"/>
                    <a:pt x="39415" y="10138"/>
                    <a:pt x="22804" y="34004"/>
                  </a:cubicBezTo>
                  <a:close/>
                </a:path>
              </a:pathLst>
            </a:custGeom>
            <a:solidFill>
              <a:srgbClr val="000000"/>
            </a:solidFill>
            <a:ln w="23090" cap="flat">
              <a:noFill/>
              <a:prstDash val="solid"/>
              <a:miter/>
            </a:ln>
          </p:spPr>
          <p:txBody>
            <a:bodyPr rtlCol="0" anchor="ctr"/>
            <a:lstStyle/>
            <a:p>
              <a:endParaRPr lang="zh-CN" altLang="en-US"/>
            </a:p>
          </p:txBody>
        </p:sp>
        <p:sp>
          <p:nvSpPr>
            <p:cNvPr id="12" name="任意多边形: 形状 11"/>
            <p:cNvSpPr/>
            <p:nvPr/>
          </p:nvSpPr>
          <p:spPr>
            <a:xfrm>
              <a:off x="4015333" y="2805141"/>
              <a:ext cx="70413" cy="74128"/>
            </a:xfrm>
            <a:custGeom>
              <a:avLst/>
              <a:gdLst>
                <a:gd name="connsiteX0" fmla="*/ 66500 w 70413"/>
                <a:gd name="connsiteY0" fmla="*/ 54977 h 74128"/>
                <a:gd name="connsiteX1" fmla="*/ 54584 w 70413"/>
                <a:gd name="connsiteY1" fmla="*/ 65463 h 74128"/>
                <a:gd name="connsiteX2" fmla="*/ 52779 w 70413"/>
                <a:gd name="connsiteY2" fmla="*/ 63655 h 74128"/>
                <a:gd name="connsiteX3" fmla="*/ 53862 w 70413"/>
                <a:gd name="connsiteY3" fmla="*/ 59316 h 74128"/>
                <a:gd name="connsiteX4" fmla="*/ 70473 w 70413"/>
                <a:gd name="connsiteY4" fmla="*/ 736 h 74128"/>
                <a:gd name="connsiteX5" fmla="*/ 58195 w 70413"/>
                <a:gd name="connsiteY5" fmla="*/ 2182 h 74128"/>
                <a:gd name="connsiteX6" fmla="*/ 56029 w 70413"/>
                <a:gd name="connsiteY6" fmla="*/ 10861 h 74128"/>
                <a:gd name="connsiteX7" fmla="*/ 44113 w 70413"/>
                <a:gd name="connsiteY7" fmla="*/ 13 h 74128"/>
                <a:gd name="connsiteX8" fmla="*/ 59 w 70413"/>
                <a:gd name="connsiteY8" fmla="*/ 56061 h 74128"/>
                <a:gd name="connsiteX9" fmla="*/ 14142 w 70413"/>
                <a:gd name="connsiteY9" fmla="*/ 73418 h 74128"/>
                <a:gd name="connsiteX10" fmla="*/ 30030 w 70413"/>
                <a:gd name="connsiteY10" fmla="*/ 67271 h 74128"/>
                <a:gd name="connsiteX11" fmla="*/ 43752 w 70413"/>
                <a:gd name="connsiteY11" fmla="*/ 52445 h 74128"/>
                <a:gd name="connsiteX12" fmla="*/ 43029 w 70413"/>
                <a:gd name="connsiteY12" fmla="*/ 56061 h 74128"/>
                <a:gd name="connsiteX13" fmla="*/ 40863 w 70413"/>
                <a:gd name="connsiteY13" fmla="*/ 66910 h 74128"/>
                <a:gd name="connsiteX14" fmla="*/ 47362 w 70413"/>
                <a:gd name="connsiteY14" fmla="*/ 74142 h 74128"/>
                <a:gd name="connsiteX15" fmla="*/ 68667 w 70413"/>
                <a:gd name="connsiteY15" fmla="*/ 57146 h 74128"/>
                <a:gd name="connsiteX16" fmla="*/ 44474 w 70413"/>
                <a:gd name="connsiteY16" fmla="*/ 4714 h 74128"/>
                <a:gd name="connsiteX17" fmla="*/ 53140 w 70413"/>
                <a:gd name="connsiteY17" fmla="*/ 14838 h 74128"/>
                <a:gd name="connsiteX18" fmla="*/ 36530 w 70413"/>
                <a:gd name="connsiteY18" fmla="*/ 54977 h 74128"/>
                <a:gd name="connsiteX19" fmla="*/ 21364 w 70413"/>
                <a:gd name="connsiteY19" fmla="*/ 64017 h 74128"/>
                <a:gd name="connsiteX20" fmla="*/ 12697 w 70413"/>
                <a:gd name="connsiteY20" fmla="*/ 53169 h 74128"/>
                <a:gd name="connsiteX21" fmla="*/ 26058 w 70413"/>
                <a:gd name="connsiteY21" fmla="*/ 18093 h 74128"/>
                <a:gd name="connsiteX22" fmla="*/ 44474 w 70413"/>
                <a:gd name="connsiteY22" fmla="*/ 4714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500" y="54977"/>
                  </a:moveTo>
                  <a:cubicBezTo>
                    <a:pt x="61806" y="61847"/>
                    <a:pt x="57834" y="65463"/>
                    <a:pt x="54584" y="65463"/>
                  </a:cubicBezTo>
                  <a:cubicBezTo>
                    <a:pt x="53501" y="65463"/>
                    <a:pt x="52779" y="64740"/>
                    <a:pt x="52779" y="63655"/>
                  </a:cubicBezTo>
                  <a:cubicBezTo>
                    <a:pt x="52779" y="62932"/>
                    <a:pt x="52779" y="62570"/>
                    <a:pt x="53862" y="59316"/>
                  </a:cubicBezTo>
                  <a:lnTo>
                    <a:pt x="70473" y="736"/>
                  </a:lnTo>
                  <a:lnTo>
                    <a:pt x="58195" y="2182"/>
                  </a:lnTo>
                  <a:lnTo>
                    <a:pt x="56029" y="10861"/>
                  </a:lnTo>
                  <a:cubicBezTo>
                    <a:pt x="54584" y="3990"/>
                    <a:pt x="50251" y="13"/>
                    <a:pt x="44113" y="13"/>
                  </a:cubicBezTo>
                  <a:cubicBezTo>
                    <a:pt x="24975" y="13"/>
                    <a:pt x="59" y="31472"/>
                    <a:pt x="59" y="56061"/>
                  </a:cubicBezTo>
                  <a:cubicBezTo>
                    <a:pt x="59" y="66548"/>
                    <a:pt x="5836" y="73418"/>
                    <a:pt x="14142" y="73418"/>
                  </a:cubicBezTo>
                  <a:cubicBezTo>
                    <a:pt x="18836" y="73418"/>
                    <a:pt x="24975" y="71249"/>
                    <a:pt x="30030" y="67271"/>
                  </a:cubicBezTo>
                  <a:cubicBezTo>
                    <a:pt x="34724" y="64017"/>
                    <a:pt x="37613" y="60762"/>
                    <a:pt x="43752" y="52445"/>
                  </a:cubicBezTo>
                  <a:cubicBezTo>
                    <a:pt x="43752" y="53892"/>
                    <a:pt x="43029" y="55700"/>
                    <a:pt x="43029" y="56061"/>
                  </a:cubicBezTo>
                  <a:cubicBezTo>
                    <a:pt x="40863" y="64378"/>
                    <a:pt x="40863" y="64378"/>
                    <a:pt x="40863" y="66910"/>
                  </a:cubicBezTo>
                  <a:cubicBezTo>
                    <a:pt x="40863" y="71249"/>
                    <a:pt x="43390" y="74142"/>
                    <a:pt x="47362" y="74142"/>
                  </a:cubicBezTo>
                  <a:cubicBezTo>
                    <a:pt x="53862" y="74142"/>
                    <a:pt x="60362" y="68718"/>
                    <a:pt x="68667" y="57146"/>
                  </a:cubicBezTo>
                  <a:close/>
                  <a:moveTo>
                    <a:pt x="44474" y="4714"/>
                  </a:moveTo>
                  <a:cubicBezTo>
                    <a:pt x="49890" y="4714"/>
                    <a:pt x="53140" y="8691"/>
                    <a:pt x="53140" y="14838"/>
                  </a:cubicBezTo>
                  <a:cubicBezTo>
                    <a:pt x="53140" y="26772"/>
                    <a:pt x="45918" y="44490"/>
                    <a:pt x="36530" y="54977"/>
                  </a:cubicBezTo>
                  <a:cubicBezTo>
                    <a:pt x="31474" y="60762"/>
                    <a:pt x="25697" y="64017"/>
                    <a:pt x="21364" y="64017"/>
                  </a:cubicBezTo>
                  <a:cubicBezTo>
                    <a:pt x="15586" y="64017"/>
                    <a:pt x="12697" y="60401"/>
                    <a:pt x="12697" y="53169"/>
                  </a:cubicBezTo>
                  <a:cubicBezTo>
                    <a:pt x="12697" y="43405"/>
                    <a:pt x="17391" y="30749"/>
                    <a:pt x="26058" y="18093"/>
                  </a:cubicBezTo>
                  <a:cubicBezTo>
                    <a:pt x="32196" y="9415"/>
                    <a:pt x="38335" y="4714"/>
                    <a:pt x="44474" y="4714"/>
                  </a:cubicBezTo>
                  <a:close/>
                </a:path>
              </a:pathLst>
            </a:custGeom>
            <a:solidFill>
              <a:srgbClr val="000000"/>
            </a:solidFill>
            <a:ln w="23090" cap="flat">
              <a:noFill/>
              <a:prstDash val="solid"/>
              <a:miter/>
            </a:ln>
          </p:spPr>
          <p:txBody>
            <a:bodyPr rtlCol="0" anchor="ctr"/>
            <a:lstStyle/>
            <a:p>
              <a:endParaRPr lang="zh-CN" altLang="en-US"/>
            </a:p>
          </p:txBody>
        </p:sp>
        <p:sp>
          <p:nvSpPr>
            <p:cNvPr id="14" name="任意多边形: 形状 13"/>
            <p:cNvSpPr/>
            <p:nvPr/>
          </p:nvSpPr>
          <p:spPr>
            <a:xfrm>
              <a:off x="4094191" y="2803694"/>
              <a:ext cx="109412" cy="73767"/>
            </a:xfrm>
            <a:custGeom>
              <a:avLst/>
              <a:gdLst>
                <a:gd name="connsiteX0" fmla="*/ 32922 w 109412"/>
                <a:gd name="connsiteY0" fmla="*/ 13 h 73767"/>
                <a:gd name="connsiteX1" fmla="*/ 10895 w 109412"/>
                <a:gd name="connsiteY1" fmla="*/ 2906 h 73767"/>
                <a:gd name="connsiteX2" fmla="*/ 10173 w 109412"/>
                <a:gd name="connsiteY2" fmla="*/ 6160 h 73767"/>
                <a:gd name="connsiteX3" fmla="*/ 11978 w 109412"/>
                <a:gd name="connsiteY3" fmla="*/ 5798 h 73767"/>
                <a:gd name="connsiteX4" fmla="*/ 14506 w 109412"/>
                <a:gd name="connsiteY4" fmla="*/ 5437 h 73767"/>
                <a:gd name="connsiteX5" fmla="*/ 18117 w 109412"/>
                <a:gd name="connsiteY5" fmla="*/ 8691 h 73767"/>
                <a:gd name="connsiteX6" fmla="*/ 17395 w 109412"/>
                <a:gd name="connsiteY6" fmla="*/ 13392 h 73767"/>
                <a:gd name="connsiteX7" fmla="*/ 62 w 109412"/>
                <a:gd name="connsiteY7" fmla="*/ 73057 h 73767"/>
                <a:gd name="connsiteX8" fmla="*/ 11978 w 109412"/>
                <a:gd name="connsiteY8" fmla="*/ 73057 h 73767"/>
                <a:gd name="connsiteX9" fmla="*/ 17034 w 109412"/>
                <a:gd name="connsiteY9" fmla="*/ 54615 h 73767"/>
                <a:gd name="connsiteX10" fmla="*/ 32561 w 109412"/>
                <a:gd name="connsiteY10" fmla="*/ 26410 h 73767"/>
                <a:gd name="connsiteX11" fmla="*/ 52421 w 109412"/>
                <a:gd name="connsiteY11" fmla="*/ 9415 h 73767"/>
                <a:gd name="connsiteX12" fmla="*/ 56393 w 109412"/>
                <a:gd name="connsiteY12" fmla="*/ 13754 h 73767"/>
                <a:gd name="connsiteX13" fmla="*/ 55671 w 109412"/>
                <a:gd name="connsiteY13" fmla="*/ 18816 h 73767"/>
                <a:gd name="connsiteX14" fmla="*/ 40144 w 109412"/>
                <a:gd name="connsiteY14" fmla="*/ 73057 h 73767"/>
                <a:gd name="connsiteX15" fmla="*/ 52060 w 109412"/>
                <a:gd name="connsiteY15" fmla="*/ 73057 h 73767"/>
                <a:gd name="connsiteX16" fmla="*/ 57477 w 109412"/>
                <a:gd name="connsiteY16" fmla="*/ 54253 h 73767"/>
                <a:gd name="connsiteX17" fmla="*/ 71559 w 109412"/>
                <a:gd name="connsiteY17" fmla="*/ 27495 h 73767"/>
                <a:gd name="connsiteX18" fmla="*/ 92142 w 109412"/>
                <a:gd name="connsiteY18" fmla="*/ 9415 h 73767"/>
                <a:gd name="connsiteX19" fmla="*/ 96475 w 109412"/>
                <a:gd name="connsiteY19" fmla="*/ 14115 h 73767"/>
                <a:gd name="connsiteX20" fmla="*/ 95753 w 109412"/>
                <a:gd name="connsiteY20" fmla="*/ 18816 h 73767"/>
                <a:gd name="connsiteX21" fmla="*/ 83114 w 109412"/>
                <a:gd name="connsiteY21" fmla="*/ 62209 h 73767"/>
                <a:gd name="connsiteX22" fmla="*/ 82031 w 109412"/>
                <a:gd name="connsiteY22" fmla="*/ 66910 h 73767"/>
                <a:gd name="connsiteX23" fmla="*/ 88892 w 109412"/>
                <a:gd name="connsiteY23" fmla="*/ 73780 h 73767"/>
                <a:gd name="connsiteX24" fmla="*/ 109474 w 109412"/>
                <a:gd name="connsiteY24" fmla="*/ 58231 h 73767"/>
                <a:gd name="connsiteX25" fmla="*/ 107669 w 109412"/>
                <a:gd name="connsiteY25" fmla="*/ 56423 h 73767"/>
                <a:gd name="connsiteX26" fmla="*/ 96475 w 109412"/>
                <a:gd name="connsiteY26" fmla="*/ 65825 h 73767"/>
                <a:gd name="connsiteX27" fmla="*/ 94669 w 109412"/>
                <a:gd name="connsiteY27" fmla="*/ 63655 h 73767"/>
                <a:gd name="connsiteX28" fmla="*/ 95392 w 109412"/>
                <a:gd name="connsiteY28" fmla="*/ 60401 h 73767"/>
                <a:gd name="connsiteX29" fmla="*/ 106224 w 109412"/>
                <a:gd name="connsiteY29" fmla="*/ 22432 h 73767"/>
                <a:gd name="connsiteX30" fmla="*/ 108391 w 109412"/>
                <a:gd name="connsiteY30" fmla="*/ 9776 h 73767"/>
                <a:gd name="connsiteX31" fmla="*/ 99725 w 109412"/>
                <a:gd name="connsiteY31" fmla="*/ 13 h 73767"/>
                <a:gd name="connsiteX32" fmla="*/ 63254 w 109412"/>
                <a:gd name="connsiteY32" fmla="*/ 33642 h 73767"/>
                <a:gd name="connsiteX33" fmla="*/ 67587 w 109412"/>
                <a:gd name="connsiteY33" fmla="*/ 18816 h 73767"/>
                <a:gd name="connsiteX34" fmla="*/ 69032 w 109412"/>
                <a:gd name="connsiteY34" fmla="*/ 9776 h 73767"/>
                <a:gd name="connsiteX35" fmla="*/ 60365 w 109412"/>
                <a:gd name="connsiteY35" fmla="*/ 13 h 73767"/>
                <a:gd name="connsiteX36" fmla="*/ 22811 w 109412"/>
                <a:gd name="connsiteY36" fmla="*/ 354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2922" y="13"/>
                  </a:moveTo>
                  <a:cubicBezTo>
                    <a:pt x="22811" y="1821"/>
                    <a:pt x="21367" y="1821"/>
                    <a:pt x="10895" y="2906"/>
                  </a:cubicBezTo>
                  <a:lnTo>
                    <a:pt x="10173" y="6160"/>
                  </a:lnTo>
                  <a:lnTo>
                    <a:pt x="11978" y="5798"/>
                  </a:lnTo>
                  <a:cubicBezTo>
                    <a:pt x="13062" y="5798"/>
                    <a:pt x="13784" y="5437"/>
                    <a:pt x="14506" y="5437"/>
                  </a:cubicBezTo>
                  <a:cubicBezTo>
                    <a:pt x="16673" y="5437"/>
                    <a:pt x="18117" y="6883"/>
                    <a:pt x="18117" y="8691"/>
                  </a:cubicBezTo>
                  <a:cubicBezTo>
                    <a:pt x="18117" y="9415"/>
                    <a:pt x="18117" y="11222"/>
                    <a:pt x="17395" y="13392"/>
                  </a:cubicBezTo>
                  <a:lnTo>
                    <a:pt x="62" y="73057"/>
                  </a:lnTo>
                  <a:lnTo>
                    <a:pt x="11978" y="73057"/>
                  </a:lnTo>
                  <a:lnTo>
                    <a:pt x="17034" y="54615"/>
                  </a:lnTo>
                  <a:cubicBezTo>
                    <a:pt x="19923" y="44852"/>
                    <a:pt x="23895" y="37620"/>
                    <a:pt x="32561" y="26410"/>
                  </a:cubicBezTo>
                  <a:cubicBezTo>
                    <a:pt x="41588" y="15200"/>
                    <a:pt x="48088" y="9415"/>
                    <a:pt x="52421" y="9415"/>
                  </a:cubicBezTo>
                  <a:cubicBezTo>
                    <a:pt x="54949" y="9415"/>
                    <a:pt x="56393" y="11222"/>
                    <a:pt x="56393" y="13754"/>
                  </a:cubicBezTo>
                  <a:cubicBezTo>
                    <a:pt x="56393" y="15200"/>
                    <a:pt x="56032" y="17370"/>
                    <a:pt x="55671" y="18816"/>
                  </a:cubicBezTo>
                  <a:lnTo>
                    <a:pt x="40144" y="73057"/>
                  </a:lnTo>
                  <a:lnTo>
                    <a:pt x="52060" y="73057"/>
                  </a:lnTo>
                  <a:lnTo>
                    <a:pt x="57477" y="54253"/>
                  </a:lnTo>
                  <a:cubicBezTo>
                    <a:pt x="60726" y="43405"/>
                    <a:pt x="62893" y="39066"/>
                    <a:pt x="71559" y="27495"/>
                  </a:cubicBezTo>
                  <a:cubicBezTo>
                    <a:pt x="82031" y="14115"/>
                    <a:pt x="87447" y="9415"/>
                    <a:pt x="92142" y="9415"/>
                  </a:cubicBezTo>
                  <a:cubicBezTo>
                    <a:pt x="94308" y="9415"/>
                    <a:pt x="96475" y="11584"/>
                    <a:pt x="96475" y="14115"/>
                  </a:cubicBezTo>
                  <a:cubicBezTo>
                    <a:pt x="96475" y="15562"/>
                    <a:pt x="96114" y="16647"/>
                    <a:pt x="95753" y="18816"/>
                  </a:cubicBezTo>
                  <a:lnTo>
                    <a:pt x="83114" y="62209"/>
                  </a:lnTo>
                  <a:cubicBezTo>
                    <a:pt x="82392" y="64740"/>
                    <a:pt x="82031" y="65825"/>
                    <a:pt x="82031" y="66910"/>
                  </a:cubicBezTo>
                  <a:cubicBezTo>
                    <a:pt x="82031" y="70887"/>
                    <a:pt x="84920" y="73780"/>
                    <a:pt x="88892" y="73780"/>
                  </a:cubicBezTo>
                  <a:cubicBezTo>
                    <a:pt x="95392" y="73780"/>
                    <a:pt x="102252" y="68718"/>
                    <a:pt x="109474" y="58231"/>
                  </a:cubicBezTo>
                  <a:lnTo>
                    <a:pt x="107669" y="56423"/>
                  </a:lnTo>
                  <a:cubicBezTo>
                    <a:pt x="103697" y="61847"/>
                    <a:pt x="99002" y="65825"/>
                    <a:pt x="96475" y="65825"/>
                  </a:cubicBezTo>
                  <a:cubicBezTo>
                    <a:pt x="95753" y="65825"/>
                    <a:pt x="94669" y="64740"/>
                    <a:pt x="94669" y="63655"/>
                  </a:cubicBezTo>
                  <a:cubicBezTo>
                    <a:pt x="94669" y="62932"/>
                    <a:pt x="95031" y="61847"/>
                    <a:pt x="95392" y="60401"/>
                  </a:cubicBezTo>
                  <a:lnTo>
                    <a:pt x="106224" y="22432"/>
                  </a:lnTo>
                  <a:cubicBezTo>
                    <a:pt x="107669" y="17370"/>
                    <a:pt x="108391" y="12669"/>
                    <a:pt x="108391" y="9776"/>
                  </a:cubicBezTo>
                  <a:cubicBezTo>
                    <a:pt x="108391" y="4352"/>
                    <a:pt x="104780" y="13"/>
                    <a:pt x="99725" y="13"/>
                  </a:cubicBezTo>
                  <a:cubicBezTo>
                    <a:pt x="89614" y="13"/>
                    <a:pt x="78781" y="10138"/>
                    <a:pt x="63254" y="33642"/>
                  </a:cubicBezTo>
                  <a:lnTo>
                    <a:pt x="67587" y="18816"/>
                  </a:lnTo>
                  <a:cubicBezTo>
                    <a:pt x="68670" y="15562"/>
                    <a:pt x="69032" y="12307"/>
                    <a:pt x="69032" y="9776"/>
                  </a:cubicBezTo>
                  <a:cubicBezTo>
                    <a:pt x="69032" y="4352"/>
                    <a:pt x="65059" y="13"/>
                    <a:pt x="60365" y="13"/>
                  </a:cubicBezTo>
                  <a:cubicBezTo>
                    <a:pt x="50255" y="13"/>
                    <a:pt x="38338" y="11222"/>
                    <a:pt x="22811" y="35450"/>
                  </a:cubicBezTo>
                  <a:close/>
                </a:path>
              </a:pathLst>
            </a:custGeom>
            <a:solidFill>
              <a:srgbClr val="000000"/>
            </a:solidFill>
            <a:ln w="23090" cap="flat">
              <a:noFill/>
              <a:prstDash val="solid"/>
              <a:miter/>
            </a:ln>
          </p:spPr>
          <p:txBody>
            <a:bodyPr rtlCol="0" anchor="ctr"/>
            <a:lstStyle/>
            <a:p>
              <a:endParaRPr lang="zh-CN" altLang="en-US"/>
            </a:p>
          </p:txBody>
        </p:sp>
        <p:sp>
          <p:nvSpPr>
            <p:cNvPr id="15" name="任意多边形: 形状 14"/>
            <p:cNvSpPr/>
            <p:nvPr/>
          </p:nvSpPr>
          <p:spPr>
            <a:xfrm>
              <a:off x="4214910" y="2804418"/>
              <a:ext cx="59580" cy="74490"/>
            </a:xfrm>
            <a:custGeom>
              <a:avLst/>
              <a:gdLst>
                <a:gd name="connsiteX0" fmla="*/ 49177 w 59580"/>
                <a:gd name="connsiteY0" fmla="*/ 55338 h 74490"/>
                <a:gd name="connsiteX1" fmla="*/ 28233 w 59580"/>
                <a:gd name="connsiteY1" fmla="*/ 66186 h 74490"/>
                <a:gd name="connsiteX2" fmla="*/ 13067 w 59580"/>
                <a:gd name="connsiteY2" fmla="*/ 49553 h 74490"/>
                <a:gd name="connsiteX3" fmla="*/ 13789 w 59580"/>
                <a:gd name="connsiteY3" fmla="*/ 41236 h 74490"/>
                <a:gd name="connsiteX4" fmla="*/ 41232 w 59580"/>
                <a:gd name="connsiteY4" fmla="*/ 35450 h 74490"/>
                <a:gd name="connsiteX5" fmla="*/ 59648 w 59580"/>
                <a:gd name="connsiteY5" fmla="*/ 11946 h 74490"/>
                <a:gd name="connsiteX6" fmla="*/ 44482 w 59580"/>
                <a:gd name="connsiteY6" fmla="*/ 13 h 74490"/>
                <a:gd name="connsiteX7" fmla="*/ 67 w 59580"/>
                <a:gd name="connsiteY7" fmla="*/ 50276 h 74490"/>
                <a:gd name="connsiteX8" fmla="*/ 21372 w 59580"/>
                <a:gd name="connsiteY8" fmla="*/ 74503 h 74490"/>
                <a:gd name="connsiteX9" fmla="*/ 52426 w 59580"/>
                <a:gd name="connsiteY9" fmla="*/ 57508 h 74490"/>
                <a:gd name="connsiteX10" fmla="*/ 14872 w 59580"/>
                <a:gd name="connsiteY10" fmla="*/ 36896 h 74490"/>
                <a:gd name="connsiteX11" fmla="*/ 41593 w 59580"/>
                <a:gd name="connsiteY11" fmla="*/ 4714 h 74490"/>
                <a:gd name="connsiteX12" fmla="*/ 48093 w 59580"/>
                <a:gd name="connsiteY12" fmla="*/ 11584 h 74490"/>
                <a:gd name="connsiteX13" fmla="*/ 42316 w 59580"/>
                <a:gd name="connsiteY13" fmla="*/ 25325 h 74490"/>
                <a:gd name="connsiteX14" fmla="*/ 21372 w 59580"/>
                <a:gd name="connsiteY14" fmla="*/ 36535 h 74490"/>
                <a:gd name="connsiteX15" fmla="*/ 14872 w 59580"/>
                <a:gd name="connsiteY15" fmla="*/ 3689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77" y="55338"/>
                  </a:moveTo>
                  <a:cubicBezTo>
                    <a:pt x="42316" y="62932"/>
                    <a:pt x="35455" y="66186"/>
                    <a:pt x="28233" y="66186"/>
                  </a:cubicBezTo>
                  <a:cubicBezTo>
                    <a:pt x="19567" y="66186"/>
                    <a:pt x="13067" y="59316"/>
                    <a:pt x="13067" y="49553"/>
                  </a:cubicBezTo>
                  <a:cubicBezTo>
                    <a:pt x="13067" y="47021"/>
                    <a:pt x="13428" y="44129"/>
                    <a:pt x="13789" y="41236"/>
                  </a:cubicBezTo>
                  <a:cubicBezTo>
                    <a:pt x="26427" y="40512"/>
                    <a:pt x="33649" y="39066"/>
                    <a:pt x="41232" y="35450"/>
                  </a:cubicBezTo>
                  <a:cubicBezTo>
                    <a:pt x="52426" y="30388"/>
                    <a:pt x="59648" y="20986"/>
                    <a:pt x="59648" y="11946"/>
                  </a:cubicBezTo>
                  <a:cubicBezTo>
                    <a:pt x="59648" y="5075"/>
                    <a:pt x="53148" y="13"/>
                    <a:pt x="44482" y="13"/>
                  </a:cubicBezTo>
                  <a:cubicBezTo>
                    <a:pt x="22816" y="13"/>
                    <a:pt x="67" y="26048"/>
                    <a:pt x="67" y="50276"/>
                  </a:cubicBezTo>
                  <a:cubicBezTo>
                    <a:pt x="67" y="64740"/>
                    <a:pt x="8734" y="74503"/>
                    <a:pt x="21372" y="74503"/>
                  </a:cubicBezTo>
                  <a:cubicBezTo>
                    <a:pt x="31483" y="74503"/>
                    <a:pt x="40149" y="69441"/>
                    <a:pt x="52426" y="57508"/>
                  </a:cubicBezTo>
                  <a:close/>
                  <a:moveTo>
                    <a:pt x="14872" y="36896"/>
                  </a:moveTo>
                  <a:cubicBezTo>
                    <a:pt x="20289" y="18455"/>
                    <a:pt x="31844" y="4714"/>
                    <a:pt x="41593" y="4714"/>
                  </a:cubicBezTo>
                  <a:cubicBezTo>
                    <a:pt x="45204" y="4714"/>
                    <a:pt x="48093" y="7606"/>
                    <a:pt x="48093" y="11584"/>
                  </a:cubicBezTo>
                  <a:cubicBezTo>
                    <a:pt x="48093" y="15923"/>
                    <a:pt x="45927" y="20986"/>
                    <a:pt x="42316" y="25325"/>
                  </a:cubicBezTo>
                  <a:cubicBezTo>
                    <a:pt x="36899" y="31111"/>
                    <a:pt x="30038" y="35088"/>
                    <a:pt x="21372" y="36535"/>
                  </a:cubicBezTo>
                  <a:cubicBezTo>
                    <a:pt x="19928" y="36535"/>
                    <a:pt x="17761" y="36896"/>
                    <a:pt x="14872" y="36896"/>
                  </a:cubicBezTo>
                  <a:close/>
                </a:path>
              </a:pathLst>
            </a:custGeom>
            <a:solidFill>
              <a:srgbClr val="000000"/>
            </a:solidFill>
            <a:ln w="23090" cap="flat">
              <a:noFill/>
              <a:prstDash val="solid"/>
              <a:miter/>
            </a:ln>
          </p:spPr>
          <p:txBody>
            <a:bodyPr rtlCol="0" anchor="ctr"/>
            <a:lstStyle/>
            <a:p>
              <a:endParaRPr lang="zh-CN" altLang="en-US"/>
            </a:p>
          </p:txBody>
        </p:sp>
        <p:sp>
          <p:nvSpPr>
            <p:cNvPr id="16" name="任意多边形: 形状 15"/>
            <p:cNvSpPr/>
            <p:nvPr/>
          </p:nvSpPr>
          <p:spPr>
            <a:xfrm>
              <a:off x="4272645" y="2861913"/>
              <a:ext cx="23471" cy="33629"/>
            </a:xfrm>
            <a:custGeom>
              <a:avLst/>
              <a:gdLst>
                <a:gd name="connsiteX0" fmla="*/ 2959 w 23471"/>
                <a:gd name="connsiteY0" fmla="*/ 33642 h 33629"/>
                <a:gd name="connsiteX1" fmla="*/ 23541 w 23471"/>
                <a:gd name="connsiteY1" fmla="*/ 9415 h 33629"/>
                <a:gd name="connsiteX2" fmla="*/ 15236 w 23471"/>
                <a:gd name="connsiteY2" fmla="*/ 13 h 33629"/>
                <a:gd name="connsiteX3" fmla="*/ 7292 w 23471"/>
                <a:gd name="connsiteY3" fmla="*/ 7968 h 33629"/>
                <a:gd name="connsiteX4" fmla="*/ 9459 w 23471"/>
                <a:gd name="connsiteY4" fmla="*/ 12669 h 33629"/>
                <a:gd name="connsiteX5" fmla="*/ 12709 w 23471"/>
                <a:gd name="connsiteY5" fmla="*/ 18093 h 33629"/>
                <a:gd name="connsiteX6" fmla="*/ 70 w 23471"/>
                <a:gd name="connsiteY6" fmla="*/ 3002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2959" y="33642"/>
                  </a:moveTo>
                  <a:cubicBezTo>
                    <a:pt x="15597" y="27856"/>
                    <a:pt x="23541" y="18455"/>
                    <a:pt x="23541" y="9415"/>
                  </a:cubicBezTo>
                  <a:cubicBezTo>
                    <a:pt x="23541" y="4352"/>
                    <a:pt x="19569" y="13"/>
                    <a:pt x="15236" y="13"/>
                  </a:cubicBezTo>
                  <a:cubicBezTo>
                    <a:pt x="10903" y="13"/>
                    <a:pt x="7292" y="3990"/>
                    <a:pt x="7292" y="7968"/>
                  </a:cubicBezTo>
                  <a:cubicBezTo>
                    <a:pt x="7292" y="9776"/>
                    <a:pt x="8014" y="11584"/>
                    <a:pt x="9459" y="12669"/>
                  </a:cubicBezTo>
                  <a:cubicBezTo>
                    <a:pt x="11986" y="15200"/>
                    <a:pt x="12709" y="16285"/>
                    <a:pt x="12709" y="18093"/>
                  </a:cubicBezTo>
                  <a:cubicBezTo>
                    <a:pt x="12709" y="22071"/>
                    <a:pt x="8375" y="26048"/>
                    <a:pt x="70" y="30026"/>
                  </a:cubicBezTo>
                  <a:close/>
                </a:path>
              </a:pathLst>
            </a:custGeom>
            <a:solidFill>
              <a:srgbClr val="000000"/>
            </a:solidFill>
            <a:ln w="23090" cap="flat">
              <a:noFill/>
              <a:prstDash val="solid"/>
              <a:miter/>
            </a:ln>
          </p:spPr>
          <p:txBody>
            <a:bodyPr rtlCol="0" anchor="ctr"/>
            <a:lstStyle/>
            <a:p>
              <a:endParaRPr lang="zh-CN" altLang="en-US"/>
            </a:p>
          </p:txBody>
        </p:sp>
        <p:sp>
          <p:nvSpPr>
            <p:cNvPr id="17" name="任意多边形: 形状 16"/>
            <p:cNvSpPr/>
            <p:nvPr/>
          </p:nvSpPr>
          <p:spPr>
            <a:xfrm>
              <a:off x="4310912" y="287673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19" name="任意多边形: 形状 18"/>
            <p:cNvSpPr/>
            <p:nvPr/>
          </p:nvSpPr>
          <p:spPr>
            <a:xfrm>
              <a:off x="4357855" y="2788507"/>
              <a:ext cx="39720" cy="90400"/>
            </a:xfrm>
            <a:custGeom>
              <a:avLst/>
              <a:gdLst>
                <a:gd name="connsiteX0" fmla="*/ 27878 w 39720"/>
                <a:gd name="connsiteY0" fmla="*/ 22794 h 90400"/>
                <a:gd name="connsiteX1" fmla="*/ 38350 w 39720"/>
                <a:gd name="connsiteY1" fmla="*/ 22794 h 90400"/>
                <a:gd name="connsiteX2" fmla="*/ 39794 w 39720"/>
                <a:gd name="connsiteY2" fmla="*/ 17731 h 90400"/>
                <a:gd name="connsiteX3" fmla="*/ 29322 w 39720"/>
                <a:gd name="connsiteY3" fmla="*/ 17731 h 90400"/>
                <a:gd name="connsiteX4" fmla="*/ 34378 w 39720"/>
                <a:gd name="connsiteY4" fmla="*/ 13 h 90400"/>
                <a:gd name="connsiteX5" fmla="*/ 30767 w 39720"/>
                <a:gd name="connsiteY5" fmla="*/ 13 h 90400"/>
                <a:gd name="connsiteX6" fmla="*/ 6212 w 39720"/>
                <a:gd name="connsiteY6" fmla="*/ 17731 h 90400"/>
                <a:gd name="connsiteX7" fmla="*/ 5129 w 39720"/>
                <a:gd name="connsiteY7" fmla="*/ 22794 h 90400"/>
                <a:gd name="connsiteX8" fmla="*/ 16323 w 39720"/>
                <a:gd name="connsiteY8" fmla="*/ 22794 h 90400"/>
                <a:gd name="connsiteX9" fmla="*/ 2240 w 39720"/>
                <a:gd name="connsiteY9" fmla="*/ 71610 h 90400"/>
                <a:gd name="connsiteX10" fmla="*/ 73 w 39720"/>
                <a:gd name="connsiteY10" fmla="*/ 82459 h 90400"/>
                <a:gd name="connsiteX11" fmla="*/ 8018 w 39720"/>
                <a:gd name="connsiteY11" fmla="*/ 90414 h 90400"/>
                <a:gd name="connsiteX12" fmla="*/ 28600 w 39720"/>
                <a:gd name="connsiteY12" fmla="*/ 73780 h 90400"/>
                <a:gd name="connsiteX13" fmla="*/ 26795 w 39720"/>
                <a:gd name="connsiteY13" fmla="*/ 71610 h 90400"/>
                <a:gd name="connsiteX14" fmla="*/ 14517 w 39720"/>
                <a:gd name="connsiteY14" fmla="*/ 82459 h 90400"/>
                <a:gd name="connsiteX15" fmla="*/ 11990 w 39720"/>
                <a:gd name="connsiteY15" fmla="*/ 80289 h 90400"/>
                <a:gd name="connsiteX16" fmla="*/ 13795 w 39720"/>
                <a:gd name="connsiteY16" fmla="*/ 72695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7878" y="22794"/>
                  </a:moveTo>
                  <a:lnTo>
                    <a:pt x="38350" y="22794"/>
                  </a:lnTo>
                  <a:lnTo>
                    <a:pt x="39794" y="17731"/>
                  </a:lnTo>
                  <a:lnTo>
                    <a:pt x="29322" y="17731"/>
                  </a:lnTo>
                  <a:lnTo>
                    <a:pt x="34378" y="13"/>
                  </a:lnTo>
                  <a:lnTo>
                    <a:pt x="30767" y="13"/>
                  </a:lnTo>
                  <a:cubicBezTo>
                    <a:pt x="22100" y="11222"/>
                    <a:pt x="15962" y="15562"/>
                    <a:pt x="6212" y="17731"/>
                  </a:cubicBezTo>
                  <a:lnTo>
                    <a:pt x="5129" y="22794"/>
                  </a:lnTo>
                  <a:lnTo>
                    <a:pt x="16323" y="22794"/>
                  </a:lnTo>
                  <a:lnTo>
                    <a:pt x="2240" y="71610"/>
                  </a:lnTo>
                  <a:cubicBezTo>
                    <a:pt x="1157" y="75588"/>
                    <a:pt x="73" y="80289"/>
                    <a:pt x="73" y="82459"/>
                  </a:cubicBezTo>
                  <a:cubicBezTo>
                    <a:pt x="73" y="87159"/>
                    <a:pt x="3323" y="90414"/>
                    <a:pt x="8018" y="90414"/>
                  </a:cubicBezTo>
                  <a:cubicBezTo>
                    <a:pt x="14156" y="90414"/>
                    <a:pt x="20656" y="84990"/>
                    <a:pt x="28600" y="73780"/>
                  </a:cubicBezTo>
                  <a:lnTo>
                    <a:pt x="26795" y="71610"/>
                  </a:lnTo>
                  <a:cubicBezTo>
                    <a:pt x="21739" y="78119"/>
                    <a:pt x="17045" y="82459"/>
                    <a:pt x="14517" y="82459"/>
                  </a:cubicBezTo>
                  <a:cubicBezTo>
                    <a:pt x="13434" y="82459"/>
                    <a:pt x="11990" y="81374"/>
                    <a:pt x="11990" y="80289"/>
                  </a:cubicBezTo>
                  <a:cubicBezTo>
                    <a:pt x="11990" y="79204"/>
                    <a:pt x="11990" y="79204"/>
                    <a:pt x="13795" y="72695"/>
                  </a:cubicBezTo>
                  <a:close/>
                </a:path>
              </a:pathLst>
            </a:custGeom>
            <a:solidFill>
              <a:srgbClr val="000000"/>
            </a:solidFill>
            <a:ln w="23090" cap="flat">
              <a:noFill/>
              <a:prstDash val="solid"/>
              <a:miter/>
            </a:ln>
          </p:spPr>
          <p:txBody>
            <a:bodyPr rtlCol="0" anchor="ctr"/>
            <a:lstStyle/>
            <a:p>
              <a:endParaRPr lang="zh-CN" altLang="en-US"/>
            </a:p>
          </p:txBody>
        </p:sp>
        <p:sp>
          <p:nvSpPr>
            <p:cNvPr id="20" name="任意多边形: 形状 19"/>
            <p:cNvSpPr/>
            <p:nvPr/>
          </p:nvSpPr>
          <p:spPr>
            <a:xfrm>
              <a:off x="4400126" y="2776936"/>
              <a:ext cx="36831" cy="102333"/>
            </a:xfrm>
            <a:custGeom>
              <a:avLst/>
              <a:gdLst>
                <a:gd name="connsiteX0" fmla="*/ 26435 w 36831"/>
                <a:gd name="connsiteY0" fmla="*/ 82820 h 102333"/>
                <a:gd name="connsiteX1" fmla="*/ 14880 w 36831"/>
                <a:gd name="connsiteY1" fmla="*/ 93668 h 102333"/>
                <a:gd name="connsiteX2" fmla="*/ 12714 w 36831"/>
                <a:gd name="connsiteY2" fmla="*/ 91499 h 102333"/>
                <a:gd name="connsiteX3" fmla="*/ 13075 w 36831"/>
                <a:gd name="connsiteY3" fmla="*/ 88967 h 102333"/>
                <a:gd name="connsiteX4" fmla="*/ 30768 w 36831"/>
                <a:gd name="connsiteY4" fmla="*/ 27133 h 102333"/>
                <a:gd name="connsiteX5" fmla="*/ 6936 w 36831"/>
                <a:gd name="connsiteY5" fmla="*/ 31111 h 102333"/>
                <a:gd name="connsiteX6" fmla="*/ 6214 w 36831"/>
                <a:gd name="connsiteY6" fmla="*/ 34365 h 102333"/>
                <a:gd name="connsiteX7" fmla="*/ 11269 w 36831"/>
                <a:gd name="connsiteY7" fmla="*/ 33642 h 102333"/>
                <a:gd name="connsiteX8" fmla="*/ 15602 w 36831"/>
                <a:gd name="connsiteY8" fmla="*/ 37620 h 102333"/>
                <a:gd name="connsiteX9" fmla="*/ 14519 w 36831"/>
                <a:gd name="connsiteY9" fmla="*/ 44490 h 102333"/>
                <a:gd name="connsiteX10" fmla="*/ 1159 w 36831"/>
                <a:gd name="connsiteY10" fmla="*/ 90414 h 102333"/>
                <a:gd name="connsiteX11" fmla="*/ 75 w 36831"/>
                <a:gd name="connsiteY11" fmla="*/ 96199 h 102333"/>
                <a:gd name="connsiteX12" fmla="*/ 6936 w 36831"/>
                <a:gd name="connsiteY12" fmla="*/ 102347 h 102333"/>
                <a:gd name="connsiteX13" fmla="*/ 27519 w 36831"/>
                <a:gd name="connsiteY13" fmla="*/ 86436 h 102333"/>
                <a:gd name="connsiteX14" fmla="*/ 28963 w 36831"/>
                <a:gd name="connsiteY14" fmla="*/ 13 h 102333"/>
                <a:gd name="connsiteX15" fmla="*/ 20297 w 36831"/>
                <a:gd name="connsiteY15" fmla="*/ 7968 h 102333"/>
                <a:gd name="connsiteX16" fmla="*/ 28602 w 36831"/>
                <a:gd name="connsiteY16" fmla="*/ 16285 h 102333"/>
                <a:gd name="connsiteX17" fmla="*/ 36907 w 36831"/>
                <a:gd name="connsiteY17" fmla="*/ 7968 h 102333"/>
                <a:gd name="connsiteX18" fmla="*/ 28963 w 36831"/>
                <a:gd name="connsiteY18" fmla="*/ 1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435" y="82820"/>
                  </a:moveTo>
                  <a:cubicBezTo>
                    <a:pt x="22463" y="88967"/>
                    <a:pt x="17408" y="93668"/>
                    <a:pt x="14880" y="93668"/>
                  </a:cubicBezTo>
                  <a:cubicBezTo>
                    <a:pt x="13797" y="93668"/>
                    <a:pt x="12714" y="92583"/>
                    <a:pt x="12714" y="91499"/>
                  </a:cubicBezTo>
                  <a:cubicBezTo>
                    <a:pt x="12714" y="90775"/>
                    <a:pt x="12714" y="90052"/>
                    <a:pt x="13075" y="88967"/>
                  </a:cubicBezTo>
                  <a:lnTo>
                    <a:pt x="30768" y="27133"/>
                  </a:lnTo>
                  <a:cubicBezTo>
                    <a:pt x="22824" y="29303"/>
                    <a:pt x="14158" y="30749"/>
                    <a:pt x="6936" y="31111"/>
                  </a:cubicBezTo>
                  <a:lnTo>
                    <a:pt x="6214" y="34365"/>
                  </a:lnTo>
                  <a:cubicBezTo>
                    <a:pt x="8742" y="34004"/>
                    <a:pt x="10186" y="33642"/>
                    <a:pt x="11269" y="33642"/>
                  </a:cubicBezTo>
                  <a:cubicBezTo>
                    <a:pt x="14519" y="33642"/>
                    <a:pt x="15602" y="34727"/>
                    <a:pt x="15602" y="37620"/>
                  </a:cubicBezTo>
                  <a:cubicBezTo>
                    <a:pt x="15602" y="39066"/>
                    <a:pt x="15241" y="40874"/>
                    <a:pt x="14519" y="44490"/>
                  </a:cubicBezTo>
                  <a:lnTo>
                    <a:pt x="1159" y="90414"/>
                  </a:lnTo>
                  <a:cubicBezTo>
                    <a:pt x="436" y="92583"/>
                    <a:pt x="75" y="94753"/>
                    <a:pt x="75" y="96199"/>
                  </a:cubicBezTo>
                  <a:cubicBezTo>
                    <a:pt x="75" y="99454"/>
                    <a:pt x="3325" y="102347"/>
                    <a:pt x="6936" y="102347"/>
                  </a:cubicBezTo>
                  <a:cubicBezTo>
                    <a:pt x="11991" y="102347"/>
                    <a:pt x="19213" y="96561"/>
                    <a:pt x="27519" y="86436"/>
                  </a:cubicBezTo>
                  <a:close/>
                  <a:moveTo>
                    <a:pt x="28963" y="13"/>
                  </a:moveTo>
                  <a:cubicBezTo>
                    <a:pt x="24269" y="13"/>
                    <a:pt x="20297" y="3629"/>
                    <a:pt x="20297" y="7968"/>
                  </a:cubicBezTo>
                  <a:cubicBezTo>
                    <a:pt x="20297" y="12669"/>
                    <a:pt x="24269" y="16285"/>
                    <a:pt x="28602" y="16285"/>
                  </a:cubicBezTo>
                  <a:cubicBezTo>
                    <a:pt x="33296" y="16285"/>
                    <a:pt x="36907" y="12669"/>
                    <a:pt x="36907" y="7968"/>
                  </a:cubicBezTo>
                  <a:cubicBezTo>
                    <a:pt x="36907" y="3629"/>
                    <a:pt x="33296" y="13"/>
                    <a:pt x="28963" y="13"/>
                  </a:cubicBezTo>
                  <a:close/>
                </a:path>
              </a:pathLst>
            </a:custGeom>
            <a:solidFill>
              <a:srgbClr val="000000"/>
            </a:solidFill>
            <a:ln w="23090" cap="flat">
              <a:noFill/>
              <a:prstDash val="solid"/>
              <a:miter/>
            </a:ln>
          </p:spPr>
          <p:txBody>
            <a:bodyPr rtlCol="0" anchor="ctr"/>
            <a:lstStyle/>
            <a:p>
              <a:endParaRPr lang="zh-CN" altLang="en-US"/>
            </a:p>
          </p:txBody>
        </p:sp>
        <p:sp>
          <p:nvSpPr>
            <p:cNvPr id="21" name="任意多边形: 形状 20"/>
            <p:cNvSpPr/>
            <p:nvPr/>
          </p:nvSpPr>
          <p:spPr>
            <a:xfrm>
              <a:off x="4441490" y="2788507"/>
              <a:ext cx="39720" cy="90400"/>
            </a:xfrm>
            <a:custGeom>
              <a:avLst/>
              <a:gdLst>
                <a:gd name="connsiteX0" fmla="*/ 27882 w 39720"/>
                <a:gd name="connsiteY0" fmla="*/ 22794 h 90400"/>
                <a:gd name="connsiteX1" fmla="*/ 38353 w 39720"/>
                <a:gd name="connsiteY1" fmla="*/ 22794 h 90400"/>
                <a:gd name="connsiteX2" fmla="*/ 39798 w 39720"/>
                <a:gd name="connsiteY2" fmla="*/ 17731 h 90400"/>
                <a:gd name="connsiteX3" fmla="*/ 29326 w 39720"/>
                <a:gd name="connsiteY3" fmla="*/ 17731 h 90400"/>
                <a:gd name="connsiteX4" fmla="*/ 34381 w 39720"/>
                <a:gd name="connsiteY4" fmla="*/ 13 h 90400"/>
                <a:gd name="connsiteX5" fmla="*/ 30770 w 39720"/>
                <a:gd name="connsiteY5" fmla="*/ 13 h 90400"/>
                <a:gd name="connsiteX6" fmla="*/ 6216 w 39720"/>
                <a:gd name="connsiteY6" fmla="*/ 17731 h 90400"/>
                <a:gd name="connsiteX7" fmla="*/ 5132 w 39720"/>
                <a:gd name="connsiteY7" fmla="*/ 22794 h 90400"/>
                <a:gd name="connsiteX8" fmla="*/ 16326 w 39720"/>
                <a:gd name="connsiteY8" fmla="*/ 22794 h 90400"/>
                <a:gd name="connsiteX9" fmla="*/ 2244 w 39720"/>
                <a:gd name="connsiteY9" fmla="*/ 71610 h 90400"/>
                <a:gd name="connsiteX10" fmla="*/ 77 w 39720"/>
                <a:gd name="connsiteY10" fmla="*/ 82459 h 90400"/>
                <a:gd name="connsiteX11" fmla="*/ 8021 w 39720"/>
                <a:gd name="connsiteY11" fmla="*/ 90414 h 90400"/>
                <a:gd name="connsiteX12" fmla="*/ 28604 w 39720"/>
                <a:gd name="connsiteY12" fmla="*/ 73780 h 90400"/>
                <a:gd name="connsiteX13" fmla="*/ 26798 w 39720"/>
                <a:gd name="connsiteY13" fmla="*/ 71610 h 90400"/>
                <a:gd name="connsiteX14" fmla="*/ 14521 w 39720"/>
                <a:gd name="connsiteY14" fmla="*/ 82459 h 90400"/>
                <a:gd name="connsiteX15" fmla="*/ 11993 w 39720"/>
                <a:gd name="connsiteY15" fmla="*/ 80289 h 90400"/>
                <a:gd name="connsiteX16" fmla="*/ 13799 w 39720"/>
                <a:gd name="connsiteY16" fmla="*/ 72695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7882" y="22794"/>
                  </a:moveTo>
                  <a:lnTo>
                    <a:pt x="38353" y="22794"/>
                  </a:lnTo>
                  <a:lnTo>
                    <a:pt x="39798" y="17731"/>
                  </a:lnTo>
                  <a:lnTo>
                    <a:pt x="29326" y="17731"/>
                  </a:lnTo>
                  <a:lnTo>
                    <a:pt x="34381" y="13"/>
                  </a:lnTo>
                  <a:lnTo>
                    <a:pt x="30770" y="13"/>
                  </a:lnTo>
                  <a:cubicBezTo>
                    <a:pt x="22104" y="11222"/>
                    <a:pt x="15965" y="15562"/>
                    <a:pt x="6216" y="17731"/>
                  </a:cubicBezTo>
                  <a:lnTo>
                    <a:pt x="5132" y="22794"/>
                  </a:lnTo>
                  <a:lnTo>
                    <a:pt x="16326" y="22794"/>
                  </a:lnTo>
                  <a:lnTo>
                    <a:pt x="2244" y="71610"/>
                  </a:lnTo>
                  <a:cubicBezTo>
                    <a:pt x="1160" y="75588"/>
                    <a:pt x="77" y="80289"/>
                    <a:pt x="77" y="82459"/>
                  </a:cubicBezTo>
                  <a:cubicBezTo>
                    <a:pt x="77" y="87159"/>
                    <a:pt x="3327" y="90414"/>
                    <a:pt x="8021" y="90414"/>
                  </a:cubicBezTo>
                  <a:cubicBezTo>
                    <a:pt x="14160" y="90414"/>
                    <a:pt x="20660" y="84990"/>
                    <a:pt x="28604" y="73780"/>
                  </a:cubicBezTo>
                  <a:lnTo>
                    <a:pt x="26798" y="71610"/>
                  </a:lnTo>
                  <a:cubicBezTo>
                    <a:pt x="21743" y="78119"/>
                    <a:pt x="17049" y="82459"/>
                    <a:pt x="14521" y="82459"/>
                  </a:cubicBezTo>
                  <a:cubicBezTo>
                    <a:pt x="13438" y="82459"/>
                    <a:pt x="11993" y="81374"/>
                    <a:pt x="11993" y="80289"/>
                  </a:cubicBezTo>
                  <a:cubicBezTo>
                    <a:pt x="11993" y="79204"/>
                    <a:pt x="11993" y="79204"/>
                    <a:pt x="13799" y="72695"/>
                  </a:cubicBezTo>
                  <a:close/>
                </a:path>
              </a:pathLst>
            </a:custGeom>
            <a:solidFill>
              <a:srgbClr val="000000"/>
            </a:solidFill>
            <a:ln w="23090" cap="flat">
              <a:noFill/>
              <a:prstDash val="solid"/>
              <a:miter/>
            </a:ln>
          </p:spPr>
          <p:txBody>
            <a:bodyPr rtlCol="0" anchor="ctr"/>
            <a:lstStyle/>
            <a:p>
              <a:endParaRPr lang="zh-CN" altLang="en-US"/>
            </a:p>
          </p:txBody>
        </p:sp>
        <p:sp>
          <p:nvSpPr>
            <p:cNvPr id="22" name="任意多边形: 形状 21"/>
            <p:cNvSpPr/>
            <p:nvPr/>
          </p:nvSpPr>
          <p:spPr>
            <a:xfrm>
              <a:off x="4483401" y="2767896"/>
              <a:ext cx="41164" cy="111012"/>
            </a:xfrm>
            <a:custGeom>
              <a:avLst/>
              <a:gdLst>
                <a:gd name="connsiteX0" fmla="*/ 25717 w 41164"/>
                <a:gd name="connsiteY0" fmla="*/ 93668 h 111012"/>
                <a:gd name="connsiteX1" fmla="*/ 14523 w 41164"/>
                <a:gd name="connsiteY1" fmla="*/ 103070 h 111012"/>
                <a:gd name="connsiteX2" fmla="*/ 12356 w 41164"/>
                <a:gd name="connsiteY2" fmla="*/ 100900 h 111012"/>
                <a:gd name="connsiteX3" fmla="*/ 12717 w 41164"/>
                <a:gd name="connsiteY3" fmla="*/ 99092 h 111012"/>
                <a:gd name="connsiteX4" fmla="*/ 41244 w 41164"/>
                <a:gd name="connsiteY4" fmla="*/ 13 h 111012"/>
                <a:gd name="connsiteX5" fmla="*/ 19217 w 41164"/>
                <a:gd name="connsiteY5" fmla="*/ 3267 h 111012"/>
                <a:gd name="connsiteX6" fmla="*/ 18495 w 41164"/>
                <a:gd name="connsiteY6" fmla="*/ 6160 h 111012"/>
                <a:gd name="connsiteX7" fmla="*/ 19939 w 41164"/>
                <a:gd name="connsiteY7" fmla="*/ 6160 h 111012"/>
                <a:gd name="connsiteX8" fmla="*/ 22828 w 41164"/>
                <a:gd name="connsiteY8" fmla="*/ 5798 h 111012"/>
                <a:gd name="connsiteX9" fmla="*/ 26439 w 41164"/>
                <a:gd name="connsiteY9" fmla="*/ 9053 h 111012"/>
                <a:gd name="connsiteX10" fmla="*/ 25717 w 41164"/>
                <a:gd name="connsiteY10" fmla="*/ 13754 h 111012"/>
                <a:gd name="connsiteX11" fmla="*/ 1162 w 41164"/>
                <a:gd name="connsiteY11" fmla="*/ 99092 h 111012"/>
                <a:gd name="connsiteX12" fmla="*/ 79 w 41164"/>
                <a:gd name="connsiteY12" fmla="*/ 104155 h 111012"/>
                <a:gd name="connsiteX13" fmla="*/ 6940 w 41164"/>
                <a:gd name="connsiteY13" fmla="*/ 111025 h 111012"/>
                <a:gd name="connsiteX14" fmla="*/ 27522 w 41164"/>
                <a:gd name="connsiteY14" fmla="*/ 9583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717" y="93668"/>
                  </a:moveTo>
                  <a:cubicBezTo>
                    <a:pt x="18495" y="102347"/>
                    <a:pt x="17050" y="103070"/>
                    <a:pt x="14523" y="103070"/>
                  </a:cubicBezTo>
                  <a:cubicBezTo>
                    <a:pt x="13439" y="103070"/>
                    <a:pt x="12356" y="102347"/>
                    <a:pt x="12356" y="100900"/>
                  </a:cubicBezTo>
                  <a:cubicBezTo>
                    <a:pt x="12356" y="100539"/>
                    <a:pt x="12717" y="99816"/>
                    <a:pt x="12717" y="99092"/>
                  </a:cubicBezTo>
                  <a:lnTo>
                    <a:pt x="41244" y="13"/>
                  </a:lnTo>
                  <a:cubicBezTo>
                    <a:pt x="31133" y="1821"/>
                    <a:pt x="29689" y="2182"/>
                    <a:pt x="19217" y="3267"/>
                  </a:cubicBezTo>
                  <a:lnTo>
                    <a:pt x="18495" y="6160"/>
                  </a:lnTo>
                  <a:lnTo>
                    <a:pt x="19939" y="6160"/>
                  </a:lnTo>
                  <a:cubicBezTo>
                    <a:pt x="21384" y="6160"/>
                    <a:pt x="22106" y="5798"/>
                    <a:pt x="22828" y="5798"/>
                  </a:cubicBezTo>
                  <a:cubicBezTo>
                    <a:pt x="24633" y="5798"/>
                    <a:pt x="26439" y="7245"/>
                    <a:pt x="26439" y="9053"/>
                  </a:cubicBezTo>
                  <a:cubicBezTo>
                    <a:pt x="26439" y="9776"/>
                    <a:pt x="26078" y="11223"/>
                    <a:pt x="25717" y="13754"/>
                  </a:cubicBezTo>
                  <a:lnTo>
                    <a:pt x="1162" y="99092"/>
                  </a:lnTo>
                  <a:cubicBezTo>
                    <a:pt x="79" y="102347"/>
                    <a:pt x="79" y="103070"/>
                    <a:pt x="79" y="104155"/>
                  </a:cubicBezTo>
                  <a:cubicBezTo>
                    <a:pt x="79" y="108133"/>
                    <a:pt x="2968" y="111025"/>
                    <a:pt x="6940" y="111025"/>
                  </a:cubicBezTo>
                  <a:cubicBezTo>
                    <a:pt x="13078" y="111025"/>
                    <a:pt x="17412" y="107771"/>
                    <a:pt x="27522" y="95838"/>
                  </a:cubicBezTo>
                  <a:close/>
                </a:path>
              </a:pathLst>
            </a:custGeom>
            <a:solidFill>
              <a:srgbClr val="000000"/>
            </a:solidFill>
            <a:ln w="23090" cap="flat">
              <a:noFill/>
              <a:prstDash val="solid"/>
              <a:miter/>
            </a:ln>
          </p:spPr>
          <p:txBody>
            <a:bodyPr rtlCol="0" anchor="ctr"/>
            <a:lstStyle/>
            <a:p>
              <a:endParaRPr lang="zh-CN" altLang="en-US"/>
            </a:p>
          </p:txBody>
        </p:sp>
        <p:sp>
          <p:nvSpPr>
            <p:cNvPr id="23" name="任意多边形: 形状 22"/>
            <p:cNvSpPr/>
            <p:nvPr/>
          </p:nvSpPr>
          <p:spPr>
            <a:xfrm>
              <a:off x="4522436" y="2804418"/>
              <a:ext cx="59580" cy="74490"/>
            </a:xfrm>
            <a:custGeom>
              <a:avLst/>
              <a:gdLst>
                <a:gd name="connsiteX0" fmla="*/ 49190 w 59580"/>
                <a:gd name="connsiteY0" fmla="*/ 55338 h 74490"/>
                <a:gd name="connsiteX1" fmla="*/ 28246 w 59580"/>
                <a:gd name="connsiteY1" fmla="*/ 66186 h 74490"/>
                <a:gd name="connsiteX2" fmla="*/ 13080 w 59580"/>
                <a:gd name="connsiteY2" fmla="*/ 49553 h 74490"/>
                <a:gd name="connsiteX3" fmla="*/ 13802 w 59580"/>
                <a:gd name="connsiteY3" fmla="*/ 41236 h 74490"/>
                <a:gd name="connsiteX4" fmla="*/ 41246 w 59580"/>
                <a:gd name="connsiteY4" fmla="*/ 35450 h 74490"/>
                <a:gd name="connsiteX5" fmla="*/ 59662 w 59580"/>
                <a:gd name="connsiteY5" fmla="*/ 11946 h 74490"/>
                <a:gd name="connsiteX6" fmla="*/ 44495 w 59580"/>
                <a:gd name="connsiteY6" fmla="*/ 13 h 74490"/>
                <a:gd name="connsiteX7" fmla="*/ 81 w 59580"/>
                <a:gd name="connsiteY7" fmla="*/ 50276 h 74490"/>
                <a:gd name="connsiteX8" fmla="*/ 21385 w 59580"/>
                <a:gd name="connsiteY8" fmla="*/ 74503 h 74490"/>
                <a:gd name="connsiteX9" fmla="*/ 52440 w 59580"/>
                <a:gd name="connsiteY9" fmla="*/ 57508 h 74490"/>
                <a:gd name="connsiteX10" fmla="*/ 14886 w 59580"/>
                <a:gd name="connsiteY10" fmla="*/ 36896 h 74490"/>
                <a:gd name="connsiteX11" fmla="*/ 41607 w 59580"/>
                <a:gd name="connsiteY11" fmla="*/ 4714 h 74490"/>
                <a:gd name="connsiteX12" fmla="*/ 48106 w 59580"/>
                <a:gd name="connsiteY12" fmla="*/ 11584 h 74490"/>
                <a:gd name="connsiteX13" fmla="*/ 42329 w 59580"/>
                <a:gd name="connsiteY13" fmla="*/ 25325 h 74490"/>
                <a:gd name="connsiteX14" fmla="*/ 21385 w 59580"/>
                <a:gd name="connsiteY14" fmla="*/ 36535 h 74490"/>
                <a:gd name="connsiteX15" fmla="*/ 14886 w 59580"/>
                <a:gd name="connsiteY15" fmla="*/ 3689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90" y="55338"/>
                  </a:moveTo>
                  <a:cubicBezTo>
                    <a:pt x="42329" y="62932"/>
                    <a:pt x="35468" y="66186"/>
                    <a:pt x="28246" y="66186"/>
                  </a:cubicBezTo>
                  <a:cubicBezTo>
                    <a:pt x="19580" y="66186"/>
                    <a:pt x="13080" y="59316"/>
                    <a:pt x="13080" y="49553"/>
                  </a:cubicBezTo>
                  <a:cubicBezTo>
                    <a:pt x="13080" y="47021"/>
                    <a:pt x="13441" y="44129"/>
                    <a:pt x="13802" y="41236"/>
                  </a:cubicBezTo>
                  <a:cubicBezTo>
                    <a:pt x="26441" y="40512"/>
                    <a:pt x="33663" y="39066"/>
                    <a:pt x="41246" y="35450"/>
                  </a:cubicBezTo>
                  <a:cubicBezTo>
                    <a:pt x="52440" y="30388"/>
                    <a:pt x="59662" y="20986"/>
                    <a:pt x="59662" y="11946"/>
                  </a:cubicBezTo>
                  <a:cubicBezTo>
                    <a:pt x="59662" y="5075"/>
                    <a:pt x="53162" y="13"/>
                    <a:pt x="44495" y="13"/>
                  </a:cubicBezTo>
                  <a:cubicBezTo>
                    <a:pt x="22830" y="13"/>
                    <a:pt x="81" y="26048"/>
                    <a:pt x="81" y="50276"/>
                  </a:cubicBezTo>
                  <a:cubicBezTo>
                    <a:pt x="81" y="64740"/>
                    <a:pt x="8747" y="74503"/>
                    <a:pt x="21385" y="74503"/>
                  </a:cubicBezTo>
                  <a:cubicBezTo>
                    <a:pt x="31496" y="74503"/>
                    <a:pt x="40162" y="69441"/>
                    <a:pt x="52440" y="57508"/>
                  </a:cubicBezTo>
                  <a:close/>
                  <a:moveTo>
                    <a:pt x="14886" y="36896"/>
                  </a:moveTo>
                  <a:cubicBezTo>
                    <a:pt x="20302" y="18455"/>
                    <a:pt x="31857" y="4714"/>
                    <a:pt x="41607" y="4714"/>
                  </a:cubicBezTo>
                  <a:cubicBezTo>
                    <a:pt x="45218" y="4714"/>
                    <a:pt x="48106" y="7606"/>
                    <a:pt x="48106" y="11584"/>
                  </a:cubicBezTo>
                  <a:cubicBezTo>
                    <a:pt x="48106" y="15923"/>
                    <a:pt x="45940" y="20986"/>
                    <a:pt x="42329" y="25325"/>
                  </a:cubicBezTo>
                  <a:cubicBezTo>
                    <a:pt x="36913" y="31111"/>
                    <a:pt x="30052" y="35088"/>
                    <a:pt x="21385" y="36535"/>
                  </a:cubicBezTo>
                  <a:cubicBezTo>
                    <a:pt x="19941" y="36535"/>
                    <a:pt x="17774" y="36896"/>
                    <a:pt x="14886" y="36896"/>
                  </a:cubicBezTo>
                  <a:close/>
                </a:path>
              </a:pathLst>
            </a:custGeom>
            <a:solidFill>
              <a:srgbClr val="000000"/>
            </a:solidFill>
            <a:ln w="23090" cap="flat">
              <a:noFill/>
              <a:prstDash val="solid"/>
              <a:miter/>
            </a:ln>
          </p:spPr>
          <p:txBody>
            <a:bodyPr rtlCol="0" anchor="ctr"/>
            <a:lstStyle/>
            <a:p>
              <a:endParaRPr lang="zh-CN" altLang="en-US"/>
            </a:p>
          </p:txBody>
        </p:sp>
      </p:grpSp>
      <p:sp>
        <p:nvSpPr>
          <p:cNvPr id="24" name="任意多边形: 形状 23"/>
          <p:cNvSpPr/>
          <p:nvPr/>
        </p:nvSpPr>
        <p:spPr>
          <a:xfrm>
            <a:off x="10567748" y="4151055"/>
            <a:ext cx="155728" cy="195212"/>
          </a:xfrm>
          <a:custGeom>
            <a:avLst/>
            <a:gdLst>
              <a:gd name="connsiteX0" fmla="*/ 109 w 120245"/>
              <a:gd name="connsiteY0" fmla="*/ 117 h 166338"/>
              <a:gd name="connsiteX1" fmla="*/ 109 w 120245"/>
              <a:gd name="connsiteY1" fmla="*/ 3371 h 166338"/>
              <a:gd name="connsiteX2" fmla="*/ 4803 w 120245"/>
              <a:gd name="connsiteY2" fmla="*/ 3371 h 166338"/>
              <a:gd name="connsiteX3" fmla="*/ 17080 w 120245"/>
              <a:gd name="connsiteY3" fmla="*/ 18197 h 166338"/>
              <a:gd name="connsiteX4" fmla="*/ 17080 w 120245"/>
              <a:gd name="connsiteY4" fmla="*/ 148375 h 166338"/>
              <a:gd name="connsiteX5" fmla="*/ 4803 w 120245"/>
              <a:gd name="connsiteY5" fmla="*/ 163200 h 166338"/>
              <a:gd name="connsiteX6" fmla="*/ 831 w 120245"/>
              <a:gd name="connsiteY6" fmla="*/ 163200 h 166338"/>
              <a:gd name="connsiteX7" fmla="*/ 831 w 120245"/>
              <a:gd name="connsiteY7" fmla="*/ 166455 h 166338"/>
              <a:gd name="connsiteX8" fmla="*/ 50662 w 120245"/>
              <a:gd name="connsiteY8" fmla="*/ 166455 h 166338"/>
              <a:gd name="connsiteX9" fmla="*/ 50662 w 120245"/>
              <a:gd name="connsiteY9" fmla="*/ 163200 h 166338"/>
              <a:gd name="connsiteX10" fmla="*/ 46329 w 120245"/>
              <a:gd name="connsiteY10" fmla="*/ 163200 h 166338"/>
              <a:gd name="connsiteX11" fmla="*/ 34413 w 120245"/>
              <a:gd name="connsiteY11" fmla="*/ 148375 h 166338"/>
              <a:gd name="connsiteX12" fmla="*/ 34413 w 120245"/>
              <a:gd name="connsiteY12" fmla="*/ 18197 h 166338"/>
              <a:gd name="connsiteX13" fmla="*/ 46690 w 120245"/>
              <a:gd name="connsiteY13" fmla="*/ 3371 h 166338"/>
              <a:gd name="connsiteX14" fmla="*/ 74134 w 120245"/>
              <a:gd name="connsiteY14" fmla="*/ 3371 h 166338"/>
              <a:gd name="connsiteX15" fmla="*/ 86411 w 120245"/>
              <a:gd name="connsiteY15" fmla="*/ 18197 h 166338"/>
              <a:gd name="connsiteX16" fmla="*/ 86411 w 120245"/>
              <a:gd name="connsiteY16" fmla="*/ 148375 h 166338"/>
              <a:gd name="connsiteX17" fmla="*/ 74134 w 120245"/>
              <a:gd name="connsiteY17" fmla="*/ 163200 h 166338"/>
              <a:gd name="connsiteX18" fmla="*/ 70162 w 120245"/>
              <a:gd name="connsiteY18" fmla="*/ 163200 h 166338"/>
              <a:gd name="connsiteX19" fmla="*/ 70162 w 120245"/>
              <a:gd name="connsiteY19" fmla="*/ 166455 h 166338"/>
              <a:gd name="connsiteX20" fmla="*/ 119993 w 120245"/>
              <a:gd name="connsiteY20" fmla="*/ 166455 h 166338"/>
              <a:gd name="connsiteX21" fmla="*/ 119993 w 120245"/>
              <a:gd name="connsiteY21" fmla="*/ 163200 h 166338"/>
              <a:gd name="connsiteX22" fmla="*/ 115660 w 120245"/>
              <a:gd name="connsiteY22" fmla="*/ 163200 h 166338"/>
              <a:gd name="connsiteX23" fmla="*/ 103744 w 120245"/>
              <a:gd name="connsiteY23" fmla="*/ 148375 h 166338"/>
              <a:gd name="connsiteX24" fmla="*/ 103744 w 120245"/>
              <a:gd name="connsiteY24" fmla="*/ 18197 h 166338"/>
              <a:gd name="connsiteX25" fmla="*/ 116021 w 120245"/>
              <a:gd name="connsiteY25" fmla="*/ 3371 h 166338"/>
              <a:gd name="connsiteX26" fmla="*/ 120354 w 120245"/>
              <a:gd name="connsiteY26" fmla="*/ 3371 h 166338"/>
              <a:gd name="connsiteX27" fmla="*/ 120354 w 120245"/>
              <a:gd name="connsiteY27" fmla="*/ 117 h 166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245" h="166338">
                <a:moveTo>
                  <a:pt x="109" y="117"/>
                </a:moveTo>
                <a:lnTo>
                  <a:pt x="109" y="3371"/>
                </a:lnTo>
                <a:lnTo>
                  <a:pt x="4803" y="3371"/>
                </a:lnTo>
                <a:cubicBezTo>
                  <a:pt x="15275" y="3371"/>
                  <a:pt x="17080" y="5179"/>
                  <a:pt x="17080" y="18197"/>
                </a:cubicBezTo>
                <a:lnTo>
                  <a:pt x="17080" y="148375"/>
                </a:lnTo>
                <a:cubicBezTo>
                  <a:pt x="17080" y="161031"/>
                  <a:pt x="15275" y="163200"/>
                  <a:pt x="4803" y="163200"/>
                </a:cubicBezTo>
                <a:lnTo>
                  <a:pt x="831" y="163200"/>
                </a:lnTo>
                <a:lnTo>
                  <a:pt x="831" y="166455"/>
                </a:lnTo>
                <a:lnTo>
                  <a:pt x="50662" y="166455"/>
                </a:lnTo>
                <a:lnTo>
                  <a:pt x="50662" y="163200"/>
                </a:lnTo>
                <a:lnTo>
                  <a:pt x="46329" y="163200"/>
                </a:lnTo>
                <a:cubicBezTo>
                  <a:pt x="35858" y="163200"/>
                  <a:pt x="34413" y="161031"/>
                  <a:pt x="34413" y="148375"/>
                </a:cubicBezTo>
                <a:lnTo>
                  <a:pt x="34413" y="18197"/>
                </a:lnTo>
                <a:cubicBezTo>
                  <a:pt x="34413" y="5179"/>
                  <a:pt x="35858" y="3371"/>
                  <a:pt x="46690" y="3371"/>
                </a:cubicBezTo>
                <a:lnTo>
                  <a:pt x="74134" y="3371"/>
                </a:lnTo>
                <a:cubicBezTo>
                  <a:pt x="84967" y="3371"/>
                  <a:pt x="86411" y="5179"/>
                  <a:pt x="86411" y="18197"/>
                </a:cubicBezTo>
                <a:lnTo>
                  <a:pt x="86411" y="148375"/>
                </a:lnTo>
                <a:cubicBezTo>
                  <a:pt x="86411" y="161031"/>
                  <a:pt x="84967" y="163200"/>
                  <a:pt x="74134" y="163200"/>
                </a:cubicBezTo>
                <a:lnTo>
                  <a:pt x="70162" y="163200"/>
                </a:lnTo>
                <a:lnTo>
                  <a:pt x="70162" y="166455"/>
                </a:lnTo>
                <a:lnTo>
                  <a:pt x="119993" y="166455"/>
                </a:lnTo>
                <a:lnTo>
                  <a:pt x="119993" y="163200"/>
                </a:lnTo>
                <a:lnTo>
                  <a:pt x="115660" y="163200"/>
                </a:lnTo>
                <a:cubicBezTo>
                  <a:pt x="105549" y="163200"/>
                  <a:pt x="103744" y="161031"/>
                  <a:pt x="103744" y="148375"/>
                </a:cubicBezTo>
                <a:lnTo>
                  <a:pt x="103744" y="18197"/>
                </a:lnTo>
                <a:cubicBezTo>
                  <a:pt x="103744" y="5179"/>
                  <a:pt x="105549" y="3371"/>
                  <a:pt x="116021" y="3371"/>
                </a:cubicBezTo>
                <a:lnTo>
                  <a:pt x="120354" y="3371"/>
                </a:lnTo>
                <a:lnTo>
                  <a:pt x="120354" y="117"/>
                </a:lnTo>
                <a:close/>
              </a:path>
            </a:pathLst>
          </a:custGeom>
          <a:solidFill>
            <a:srgbClr val="000000"/>
          </a:solidFill>
          <a:ln w="23090" cap="flat">
            <a:noFill/>
            <a:prstDash val="solid"/>
            <a:miter/>
          </a:ln>
        </p:spPr>
        <p:txBody>
          <a:bodyPr rtlCol="0" anchor="ctr"/>
          <a:lstStyle/>
          <a:p>
            <a:endParaRPr lang="zh-CN" altLang="en-US"/>
          </a:p>
        </p:txBody>
      </p:sp>
      <p:grpSp>
        <p:nvGrpSpPr>
          <p:cNvPr id="25" name="Graphic 2"/>
          <p:cNvGrpSpPr/>
          <p:nvPr/>
        </p:nvGrpSpPr>
        <p:grpSpPr>
          <a:xfrm>
            <a:off x="10755137" y="4291523"/>
            <a:ext cx="349099" cy="88269"/>
            <a:chOff x="5317345" y="5276070"/>
            <a:chExt cx="269556" cy="75213"/>
          </a:xfrm>
        </p:grpSpPr>
        <p:sp>
          <p:nvSpPr>
            <p:cNvPr id="26" name="任意多边形: 形状 25"/>
            <p:cNvSpPr/>
            <p:nvPr/>
          </p:nvSpPr>
          <p:spPr>
            <a:xfrm>
              <a:off x="5317345" y="5277155"/>
              <a:ext cx="57414" cy="73767"/>
            </a:xfrm>
            <a:custGeom>
              <a:avLst/>
              <a:gdLst>
                <a:gd name="connsiteX0" fmla="*/ 47780 w 57414"/>
                <a:gd name="connsiteY0" fmla="*/ 54360 h 73767"/>
                <a:gd name="connsiteX1" fmla="*/ 27197 w 57414"/>
                <a:gd name="connsiteY1" fmla="*/ 67017 h 73767"/>
                <a:gd name="connsiteX2" fmla="*/ 12753 w 57414"/>
                <a:gd name="connsiteY2" fmla="*/ 49298 h 73767"/>
                <a:gd name="connsiteX3" fmla="*/ 42363 w 57414"/>
                <a:gd name="connsiteY3" fmla="*/ 3736 h 73767"/>
                <a:gd name="connsiteX4" fmla="*/ 48502 w 57414"/>
                <a:gd name="connsiteY4" fmla="*/ 8075 h 73767"/>
                <a:gd name="connsiteX5" fmla="*/ 45974 w 57414"/>
                <a:gd name="connsiteY5" fmla="*/ 12053 h 73767"/>
                <a:gd name="connsiteX6" fmla="*/ 43447 w 57414"/>
                <a:gd name="connsiteY6" fmla="*/ 17838 h 73767"/>
                <a:gd name="connsiteX7" fmla="*/ 49224 w 57414"/>
                <a:gd name="connsiteY7" fmla="*/ 23262 h 73767"/>
                <a:gd name="connsiteX8" fmla="*/ 57529 w 57414"/>
                <a:gd name="connsiteY8" fmla="*/ 12414 h 73767"/>
                <a:gd name="connsiteX9" fmla="*/ 43086 w 57414"/>
                <a:gd name="connsiteY9" fmla="*/ 120 h 73767"/>
                <a:gd name="connsiteX10" fmla="*/ 115 w 57414"/>
                <a:gd name="connsiteY10" fmla="*/ 50021 h 73767"/>
                <a:gd name="connsiteX11" fmla="*/ 5532 w 57414"/>
                <a:gd name="connsiteY11" fmla="*/ 67378 h 73767"/>
                <a:gd name="connsiteX12" fmla="*/ 20336 w 57414"/>
                <a:gd name="connsiteY12" fmla="*/ 73887 h 73767"/>
                <a:gd name="connsiteX13" fmla="*/ 50669 w 57414"/>
                <a:gd name="connsiteY13" fmla="*/ 55807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780" y="54360"/>
                  </a:moveTo>
                  <a:cubicBezTo>
                    <a:pt x="42002" y="62316"/>
                    <a:pt x="34780" y="67017"/>
                    <a:pt x="27197" y="67017"/>
                  </a:cubicBezTo>
                  <a:cubicBezTo>
                    <a:pt x="18892" y="67017"/>
                    <a:pt x="12753" y="59784"/>
                    <a:pt x="12753" y="49298"/>
                  </a:cubicBezTo>
                  <a:cubicBezTo>
                    <a:pt x="12753" y="27240"/>
                    <a:pt x="28281" y="3736"/>
                    <a:pt x="42363" y="3736"/>
                  </a:cubicBezTo>
                  <a:cubicBezTo>
                    <a:pt x="45613" y="3736"/>
                    <a:pt x="48502" y="5905"/>
                    <a:pt x="48502" y="8075"/>
                  </a:cubicBezTo>
                  <a:cubicBezTo>
                    <a:pt x="48502" y="9521"/>
                    <a:pt x="48141" y="9883"/>
                    <a:pt x="45974" y="12053"/>
                  </a:cubicBezTo>
                  <a:cubicBezTo>
                    <a:pt x="44530" y="13861"/>
                    <a:pt x="43447" y="16030"/>
                    <a:pt x="43447" y="17838"/>
                  </a:cubicBezTo>
                  <a:cubicBezTo>
                    <a:pt x="43447" y="20731"/>
                    <a:pt x="45974" y="23262"/>
                    <a:pt x="49224" y="23262"/>
                  </a:cubicBezTo>
                  <a:cubicBezTo>
                    <a:pt x="53557" y="23262"/>
                    <a:pt x="57529" y="18200"/>
                    <a:pt x="57529" y="12414"/>
                  </a:cubicBezTo>
                  <a:cubicBezTo>
                    <a:pt x="57529" y="5544"/>
                    <a:pt x="51030" y="120"/>
                    <a:pt x="43086" y="120"/>
                  </a:cubicBezTo>
                  <a:cubicBezTo>
                    <a:pt x="21781" y="120"/>
                    <a:pt x="115" y="25432"/>
                    <a:pt x="115" y="50021"/>
                  </a:cubicBezTo>
                  <a:cubicBezTo>
                    <a:pt x="115" y="57253"/>
                    <a:pt x="1921" y="63400"/>
                    <a:pt x="5532" y="67378"/>
                  </a:cubicBezTo>
                  <a:cubicBezTo>
                    <a:pt x="9504" y="71356"/>
                    <a:pt x="15281" y="73887"/>
                    <a:pt x="20336" y="73887"/>
                  </a:cubicBezTo>
                  <a:cubicBezTo>
                    <a:pt x="31169" y="73887"/>
                    <a:pt x="43086" y="67017"/>
                    <a:pt x="50669" y="55807"/>
                  </a:cubicBezTo>
                  <a:close/>
                </a:path>
              </a:pathLst>
            </a:custGeom>
            <a:solidFill>
              <a:srgbClr val="000000"/>
            </a:solidFill>
            <a:ln w="23090" cap="flat">
              <a:noFill/>
              <a:prstDash val="solid"/>
              <a:miter/>
            </a:ln>
          </p:spPr>
          <p:txBody>
            <a:bodyPr rtlCol="0" anchor="ctr"/>
            <a:lstStyle/>
            <a:p>
              <a:endParaRPr lang="zh-CN" altLang="en-US"/>
            </a:p>
          </p:txBody>
        </p:sp>
        <p:sp>
          <p:nvSpPr>
            <p:cNvPr id="27" name="任意多边形: 形状 26"/>
            <p:cNvSpPr/>
            <p:nvPr/>
          </p:nvSpPr>
          <p:spPr>
            <a:xfrm>
              <a:off x="5379179" y="5276794"/>
              <a:ext cx="63553" cy="74128"/>
            </a:xfrm>
            <a:custGeom>
              <a:avLst/>
              <a:gdLst>
                <a:gd name="connsiteX0" fmla="*/ 42005 w 63553"/>
                <a:gd name="connsiteY0" fmla="*/ 120 h 74128"/>
                <a:gd name="connsiteX1" fmla="*/ 118 w 63553"/>
                <a:gd name="connsiteY1" fmla="*/ 48213 h 74128"/>
                <a:gd name="connsiteX2" fmla="*/ 21784 w 63553"/>
                <a:gd name="connsiteY2" fmla="*/ 74248 h 74128"/>
                <a:gd name="connsiteX3" fmla="*/ 46338 w 63553"/>
                <a:gd name="connsiteY3" fmla="*/ 63039 h 74128"/>
                <a:gd name="connsiteX4" fmla="*/ 63671 w 63553"/>
                <a:gd name="connsiteY4" fmla="*/ 26155 h 74128"/>
                <a:gd name="connsiteX5" fmla="*/ 42005 w 63553"/>
                <a:gd name="connsiteY5" fmla="*/ 120 h 74128"/>
                <a:gd name="connsiteX6" fmla="*/ 40561 w 63553"/>
                <a:gd name="connsiteY6" fmla="*/ 4097 h 74128"/>
                <a:gd name="connsiteX7" fmla="*/ 51393 w 63553"/>
                <a:gd name="connsiteY7" fmla="*/ 19646 h 74128"/>
                <a:gd name="connsiteX8" fmla="*/ 40922 w 63553"/>
                <a:gd name="connsiteY8" fmla="*/ 56168 h 74128"/>
                <a:gd name="connsiteX9" fmla="*/ 23228 w 63553"/>
                <a:gd name="connsiteY9" fmla="*/ 70271 h 74128"/>
                <a:gd name="connsiteX10" fmla="*/ 11673 w 63553"/>
                <a:gd name="connsiteY10" fmla="*/ 54722 h 74128"/>
                <a:gd name="connsiteX11" fmla="*/ 23228 w 63553"/>
                <a:gd name="connsiteY11" fmla="*/ 16392 h 74128"/>
                <a:gd name="connsiteX12" fmla="*/ 40561 w 63553"/>
                <a:gd name="connsiteY12" fmla="*/ 4097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005" y="120"/>
                  </a:moveTo>
                  <a:cubicBezTo>
                    <a:pt x="21061" y="120"/>
                    <a:pt x="118" y="23986"/>
                    <a:pt x="118" y="48213"/>
                  </a:cubicBezTo>
                  <a:cubicBezTo>
                    <a:pt x="118" y="63762"/>
                    <a:pt x="8784" y="74248"/>
                    <a:pt x="21784" y="74248"/>
                  </a:cubicBezTo>
                  <a:cubicBezTo>
                    <a:pt x="29367" y="74248"/>
                    <a:pt x="38033" y="70271"/>
                    <a:pt x="46338" y="63039"/>
                  </a:cubicBezTo>
                  <a:cubicBezTo>
                    <a:pt x="57171" y="53637"/>
                    <a:pt x="63671" y="39896"/>
                    <a:pt x="63671" y="26155"/>
                  </a:cubicBezTo>
                  <a:cubicBezTo>
                    <a:pt x="63671" y="10968"/>
                    <a:pt x="54643" y="120"/>
                    <a:pt x="42005" y="120"/>
                  </a:cubicBezTo>
                  <a:close/>
                  <a:moveTo>
                    <a:pt x="40561" y="4097"/>
                  </a:moveTo>
                  <a:cubicBezTo>
                    <a:pt x="46699" y="4097"/>
                    <a:pt x="51393" y="10606"/>
                    <a:pt x="51393" y="19646"/>
                  </a:cubicBezTo>
                  <a:cubicBezTo>
                    <a:pt x="51393" y="30494"/>
                    <a:pt x="47060" y="45320"/>
                    <a:pt x="40922" y="56168"/>
                  </a:cubicBezTo>
                  <a:cubicBezTo>
                    <a:pt x="35866" y="65570"/>
                    <a:pt x="29728" y="70271"/>
                    <a:pt x="23228" y="70271"/>
                  </a:cubicBezTo>
                  <a:cubicBezTo>
                    <a:pt x="16006" y="70271"/>
                    <a:pt x="11673" y="64124"/>
                    <a:pt x="11673" y="54722"/>
                  </a:cubicBezTo>
                  <a:cubicBezTo>
                    <a:pt x="11673" y="42789"/>
                    <a:pt x="16367" y="26878"/>
                    <a:pt x="23228" y="16392"/>
                  </a:cubicBezTo>
                  <a:cubicBezTo>
                    <a:pt x="27922" y="8436"/>
                    <a:pt x="34422" y="4097"/>
                    <a:pt x="40561" y="4097"/>
                  </a:cubicBezTo>
                  <a:close/>
                </a:path>
              </a:pathLst>
            </a:custGeom>
            <a:solidFill>
              <a:srgbClr val="000000"/>
            </a:solidFill>
            <a:ln w="23090" cap="flat">
              <a:noFill/>
              <a:prstDash val="solid"/>
              <a:miter/>
            </a:ln>
          </p:spPr>
          <p:txBody>
            <a:bodyPr rtlCol="0" anchor="ctr"/>
            <a:lstStyle/>
            <a:p>
              <a:endParaRPr lang="zh-CN" altLang="en-US"/>
            </a:p>
          </p:txBody>
        </p:sp>
        <p:sp>
          <p:nvSpPr>
            <p:cNvPr id="28" name="任意多边形: 形状 27"/>
            <p:cNvSpPr/>
            <p:nvPr/>
          </p:nvSpPr>
          <p:spPr>
            <a:xfrm>
              <a:off x="5453421" y="5277517"/>
              <a:ext cx="69330" cy="73767"/>
            </a:xfrm>
            <a:custGeom>
              <a:avLst/>
              <a:gdLst>
                <a:gd name="connsiteX0" fmla="*/ 69451 w 69330"/>
                <a:gd name="connsiteY0" fmla="*/ 1566 h 73767"/>
                <a:gd name="connsiteX1" fmla="*/ 57535 w 69330"/>
                <a:gd name="connsiteY1" fmla="*/ 1566 h 73767"/>
                <a:gd name="connsiteX2" fmla="*/ 53563 w 69330"/>
                <a:gd name="connsiteY2" fmla="*/ 15307 h 73767"/>
                <a:gd name="connsiteX3" fmla="*/ 37675 w 69330"/>
                <a:gd name="connsiteY3" fmla="*/ 48213 h 73767"/>
                <a:gd name="connsiteX4" fmla="*/ 18898 w 69330"/>
                <a:gd name="connsiteY4" fmla="*/ 64485 h 73767"/>
                <a:gd name="connsiteX5" fmla="*/ 13843 w 69330"/>
                <a:gd name="connsiteY5" fmla="*/ 59784 h 73767"/>
                <a:gd name="connsiteX6" fmla="*/ 14926 w 69330"/>
                <a:gd name="connsiteY6" fmla="*/ 53637 h 73767"/>
                <a:gd name="connsiteX7" fmla="*/ 26842 w 69330"/>
                <a:gd name="connsiteY7" fmla="*/ 12414 h 73767"/>
                <a:gd name="connsiteX8" fmla="*/ 27925 w 69330"/>
                <a:gd name="connsiteY8" fmla="*/ 6267 h 73767"/>
                <a:gd name="connsiteX9" fmla="*/ 21426 w 69330"/>
                <a:gd name="connsiteY9" fmla="*/ 120 h 73767"/>
                <a:gd name="connsiteX10" fmla="*/ 121 w 69330"/>
                <a:gd name="connsiteY10" fmla="*/ 16392 h 73767"/>
                <a:gd name="connsiteX11" fmla="*/ 1926 w 69330"/>
                <a:gd name="connsiteY11" fmla="*/ 18200 h 73767"/>
                <a:gd name="connsiteX12" fmla="*/ 4093 w 69330"/>
                <a:gd name="connsiteY12" fmla="*/ 15307 h 73767"/>
                <a:gd name="connsiteX13" fmla="*/ 12759 w 69330"/>
                <a:gd name="connsiteY13" fmla="*/ 8436 h 73767"/>
                <a:gd name="connsiteX14" fmla="*/ 15648 w 69330"/>
                <a:gd name="connsiteY14" fmla="*/ 10968 h 73767"/>
                <a:gd name="connsiteX15" fmla="*/ 14926 w 69330"/>
                <a:gd name="connsiteY15" fmla="*/ 14222 h 73767"/>
                <a:gd name="connsiteX16" fmla="*/ 2649 w 69330"/>
                <a:gd name="connsiteY16" fmla="*/ 57615 h 73767"/>
                <a:gd name="connsiteX17" fmla="*/ 1926 w 69330"/>
                <a:gd name="connsiteY17" fmla="*/ 62677 h 73767"/>
                <a:gd name="connsiteX18" fmla="*/ 10232 w 69330"/>
                <a:gd name="connsiteY18" fmla="*/ 73887 h 73767"/>
                <a:gd name="connsiteX19" fmla="*/ 27203 w 69330"/>
                <a:gd name="connsiteY19" fmla="*/ 64485 h 73767"/>
                <a:gd name="connsiteX20" fmla="*/ 46702 w 69330"/>
                <a:gd name="connsiteY20" fmla="*/ 39173 h 73767"/>
                <a:gd name="connsiteX21" fmla="*/ 40564 w 69330"/>
                <a:gd name="connsiteY21" fmla="*/ 60508 h 73767"/>
                <a:gd name="connsiteX22" fmla="*/ 39119 w 69330"/>
                <a:gd name="connsiteY22" fmla="*/ 68101 h 73767"/>
                <a:gd name="connsiteX23" fmla="*/ 45258 w 69330"/>
                <a:gd name="connsiteY23" fmla="*/ 73887 h 73767"/>
                <a:gd name="connsiteX24" fmla="*/ 65840 w 69330"/>
                <a:gd name="connsiteY24" fmla="*/ 59423 h 73767"/>
                <a:gd name="connsiteX25" fmla="*/ 64396 w 69330"/>
                <a:gd name="connsiteY25" fmla="*/ 57615 h 73767"/>
                <a:gd name="connsiteX26" fmla="*/ 53924 w 69330"/>
                <a:gd name="connsiteY26" fmla="*/ 65932 h 73767"/>
                <a:gd name="connsiteX27" fmla="*/ 52119 w 69330"/>
                <a:gd name="connsiteY27" fmla="*/ 63762 h 73767"/>
                <a:gd name="connsiteX28" fmla="*/ 52480 w 69330"/>
                <a:gd name="connsiteY28" fmla="*/ 62316 h 73767"/>
                <a:gd name="connsiteX29" fmla="*/ 53202 w 69330"/>
                <a:gd name="connsiteY29" fmla="*/ 58699 h 73767"/>
                <a:gd name="connsiteX30" fmla="*/ 54285 w 69330"/>
                <a:gd name="connsiteY30" fmla="*/ 54722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451" y="1566"/>
                  </a:moveTo>
                  <a:lnTo>
                    <a:pt x="57535" y="1566"/>
                  </a:lnTo>
                  <a:lnTo>
                    <a:pt x="53563" y="15307"/>
                  </a:lnTo>
                  <a:cubicBezTo>
                    <a:pt x="49230" y="31218"/>
                    <a:pt x="47063" y="34834"/>
                    <a:pt x="37675" y="48213"/>
                  </a:cubicBezTo>
                  <a:cubicBezTo>
                    <a:pt x="29731" y="58699"/>
                    <a:pt x="23231" y="64485"/>
                    <a:pt x="18898" y="64485"/>
                  </a:cubicBezTo>
                  <a:cubicBezTo>
                    <a:pt x="15648" y="64485"/>
                    <a:pt x="13843" y="63039"/>
                    <a:pt x="13843" y="59784"/>
                  </a:cubicBezTo>
                  <a:cubicBezTo>
                    <a:pt x="13843" y="58338"/>
                    <a:pt x="14204" y="56530"/>
                    <a:pt x="14926" y="53637"/>
                  </a:cubicBezTo>
                  <a:lnTo>
                    <a:pt x="26842" y="12414"/>
                  </a:lnTo>
                  <a:cubicBezTo>
                    <a:pt x="27203" y="10606"/>
                    <a:pt x="27925" y="7713"/>
                    <a:pt x="27925" y="6267"/>
                  </a:cubicBezTo>
                  <a:cubicBezTo>
                    <a:pt x="27925" y="2651"/>
                    <a:pt x="25036" y="120"/>
                    <a:pt x="21426" y="120"/>
                  </a:cubicBezTo>
                  <a:cubicBezTo>
                    <a:pt x="15287" y="120"/>
                    <a:pt x="10593" y="3374"/>
                    <a:pt x="121" y="16392"/>
                  </a:cubicBezTo>
                  <a:lnTo>
                    <a:pt x="1926" y="18200"/>
                  </a:lnTo>
                  <a:lnTo>
                    <a:pt x="4093" y="15307"/>
                  </a:lnTo>
                  <a:cubicBezTo>
                    <a:pt x="9148" y="9521"/>
                    <a:pt x="10593" y="8436"/>
                    <a:pt x="12759" y="8436"/>
                  </a:cubicBezTo>
                  <a:cubicBezTo>
                    <a:pt x="14204" y="8436"/>
                    <a:pt x="15648" y="9521"/>
                    <a:pt x="15648" y="10968"/>
                  </a:cubicBezTo>
                  <a:cubicBezTo>
                    <a:pt x="15648" y="12052"/>
                    <a:pt x="15287" y="12776"/>
                    <a:pt x="14926" y="14222"/>
                  </a:cubicBezTo>
                  <a:lnTo>
                    <a:pt x="2649" y="57615"/>
                  </a:lnTo>
                  <a:cubicBezTo>
                    <a:pt x="1926" y="59061"/>
                    <a:pt x="1926" y="60869"/>
                    <a:pt x="1926" y="62677"/>
                  </a:cubicBezTo>
                  <a:cubicBezTo>
                    <a:pt x="1926" y="69909"/>
                    <a:pt x="5176" y="73887"/>
                    <a:pt x="10232" y="73887"/>
                  </a:cubicBezTo>
                  <a:cubicBezTo>
                    <a:pt x="15287" y="73887"/>
                    <a:pt x="20703" y="70994"/>
                    <a:pt x="27203" y="64485"/>
                  </a:cubicBezTo>
                  <a:cubicBezTo>
                    <a:pt x="33342" y="58699"/>
                    <a:pt x="38036" y="52914"/>
                    <a:pt x="46702" y="39173"/>
                  </a:cubicBezTo>
                  <a:lnTo>
                    <a:pt x="40564" y="60508"/>
                  </a:lnTo>
                  <a:cubicBezTo>
                    <a:pt x="39842" y="63400"/>
                    <a:pt x="39119" y="66293"/>
                    <a:pt x="39119" y="68101"/>
                  </a:cubicBezTo>
                  <a:cubicBezTo>
                    <a:pt x="39119" y="71356"/>
                    <a:pt x="42008" y="73887"/>
                    <a:pt x="45258" y="73887"/>
                  </a:cubicBezTo>
                  <a:cubicBezTo>
                    <a:pt x="51397" y="73887"/>
                    <a:pt x="59341" y="68463"/>
                    <a:pt x="65840" y="59423"/>
                  </a:cubicBezTo>
                  <a:lnTo>
                    <a:pt x="64396" y="57615"/>
                  </a:lnTo>
                  <a:cubicBezTo>
                    <a:pt x="59702" y="63039"/>
                    <a:pt x="56091" y="65932"/>
                    <a:pt x="53924" y="65932"/>
                  </a:cubicBezTo>
                  <a:cubicBezTo>
                    <a:pt x="53202" y="65932"/>
                    <a:pt x="52119" y="64847"/>
                    <a:pt x="52119" y="63762"/>
                  </a:cubicBezTo>
                  <a:cubicBezTo>
                    <a:pt x="52119" y="63400"/>
                    <a:pt x="52119" y="63039"/>
                    <a:pt x="52480" y="62316"/>
                  </a:cubicBezTo>
                  <a:cubicBezTo>
                    <a:pt x="52480" y="62316"/>
                    <a:pt x="52841" y="60869"/>
                    <a:pt x="53202" y="58699"/>
                  </a:cubicBezTo>
                  <a:cubicBezTo>
                    <a:pt x="53563" y="57615"/>
                    <a:pt x="53924" y="56168"/>
                    <a:pt x="54285" y="54722"/>
                  </a:cubicBezTo>
                  <a:close/>
                </a:path>
              </a:pathLst>
            </a:custGeom>
            <a:solidFill>
              <a:srgbClr val="000000"/>
            </a:solidFill>
            <a:ln w="23090" cap="flat">
              <a:noFill/>
              <a:prstDash val="solid"/>
              <a:miter/>
            </a:ln>
          </p:spPr>
          <p:txBody>
            <a:bodyPr rtlCol="0" anchor="ctr"/>
            <a:lstStyle/>
            <a:p>
              <a:endParaRPr lang="zh-CN" altLang="en-US"/>
            </a:p>
          </p:txBody>
        </p:sp>
        <p:sp>
          <p:nvSpPr>
            <p:cNvPr id="29" name="任意多边形: 形状 28"/>
            <p:cNvSpPr/>
            <p:nvPr/>
          </p:nvSpPr>
          <p:spPr>
            <a:xfrm>
              <a:off x="5531293" y="5276070"/>
              <a:ext cx="55608" cy="73044"/>
            </a:xfrm>
            <a:custGeom>
              <a:avLst/>
              <a:gdLst>
                <a:gd name="connsiteX0" fmla="*/ 32262 w 55608"/>
                <a:gd name="connsiteY0" fmla="*/ 120 h 73044"/>
                <a:gd name="connsiteX1" fmla="*/ 9152 w 55608"/>
                <a:gd name="connsiteY1" fmla="*/ 3012 h 73044"/>
                <a:gd name="connsiteX2" fmla="*/ 8430 w 55608"/>
                <a:gd name="connsiteY2" fmla="*/ 6629 h 73044"/>
                <a:gd name="connsiteX3" fmla="*/ 12041 w 55608"/>
                <a:gd name="connsiteY3" fmla="*/ 5905 h 73044"/>
                <a:gd name="connsiteX4" fmla="*/ 14929 w 55608"/>
                <a:gd name="connsiteY4" fmla="*/ 5544 h 73044"/>
                <a:gd name="connsiteX5" fmla="*/ 18179 w 55608"/>
                <a:gd name="connsiteY5" fmla="*/ 8798 h 73044"/>
                <a:gd name="connsiteX6" fmla="*/ 16735 w 55608"/>
                <a:gd name="connsiteY6" fmla="*/ 15669 h 73044"/>
                <a:gd name="connsiteX7" fmla="*/ 124 w 55608"/>
                <a:gd name="connsiteY7" fmla="*/ 73164 h 73044"/>
                <a:gd name="connsiteX8" fmla="*/ 12763 w 55608"/>
                <a:gd name="connsiteY8" fmla="*/ 73164 h 73044"/>
                <a:gd name="connsiteX9" fmla="*/ 30818 w 55608"/>
                <a:gd name="connsiteY9" fmla="*/ 27602 h 73044"/>
                <a:gd name="connsiteX10" fmla="*/ 41289 w 55608"/>
                <a:gd name="connsiteY10" fmla="*/ 13137 h 73044"/>
                <a:gd name="connsiteX11" fmla="*/ 42734 w 55608"/>
                <a:gd name="connsiteY11" fmla="*/ 15669 h 73044"/>
                <a:gd name="connsiteX12" fmla="*/ 47789 w 55608"/>
                <a:gd name="connsiteY12" fmla="*/ 20008 h 73044"/>
                <a:gd name="connsiteX13" fmla="*/ 55733 w 55608"/>
                <a:gd name="connsiteY13" fmla="*/ 8798 h 73044"/>
                <a:gd name="connsiteX14" fmla="*/ 49233 w 55608"/>
                <a:gd name="connsiteY14" fmla="*/ 120 h 73044"/>
                <a:gd name="connsiteX15" fmla="*/ 22512 w 55608"/>
                <a:gd name="connsiteY15" fmla="*/ 35195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262" y="120"/>
                  </a:moveTo>
                  <a:cubicBezTo>
                    <a:pt x="22151" y="1928"/>
                    <a:pt x="20707" y="1928"/>
                    <a:pt x="9152" y="3012"/>
                  </a:cubicBezTo>
                  <a:lnTo>
                    <a:pt x="8430" y="6629"/>
                  </a:lnTo>
                  <a:cubicBezTo>
                    <a:pt x="10235" y="6267"/>
                    <a:pt x="11679" y="5905"/>
                    <a:pt x="12041" y="5905"/>
                  </a:cubicBezTo>
                  <a:cubicBezTo>
                    <a:pt x="13124" y="5905"/>
                    <a:pt x="14207" y="5544"/>
                    <a:pt x="14929" y="5544"/>
                  </a:cubicBezTo>
                  <a:cubicBezTo>
                    <a:pt x="16735" y="5544"/>
                    <a:pt x="18179" y="6990"/>
                    <a:pt x="18179" y="8798"/>
                  </a:cubicBezTo>
                  <a:cubicBezTo>
                    <a:pt x="18179" y="9521"/>
                    <a:pt x="17818" y="12052"/>
                    <a:pt x="16735" y="15669"/>
                  </a:cubicBezTo>
                  <a:lnTo>
                    <a:pt x="124" y="73164"/>
                  </a:lnTo>
                  <a:lnTo>
                    <a:pt x="12763" y="73164"/>
                  </a:lnTo>
                  <a:cubicBezTo>
                    <a:pt x="16013" y="59423"/>
                    <a:pt x="22512" y="43512"/>
                    <a:pt x="30818" y="27602"/>
                  </a:cubicBezTo>
                  <a:cubicBezTo>
                    <a:pt x="34067" y="21093"/>
                    <a:pt x="40206" y="13137"/>
                    <a:pt x="41289" y="13137"/>
                  </a:cubicBezTo>
                  <a:cubicBezTo>
                    <a:pt x="42011" y="13137"/>
                    <a:pt x="42373" y="13861"/>
                    <a:pt x="42734" y="15669"/>
                  </a:cubicBezTo>
                  <a:cubicBezTo>
                    <a:pt x="43095" y="18200"/>
                    <a:pt x="44900" y="20008"/>
                    <a:pt x="47789" y="20008"/>
                  </a:cubicBezTo>
                  <a:cubicBezTo>
                    <a:pt x="51761" y="20008"/>
                    <a:pt x="55733" y="14222"/>
                    <a:pt x="55733" y="8798"/>
                  </a:cubicBezTo>
                  <a:cubicBezTo>
                    <a:pt x="55733" y="3736"/>
                    <a:pt x="53206" y="120"/>
                    <a:pt x="49233" y="120"/>
                  </a:cubicBezTo>
                  <a:cubicBezTo>
                    <a:pt x="42373" y="120"/>
                    <a:pt x="31901" y="13861"/>
                    <a:pt x="22512" y="35195"/>
                  </a:cubicBezTo>
                  <a:close/>
                </a:path>
              </a:pathLst>
            </a:custGeom>
            <a:solidFill>
              <a:srgbClr val="000000"/>
            </a:solidFill>
            <a:ln w="23090" cap="flat">
              <a:noFill/>
              <a:prstDash val="solid"/>
              <a:miter/>
            </a:ln>
          </p:spPr>
          <p:txBody>
            <a:bodyPr rtlCol="0" anchor="ctr"/>
            <a:lstStyle/>
            <a:p>
              <a:endParaRPr lang="zh-CN" altLang="en-US"/>
            </a:p>
          </p:txBody>
        </p:sp>
      </p:grpSp>
      <p:grpSp>
        <p:nvGrpSpPr>
          <p:cNvPr id="30" name="Graphic 2"/>
          <p:cNvGrpSpPr/>
          <p:nvPr/>
        </p:nvGrpSpPr>
        <p:grpSpPr>
          <a:xfrm>
            <a:off x="11096583" y="4249511"/>
            <a:ext cx="811281" cy="152774"/>
            <a:chOff x="5580992" y="5240272"/>
            <a:chExt cx="626429" cy="130177"/>
          </a:xfrm>
        </p:grpSpPr>
        <p:sp>
          <p:nvSpPr>
            <p:cNvPr id="31" name="任意多边形: 形状 30"/>
            <p:cNvSpPr/>
            <p:nvPr/>
          </p:nvSpPr>
          <p:spPr>
            <a:xfrm>
              <a:off x="5580992" y="5276794"/>
              <a:ext cx="54525" cy="74490"/>
            </a:xfrm>
            <a:custGeom>
              <a:avLst/>
              <a:gdLst>
                <a:gd name="connsiteX0" fmla="*/ 54652 w 54525"/>
                <a:gd name="connsiteY0" fmla="*/ 843 h 74490"/>
                <a:gd name="connsiteX1" fmla="*/ 52125 w 54525"/>
                <a:gd name="connsiteY1" fmla="*/ 843 h 74490"/>
                <a:gd name="connsiteX2" fmla="*/ 47430 w 54525"/>
                <a:gd name="connsiteY2" fmla="*/ 4459 h 74490"/>
                <a:gd name="connsiteX3" fmla="*/ 44542 w 54525"/>
                <a:gd name="connsiteY3" fmla="*/ 3374 h 74490"/>
                <a:gd name="connsiteX4" fmla="*/ 33348 w 54525"/>
                <a:gd name="connsiteY4" fmla="*/ 120 h 74490"/>
                <a:gd name="connsiteX5" fmla="*/ 15293 w 54525"/>
                <a:gd name="connsiteY5" fmla="*/ 18200 h 74490"/>
                <a:gd name="connsiteX6" fmla="*/ 25765 w 54525"/>
                <a:gd name="connsiteY6" fmla="*/ 39896 h 74490"/>
                <a:gd name="connsiteX7" fmla="*/ 35153 w 54525"/>
                <a:gd name="connsiteY7" fmla="*/ 57253 h 74490"/>
                <a:gd name="connsiteX8" fmla="*/ 22154 w 54525"/>
                <a:gd name="connsiteY8" fmla="*/ 70632 h 74490"/>
                <a:gd name="connsiteX9" fmla="*/ 7349 w 54525"/>
                <a:gd name="connsiteY9" fmla="*/ 49659 h 74490"/>
                <a:gd name="connsiteX10" fmla="*/ 4821 w 54525"/>
                <a:gd name="connsiteY10" fmla="*/ 49659 h 74490"/>
                <a:gd name="connsiteX11" fmla="*/ 127 w 54525"/>
                <a:gd name="connsiteY11" fmla="*/ 74248 h 74490"/>
                <a:gd name="connsiteX12" fmla="*/ 3377 w 54525"/>
                <a:gd name="connsiteY12" fmla="*/ 74248 h 74490"/>
                <a:gd name="connsiteX13" fmla="*/ 7710 w 54525"/>
                <a:gd name="connsiteY13" fmla="*/ 70994 h 74490"/>
                <a:gd name="connsiteX14" fmla="*/ 10960 w 54525"/>
                <a:gd name="connsiteY14" fmla="*/ 71717 h 74490"/>
                <a:gd name="connsiteX15" fmla="*/ 24320 w 54525"/>
                <a:gd name="connsiteY15" fmla="*/ 74610 h 74490"/>
                <a:gd name="connsiteX16" fmla="*/ 45986 w 54525"/>
                <a:gd name="connsiteY16" fmla="*/ 53637 h 74490"/>
                <a:gd name="connsiteX17" fmla="*/ 34431 w 54525"/>
                <a:gd name="connsiteY17" fmla="*/ 30856 h 74490"/>
                <a:gd name="connsiteX18" fmla="*/ 25403 w 54525"/>
                <a:gd name="connsiteY18" fmla="*/ 14222 h 74490"/>
                <a:gd name="connsiteX19" fmla="*/ 34792 w 54525"/>
                <a:gd name="connsiteY19" fmla="*/ 4459 h 74490"/>
                <a:gd name="connsiteX20" fmla="*/ 48153 w 54525"/>
                <a:gd name="connsiteY20" fmla="*/ 20731 h 74490"/>
                <a:gd name="connsiteX21" fmla="*/ 47791 w 54525"/>
                <a:gd name="connsiteY21" fmla="*/ 23986 h 74490"/>
                <a:gd name="connsiteX22" fmla="*/ 50680 w 54525"/>
                <a:gd name="connsiteY22" fmla="*/ 2398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652" y="843"/>
                  </a:moveTo>
                  <a:lnTo>
                    <a:pt x="52125" y="843"/>
                  </a:lnTo>
                  <a:cubicBezTo>
                    <a:pt x="50680" y="3374"/>
                    <a:pt x="49236" y="4459"/>
                    <a:pt x="47430" y="4459"/>
                  </a:cubicBezTo>
                  <a:cubicBezTo>
                    <a:pt x="47069" y="4459"/>
                    <a:pt x="45986" y="4097"/>
                    <a:pt x="44542" y="3374"/>
                  </a:cubicBezTo>
                  <a:cubicBezTo>
                    <a:pt x="40569" y="1204"/>
                    <a:pt x="36958" y="120"/>
                    <a:pt x="33348" y="120"/>
                  </a:cubicBezTo>
                  <a:cubicBezTo>
                    <a:pt x="23237" y="120"/>
                    <a:pt x="15293" y="8436"/>
                    <a:pt x="15293" y="18200"/>
                  </a:cubicBezTo>
                  <a:cubicBezTo>
                    <a:pt x="15293" y="25432"/>
                    <a:pt x="17459" y="29771"/>
                    <a:pt x="25765" y="39896"/>
                  </a:cubicBezTo>
                  <a:cubicBezTo>
                    <a:pt x="32264" y="47490"/>
                    <a:pt x="35153" y="52552"/>
                    <a:pt x="35153" y="57253"/>
                  </a:cubicBezTo>
                  <a:cubicBezTo>
                    <a:pt x="35153" y="64485"/>
                    <a:pt x="29014" y="70632"/>
                    <a:pt x="22154" y="70632"/>
                  </a:cubicBezTo>
                  <a:cubicBezTo>
                    <a:pt x="13487" y="70632"/>
                    <a:pt x="7349" y="62316"/>
                    <a:pt x="7349" y="49659"/>
                  </a:cubicBezTo>
                  <a:lnTo>
                    <a:pt x="4821" y="49659"/>
                  </a:lnTo>
                  <a:lnTo>
                    <a:pt x="127" y="74248"/>
                  </a:lnTo>
                  <a:lnTo>
                    <a:pt x="3377" y="74248"/>
                  </a:lnTo>
                  <a:cubicBezTo>
                    <a:pt x="4460" y="72079"/>
                    <a:pt x="5904" y="70994"/>
                    <a:pt x="7710" y="70994"/>
                  </a:cubicBezTo>
                  <a:cubicBezTo>
                    <a:pt x="8793" y="70994"/>
                    <a:pt x="9876" y="71356"/>
                    <a:pt x="10960" y="71717"/>
                  </a:cubicBezTo>
                  <a:cubicBezTo>
                    <a:pt x="18543" y="74248"/>
                    <a:pt x="19987" y="74610"/>
                    <a:pt x="24320" y="74610"/>
                  </a:cubicBezTo>
                  <a:cubicBezTo>
                    <a:pt x="36236" y="74610"/>
                    <a:pt x="45986" y="65208"/>
                    <a:pt x="45986" y="53637"/>
                  </a:cubicBezTo>
                  <a:cubicBezTo>
                    <a:pt x="45986" y="46405"/>
                    <a:pt x="43458" y="41343"/>
                    <a:pt x="34431" y="30856"/>
                  </a:cubicBezTo>
                  <a:cubicBezTo>
                    <a:pt x="27209" y="22177"/>
                    <a:pt x="25403" y="18923"/>
                    <a:pt x="25403" y="14222"/>
                  </a:cubicBezTo>
                  <a:cubicBezTo>
                    <a:pt x="25403" y="8798"/>
                    <a:pt x="29376" y="4459"/>
                    <a:pt x="34792" y="4459"/>
                  </a:cubicBezTo>
                  <a:cubicBezTo>
                    <a:pt x="42375" y="4459"/>
                    <a:pt x="48153" y="11691"/>
                    <a:pt x="48153" y="20731"/>
                  </a:cubicBezTo>
                  <a:cubicBezTo>
                    <a:pt x="48153" y="21454"/>
                    <a:pt x="48153" y="22539"/>
                    <a:pt x="47791" y="23986"/>
                  </a:cubicBezTo>
                  <a:lnTo>
                    <a:pt x="50680" y="23986"/>
                  </a:lnTo>
                  <a:close/>
                </a:path>
              </a:pathLst>
            </a:custGeom>
            <a:solidFill>
              <a:srgbClr val="000000"/>
            </a:solidFill>
            <a:ln w="23090" cap="flat">
              <a:noFill/>
              <a:prstDash val="solid"/>
              <a:miter/>
            </a:ln>
          </p:spPr>
          <p:txBody>
            <a:bodyPr rtlCol="0" anchor="ctr"/>
            <a:lstStyle/>
            <a:p>
              <a:endParaRPr lang="zh-CN" altLang="en-US"/>
            </a:p>
          </p:txBody>
        </p:sp>
        <p:sp>
          <p:nvSpPr>
            <p:cNvPr id="32" name="任意多边形: 形状 31"/>
            <p:cNvSpPr/>
            <p:nvPr/>
          </p:nvSpPr>
          <p:spPr>
            <a:xfrm>
              <a:off x="5642468" y="5276794"/>
              <a:ext cx="59580" cy="74490"/>
            </a:xfrm>
            <a:custGeom>
              <a:avLst/>
              <a:gdLst>
                <a:gd name="connsiteX0" fmla="*/ 49238 w 59580"/>
                <a:gd name="connsiteY0" fmla="*/ 55445 h 74490"/>
                <a:gd name="connsiteX1" fmla="*/ 28295 w 59580"/>
                <a:gd name="connsiteY1" fmla="*/ 66293 h 74490"/>
                <a:gd name="connsiteX2" fmla="*/ 13129 w 59580"/>
                <a:gd name="connsiteY2" fmla="*/ 49659 h 74490"/>
                <a:gd name="connsiteX3" fmla="*/ 13851 w 59580"/>
                <a:gd name="connsiteY3" fmla="*/ 41343 h 74490"/>
                <a:gd name="connsiteX4" fmla="*/ 41294 w 59580"/>
                <a:gd name="connsiteY4" fmla="*/ 35557 h 74490"/>
                <a:gd name="connsiteX5" fmla="*/ 59710 w 59580"/>
                <a:gd name="connsiteY5" fmla="*/ 12052 h 74490"/>
                <a:gd name="connsiteX6" fmla="*/ 44544 w 59580"/>
                <a:gd name="connsiteY6" fmla="*/ 120 h 74490"/>
                <a:gd name="connsiteX7" fmla="*/ 129 w 59580"/>
                <a:gd name="connsiteY7" fmla="*/ 50383 h 74490"/>
                <a:gd name="connsiteX8" fmla="*/ 21434 w 59580"/>
                <a:gd name="connsiteY8" fmla="*/ 74610 h 74490"/>
                <a:gd name="connsiteX9" fmla="*/ 52488 w 59580"/>
                <a:gd name="connsiteY9" fmla="*/ 57615 h 74490"/>
                <a:gd name="connsiteX10" fmla="*/ 14934 w 59580"/>
                <a:gd name="connsiteY10" fmla="*/ 37003 h 74490"/>
                <a:gd name="connsiteX11" fmla="*/ 41655 w 59580"/>
                <a:gd name="connsiteY11" fmla="*/ 4820 h 74490"/>
                <a:gd name="connsiteX12" fmla="*/ 48155 w 59580"/>
                <a:gd name="connsiteY12" fmla="*/ 11691 h 74490"/>
                <a:gd name="connsiteX13" fmla="*/ 42377 w 59580"/>
                <a:gd name="connsiteY13" fmla="*/ 25432 h 74490"/>
                <a:gd name="connsiteX14" fmla="*/ 21434 w 59580"/>
                <a:gd name="connsiteY14" fmla="*/ 36642 h 74490"/>
                <a:gd name="connsiteX15" fmla="*/ 14934 w 59580"/>
                <a:gd name="connsiteY15" fmla="*/ 37003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238" y="55445"/>
                  </a:moveTo>
                  <a:cubicBezTo>
                    <a:pt x="42377" y="63039"/>
                    <a:pt x="35517" y="66293"/>
                    <a:pt x="28295" y="66293"/>
                  </a:cubicBezTo>
                  <a:cubicBezTo>
                    <a:pt x="19628" y="66293"/>
                    <a:pt x="13129" y="59423"/>
                    <a:pt x="13129" y="49659"/>
                  </a:cubicBezTo>
                  <a:cubicBezTo>
                    <a:pt x="13129" y="47128"/>
                    <a:pt x="13490" y="44235"/>
                    <a:pt x="13851" y="41343"/>
                  </a:cubicBezTo>
                  <a:cubicBezTo>
                    <a:pt x="26489" y="40619"/>
                    <a:pt x="33711" y="39173"/>
                    <a:pt x="41294" y="35557"/>
                  </a:cubicBezTo>
                  <a:cubicBezTo>
                    <a:pt x="52488" y="30494"/>
                    <a:pt x="59710" y="21093"/>
                    <a:pt x="59710" y="12052"/>
                  </a:cubicBezTo>
                  <a:cubicBezTo>
                    <a:pt x="59710" y="5182"/>
                    <a:pt x="53210" y="120"/>
                    <a:pt x="44544" y="120"/>
                  </a:cubicBezTo>
                  <a:cubicBezTo>
                    <a:pt x="22878" y="120"/>
                    <a:pt x="129" y="26155"/>
                    <a:pt x="129" y="50383"/>
                  </a:cubicBezTo>
                  <a:cubicBezTo>
                    <a:pt x="129" y="64847"/>
                    <a:pt x="8795" y="74610"/>
                    <a:pt x="21434" y="74610"/>
                  </a:cubicBezTo>
                  <a:cubicBezTo>
                    <a:pt x="31545" y="74610"/>
                    <a:pt x="40211" y="69548"/>
                    <a:pt x="52488" y="57615"/>
                  </a:cubicBezTo>
                  <a:close/>
                  <a:moveTo>
                    <a:pt x="14934" y="37003"/>
                  </a:moveTo>
                  <a:cubicBezTo>
                    <a:pt x="20351" y="18561"/>
                    <a:pt x="31906" y="4820"/>
                    <a:pt x="41655" y="4820"/>
                  </a:cubicBezTo>
                  <a:cubicBezTo>
                    <a:pt x="45266" y="4820"/>
                    <a:pt x="48155" y="7713"/>
                    <a:pt x="48155" y="11691"/>
                  </a:cubicBezTo>
                  <a:cubicBezTo>
                    <a:pt x="48155" y="16030"/>
                    <a:pt x="45988" y="21093"/>
                    <a:pt x="42377" y="25432"/>
                  </a:cubicBezTo>
                  <a:cubicBezTo>
                    <a:pt x="36961" y="31218"/>
                    <a:pt x="30100" y="35195"/>
                    <a:pt x="21434" y="36642"/>
                  </a:cubicBezTo>
                  <a:cubicBezTo>
                    <a:pt x="19989" y="36642"/>
                    <a:pt x="17823" y="37003"/>
                    <a:pt x="14934" y="37003"/>
                  </a:cubicBezTo>
                  <a:close/>
                </a:path>
              </a:pathLst>
            </a:custGeom>
            <a:solidFill>
              <a:srgbClr val="000000"/>
            </a:solidFill>
            <a:ln w="23090" cap="flat">
              <a:noFill/>
              <a:prstDash val="solid"/>
              <a:miter/>
            </a:ln>
          </p:spPr>
          <p:txBody>
            <a:bodyPr rtlCol="0" anchor="ctr"/>
            <a:lstStyle/>
            <a:p>
              <a:endParaRPr lang="zh-CN" altLang="en-US"/>
            </a:p>
          </p:txBody>
        </p:sp>
        <p:sp>
          <p:nvSpPr>
            <p:cNvPr id="33" name="任意多边形: 形状 32"/>
            <p:cNvSpPr/>
            <p:nvPr/>
          </p:nvSpPr>
          <p:spPr>
            <a:xfrm>
              <a:off x="5713202" y="5363217"/>
              <a:ext cx="73663" cy="7232"/>
            </a:xfrm>
            <a:custGeom>
              <a:avLst/>
              <a:gdLst>
                <a:gd name="connsiteX0" fmla="*/ 132 w 73663"/>
                <a:gd name="connsiteY0" fmla="*/ 120 h 7232"/>
                <a:gd name="connsiteX1" fmla="*/ 132 w 73663"/>
                <a:gd name="connsiteY1" fmla="*/ 7352 h 7232"/>
                <a:gd name="connsiteX2" fmla="*/ 73796 w 73663"/>
                <a:gd name="connsiteY2" fmla="*/ 7352 h 7232"/>
                <a:gd name="connsiteX3" fmla="*/ 73796 w 73663"/>
                <a:gd name="connsiteY3" fmla="*/ 120 h 7232"/>
              </a:gdLst>
              <a:ahLst/>
              <a:cxnLst>
                <a:cxn ang="0">
                  <a:pos x="connsiteX0" y="connsiteY0"/>
                </a:cxn>
                <a:cxn ang="0">
                  <a:pos x="connsiteX1" y="connsiteY1"/>
                </a:cxn>
                <a:cxn ang="0">
                  <a:pos x="connsiteX2" y="connsiteY2"/>
                </a:cxn>
                <a:cxn ang="0">
                  <a:pos x="connsiteX3" y="connsiteY3"/>
                </a:cxn>
              </a:cxnLst>
              <a:rect l="l" t="t" r="r" b="b"/>
              <a:pathLst>
                <a:path w="73663" h="7232">
                  <a:moveTo>
                    <a:pt x="132" y="120"/>
                  </a:moveTo>
                  <a:lnTo>
                    <a:pt x="132" y="7352"/>
                  </a:lnTo>
                  <a:lnTo>
                    <a:pt x="73796" y="7352"/>
                  </a:lnTo>
                  <a:lnTo>
                    <a:pt x="73796" y="120"/>
                  </a:lnTo>
                  <a:close/>
                </a:path>
              </a:pathLst>
            </a:custGeom>
            <a:solidFill>
              <a:srgbClr val="000000"/>
            </a:solidFill>
            <a:ln w="23090" cap="flat">
              <a:noFill/>
              <a:prstDash val="solid"/>
              <a:miter/>
            </a:ln>
          </p:spPr>
          <p:txBody>
            <a:bodyPr rtlCol="0" anchor="ctr"/>
            <a:lstStyle/>
            <a:p>
              <a:endParaRPr lang="zh-CN" altLang="en-US"/>
            </a:p>
          </p:txBody>
        </p:sp>
        <p:sp>
          <p:nvSpPr>
            <p:cNvPr id="34" name="任意多边形: 形状 33"/>
            <p:cNvSpPr/>
            <p:nvPr/>
          </p:nvSpPr>
          <p:spPr>
            <a:xfrm>
              <a:off x="5790476" y="5249312"/>
              <a:ext cx="36831" cy="102333"/>
            </a:xfrm>
            <a:custGeom>
              <a:avLst/>
              <a:gdLst>
                <a:gd name="connsiteX0" fmla="*/ 26495 w 36831"/>
                <a:gd name="connsiteY0" fmla="*/ 82927 h 102333"/>
                <a:gd name="connsiteX1" fmla="*/ 14940 w 36831"/>
                <a:gd name="connsiteY1" fmla="*/ 93775 h 102333"/>
                <a:gd name="connsiteX2" fmla="*/ 12774 w 36831"/>
                <a:gd name="connsiteY2" fmla="*/ 91605 h 102333"/>
                <a:gd name="connsiteX3" fmla="*/ 13135 w 36831"/>
                <a:gd name="connsiteY3" fmla="*/ 89074 h 102333"/>
                <a:gd name="connsiteX4" fmla="*/ 30829 w 36831"/>
                <a:gd name="connsiteY4" fmla="*/ 27240 h 102333"/>
                <a:gd name="connsiteX5" fmla="*/ 6996 w 36831"/>
                <a:gd name="connsiteY5" fmla="*/ 31218 h 102333"/>
                <a:gd name="connsiteX6" fmla="*/ 6274 w 36831"/>
                <a:gd name="connsiteY6" fmla="*/ 34472 h 102333"/>
                <a:gd name="connsiteX7" fmla="*/ 11329 w 36831"/>
                <a:gd name="connsiteY7" fmla="*/ 33749 h 102333"/>
                <a:gd name="connsiteX8" fmla="*/ 15663 w 36831"/>
                <a:gd name="connsiteY8" fmla="*/ 37726 h 102333"/>
                <a:gd name="connsiteX9" fmla="*/ 14579 w 36831"/>
                <a:gd name="connsiteY9" fmla="*/ 44597 h 102333"/>
                <a:gd name="connsiteX10" fmla="*/ 1219 w 36831"/>
                <a:gd name="connsiteY10" fmla="*/ 90521 h 102333"/>
                <a:gd name="connsiteX11" fmla="*/ 135 w 36831"/>
                <a:gd name="connsiteY11" fmla="*/ 96306 h 102333"/>
                <a:gd name="connsiteX12" fmla="*/ 6996 w 36831"/>
                <a:gd name="connsiteY12" fmla="*/ 102454 h 102333"/>
                <a:gd name="connsiteX13" fmla="*/ 27579 w 36831"/>
                <a:gd name="connsiteY13" fmla="*/ 86543 h 102333"/>
                <a:gd name="connsiteX14" fmla="*/ 29023 w 36831"/>
                <a:gd name="connsiteY14" fmla="*/ 120 h 102333"/>
                <a:gd name="connsiteX15" fmla="*/ 20357 w 36831"/>
                <a:gd name="connsiteY15" fmla="*/ 8075 h 102333"/>
                <a:gd name="connsiteX16" fmla="*/ 28662 w 36831"/>
                <a:gd name="connsiteY16" fmla="*/ 16392 h 102333"/>
                <a:gd name="connsiteX17" fmla="*/ 36967 w 36831"/>
                <a:gd name="connsiteY17" fmla="*/ 8075 h 102333"/>
                <a:gd name="connsiteX18" fmla="*/ 29023 w 36831"/>
                <a:gd name="connsiteY18" fmla="*/ 120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495" y="82927"/>
                  </a:moveTo>
                  <a:cubicBezTo>
                    <a:pt x="22524" y="89074"/>
                    <a:pt x="17468" y="93775"/>
                    <a:pt x="14940" y="93775"/>
                  </a:cubicBezTo>
                  <a:cubicBezTo>
                    <a:pt x="13857" y="93775"/>
                    <a:pt x="12774" y="92690"/>
                    <a:pt x="12774" y="91605"/>
                  </a:cubicBezTo>
                  <a:cubicBezTo>
                    <a:pt x="12774" y="90882"/>
                    <a:pt x="12774" y="90159"/>
                    <a:pt x="13135" y="89074"/>
                  </a:cubicBezTo>
                  <a:lnTo>
                    <a:pt x="30829" y="27240"/>
                  </a:lnTo>
                  <a:cubicBezTo>
                    <a:pt x="22885" y="29409"/>
                    <a:pt x="14218" y="30856"/>
                    <a:pt x="6996" y="31218"/>
                  </a:cubicBezTo>
                  <a:lnTo>
                    <a:pt x="6274" y="34472"/>
                  </a:lnTo>
                  <a:cubicBezTo>
                    <a:pt x="8802" y="34110"/>
                    <a:pt x="10246" y="33749"/>
                    <a:pt x="11329" y="33749"/>
                  </a:cubicBezTo>
                  <a:cubicBezTo>
                    <a:pt x="14579" y="33749"/>
                    <a:pt x="15663" y="34834"/>
                    <a:pt x="15663" y="37726"/>
                  </a:cubicBezTo>
                  <a:cubicBezTo>
                    <a:pt x="15663" y="39173"/>
                    <a:pt x="15302" y="40981"/>
                    <a:pt x="14579" y="44597"/>
                  </a:cubicBezTo>
                  <a:lnTo>
                    <a:pt x="1219" y="90521"/>
                  </a:lnTo>
                  <a:cubicBezTo>
                    <a:pt x="497" y="92690"/>
                    <a:pt x="135" y="94860"/>
                    <a:pt x="135" y="96306"/>
                  </a:cubicBezTo>
                  <a:cubicBezTo>
                    <a:pt x="135" y="99561"/>
                    <a:pt x="3385" y="102454"/>
                    <a:pt x="6996" y="102454"/>
                  </a:cubicBezTo>
                  <a:cubicBezTo>
                    <a:pt x="12052" y="102454"/>
                    <a:pt x="19274" y="96668"/>
                    <a:pt x="27579" y="86543"/>
                  </a:cubicBezTo>
                  <a:close/>
                  <a:moveTo>
                    <a:pt x="29023" y="120"/>
                  </a:moveTo>
                  <a:cubicBezTo>
                    <a:pt x="24329" y="120"/>
                    <a:pt x="20357" y="3736"/>
                    <a:pt x="20357" y="8075"/>
                  </a:cubicBezTo>
                  <a:cubicBezTo>
                    <a:pt x="20357" y="12776"/>
                    <a:pt x="24329" y="16392"/>
                    <a:pt x="28662" y="16392"/>
                  </a:cubicBezTo>
                  <a:cubicBezTo>
                    <a:pt x="33356" y="16392"/>
                    <a:pt x="36967" y="12776"/>
                    <a:pt x="36967" y="8075"/>
                  </a:cubicBezTo>
                  <a:cubicBezTo>
                    <a:pt x="36967" y="3736"/>
                    <a:pt x="33356" y="120"/>
                    <a:pt x="29023" y="120"/>
                  </a:cubicBezTo>
                  <a:close/>
                </a:path>
              </a:pathLst>
            </a:custGeom>
            <a:solidFill>
              <a:srgbClr val="000000"/>
            </a:solidFill>
            <a:ln w="23090" cap="flat">
              <a:noFill/>
              <a:prstDash val="solid"/>
              <a:miter/>
            </a:ln>
          </p:spPr>
          <p:txBody>
            <a:bodyPr rtlCol="0" anchor="ctr"/>
            <a:lstStyle/>
            <a:p>
              <a:endParaRPr lang="zh-CN" altLang="en-US"/>
            </a:p>
          </p:txBody>
        </p:sp>
        <p:sp>
          <p:nvSpPr>
            <p:cNvPr id="35" name="任意多边形: 形状 34"/>
            <p:cNvSpPr/>
            <p:nvPr/>
          </p:nvSpPr>
          <p:spPr>
            <a:xfrm>
              <a:off x="5828230" y="5240272"/>
              <a:ext cx="80524" cy="111374"/>
            </a:xfrm>
            <a:custGeom>
              <a:avLst/>
              <a:gdLst>
                <a:gd name="connsiteX0" fmla="*/ 43108 w 80524"/>
                <a:gd name="connsiteY0" fmla="*/ 93414 h 111374"/>
                <a:gd name="connsiteX1" fmla="*/ 40941 w 80524"/>
                <a:gd name="connsiteY1" fmla="*/ 104623 h 111374"/>
                <a:gd name="connsiteX2" fmla="*/ 46719 w 80524"/>
                <a:gd name="connsiteY2" fmla="*/ 111494 h 111374"/>
                <a:gd name="connsiteX3" fmla="*/ 69468 w 80524"/>
                <a:gd name="connsiteY3" fmla="*/ 94498 h 111374"/>
                <a:gd name="connsiteX4" fmla="*/ 66940 w 80524"/>
                <a:gd name="connsiteY4" fmla="*/ 92690 h 111374"/>
                <a:gd name="connsiteX5" fmla="*/ 54302 w 80524"/>
                <a:gd name="connsiteY5" fmla="*/ 102815 h 111374"/>
                <a:gd name="connsiteX6" fmla="*/ 51413 w 80524"/>
                <a:gd name="connsiteY6" fmla="*/ 100646 h 111374"/>
                <a:gd name="connsiteX7" fmla="*/ 52496 w 80524"/>
                <a:gd name="connsiteY7" fmla="*/ 95222 h 111374"/>
                <a:gd name="connsiteX8" fmla="*/ 80662 w 80524"/>
                <a:gd name="connsiteY8" fmla="*/ 120 h 111374"/>
                <a:gd name="connsiteX9" fmla="*/ 57913 w 80524"/>
                <a:gd name="connsiteY9" fmla="*/ 3374 h 111374"/>
                <a:gd name="connsiteX10" fmla="*/ 57190 w 80524"/>
                <a:gd name="connsiteY10" fmla="*/ 6267 h 111374"/>
                <a:gd name="connsiteX11" fmla="*/ 58996 w 80524"/>
                <a:gd name="connsiteY11" fmla="*/ 6267 h 111374"/>
                <a:gd name="connsiteX12" fmla="*/ 62246 w 80524"/>
                <a:gd name="connsiteY12" fmla="*/ 5905 h 111374"/>
                <a:gd name="connsiteX13" fmla="*/ 66579 w 80524"/>
                <a:gd name="connsiteY13" fmla="*/ 9521 h 111374"/>
                <a:gd name="connsiteX14" fmla="*/ 65857 w 80524"/>
                <a:gd name="connsiteY14" fmla="*/ 13137 h 111374"/>
                <a:gd name="connsiteX15" fmla="*/ 57913 w 80524"/>
                <a:gd name="connsiteY15" fmla="*/ 42066 h 111374"/>
                <a:gd name="connsiteX16" fmla="*/ 46719 w 80524"/>
                <a:gd name="connsiteY16" fmla="*/ 37003 h 111374"/>
                <a:gd name="connsiteX17" fmla="*/ 137 w 80524"/>
                <a:gd name="connsiteY17" fmla="*/ 90882 h 111374"/>
                <a:gd name="connsiteX18" fmla="*/ 14220 w 80524"/>
                <a:gd name="connsiteY18" fmla="*/ 111132 h 111374"/>
                <a:gd name="connsiteX19" fmla="*/ 30469 w 80524"/>
                <a:gd name="connsiteY19" fmla="*/ 104262 h 111374"/>
                <a:gd name="connsiteX20" fmla="*/ 44191 w 80524"/>
                <a:gd name="connsiteY20" fmla="*/ 88351 h 111374"/>
                <a:gd name="connsiteX21" fmla="*/ 45274 w 80524"/>
                <a:gd name="connsiteY21" fmla="*/ 41343 h 111374"/>
                <a:gd name="connsiteX22" fmla="*/ 53941 w 80524"/>
                <a:gd name="connsiteY22" fmla="*/ 50021 h 111374"/>
                <a:gd name="connsiteX23" fmla="*/ 42024 w 80524"/>
                <a:gd name="connsiteY23" fmla="*/ 83650 h 111374"/>
                <a:gd name="connsiteX24" fmla="*/ 21803 w 80524"/>
                <a:gd name="connsiteY24" fmla="*/ 101369 h 111374"/>
                <a:gd name="connsiteX25" fmla="*/ 14220 w 80524"/>
                <a:gd name="connsiteY25" fmla="*/ 89436 h 111374"/>
                <a:gd name="connsiteX26" fmla="*/ 24692 w 80524"/>
                <a:gd name="connsiteY26" fmla="*/ 57615 h 111374"/>
                <a:gd name="connsiteX27" fmla="*/ 45274 w 80524"/>
                <a:gd name="connsiteY27" fmla="*/ 41343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108" y="93414"/>
                  </a:moveTo>
                  <a:cubicBezTo>
                    <a:pt x="40941" y="102092"/>
                    <a:pt x="40941" y="102092"/>
                    <a:pt x="40941" y="104623"/>
                  </a:cubicBezTo>
                  <a:cubicBezTo>
                    <a:pt x="40941" y="108601"/>
                    <a:pt x="43108" y="111494"/>
                    <a:pt x="46719" y="111494"/>
                  </a:cubicBezTo>
                  <a:cubicBezTo>
                    <a:pt x="53579" y="111494"/>
                    <a:pt x="60440" y="106431"/>
                    <a:pt x="69468" y="94498"/>
                  </a:cubicBezTo>
                  <a:lnTo>
                    <a:pt x="66940" y="92690"/>
                  </a:lnTo>
                  <a:cubicBezTo>
                    <a:pt x="61163" y="99922"/>
                    <a:pt x="57913" y="102815"/>
                    <a:pt x="54302" y="102815"/>
                  </a:cubicBezTo>
                  <a:cubicBezTo>
                    <a:pt x="52496" y="102815"/>
                    <a:pt x="51413" y="101730"/>
                    <a:pt x="51413" y="100646"/>
                  </a:cubicBezTo>
                  <a:cubicBezTo>
                    <a:pt x="51413" y="99561"/>
                    <a:pt x="51774" y="97391"/>
                    <a:pt x="52496" y="95222"/>
                  </a:cubicBezTo>
                  <a:lnTo>
                    <a:pt x="80662" y="120"/>
                  </a:lnTo>
                  <a:cubicBezTo>
                    <a:pt x="70912" y="2289"/>
                    <a:pt x="69107" y="2651"/>
                    <a:pt x="57913" y="3374"/>
                  </a:cubicBezTo>
                  <a:lnTo>
                    <a:pt x="57190" y="6267"/>
                  </a:lnTo>
                  <a:lnTo>
                    <a:pt x="58996" y="6267"/>
                  </a:lnTo>
                  <a:cubicBezTo>
                    <a:pt x="60440" y="6267"/>
                    <a:pt x="61524" y="5905"/>
                    <a:pt x="62246" y="5905"/>
                  </a:cubicBezTo>
                  <a:cubicBezTo>
                    <a:pt x="64412" y="5905"/>
                    <a:pt x="66579" y="7713"/>
                    <a:pt x="66579" y="9521"/>
                  </a:cubicBezTo>
                  <a:cubicBezTo>
                    <a:pt x="66579" y="10245"/>
                    <a:pt x="66218" y="11329"/>
                    <a:pt x="65857" y="13137"/>
                  </a:cubicBezTo>
                  <a:lnTo>
                    <a:pt x="57913" y="42066"/>
                  </a:lnTo>
                  <a:cubicBezTo>
                    <a:pt x="53941" y="38088"/>
                    <a:pt x="51052" y="37003"/>
                    <a:pt x="46719" y="37003"/>
                  </a:cubicBezTo>
                  <a:cubicBezTo>
                    <a:pt x="25414" y="37003"/>
                    <a:pt x="137" y="66293"/>
                    <a:pt x="137" y="90882"/>
                  </a:cubicBezTo>
                  <a:cubicBezTo>
                    <a:pt x="137" y="102815"/>
                    <a:pt x="5915" y="111132"/>
                    <a:pt x="14220" y="111132"/>
                  </a:cubicBezTo>
                  <a:cubicBezTo>
                    <a:pt x="18914" y="111132"/>
                    <a:pt x="25414" y="108239"/>
                    <a:pt x="30469" y="104262"/>
                  </a:cubicBezTo>
                  <a:cubicBezTo>
                    <a:pt x="35164" y="100284"/>
                    <a:pt x="38413" y="96306"/>
                    <a:pt x="44191" y="88351"/>
                  </a:cubicBezTo>
                  <a:close/>
                  <a:moveTo>
                    <a:pt x="45274" y="41343"/>
                  </a:moveTo>
                  <a:cubicBezTo>
                    <a:pt x="50691" y="41343"/>
                    <a:pt x="53941" y="44597"/>
                    <a:pt x="53941" y="50021"/>
                  </a:cubicBezTo>
                  <a:cubicBezTo>
                    <a:pt x="53941" y="57615"/>
                    <a:pt x="48524" y="73164"/>
                    <a:pt x="42024" y="83650"/>
                  </a:cubicBezTo>
                  <a:cubicBezTo>
                    <a:pt x="36247" y="93414"/>
                    <a:pt x="26858" y="101369"/>
                    <a:pt x="21803" y="101369"/>
                  </a:cubicBezTo>
                  <a:cubicBezTo>
                    <a:pt x="17109" y="101369"/>
                    <a:pt x="14220" y="97030"/>
                    <a:pt x="14220" y="89436"/>
                  </a:cubicBezTo>
                  <a:cubicBezTo>
                    <a:pt x="14220" y="80396"/>
                    <a:pt x="18192" y="68463"/>
                    <a:pt x="24692" y="57615"/>
                  </a:cubicBezTo>
                  <a:cubicBezTo>
                    <a:pt x="31553" y="47128"/>
                    <a:pt x="38775" y="41343"/>
                    <a:pt x="45274" y="41343"/>
                  </a:cubicBezTo>
                  <a:close/>
                </a:path>
              </a:pathLst>
            </a:custGeom>
            <a:solidFill>
              <a:srgbClr val="000000"/>
            </a:solidFill>
            <a:ln w="23090" cap="flat">
              <a:noFill/>
              <a:prstDash val="solid"/>
              <a:miter/>
            </a:ln>
          </p:spPr>
          <p:txBody>
            <a:bodyPr rtlCol="0" anchor="ctr"/>
            <a:lstStyle/>
            <a:p>
              <a:endParaRPr lang="zh-CN" altLang="en-US"/>
            </a:p>
          </p:txBody>
        </p:sp>
        <p:sp>
          <p:nvSpPr>
            <p:cNvPr id="36" name="任意多边形: 形状 35"/>
            <p:cNvSpPr/>
            <p:nvPr/>
          </p:nvSpPr>
          <p:spPr>
            <a:xfrm>
              <a:off x="5898048" y="5334289"/>
              <a:ext cx="23471" cy="33629"/>
            </a:xfrm>
            <a:custGeom>
              <a:avLst/>
              <a:gdLst>
                <a:gd name="connsiteX0" fmla="*/ 3029 w 23471"/>
                <a:gd name="connsiteY0" fmla="*/ 33749 h 33629"/>
                <a:gd name="connsiteX1" fmla="*/ 23612 w 23471"/>
                <a:gd name="connsiteY1" fmla="*/ 9521 h 33629"/>
                <a:gd name="connsiteX2" fmla="*/ 15307 w 23471"/>
                <a:gd name="connsiteY2" fmla="*/ 120 h 33629"/>
                <a:gd name="connsiteX3" fmla="*/ 7362 w 23471"/>
                <a:gd name="connsiteY3" fmla="*/ 8075 h 33629"/>
                <a:gd name="connsiteX4" fmla="*/ 9529 w 23471"/>
                <a:gd name="connsiteY4" fmla="*/ 12776 h 33629"/>
                <a:gd name="connsiteX5" fmla="*/ 12779 w 23471"/>
                <a:gd name="connsiteY5" fmla="*/ 18200 h 33629"/>
                <a:gd name="connsiteX6" fmla="*/ 141 w 23471"/>
                <a:gd name="connsiteY6" fmla="*/ 30133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029" y="33749"/>
                  </a:moveTo>
                  <a:cubicBezTo>
                    <a:pt x="15668" y="27963"/>
                    <a:pt x="23612" y="18561"/>
                    <a:pt x="23612" y="9521"/>
                  </a:cubicBezTo>
                  <a:cubicBezTo>
                    <a:pt x="23612" y="4459"/>
                    <a:pt x="19640" y="120"/>
                    <a:pt x="15307" y="120"/>
                  </a:cubicBezTo>
                  <a:cubicBezTo>
                    <a:pt x="10973" y="120"/>
                    <a:pt x="7362" y="4097"/>
                    <a:pt x="7362" y="8075"/>
                  </a:cubicBezTo>
                  <a:cubicBezTo>
                    <a:pt x="7362" y="9883"/>
                    <a:pt x="8085" y="11691"/>
                    <a:pt x="9529" y="12776"/>
                  </a:cubicBezTo>
                  <a:cubicBezTo>
                    <a:pt x="12057" y="15307"/>
                    <a:pt x="12779" y="16392"/>
                    <a:pt x="12779" y="18200"/>
                  </a:cubicBezTo>
                  <a:cubicBezTo>
                    <a:pt x="12779" y="22177"/>
                    <a:pt x="8446" y="26155"/>
                    <a:pt x="141" y="30133"/>
                  </a:cubicBezTo>
                  <a:close/>
                </a:path>
              </a:pathLst>
            </a:custGeom>
            <a:solidFill>
              <a:srgbClr val="000000"/>
            </a:solidFill>
            <a:ln w="23090" cap="flat">
              <a:noFill/>
              <a:prstDash val="solid"/>
              <a:miter/>
            </a:ln>
          </p:spPr>
          <p:txBody>
            <a:bodyPr rtlCol="0" anchor="ctr"/>
            <a:lstStyle/>
            <a:p>
              <a:endParaRPr lang="zh-CN" altLang="en-US"/>
            </a:p>
          </p:txBody>
        </p:sp>
        <p:sp>
          <p:nvSpPr>
            <p:cNvPr id="37" name="任意多边形: 形状 36"/>
            <p:cNvSpPr/>
            <p:nvPr/>
          </p:nvSpPr>
          <p:spPr>
            <a:xfrm>
              <a:off x="5936316" y="5349114"/>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 name="任意多边形: 形状 37"/>
            <p:cNvSpPr/>
            <p:nvPr/>
          </p:nvSpPr>
          <p:spPr>
            <a:xfrm>
              <a:off x="5983258" y="5260883"/>
              <a:ext cx="39720" cy="90400"/>
            </a:xfrm>
            <a:custGeom>
              <a:avLst/>
              <a:gdLst>
                <a:gd name="connsiteX0" fmla="*/ 27948 w 39720"/>
                <a:gd name="connsiteY0" fmla="*/ 22901 h 90400"/>
                <a:gd name="connsiteX1" fmla="*/ 38420 w 39720"/>
                <a:gd name="connsiteY1" fmla="*/ 22901 h 90400"/>
                <a:gd name="connsiteX2" fmla="*/ 39864 w 39720"/>
                <a:gd name="connsiteY2" fmla="*/ 17838 h 90400"/>
                <a:gd name="connsiteX3" fmla="*/ 29393 w 39720"/>
                <a:gd name="connsiteY3" fmla="*/ 17838 h 90400"/>
                <a:gd name="connsiteX4" fmla="*/ 34448 w 39720"/>
                <a:gd name="connsiteY4" fmla="*/ 120 h 90400"/>
                <a:gd name="connsiteX5" fmla="*/ 30837 w 39720"/>
                <a:gd name="connsiteY5" fmla="*/ 120 h 90400"/>
                <a:gd name="connsiteX6" fmla="*/ 6282 w 39720"/>
                <a:gd name="connsiteY6" fmla="*/ 17838 h 90400"/>
                <a:gd name="connsiteX7" fmla="*/ 5199 w 39720"/>
                <a:gd name="connsiteY7" fmla="*/ 22901 h 90400"/>
                <a:gd name="connsiteX8" fmla="*/ 16393 w 39720"/>
                <a:gd name="connsiteY8" fmla="*/ 22901 h 90400"/>
                <a:gd name="connsiteX9" fmla="*/ 2310 w 39720"/>
                <a:gd name="connsiteY9" fmla="*/ 71717 h 90400"/>
                <a:gd name="connsiteX10" fmla="*/ 144 w 39720"/>
                <a:gd name="connsiteY10" fmla="*/ 82565 h 90400"/>
                <a:gd name="connsiteX11" fmla="*/ 8088 w 39720"/>
                <a:gd name="connsiteY11" fmla="*/ 90521 h 90400"/>
                <a:gd name="connsiteX12" fmla="*/ 28670 w 39720"/>
                <a:gd name="connsiteY12" fmla="*/ 73887 h 90400"/>
                <a:gd name="connsiteX13" fmla="*/ 26865 w 39720"/>
                <a:gd name="connsiteY13" fmla="*/ 71717 h 90400"/>
                <a:gd name="connsiteX14" fmla="*/ 14588 w 39720"/>
                <a:gd name="connsiteY14" fmla="*/ 82565 h 90400"/>
                <a:gd name="connsiteX15" fmla="*/ 12060 w 39720"/>
                <a:gd name="connsiteY15" fmla="*/ 80396 h 90400"/>
                <a:gd name="connsiteX16" fmla="*/ 13865 w 39720"/>
                <a:gd name="connsiteY16" fmla="*/ 72802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7948" y="22901"/>
                  </a:moveTo>
                  <a:lnTo>
                    <a:pt x="38420" y="22901"/>
                  </a:lnTo>
                  <a:lnTo>
                    <a:pt x="39864" y="17838"/>
                  </a:lnTo>
                  <a:lnTo>
                    <a:pt x="29393" y="17838"/>
                  </a:lnTo>
                  <a:lnTo>
                    <a:pt x="34448" y="120"/>
                  </a:lnTo>
                  <a:lnTo>
                    <a:pt x="30837" y="120"/>
                  </a:lnTo>
                  <a:cubicBezTo>
                    <a:pt x="22171" y="11329"/>
                    <a:pt x="16032" y="15669"/>
                    <a:pt x="6282" y="17838"/>
                  </a:cubicBezTo>
                  <a:lnTo>
                    <a:pt x="5199" y="22901"/>
                  </a:lnTo>
                  <a:lnTo>
                    <a:pt x="16393" y="22901"/>
                  </a:lnTo>
                  <a:lnTo>
                    <a:pt x="2310" y="71717"/>
                  </a:lnTo>
                  <a:cubicBezTo>
                    <a:pt x="1227" y="75695"/>
                    <a:pt x="144" y="80396"/>
                    <a:pt x="144" y="82565"/>
                  </a:cubicBezTo>
                  <a:cubicBezTo>
                    <a:pt x="144" y="87266"/>
                    <a:pt x="3394" y="90521"/>
                    <a:pt x="8088" y="90521"/>
                  </a:cubicBezTo>
                  <a:cubicBezTo>
                    <a:pt x="14227" y="90521"/>
                    <a:pt x="20726" y="85097"/>
                    <a:pt x="28670" y="73887"/>
                  </a:cubicBezTo>
                  <a:lnTo>
                    <a:pt x="26865" y="71717"/>
                  </a:lnTo>
                  <a:cubicBezTo>
                    <a:pt x="21810" y="78226"/>
                    <a:pt x="17115" y="82565"/>
                    <a:pt x="14588" y="82565"/>
                  </a:cubicBezTo>
                  <a:cubicBezTo>
                    <a:pt x="13504" y="82565"/>
                    <a:pt x="12060" y="81481"/>
                    <a:pt x="12060" y="80396"/>
                  </a:cubicBezTo>
                  <a:cubicBezTo>
                    <a:pt x="12060" y="79311"/>
                    <a:pt x="12060" y="79311"/>
                    <a:pt x="13865" y="72802"/>
                  </a:cubicBezTo>
                  <a:close/>
                </a:path>
              </a:pathLst>
            </a:custGeom>
            <a:solidFill>
              <a:srgbClr val="000000"/>
            </a:solidFill>
            <a:ln w="23090" cap="flat">
              <a:noFill/>
              <a:prstDash val="solid"/>
              <a:miter/>
            </a:ln>
          </p:spPr>
          <p:txBody>
            <a:bodyPr rtlCol="0" anchor="ctr"/>
            <a:lstStyle/>
            <a:p>
              <a:endParaRPr lang="zh-CN" altLang="en-US"/>
            </a:p>
          </p:txBody>
        </p:sp>
        <p:sp>
          <p:nvSpPr>
            <p:cNvPr id="39" name="任意多边形: 形状 38"/>
            <p:cNvSpPr/>
            <p:nvPr/>
          </p:nvSpPr>
          <p:spPr>
            <a:xfrm>
              <a:off x="6025530" y="5249312"/>
              <a:ext cx="36831" cy="102333"/>
            </a:xfrm>
            <a:custGeom>
              <a:avLst/>
              <a:gdLst>
                <a:gd name="connsiteX0" fmla="*/ 26506 w 36831"/>
                <a:gd name="connsiteY0" fmla="*/ 82927 h 102333"/>
                <a:gd name="connsiteX1" fmla="*/ 14951 w 36831"/>
                <a:gd name="connsiteY1" fmla="*/ 93775 h 102333"/>
                <a:gd name="connsiteX2" fmla="*/ 12784 w 36831"/>
                <a:gd name="connsiteY2" fmla="*/ 91605 h 102333"/>
                <a:gd name="connsiteX3" fmla="*/ 13145 w 36831"/>
                <a:gd name="connsiteY3" fmla="*/ 89074 h 102333"/>
                <a:gd name="connsiteX4" fmla="*/ 30839 w 36831"/>
                <a:gd name="connsiteY4" fmla="*/ 27240 h 102333"/>
                <a:gd name="connsiteX5" fmla="*/ 7006 w 36831"/>
                <a:gd name="connsiteY5" fmla="*/ 31218 h 102333"/>
                <a:gd name="connsiteX6" fmla="*/ 6284 w 36831"/>
                <a:gd name="connsiteY6" fmla="*/ 34472 h 102333"/>
                <a:gd name="connsiteX7" fmla="*/ 11340 w 36831"/>
                <a:gd name="connsiteY7" fmla="*/ 33749 h 102333"/>
                <a:gd name="connsiteX8" fmla="*/ 15673 w 36831"/>
                <a:gd name="connsiteY8" fmla="*/ 37726 h 102333"/>
                <a:gd name="connsiteX9" fmla="*/ 14589 w 36831"/>
                <a:gd name="connsiteY9" fmla="*/ 44597 h 102333"/>
                <a:gd name="connsiteX10" fmla="*/ 1229 w 36831"/>
                <a:gd name="connsiteY10" fmla="*/ 90521 h 102333"/>
                <a:gd name="connsiteX11" fmla="*/ 146 w 36831"/>
                <a:gd name="connsiteY11" fmla="*/ 96306 h 102333"/>
                <a:gd name="connsiteX12" fmla="*/ 7006 w 36831"/>
                <a:gd name="connsiteY12" fmla="*/ 102454 h 102333"/>
                <a:gd name="connsiteX13" fmla="*/ 27589 w 36831"/>
                <a:gd name="connsiteY13" fmla="*/ 86543 h 102333"/>
                <a:gd name="connsiteX14" fmla="*/ 29033 w 36831"/>
                <a:gd name="connsiteY14" fmla="*/ 120 h 102333"/>
                <a:gd name="connsiteX15" fmla="*/ 20367 w 36831"/>
                <a:gd name="connsiteY15" fmla="*/ 8075 h 102333"/>
                <a:gd name="connsiteX16" fmla="*/ 28672 w 36831"/>
                <a:gd name="connsiteY16" fmla="*/ 16392 h 102333"/>
                <a:gd name="connsiteX17" fmla="*/ 36978 w 36831"/>
                <a:gd name="connsiteY17" fmla="*/ 8075 h 102333"/>
                <a:gd name="connsiteX18" fmla="*/ 29033 w 36831"/>
                <a:gd name="connsiteY18" fmla="*/ 120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506" y="82927"/>
                  </a:moveTo>
                  <a:cubicBezTo>
                    <a:pt x="22534" y="89074"/>
                    <a:pt x="17478" y="93775"/>
                    <a:pt x="14951" y="93775"/>
                  </a:cubicBezTo>
                  <a:cubicBezTo>
                    <a:pt x="13867" y="93775"/>
                    <a:pt x="12784" y="92690"/>
                    <a:pt x="12784" y="91605"/>
                  </a:cubicBezTo>
                  <a:cubicBezTo>
                    <a:pt x="12784" y="90882"/>
                    <a:pt x="12784" y="90159"/>
                    <a:pt x="13145" y="89074"/>
                  </a:cubicBezTo>
                  <a:lnTo>
                    <a:pt x="30839" y="27240"/>
                  </a:lnTo>
                  <a:cubicBezTo>
                    <a:pt x="22895" y="29409"/>
                    <a:pt x="14228" y="30856"/>
                    <a:pt x="7006" y="31218"/>
                  </a:cubicBezTo>
                  <a:lnTo>
                    <a:pt x="6284" y="34472"/>
                  </a:lnTo>
                  <a:cubicBezTo>
                    <a:pt x="8812" y="34110"/>
                    <a:pt x="10256" y="33749"/>
                    <a:pt x="11340" y="33749"/>
                  </a:cubicBezTo>
                  <a:cubicBezTo>
                    <a:pt x="14589" y="33749"/>
                    <a:pt x="15673" y="34834"/>
                    <a:pt x="15673" y="37726"/>
                  </a:cubicBezTo>
                  <a:cubicBezTo>
                    <a:pt x="15673" y="39173"/>
                    <a:pt x="15312" y="40981"/>
                    <a:pt x="14589" y="44597"/>
                  </a:cubicBezTo>
                  <a:lnTo>
                    <a:pt x="1229" y="90521"/>
                  </a:lnTo>
                  <a:cubicBezTo>
                    <a:pt x="507" y="92690"/>
                    <a:pt x="146" y="94860"/>
                    <a:pt x="146" y="96306"/>
                  </a:cubicBezTo>
                  <a:cubicBezTo>
                    <a:pt x="146" y="99561"/>
                    <a:pt x="3396" y="102454"/>
                    <a:pt x="7006" y="102454"/>
                  </a:cubicBezTo>
                  <a:cubicBezTo>
                    <a:pt x="12062" y="102454"/>
                    <a:pt x="19284" y="96668"/>
                    <a:pt x="27589" y="86543"/>
                  </a:cubicBezTo>
                  <a:close/>
                  <a:moveTo>
                    <a:pt x="29033" y="120"/>
                  </a:moveTo>
                  <a:cubicBezTo>
                    <a:pt x="24339" y="120"/>
                    <a:pt x="20367" y="3736"/>
                    <a:pt x="20367" y="8075"/>
                  </a:cubicBezTo>
                  <a:cubicBezTo>
                    <a:pt x="20367" y="12776"/>
                    <a:pt x="24339" y="16392"/>
                    <a:pt x="28672" y="16392"/>
                  </a:cubicBezTo>
                  <a:cubicBezTo>
                    <a:pt x="33367" y="16392"/>
                    <a:pt x="36978" y="12776"/>
                    <a:pt x="36978" y="8075"/>
                  </a:cubicBezTo>
                  <a:cubicBezTo>
                    <a:pt x="36978" y="3736"/>
                    <a:pt x="33367" y="120"/>
                    <a:pt x="29033" y="120"/>
                  </a:cubicBezTo>
                  <a:close/>
                </a:path>
              </a:pathLst>
            </a:custGeom>
            <a:solidFill>
              <a:srgbClr val="000000"/>
            </a:solidFill>
            <a:ln w="23090" cap="flat">
              <a:noFill/>
              <a:prstDash val="solid"/>
              <a:miter/>
            </a:ln>
          </p:spPr>
          <p:txBody>
            <a:bodyPr rtlCol="0" anchor="ctr"/>
            <a:lstStyle/>
            <a:p>
              <a:endParaRPr lang="zh-CN" altLang="en-US"/>
            </a:p>
          </p:txBody>
        </p:sp>
        <p:sp>
          <p:nvSpPr>
            <p:cNvPr id="40" name="任意多边形: 形状 39"/>
            <p:cNvSpPr/>
            <p:nvPr/>
          </p:nvSpPr>
          <p:spPr>
            <a:xfrm>
              <a:off x="6066894" y="5260883"/>
              <a:ext cx="39720" cy="90400"/>
            </a:xfrm>
            <a:custGeom>
              <a:avLst/>
              <a:gdLst>
                <a:gd name="connsiteX0" fmla="*/ 27952 w 39720"/>
                <a:gd name="connsiteY0" fmla="*/ 22901 h 90400"/>
                <a:gd name="connsiteX1" fmla="*/ 38424 w 39720"/>
                <a:gd name="connsiteY1" fmla="*/ 22901 h 90400"/>
                <a:gd name="connsiteX2" fmla="*/ 39868 w 39720"/>
                <a:gd name="connsiteY2" fmla="*/ 17838 h 90400"/>
                <a:gd name="connsiteX3" fmla="*/ 29396 w 39720"/>
                <a:gd name="connsiteY3" fmla="*/ 17838 h 90400"/>
                <a:gd name="connsiteX4" fmla="*/ 34452 w 39720"/>
                <a:gd name="connsiteY4" fmla="*/ 120 h 90400"/>
                <a:gd name="connsiteX5" fmla="*/ 30841 w 39720"/>
                <a:gd name="connsiteY5" fmla="*/ 120 h 90400"/>
                <a:gd name="connsiteX6" fmla="*/ 6286 w 39720"/>
                <a:gd name="connsiteY6" fmla="*/ 17838 h 90400"/>
                <a:gd name="connsiteX7" fmla="*/ 5203 w 39720"/>
                <a:gd name="connsiteY7" fmla="*/ 22901 h 90400"/>
                <a:gd name="connsiteX8" fmla="*/ 16397 w 39720"/>
                <a:gd name="connsiteY8" fmla="*/ 22901 h 90400"/>
                <a:gd name="connsiteX9" fmla="*/ 2314 w 39720"/>
                <a:gd name="connsiteY9" fmla="*/ 71717 h 90400"/>
                <a:gd name="connsiteX10" fmla="*/ 147 w 39720"/>
                <a:gd name="connsiteY10" fmla="*/ 82565 h 90400"/>
                <a:gd name="connsiteX11" fmla="*/ 8092 w 39720"/>
                <a:gd name="connsiteY11" fmla="*/ 90521 h 90400"/>
                <a:gd name="connsiteX12" fmla="*/ 28674 w 39720"/>
                <a:gd name="connsiteY12" fmla="*/ 73887 h 90400"/>
                <a:gd name="connsiteX13" fmla="*/ 26869 w 39720"/>
                <a:gd name="connsiteY13" fmla="*/ 71717 h 90400"/>
                <a:gd name="connsiteX14" fmla="*/ 14591 w 39720"/>
                <a:gd name="connsiteY14" fmla="*/ 82565 h 90400"/>
                <a:gd name="connsiteX15" fmla="*/ 12064 w 39720"/>
                <a:gd name="connsiteY15" fmla="*/ 80396 h 90400"/>
                <a:gd name="connsiteX16" fmla="*/ 13869 w 39720"/>
                <a:gd name="connsiteY16" fmla="*/ 72802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7952" y="22901"/>
                  </a:moveTo>
                  <a:lnTo>
                    <a:pt x="38424" y="22901"/>
                  </a:lnTo>
                  <a:lnTo>
                    <a:pt x="39868" y="17838"/>
                  </a:lnTo>
                  <a:lnTo>
                    <a:pt x="29396" y="17838"/>
                  </a:lnTo>
                  <a:lnTo>
                    <a:pt x="34452" y="120"/>
                  </a:lnTo>
                  <a:lnTo>
                    <a:pt x="30841" y="120"/>
                  </a:lnTo>
                  <a:cubicBezTo>
                    <a:pt x="22174" y="11329"/>
                    <a:pt x="16036" y="15669"/>
                    <a:pt x="6286" y="17838"/>
                  </a:cubicBezTo>
                  <a:lnTo>
                    <a:pt x="5203" y="22901"/>
                  </a:lnTo>
                  <a:lnTo>
                    <a:pt x="16397" y="22901"/>
                  </a:lnTo>
                  <a:lnTo>
                    <a:pt x="2314" y="71717"/>
                  </a:lnTo>
                  <a:cubicBezTo>
                    <a:pt x="1231" y="75695"/>
                    <a:pt x="147" y="80396"/>
                    <a:pt x="147" y="82565"/>
                  </a:cubicBezTo>
                  <a:cubicBezTo>
                    <a:pt x="147" y="87266"/>
                    <a:pt x="3397" y="90521"/>
                    <a:pt x="8092" y="90521"/>
                  </a:cubicBezTo>
                  <a:cubicBezTo>
                    <a:pt x="14230" y="90521"/>
                    <a:pt x="20730" y="85097"/>
                    <a:pt x="28674" y="73887"/>
                  </a:cubicBezTo>
                  <a:lnTo>
                    <a:pt x="26869" y="71717"/>
                  </a:lnTo>
                  <a:cubicBezTo>
                    <a:pt x="21813" y="78226"/>
                    <a:pt x="17119" y="82565"/>
                    <a:pt x="14591" y="82565"/>
                  </a:cubicBezTo>
                  <a:cubicBezTo>
                    <a:pt x="13508" y="82565"/>
                    <a:pt x="12064" y="81481"/>
                    <a:pt x="12064" y="80396"/>
                  </a:cubicBezTo>
                  <a:cubicBezTo>
                    <a:pt x="12064" y="79311"/>
                    <a:pt x="12064" y="79311"/>
                    <a:pt x="13869" y="72802"/>
                  </a:cubicBezTo>
                  <a:close/>
                </a:path>
              </a:pathLst>
            </a:custGeom>
            <a:solidFill>
              <a:srgbClr val="000000"/>
            </a:solidFill>
            <a:ln w="23090" cap="flat">
              <a:noFill/>
              <a:prstDash val="solid"/>
              <a:miter/>
            </a:ln>
          </p:spPr>
          <p:txBody>
            <a:bodyPr rtlCol="0" anchor="ctr"/>
            <a:lstStyle/>
            <a:p>
              <a:endParaRPr lang="zh-CN" altLang="en-US"/>
            </a:p>
          </p:txBody>
        </p:sp>
        <p:sp>
          <p:nvSpPr>
            <p:cNvPr id="41" name="任意多边形: 形状 40"/>
            <p:cNvSpPr/>
            <p:nvPr/>
          </p:nvSpPr>
          <p:spPr>
            <a:xfrm>
              <a:off x="6108804" y="5240272"/>
              <a:ext cx="41164" cy="111012"/>
            </a:xfrm>
            <a:custGeom>
              <a:avLst/>
              <a:gdLst>
                <a:gd name="connsiteX0" fmla="*/ 25787 w 41164"/>
                <a:gd name="connsiteY0" fmla="*/ 93775 h 111012"/>
                <a:gd name="connsiteX1" fmla="*/ 14593 w 41164"/>
                <a:gd name="connsiteY1" fmla="*/ 103177 h 111012"/>
                <a:gd name="connsiteX2" fmla="*/ 12427 w 41164"/>
                <a:gd name="connsiteY2" fmla="*/ 101007 h 111012"/>
                <a:gd name="connsiteX3" fmla="*/ 12788 w 41164"/>
                <a:gd name="connsiteY3" fmla="*/ 99199 h 111012"/>
                <a:gd name="connsiteX4" fmla="*/ 41314 w 41164"/>
                <a:gd name="connsiteY4" fmla="*/ 120 h 111012"/>
                <a:gd name="connsiteX5" fmla="*/ 19287 w 41164"/>
                <a:gd name="connsiteY5" fmla="*/ 3374 h 111012"/>
                <a:gd name="connsiteX6" fmla="*/ 18565 w 41164"/>
                <a:gd name="connsiteY6" fmla="*/ 6267 h 111012"/>
                <a:gd name="connsiteX7" fmla="*/ 20010 w 41164"/>
                <a:gd name="connsiteY7" fmla="*/ 6267 h 111012"/>
                <a:gd name="connsiteX8" fmla="*/ 22898 w 41164"/>
                <a:gd name="connsiteY8" fmla="*/ 5905 h 111012"/>
                <a:gd name="connsiteX9" fmla="*/ 26509 w 41164"/>
                <a:gd name="connsiteY9" fmla="*/ 9160 h 111012"/>
                <a:gd name="connsiteX10" fmla="*/ 25787 w 41164"/>
                <a:gd name="connsiteY10" fmla="*/ 13861 h 111012"/>
                <a:gd name="connsiteX11" fmla="*/ 1233 w 41164"/>
                <a:gd name="connsiteY11" fmla="*/ 99199 h 111012"/>
                <a:gd name="connsiteX12" fmla="*/ 149 w 41164"/>
                <a:gd name="connsiteY12" fmla="*/ 104262 h 111012"/>
                <a:gd name="connsiteX13" fmla="*/ 7010 w 41164"/>
                <a:gd name="connsiteY13" fmla="*/ 111132 h 111012"/>
                <a:gd name="connsiteX14" fmla="*/ 27593 w 41164"/>
                <a:gd name="connsiteY14" fmla="*/ 95945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787" y="93775"/>
                  </a:moveTo>
                  <a:cubicBezTo>
                    <a:pt x="18565" y="102454"/>
                    <a:pt x="17121" y="103177"/>
                    <a:pt x="14593" y="103177"/>
                  </a:cubicBezTo>
                  <a:cubicBezTo>
                    <a:pt x="13510" y="103177"/>
                    <a:pt x="12427" y="102454"/>
                    <a:pt x="12427" y="101007"/>
                  </a:cubicBezTo>
                  <a:cubicBezTo>
                    <a:pt x="12427" y="100646"/>
                    <a:pt x="12788" y="99922"/>
                    <a:pt x="12788" y="99199"/>
                  </a:cubicBezTo>
                  <a:lnTo>
                    <a:pt x="41314" y="120"/>
                  </a:lnTo>
                  <a:cubicBezTo>
                    <a:pt x="31204" y="1928"/>
                    <a:pt x="29759" y="2289"/>
                    <a:pt x="19287" y="3374"/>
                  </a:cubicBezTo>
                  <a:lnTo>
                    <a:pt x="18565" y="6267"/>
                  </a:lnTo>
                  <a:lnTo>
                    <a:pt x="20010" y="6267"/>
                  </a:lnTo>
                  <a:cubicBezTo>
                    <a:pt x="21454" y="6267"/>
                    <a:pt x="22176" y="5905"/>
                    <a:pt x="22898" y="5905"/>
                  </a:cubicBezTo>
                  <a:cubicBezTo>
                    <a:pt x="24704" y="5905"/>
                    <a:pt x="26509" y="7352"/>
                    <a:pt x="26509" y="9160"/>
                  </a:cubicBezTo>
                  <a:cubicBezTo>
                    <a:pt x="26509" y="9883"/>
                    <a:pt x="26148" y="11329"/>
                    <a:pt x="25787" y="13861"/>
                  </a:cubicBezTo>
                  <a:lnTo>
                    <a:pt x="1233" y="99199"/>
                  </a:lnTo>
                  <a:cubicBezTo>
                    <a:pt x="149" y="102454"/>
                    <a:pt x="149" y="103177"/>
                    <a:pt x="149" y="104262"/>
                  </a:cubicBezTo>
                  <a:cubicBezTo>
                    <a:pt x="149" y="108239"/>
                    <a:pt x="3038" y="111132"/>
                    <a:pt x="7010" y="111132"/>
                  </a:cubicBezTo>
                  <a:cubicBezTo>
                    <a:pt x="13149" y="111132"/>
                    <a:pt x="17482" y="107878"/>
                    <a:pt x="27593" y="95945"/>
                  </a:cubicBezTo>
                  <a:close/>
                </a:path>
              </a:pathLst>
            </a:custGeom>
            <a:solidFill>
              <a:srgbClr val="000000"/>
            </a:solidFill>
            <a:ln w="23090" cap="flat">
              <a:noFill/>
              <a:prstDash val="solid"/>
              <a:miter/>
            </a:ln>
          </p:spPr>
          <p:txBody>
            <a:bodyPr rtlCol="0" anchor="ctr"/>
            <a:lstStyle/>
            <a:p>
              <a:endParaRPr lang="zh-CN" altLang="en-US"/>
            </a:p>
          </p:txBody>
        </p:sp>
        <p:sp>
          <p:nvSpPr>
            <p:cNvPr id="42" name="任意多边形: 形状 41"/>
            <p:cNvSpPr/>
            <p:nvPr/>
          </p:nvSpPr>
          <p:spPr>
            <a:xfrm>
              <a:off x="6147840" y="5276794"/>
              <a:ext cx="59580" cy="74490"/>
            </a:xfrm>
            <a:custGeom>
              <a:avLst/>
              <a:gdLst>
                <a:gd name="connsiteX0" fmla="*/ 49260 w 59580"/>
                <a:gd name="connsiteY0" fmla="*/ 55445 h 74490"/>
                <a:gd name="connsiteX1" fmla="*/ 28317 w 59580"/>
                <a:gd name="connsiteY1" fmla="*/ 66293 h 74490"/>
                <a:gd name="connsiteX2" fmla="*/ 13150 w 59580"/>
                <a:gd name="connsiteY2" fmla="*/ 49659 h 74490"/>
                <a:gd name="connsiteX3" fmla="*/ 13873 w 59580"/>
                <a:gd name="connsiteY3" fmla="*/ 41343 h 74490"/>
                <a:gd name="connsiteX4" fmla="*/ 41316 w 59580"/>
                <a:gd name="connsiteY4" fmla="*/ 35557 h 74490"/>
                <a:gd name="connsiteX5" fmla="*/ 59732 w 59580"/>
                <a:gd name="connsiteY5" fmla="*/ 12052 h 74490"/>
                <a:gd name="connsiteX6" fmla="*/ 44566 w 59580"/>
                <a:gd name="connsiteY6" fmla="*/ 120 h 74490"/>
                <a:gd name="connsiteX7" fmla="*/ 151 w 59580"/>
                <a:gd name="connsiteY7" fmla="*/ 50383 h 74490"/>
                <a:gd name="connsiteX8" fmla="*/ 21456 w 59580"/>
                <a:gd name="connsiteY8" fmla="*/ 74610 h 74490"/>
                <a:gd name="connsiteX9" fmla="*/ 52510 w 59580"/>
                <a:gd name="connsiteY9" fmla="*/ 57615 h 74490"/>
                <a:gd name="connsiteX10" fmla="*/ 14956 w 59580"/>
                <a:gd name="connsiteY10" fmla="*/ 37003 h 74490"/>
                <a:gd name="connsiteX11" fmla="*/ 41677 w 59580"/>
                <a:gd name="connsiteY11" fmla="*/ 4820 h 74490"/>
                <a:gd name="connsiteX12" fmla="*/ 48177 w 59580"/>
                <a:gd name="connsiteY12" fmla="*/ 11691 h 74490"/>
                <a:gd name="connsiteX13" fmla="*/ 42399 w 59580"/>
                <a:gd name="connsiteY13" fmla="*/ 25432 h 74490"/>
                <a:gd name="connsiteX14" fmla="*/ 21456 w 59580"/>
                <a:gd name="connsiteY14" fmla="*/ 36642 h 74490"/>
                <a:gd name="connsiteX15" fmla="*/ 14956 w 59580"/>
                <a:gd name="connsiteY15" fmla="*/ 37003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260" y="55445"/>
                  </a:moveTo>
                  <a:cubicBezTo>
                    <a:pt x="42399" y="63039"/>
                    <a:pt x="35539" y="66293"/>
                    <a:pt x="28317" y="66293"/>
                  </a:cubicBezTo>
                  <a:cubicBezTo>
                    <a:pt x="19650" y="66293"/>
                    <a:pt x="13150" y="59423"/>
                    <a:pt x="13150" y="49659"/>
                  </a:cubicBezTo>
                  <a:cubicBezTo>
                    <a:pt x="13150" y="47128"/>
                    <a:pt x="13512" y="44235"/>
                    <a:pt x="13873" y="41343"/>
                  </a:cubicBezTo>
                  <a:cubicBezTo>
                    <a:pt x="26511" y="40619"/>
                    <a:pt x="33733" y="39173"/>
                    <a:pt x="41316" y="35557"/>
                  </a:cubicBezTo>
                  <a:cubicBezTo>
                    <a:pt x="52510" y="30494"/>
                    <a:pt x="59732" y="21093"/>
                    <a:pt x="59732" y="12052"/>
                  </a:cubicBezTo>
                  <a:cubicBezTo>
                    <a:pt x="59732" y="5182"/>
                    <a:pt x="53232" y="120"/>
                    <a:pt x="44566" y="120"/>
                  </a:cubicBezTo>
                  <a:cubicBezTo>
                    <a:pt x="22900" y="120"/>
                    <a:pt x="151" y="26155"/>
                    <a:pt x="151" y="50383"/>
                  </a:cubicBezTo>
                  <a:cubicBezTo>
                    <a:pt x="151" y="64847"/>
                    <a:pt x="8817" y="74610"/>
                    <a:pt x="21456" y="74610"/>
                  </a:cubicBezTo>
                  <a:cubicBezTo>
                    <a:pt x="31566" y="74610"/>
                    <a:pt x="40233" y="69548"/>
                    <a:pt x="52510" y="57615"/>
                  </a:cubicBezTo>
                  <a:close/>
                  <a:moveTo>
                    <a:pt x="14956" y="37003"/>
                  </a:moveTo>
                  <a:cubicBezTo>
                    <a:pt x="20373" y="18561"/>
                    <a:pt x="31928" y="4820"/>
                    <a:pt x="41677" y="4820"/>
                  </a:cubicBezTo>
                  <a:cubicBezTo>
                    <a:pt x="45288" y="4820"/>
                    <a:pt x="48177" y="7713"/>
                    <a:pt x="48177" y="11691"/>
                  </a:cubicBezTo>
                  <a:cubicBezTo>
                    <a:pt x="48177" y="16030"/>
                    <a:pt x="46010" y="21093"/>
                    <a:pt x="42399" y="25432"/>
                  </a:cubicBezTo>
                  <a:cubicBezTo>
                    <a:pt x="36983" y="31218"/>
                    <a:pt x="30122" y="35195"/>
                    <a:pt x="21456" y="36642"/>
                  </a:cubicBezTo>
                  <a:cubicBezTo>
                    <a:pt x="20011" y="36642"/>
                    <a:pt x="17845" y="37003"/>
                    <a:pt x="14956" y="37003"/>
                  </a:cubicBezTo>
                  <a:close/>
                </a:path>
              </a:pathLst>
            </a:custGeom>
            <a:solidFill>
              <a:srgbClr val="000000"/>
            </a:solidFill>
            <a:ln w="23090" cap="flat">
              <a:noFill/>
              <a:prstDash val="solid"/>
              <a:miter/>
            </a:ln>
          </p:spPr>
          <p:txBody>
            <a:bodyPr rtlCol="0" anchor="ctr"/>
            <a:lstStyle/>
            <a:p>
              <a:endParaRPr lang="zh-CN" altLang="en-US"/>
            </a:p>
          </p:txBody>
        </p:sp>
      </p:grpSp>
      <p:grpSp>
        <p:nvGrpSpPr>
          <p:cNvPr id="43" name="Graphic 2"/>
          <p:cNvGrpSpPr/>
          <p:nvPr/>
        </p:nvGrpSpPr>
        <p:grpSpPr>
          <a:xfrm>
            <a:off x="7406755" y="2410531"/>
            <a:ext cx="1867798" cy="117126"/>
            <a:chOff x="2731897" y="3673296"/>
            <a:chExt cx="1442217" cy="99802"/>
          </a:xfrm>
        </p:grpSpPr>
        <p:sp>
          <p:nvSpPr>
            <p:cNvPr id="44" name="任意多边形: 形状 43"/>
            <p:cNvSpPr/>
            <p:nvPr/>
          </p:nvSpPr>
          <p:spPr>
            <a:xfrm>
              <a:off x="273189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5" name="任意多边形: 形状 44"/>
            <p:cNvSpPr/>
            <p:nvPr/>
          </p:nvSpPr>
          <p:spPr>
            <a:xfrm>
              <a:off x="277234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6" name="任意多边形: 形状 45"/>
            <p:cNvSpPr/>
            <p:nvPr/>
          </p:nvSpPr>
          <p:spPr>
            <a:xfrm>
              <a:off x="281278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7" name="任意多边形: 形状 46"/>
            <p:cNvSpPr/>
            <p:nvPr/>
          </p:nvSpPr>
          <p:spPr>
            <a:xfrm>
              <a:off x="285322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8" name="任意多边形: 形状 47"/>
            <p:cNvSpPr/>
            <p:nvPr/>
          </p:nvSpPr>
          <p:spPr>
            <a:xfrm>
              <a:off x="289366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9" name="任意多边形: 形状 48"/>
            <p:cNvSpPr/>
            <p:nvPr/>
          </p:nvSpPr>
          <p:spPr>
            <a:xfrm>
              <a:off x="2934111"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0" name="任意多边形: 形状 49"/>
            <p:cNvSpPr/>
            <p:nvPr/>
          </p:nvSpPr>
          <p:spPr>
            <a:xfrm>
              <a:off x="297455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1" name="任意多边形: 形状 50"/>
            <p:cNvSpPr/>
            <p:nvPr/>
          </p:nvSpPr>
          <p:spPr>
            <a:xfrm>
              <a:off x="301499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2" name="任意多边形: 形状 51"/>
            <p:cNvSpPr/>
            <p:nvPr/>
          </p:nvSpPr>
          <p:spPr>
            <a:xfrm>
              <a:off x="3055439"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3" name="任意多边形: 形状 52"/>
            <p:cNvSpPr/>
            <p:nvPr/>
          </p:nvSpPr>
          <p:spPr>
            <a:xfrm>
              <a:off x="3095882"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4" name="任意多边形: 形状 53"/>
            <p:cNvSpPr/>
            <p:nvPr/>
          </p:nvSpPr>
          <p:spPr>
            <a:xfrm>
              <a:off x="313632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5" name="任意多边形: 形状 54"/>
            <p:cNvSpPr/>
            <p:nvPr/>
          </p:nvSpPr>
          <p:spPr>
            <a:xfrm>
              <a:off x="317676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6" name="任意多边形: 形状 55"/>
            <p:cNvSpPr/>
            <p:nvPr/>
          </p:nvSpPr>
          <p:spPr>
            <a:xfrm>
              <a:off x="321721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7" name="任意多边形: 形状 56"/>
            <p:cNvSpPr/>
            <p:nvPr/>
          </p:nvSpPr>
          <p:spPr>
            <a:xfrm>
              <a:off x="325765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8" name="任意多边形: 形状 57"/>
            <p:cNvSpPr/>
            <p:nvPr/>
          </p:nvSpPr>
          <p:spPr>
            <a:xfrm>
              <a:off x="329809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59" name="任意多边形: 形状 58"/>
            <p:cNvSpPr/>
            <p:nvPr/>
          </p:nvSpPr>
          <p:spPr>
            <a:xfrm>
              <a:off x="3338539"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0" name="任意多边形: 形状 59"/>
            <p:cNvSpPr/>
            <p:nvPr/>
          </p:nvSpPr>
          <p:spPr>
            <a:xfrm>
              <a:off x="3378982"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1" name="任意多边形: 形状 60"/>
            <p:cNvSpPr/>
            <p:nvPr/>
          </p:nvSpPr>
          <p:spPr>
            <a:xfrm>
              <a:off x="341942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2" name="任意多边形: 形状 61"/>
            <p:cNvSpPr/>
            <p:nvPr/>
          </p:nvSpPr>
          <p:spPr>
            <a:xfrm>
              <a:off x="345986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3" name="任意多边形: 形状 62"/>
            <p:cNvSpPr/>
            <p:nvPr/>
          </p:nvSpPr>
          <p:spPr>
            <a:xfrm>
              <a:off x="350031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4" name="任意多边形: 形状 63"/>
            <p:cNvSpPr/>
            <p:nvPr/>
          </p:nvSpPr>
          <p:spPr>
            <a:xfrm>
              <a:off x="354075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5" name="任意多边形: 形状 64"/>
            <p:cNvSpPr/>
            <p:nvPr/>
          </p:nvSpPr>
          <p:spPr>
            <a:xfrm>
              <a:off x="358119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6" name="任意多边形: 形状 65"/>
            <p:cNvSpPr/>
            <p:nvPr/>
          </p:nvSpPr>
          <p:spPr>
            <a:xfrm>
              <a:off x="362163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7" name="任意多边形: 形状 66"/>
            <p:cNvSpPr/>
            <p:nvPr/>
          </p:nvSpPr>
          <p:spPr>
            <a:xfrm>
              <a:off x="3662081"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8" name="任意多边形: 形状 67"/>
            <p:cNvSpPr/>
            <p:nvPr/>
          </p:nvSpPr>
          <p:spPr>
            <a:xfrm>
              <a:off x="370252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69" name="任意多边形: 形状 68"/>
            <p:cNvSpPr/>
            <p:nvPr/>
          </p:nvSpPr>
          <p:spPr>
            <a:xfrm>
              <a:off x="374296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0" name="任意多边形: 形状 69"/>
            <p:cNvSpPr/>
            <p:nvPr/>
          </p:nvSpPr>
          <p:spPr>
            <a:xfrm>
              <a:off x="3783409"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1" name="任意多边形: 形状 70"/>
            <p:cNvSpPr/>
            <p:nvPr/>
          </p:nvSpPr>
          <p:spPr>
            <a:xfrm>
              <a:off x="3823852"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2" name="任意多边形: 形状 71"/>
            <p:cNvSpPr/>
            <p:nvPr/>
          </p:nvSpPr>
          <p:spPr>
            <a:xfrm>
              <a:off x="386429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3" name="任意多边形: 形状 72"/>
            <p:cNvSpPr/>
            <p:nvPr/>
          </p:nvSpPr>
          <p:spPr>
            <a:xfrm>
              <a:off x="390473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4" name="任意多边形: 形状 73"/>
            <p:cNvSpPr/>
            <p:nvPr/>
          </p:nvSpPr>
          <p:spPr>
            <a:xfrm>
              <a:off x="394518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5" name="任意多边形: 形状 74"/>
            <p:cNvSpPr/>
            <p:nvPr/>
          </p:nvSpPr>
          <p:spPr>
            <a:xfrm>
              <a:off x="398562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6" name="任意多边形: 形状 75"/>
            <p:cNvSpPr/>
            <p:nvPr/>
          </p:nvSpPr>
          <p:spPr>
            <a:xfrm>
              <a:off x="402606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7" name="任意多边形: 形状 76"/>
            <p:cNvSpPr/>
            <p:nvPr/>
          </p:nvSpPr>
          <p:spPr>
            <a:xfrm>
              <a:off x="406650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78" name="任意多边形: 形状 77"/>
            <p:cNvSpPr/>
            <p:nvPr/>
          </p:nvSpPr>
          <p:spPr>
            <a:xfrm>
              <a:off x="4096841" y="3673296"/>
              <a:ext cx="77274" cy="99802"/>
            </a:xfrm>
            <a:custGeom>
              <a:avLst/>
              <a:gdLst>
                <a:gd name="connsiteX0" fmla="*/ 40867 w 77274"/>
                <a:gd name="connsiteY0" fmla="*/ 10175 h 99802"/>
                <a:gd name="connsiteX1" fmla="*/ 37256 w 77274"/>
                <a:gd name="connsiteY1" fmla="*/ 50 h 99802"/>
                <a:gd name="connsiteX2" fmla="*/ 15590 w 77274"/>
                <a:gd name="connsiteY2" fmla="*/ 5113 h 99802"/>
                <a:gd name="connsiteX3" fmla="*/ 14868 w 77274"/>
                <a:gd name="connsiteY3" fmla="*/ 7644 h 99802"/>
                <a:gd name="connsiteX4" fmla="*/ 19562 w 77274"/>
                <a:gd name="connsiteY4" fmla="*/ 6921 h 99802"/>
                <a:gd name="connsiteX5" fmla="*/ 30034 w 77274"/>
                <a:gd name="connsiteY5" fmla="*/ 25001 h 99802"/>
                <a:gd name="connsiteX6" fmla="*/ 33284 w 77274"/>
                <a:gd name="connsiteY6" fmla="*/ 73818 h 99802"/>
                <a:gd name="connsiteX7" fmla="*/ 13423 w 77274"/>
                <a:gd name="connsiteY7" fmla="*/ 91536 h 99802"/>
                <a:gd name="connsiteX8" fmla="*/ 12701 w 77274"/>
                <a:gd name="connsiteY8" fmla="*/ 90090 h 99802"/>
                <a:gd name="connsiteX9" fmla="*/ 7646 w 77274"/>
                <a:gd name="connsiteY9" fmla="*/ 86474 h 99802"/>
                <a:gd name="connsiteX10" fmla="*/ 63 w 77274"/>
                <a:gd name="connsiteY10" fmla="*/ 93706 h 99802"/>
                <a:gd name="connsiteX11" fmla="*/ 6563 w 77274"/>
                <a:gd name="connsiteY11" fmla="*/ 99853 h 99802"/>
                <a:gd name="connsiteX12" fmla="*/ 47728 w 77274"/>
                <a:gd name="connsiteY12" fmla="*/ 61885 h 99802"/>
                <a:gd name="connsiteX13" fmla="*/ 77337 w 77274"/>
                <a:gd name="connsiteY13" fmla="*/ 10899 h 99802"/>
                <a:gd name="connsiteX14" fmla="*/ 69393 w 77274"/>
                <a:gd name="connsiteY14" fmla="*/ 412 h 99802"/>
                <a:gd name="connsiteX15" fmla="*/ 62894 w 77274"/>
                <a:gd name="connsiteY15" fmla="*/ 6921 h 99802"/>
                <a:gd name="connsiteX16" fmla="*/ 67588 w 77274"/>
                <a:gd name="connsiteY16" fmla="*/ 13791 h 99802"/>
                <a:gd name="connsiteX17" fmla="*/ 71199 w 77274"/>
                <a:gd name="connsiteY17" fmla="*/ 17407 h 99802"/>
                <a:gd name="connsiteX18" fmla="*/ 43394 w 77274"/>
                <a:gd name="connsiteY18" fmla="*/ 61523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0867" y="10175"/>
                  </a:moveTo>
                  <a:cubicBezTo>
                    <a:pt x="40145" y="5113"/>
                    <a:pt x="39422" y="2582"/>
                    <a:pt x="37256" y="50"/>
                  </a:cubicBezTo>
                  <a:lnTo>
                    <a:pt x="15590" y="5113"/>
                  </a:lnTo>
                  <a:lnTo>
                    <a:pt x="14868" y="7644"/>
                  </a:lnTo>
                  <a:cubicBezTo>
                    <a:pt x="17034" y="7282"/>
                    <a:pt x="18118" y="6921"/>
                    <a:pt x="19562" y="6921"/>
                  </a:cubicBezTo>
                  <a:cubicBezTo>
                    <a:pt x="26784" y="6921"/>
                    <a:pt x="29312" y="11260"/>
                    <a:pt x="30034" y="25001"/>
                  </a:cubicBezTo>
                  <a:lnTo>
                    <a:pt x="33284" y="73818"/>
                  </a:lnTo>
                  <a:cubicBezTo>
                    <a:pt x="21729" y="87197"/>
                    <a:pt x="16673" y="91536"/>
                    <a:pt x="13423" y="91536"/>
                  </a:cubicBezTo>
                  <a:cubicBezTo>
                    <a:pt x="13062" y="91536"/>
                    <a:pt x="12701" y="91536"/>
                    <a:pt x="12701" y="90090"/>
                  </a:cubicBezTo>
                  <a:cubicBezTo>
                    <a:pt x="12340" y="87920"/>
                    <a:pt x="10174" y="86474"/>
                    <a:pt x="7646" y="86474"/>
                  </a:cubicBezTo>
                  <a:cubicBezTo>
                    <a:pt x="4035" y="86474"/>
                    <a:pt x="63" y="90090"/>
                    <a:pt x="63" y="93706"/>
                  </a:cubicBezTo>
                  <a:cubicBezTo>
                    <a:pt x="63" y="96960"/>
                    <a:pt x="2952" y="99853"/>
                    <a:pt x="6563" y="99853"/>
                  </a:cubicBezTo>
                  <a:cubicBezTo>
                    <a:pt x="14146" y="99853"/>
                    <a:pt x="27145" y="87920"/>
                    <a:pt x="47728" y="61885"/>
                  </a:cubicBezTo>
                  <a:cubicBezTo>
                    <a:pt x="66505" y="38019"/>
                    <a:pt x="77337" y="19216"/>
                    <a:pt x="77337" y="10899"/>
                  </a:cubicBezTo>
                  <a:cubicBezTo>
                    <a:pt x="77337" y="4751"/>
                    <a:pt x="74088" y="412"/>
                    <a:pt x="69393" y="412"/>
                  </a:cubicBezTo>
                  <a:cubicBezTo>
                    <a:pt x="65421" y="412"/>
                    <a:pt x="62894" y="2943"/>
                    <a:pt x="62894" y="6921"/>
                  </a:cubicBezTo>
                  <a:cubicBezTo>
                    <a:pt x="62894" y="9814"/>
                    <a:pt x="64699" y="13068"/>
                    <a:pt x="67588" y="13791"/>
                  </a:cubicBezTo>
                  <a:cubicBezTo>
                    <a:pt x="71199" y="15599"/>
                    <a:pt x="71199" y="15599"/>
                    <a:pt x="71199" y="17407"/>
                  </a:cubicBezTo>
                  <a:cubicBezTo>
                    <a:pt x="71199" y="23193"/>
                    <a:pt x="59283" y="42358"/>
                    <a:pt x="43394" y="61523"/>
                  </a:cubicBezTo>
                  <a:close/>
                </a:path>
              </a:pathLst>
            </a:custGeom>
            <a:solidFill>
              <a:srgbClr val="000000"/>
            </a:solidFill>
            <a:ln w="23090" cap="flat">
              <a:noFill/>
              <a:prstDash val="solid"/>
              <a:miter/>
            </a:ln>
          </p:spPr>
          <p:txBody>
            <a:bodyPr rtlCol="0" anchor="ctr"/>
            <a:lstStyle/>
            <a:p>
              <a:endParaRPr lang="zh-CN" altLang="en-US"/>
            </a:p>
          </p:txBody>
        </p:sp>
      </p:grpSp>
      <p:grpSp>
        <p:nvGrpSpPr>
          <p:cNvPr id="79" name="Graphic 2"/>
          <p:cNvGrpSpPr/>
          <p:nvPr/>
        </p:nvGrpSpPr>
        <p:grpSpPr>
          <a:xfrm>
            <a:off x="7315200" y="3511111"/>
            <a:ext cx="280647" cy="154471"/>
            <a:chOff x="2661203" y="4611089"/>
            <a:chExt cx="216701" cy="131623"/>
          </a:xfrm>
        </p:grpSpPr>
        <p:sp>
          <p:nvSpPr>
            <p:cNvPr id="80" name="任意多边形: 形状 79"/>
            <p:cNvSpPr/>
            <p:nvPr/>
          </p:nvSpPr>
          <p:spPr>
            <a:xfrm>
              <a:off x="2661203" y="4611089"/>
              <a:ext cx="46942" cy="131623"/>
            </a:xfrm>
            <a:custGeom>
              <a:avLst/>
              <a:gdLst>
                <a:gd name="connsiteX0" fmla="*/ 33582 w 46942"/>
                <a:gd name="connsiteY0" fmla="*/ 106767 h 131623"/>
                <a:gd name="connsiteX1" fmla="*/ 19138 w 46942"/>
                <a:gd name="connsiteY1" fmla="*/ 120508 h 131623"/>
                <a:gd name="connsiteX2" fmla="*/ 15888 w 46942"/>
                <a:gd name="connsiteY2" fmla="*/ 117615 h 131623"/>
                <a:gd name="connsiteX3" fmla="*/ 16610 w 46942"/>
                <a:gd name="connsiteY3" fmla="*/ 114722 h 131623"/>
                <a:gd name="connsiteX4" fmla="*/ 38998 w 46942"/>
                <a:gd name="connsiteY4" fmla="*/ 35169 h 131623"/>
                <a:gd name="connsiteX5" fmla="*/ 8666 w 46942"/>
                <a:gd name="connsiteY5" fmla="*/ 40231 h 131623"/>
                <a:gd name="connsiteX6" fmla="*/ 7583 w 46942"/>
                <a:gd name="connsiteY6" fmla="*/ 44209 h 131623"/>
                <a:gd name="connsiteX7" fmla="*/ 14083 w 46942"/>
                <a:gd name="connsiteY7" fmla="*/ 43486 h 131623"/>
                <a:gd name="connsiteX8" fmla="*/ 19860 w 46942"/>
                <a:gd name="connsiteY8" fmla="*/ 48187 h 131623"/>
                <a:gd name="connsiteX9" fmla="*/ 18055 w 46942"/>
                <a:gd name="connsiteY9" fmla="*/ 57227 h 131623"/>
                <a:gd name="connsiteX10" fmla="*/ 1083 w 46942"/>
                <a:gd name="connsiteY10" fmla="*/ 116530 h 131623"/>
                <a:gd name="connsiteX11" fmla="*/ 0 w 46942"/>
                <a:gd name="connsiteY11" fmla="*/ 123762 h 131623"/>
                <a:gd name="connsiteX12" fmla="*/ 8666 w 46942"/>
                <a:gd name="connsiteY12" fmla="*/ 131717 h 131623"/>
                <a:gd name="connsiteX13" fmla="*/ 35026 w 46942"/>
                <a:gd name="connsiteY13" fmla="*/ 111106 h 131623"/>
                <a:gd name="connsiteX14" fmla="*/ 36832 w 46942"/>
                <a:gd name="connsiteY14" fmla="*/ 93 h 131623"/>
                <a:gd name="connsiteX15" fmla="*/ 25999 w 46942"/>
                <a:gd name="connsiteY15" fmla="*/ 10580 h 131623"/>
                <a:gd name="connsiteX16" fmla="*/ 36471 w 46942"/>
                <a:gd name="connsiteY16" fmla="*/ 21066 h 131623"/>
                <a:gd name="connsiteX17" fmla="*/ 46942 w 46942"/>
                <a:gd name="connsiteY17" fmla="*/ 10580 h 131623"/>
                <a:gd name="connsiteX18" fmla="*/ 36832 w 46942"/>
                <a:gd name="connsiteY18" fmla="*/ 93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582" y="106767"/>
                  </a:moveTo>
                  <a:cubicBezTo>
                    <a:pt x="28165" y="114722"/>
                    <a:pt x="22027" y="120508"/>
                    <a:pt x="19138" y="120508"/>
                  </a:cubicBezTo>
                  <a:cubicBezTo>
                    <a:pt x="17333" y="120508"/>
                    <a:pt x="15888" y="119061"/>
                    <a:pt x="15888" y="117615"/>
                  </a:cubicBezTo>
                  <a:cubicBezTo>
                    <a:pt x="15888" y="116892"/>
                    <a:pt x="16249" y="115807"/>
                    <a:pt x="16610" y="114722"/>
                  </a:cubicBezTo>
                  <a:lnTo>
                    <a:pt x="38998" y="35169"/>
                  </a:lnTo>
                  <a:cubicBezTo>
                    <a:pt x="28888" y="37700"/>
                    <a:pt x="17694" y="39870"/>
                    <a:pt x="8666" y="40231"/>
                  </a:cubicBezTo>
                  <a:lnTo>
                    <a:pt x="7583" y="44209"/>
                  </a:lnTo>
                  <a:cubicBezTo>
                    <a:pt x="10833" y="43848"/>
                    <a:pt x="12638" y="43486"/>
                    <a:pt x="14083" y="43486"/>
                  </a:cubicBezTo>
                  <a:cubicBezTo>
                    <a:pt x="18055" y="43486"/>
                    <a:pt x="19860" y="44932"/>
                    <a:pt x="19860" y="48187"/>
                  </a:cubicBezTo>
                  <a:cubicBezTo>
                    <a:pt x="19860" y="50718"/>
                    <a:pt x="19499" y="52526"/>
                    <a:pt x="18055" y="57227"/>
                  </a:cubicBezTo>
                  <a:lnTo>
                    <a:pt x="1083" y="116530"/>
                  </a:lnTo>
                  <a:cubicBezTo>
                    <a:pt x="361" y="119423"/>
                    <a:pt x="0" y="121954"/>
                    <a:pt x="0" y="123762"/>
                  </a:cubicBezTo>
                  <a:cubicBezTo>
                    <a:pt x="0" y="127740"/>
                    <a:pt x="3972" y="131717"/>
                    <a:pt x="8666" y="131717"/>
                  </a:cubicBezTo>
                  <a:cubicBezTo>
                    <a:pt x="15166" y="131717"/>
                    <a:pt x="24194" y="124485"/>
                    <a:pt x="35026" y="111106"/>
                  </a:cubicBezTo>
                  <a:close/>
                  <a:moveTo>
                    <a:pt x="36832" y="93"/>
                  </a:moveTo>
                  <a:cubicBezTo>
                    <a:pt x="30693" y="93"/>
                    <a:pt x="25999" y="4794"/>
                    <a:pt x="25999" y="10580"/>
                  </a:cubicBezTo>
                  <a:cubicBezTo>
                    <a:pt x="25999" y="16366"/>
                    <a:pt x="30693" y="21066"/>
                    <a:pt x="36471" y="21066"/>
                  </a:cubicBezTo>
                  <a:cubicBezTo>
                    <a:pt x="42248" y="21066"/>
                    <a:pt x="46942" y="16366"/>
                    <a:pt x="46942" y="10580"/>
                  </a:cubicBezTo>
                  <a:cubicBezTo>
                    <a:pt x="46942" y="4794"/>
                    <a:pt x="42248" y="93"/>
                    <a:pt x="36832" y="93"/>
                  </a:cubicBezTo>
                  <a:close/>
                </a:path>
              </a:pathLst>
            </a:custGeom>
            <a:solidFill>
              <a:srgbClr val="000000"/>
            </a:solidFill>
            <a:ln w="23090" cap="flat">
              <a:noFill/>
              <a:prstDash val="solid"/>
              <a:miter/>
            </a:ln>
          </p:spPr>
          <p:txBody>
            <a:bodyPr rtlCol="0" anchor="ctr"/>
            <a:lstStyle/>
            <a:p>
              <a:endParaRPr lang="zh-CN" altLang="en-US"/>
            </a:p>
          </p:txBody>
        </p:sp>
        <p:sp>
          <p:nvSpPr>
            <p:cNvPr id="81" name="任意多边形: 形状 80"/>
            <p:cNvSpPr/>
            <p:nvPr/>
          </p:nvSpPr>
          <p:spPr>
            <a:xfrm>
              <a:off x="2710104" y="4646526"/>
              <a:ext cx="88829" cy="95101"/>
            </a:xfrm>
            <a:custGeom>
              <a:avLst/>
              <a:gdLst>
                <a:gd name="connsiteX0" fmla="*/ 42973 w 88829"/>
                <a:gd name="connsiteY0" fmla="*/ 93 h 95101"/>
                <a:gd name="connsiteX1" fmla="*/ 14446 w 88829"/>
                <a:gd name="connsiteY1" fmla="*/ 2986 h 95101"/>
                <a:gd name="connsiteX2" fmla="*/ 13363 w 88829"/>
                <a:gd name="connsiteY2" fmla="*/ 6964 h 95101"/>
                <a:gd name="connsiteX3" fmla="*/ 15529 w 88829"/>
                <a:gd name="connsiteY3" fmla="*/ 6602 h 95101"/>
                <a:gd name="connsiteX4" fmla="*/ 19140 w 88829"/>
                <a:gd name="connsiteY4" fmla="*/ 6241 h 95101"/>
                <a:gd name="connsiteX5" fmla="*/ 24196 w 88829"/>
                <a:gd name="connsiteY5" fmla="*/ 10218 h 95101"/>
                <a:gd name="connsiteX6" fmla="*/ 22029 w 88829"/>
                <a:gd name="connsiteY6" fmla="*/ 19258 h 95101"/>
                <a:gd name="connsiteX7" fmla="*/ 2 w 88829"/>
                <a:gd name="connsiteY7" fmla="*/ 93026 h 95101"/>
                <a:gd name="connsiteX8" fmla="*/ 15168 w 88829"/>
                <a:gd name="connsiteY8" fmla="*/ 93026 h 95101"/>
                <a:gd name="connsiteX9" fmla="*/ 22029 w 88829"/>
                <a:gd name="connsiteY9" fmla="*/ 69160 h 95101"/>
                <a:gd name="connsiteX10" fmla="*/ 41167 w 88829"/>
                <a:gd name="connsiteY10" fmla="*/ 34446 h 95101"/>
                <a:gd name="connsiteX11" fmla="*/ 67166 w 88829"/>
                <a:gd name="connsiteY11" fmla="*/ 12750 h 95101"/>
                <a:gd name="connsiteX12" fmla="*/ 72583 w 88829"/>
                <a:gd name="connsiteY12" fmla="*/ 18535 h 95101"/>
                <a:gd name="connsiteX13" fmla="*/ 70777 w 88829"/>
                <a:gd name="connsiteY13" fmla="*/ 28298 h 95101"/>
                <a:gd name="connsiteX14" fmla="*/ 54528 w 88829"/>
                <a:gd name="connsiteY14" fmla="*/ 80731 h 95101"/>
                <a:gd name="connsiteX15" fmla="*/ 53444 w 88829"/>
                <a:gd name="connsiteY15" fmla="*/ 86878 h 95101"/>
                <a:gd name="connsiteX16" fmla="*/ 62111 w 88829"/>
                <a:gd name="connsiteY16" fmla="*/ 95195 h 95101"/>
                <a:gd name="connsiteX17" fmla="*/ 88832 w 88829"/>
                <a:gd name="connsiteY17" fmla="*/ 75669 h 95101"/>
                <a:gd name="connsiteX18" fmla="*/ 87027 w 88829"/>
                <a:gd name="connsiteY18" fmla="*/ 73499 h 95101"/>
                <a:gd name="connsiteX19" fmla="*/ 72944 w 88829"/>
                <a:gd name="connsiteY19" fmla="*/ 85432 h 95101"/>
                <a:gd name="connsiteX20" fmla="*/ 70055 w 88829"/>
                <a:gd name="connsiteY20" fmla="*/ 82539 h 95101"/>
                <a:gd name="connsiteX21" fmla="*/ 71138 w 88829"/>
                <a:gd name="connsiteY21" fmla="*/ 78200 h 95101"/>
                <a:gd name="connsiteX22" fmla="*/ 85943 w 88829"/>
                <a:gd name="connsiteY22" fmla="*/ 26129 h 95101"/>
                <a:gd name="connsiteX23" fmla="*/ 87749 w 88829"/>
                <a:gd name="connsiteY23" fmla="*/ 14196 h 95101"/>
                <a:gd name="connsiteX24" fmla="*/ 76194 w 88829"/>
                <a:gd name="connsiteY24" fmla="*/ 817 h 95101"/>
                <a:gd name="connsiteX25" fmla="*/ 29251 w 88829"/>
                <a:gd name="connsiteY25" fmla="*/ 4384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2973" y="93"/>
                  </a:moveTo>
                  <a:cubicBezTo>
                    <a:pt x="29973" y="1901"/>
                    <a:pt x="27807" y="1901"/>
                    <a:pt x="14446" y="2986"/>
                  </a:cubicBezTo>
                  <a:lnTo>
                    <a:pt x="13363" y="6964"/>
                  </a:lnTo>
                  <a:lnTo>
                    <a:pt x="15529" y="6602"/>
                  </a:lnTo>
                  <a:cubicBezTo>
                    <a:pt x="16974" y="6241"/>
                    <a:pt x="18418" y="6241"/>
                    <a:pt x="19140" y="6241"/>
                  </a:cubicBezTo>
                  <a:cubicBezTo>
                    <a:pt x="22029" y="6241"/>
                    <a:pt x="24196" y="8410"/>
                    <a:pt x="24196" y="10218"/>
                  </a:cubicBezTo>
                  <a:cubicBezTo>
                    <a:pt x="24196" y="11303"/>
                    <a:pt x="23474" y="14557"/>
                    <a:pt x="22029" y="19258"/>
                  </a:cubicBezTo>
                  <a:lnTo>
                    <a:pt x="2" y="93026"/>
                  </a:lnTo>
                  <a:lnTo>
                    <a:pt x="15168" y="93026"/>
                  </a:lnTo>
                  <a:lnTo>
                    <a:pt x="22029" y="69160"/>
                  </a:lnTo>
                  <a:cubicBezTo>
                    <a:pt x="25279" y="57588"/>
                    <a:pt x="30696" y="47825"/>
                    <a:pt x="41167" y="34446"/>
                  </a:cubicBezTo>
                  <a:cubicBezTo>
                    <a:pt x="53444" y="19258"/>
                    <a:pt x="61028" y="12750"/>
                    <a:pt x="67166" y="12750"/>
                  </a:cubicBezTo>
                  <a:cubicBezTo>
                    <a:pt x="70055" y="12750"/>
                    <a:pt x="72583" y="15281"/>
                    <a:pt x="72583" y="18535"/>
                  </a:cubicBezTo>
                  <a:cubicBezTo>
                    <a:pt x="72583" y="21066"/>
                    <a:pt x="71860" y="25044"/>
                    <a:pt x="70777" y="28298"/>
                  </a:cubicBezTo>
                  <a:lnTo>
                    <a:pt x="54528" y="80731"/>
                  </a:lnTo>
                  <a:cubicBezTo>
                    <a:pt x="53806" y="82901"/>
                    <a:pt x="53444" y="85432"/>
                    <a:pt x="53444" y="86878"/>
                  </a:cubicBezTo>
                  <a:cubicBezTo>
                    <a:pt x="53444" y="91941"/>
                    <a:pt x="57055" y="95195"/>
                    <a:pt x="62111" y="95195"/>
                  </a:cubicBezTo>
                  <a:cubicBezTo>
                    <a:pt x="70055" y="95195"/>
                    <a:pt x="79082" y="88686"/>
                    <a:pt x="88832" y="75669"/>
                  </a:cubicBezTo>
                  <a:lnTo>
                    <a:pt x="87027" y="73499"/>
                  </a:lnTo>
                  <a:cubicBezTo>
                    <a:pt x="81249" y="80731"/>
                    <a:pt x="75832" y="85432"/>
                    <a:pt x="72944" y="85432"/>
                  </a:cubicBezTo>
                  <a:cubicBezTo>
                    <a:pt x="71499" y="85432"/>
                    <a:pt x="70055" y="83986"/>
                    <a:pt x="70055" y="82539"/>
                  </a:cubicBezTo>
                  <a:cubicBezTo>
                    <a:pt x="70055" y="81454"/>
                    <a:pt x="70416" y="80008"/>
                    <a:pt x="71138" y="78200"/>
                  </a:cubicBezTo>
                  <a:lnTo>
                    <a:pt x="85943" y="26129"/>
                  </a:lnTo>
                  <a:cubicBezTo>
                    <a:pt x="87027" y="22151"/>
                    <a:pt x="87749" y="18174"/>
                    <a:pt x="87749" y="14196"/>
                  </a:cubicBezTo>
                  <a:cubicBezTo>
                    <a:pt x="87749" y="5879"/>
                    <a:pt x="83416" y="817"/>
                    <a:pt x="76194" y="817"/>
                  </a:cubicBezTo>
                  <a:cubicBezTo>
                    <a:pt x="63916" y="817"/>
                    <a:pt x="50556" y="13111"/>
                    <a:pt x="29251" y="43848"/>
                  </a:cubicBezTo>
                  <a:close/>
                </a:path>
              </a:pathLst>
            </a:custGeom>
            <a:solidFill>
              <a:srgbClr val="000000"/>
            </a:solidFill>
            <a:ln w="23090" cap="flat">
              <a:noFill/>
              <a:prstDash val="solid"/>
              <a:miter/>
            </a:ln>
          </p:spPr>
          <p:txBody>
            <a:bodyPr rtlCol="0" anchor="ctr"/>
            <a:lstStyle/>
            <a:p>
              <a:endParaRPr lang="zh-CN" altLang="en-US"/>
            </a:p>
          </p:txBody>
        </p:sp>
        <p:sp>
          <p:nvSpPr>
            <p:cNvPr id="82" name="任意多边形: 形状 81"/>
            <p:cNvSpPr/>
            <p:nvPr/>
          </p:nvSpPr>
          <p:spPr>
            <a:xfrm>
              <a:off x="2808213" y="4646526"/>
              <a:ext cx="69691" cy="95463"/>
            </a:xfrm>
            <a:custGeom>
              <a:avLst/>
              <a:gdLst>
                <a:gd name="connsiteX0" fmla="*/ 69698 w 69691"/>
                <a:gd name="connsiteY0" fmla="*/ 817 h 95463"/>
                <a:gd name="connsiteX1" fmla="*/ 66810 w 69691"/>
                <a:gd name="connsiteY1" fmla="*/ 817 h 95463"/>
                <a:gd name="connsiteX2" fmla="*/ 60671 w 69691"/>
                <a:gd name="connsiteY2" fmla="*/ 5517 h 95463"/>
                <a:gd name="connsiteX3" fmla="*/ 57060 w 69691"/>
                <a:gd name="connsiteY3" fmla="*/ 4433 h 95463"/>
                <a:gd name="connsiteX4" fmla="*/ 42255 w 69691"/>
                <a:gd name="connsiteY4" fmla="*/ 93 h 95463"/>
                <a:gd name="connsiteX5" fmla="*/ 19145 w 69691"/>
                <a:gd name="connsiteY5" fmla="*/ 23598 h 95463"/>
                <a:gd name="connsiteX6" fmla="*/ 32867 w 69691"/>
                <a:gd name="connsiteY6" fmla="*/ 51080 h 95463"/>
                <a:gd name="connsiteX7" fmla="*/ 44783 w 69691"/>
                <a:gd name="connsiteY7" fmla="*/ 73499 h 95463"/>
                <a:gd name="connsiteX8" fmla="*/ 27811 w 69691"/>
                <a:gd name="connsiteY8" fmla="*/ 90856 h 95463"/>
                <a:gd name="connsiteX9" fmla="*/ 9034 w 69691"/>
                <a:gd name="connsiteY9" fmla="*/ 63736 h 95463"/>
                <a:gd name="connsiteX10" fmla="*/ 5784 w 69691"/>
                <a:gd name="connsiteY10" fmla="*/ 63736 h 95463"/>
                <a:gd name="connsiteX11" fmla="*/ 7 w 69691"/>
                <a:gd name="connsiteY11" fmla="*/ 95557 h 95463"/>
                <a:gd name="connsiteX12" fmla="*/ 3979 w 69691"/>
                <a:gd name="connsiteY12" fmla="*/ 95557 h 95463"/>
                <a:gd name="connsiteX13" fmla="*/ 9756 w 69691"/>
                <a:gd name="connsiteY13" fmla="*/ 91218 h 95463"/>
                <a:gd name="connsiteX14" fmla="*/ 13728 w 69691"/>
                <a:gd name="connsiteY14" fmla="*/ 92302 h 95463"/>
                <a:gd name="connsiteX15" fmla="*/ 30700 w 69691"/>
                <a:gd name="connsiteY15" fmla="*/ 95557 h 95463"/>
                <a:gd name="connsiteX16" fmla="*/ 58865 w 69691"/>
                <a:gd name="connsiteY16" fmla="*/ 68798 h 95463"/>
                <a:gd name="connsiteX17" fmla="*/ 44060 w 69691"/>
                <a:gd name="connsiteY17" fmla="*/ 39870 h 95463"/>
                <a:gd name="connsiteX18" fmla="*/ 32144 w 69691"/>
                <a:gd name="connsiteY18" fmla="*/ 18174 h 95463"/>
                <a:gd name="connsiteX19" fmla="*/ 44060 w 69691"/>
                <a:gd name="connsiteY19" fmla="*/ 5879 h 95463"/>
                <a:gd name="connsiteX20" fmla="*/ 61393 w 69691"/>
                <a:gd name="connsiteY20" fmla="*/ 26491 h 95463"/>
                <a:gd name="connsiteX21" fmla="*/ 61393 w 69691"/>
                <a:gd name="connsiteY21" fmla="*/ 30830 h 95463"/>
                <a:gd name="connsiteX22" fmla="*/ 64643 w 69691"/>
                <a:gd name="connsiteY22" fmla="*/ 30830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698" y="817"/>
                  </a:moveTo>
                  <a:lnTo>
                    <a:pt x="66810" y="817"/>
                  </a:lnTo>
                  <a:cubicBezTo>
                    <a:pt x="64643" y="4071"/>
                    <a:pt x="62837" y="5517"/>
                    <a:pt x="60671" y="5517"/>
                  </a:cubicBezTo>
                  <a:cubicBezTo>
                    <a:pt x="59949" y="5517"/>
                    <a:pt x="58504" y="5156"/>
                    <a:pt x="57060" y="4433"/>
                  </a:cubicBezTo>
                  <a:cubicBezTo>
                    <a:pt x="52005" y="1540"/>
                    <a:pt x="46949" y="93"/>
                    <a:pt x="42255" y="93"/>
                  </a:cubicBezTo>
                  <a:cubicBezTo>
                    <a:pt x="29617" y="93"/>
                    <a:pt x="19145" y="10580"/>
                    <a:pt x="19145" y="23598"/>
                  </a:cubicBezTo>
                  <a:cubicBezTo>
                    <a:pt x="19145" y="32638"/>
                    <a:pt x="22034" y="38062"/>
                    <a:pt x="32867" y="51080"/>
                  </a:cubicBezTo>
                  <a:cubicBezTo>
                    <a:pt x="41172" y="60843"/>
                    <a:pt x="44783" y="67352"/>
                    <a:pt x="44783" y="73499"/>
                  </a:cubicBezTo>
                  <a:cubicBezTo>
                    <a:pt x="44783" y="82901"/>
                    <a:pt x="36839" y="90856"/>
                    <a:pt x="27811" y="90856"/>
                  </a:cubicBezTo>
                  <a:cubicBezTo>
                    <a:pt x="16978" y="90856"/>
                    <a:pt x="9395" y="80008"/>
                    <a:pt x="9034" y="63736"/>
                  </a:cubicBezTo>
                  <a:lnTo>
                    <a:pt x="5784" y="63736"/>
                  </a:lnTo>
                  <a:lnTo>
                    <a:pt x="7" y="95557"/>
                  </a:lnTo>
                  <a:lnTo>
                    <a:pt x="3979" y="95557"/>
                  </a:lnTo>
                  <a:cubicBezTo>
                    <a:pt x="5423" y="92302"/>
                    <a:pt x="7229" y="91218"/>
                    <a:pt x="9756" y="91218"/>
                  </a:cubicBezTo>
                  <a:cubicBezTo>
                    <a:pt x="10840" y="91218"/>
                    <a:pt x="12284" y="91579"/>
                    <a:pt x="13728" y="92302"/>
                  </a:cubicBezTo>
                  <a:cubicBezTo>
                    <a:pt x="23478" y="95195"/>
                    <a:pt x="25645" y="95557"/>
                    <a:pt x="30700" y="95557"/>
                  </a:cubicBezTo>
                  <a:cubicBezTo>
                    <a:pt x="46227" y="95557"/>
                    <a:pt x="58865" y="83624"/>
                    <a:pt x="58865" y="68798"/>
                  </a:cubicBezTo>
                  <a:cubicBezTo>
                    <a:pt x="58865" y="59758"/>
                    <a:pt x="55255" y="53249"/>
                    <a:pt x="44060" y="39870"/>
                  </a:cubicBezTo>
                  <a:cubicBezTo>
                    <a:pt x="34311" y="28298"/>
                    <a:pt x="32144" y="23959"/>
                    <a:pt x="32144" y="18174"/>
                  </a:cubicBezTo>
                  <a:cubicBezTo>
                    <a:pt x="32144" y="11303"/>
                    <a:pt x="37200" y="5879"/>
                    <a:pt x="44060" y="5879"/>
                  </a:cubicBezTo>
                  <a:cubicBezTo>
                    <a:pt x="53810" y="5879"/>
                    <a:pt x="61393" y="14557"/>
                    <a:pt x="61393" y="26491"/>
                  </a:cubicBezTo>
                  <a:cubicBezTo>
                    <a:pt x="61393" y="27575"/>
                    <a:pt x="61393" y="29022"/>
                    <a:pt x="61393" y="30830"/>
                  </a:cubicBezTo>
                  <a:lnTo>
                    <a:pt x="64643" y="30830"/>
                  </a:lnTo>
                  <a:close/>
                </a:path>
              </a:pathLst>
            </a:custGeom>
            <a:solidFill>
              <a:srgbClr val="000000"/>
            </a:solidFill>
            <a:ln w="23090" cap="flat">
              <a:noFill/>
              <a:prstDash val="solid"/>
              <a:miter/>
            </a:ln>
          </p:spPr>
          <p:txBody>
            <a:bodyPr rtlCol="0" anchor="ctr"/>
            <a:lstStyle/>
            <a:p>
              <a:endParaRPr lang="zh-CN" altLang="en-US"/>
            </a:p>
          </p:txBody>
        </p:sp>
      </p:grpSp>
      <p:grpSp>
        <p:nvGrpSpPr>
          <p:cNvPr id="83" name="Graphic 2"/>
          <p:cNvGrpSpPr/>
          <p:nvPr/>
        </p:nvGrpSpPr>
        <p:grpSpPr>
          <a:xfrm>
            <a:off x="7609072" y="3528511"/>
            <a:ext cx="159642" cy="136223"/>
            <a:chOff x="2888116" y="4625915"/>
            <a:chExt cx="123267" cy="116074"/>
          </a:xfrm>
        </p:grpSpPr>
        <p:sp>
          <p:nvSpPr>
            <p:cNvPr id="84" name="任意多边形: 形状 83"/>
            <p:cNvSpPr/>
            <p:nvPr/>
          </p:nvSpPr>
          <p:spPr>
            <a:xfrm>
              <a:off x="2888116" y="4625915"/>
              <a:ext cx="50914" cy="116074"/>
            </a:xfrm>
            <a:custGeom>
              <a:avLst/>
              <a:gdLst>
                <a:gd name="connsiteX0" fmla="*/ 35397 w 50914"/>
                <a:gd name="connsiteY0" fmla="*/ 29383 h 116074"/>
                <a:gd name="connsiteX1" fmla="*/ 49119 w 50914"/>
                <a:gd name="connsiteY1" fmla="*/ 29383 h 116074"/>
                <a:gd name="connsiteX2" fmla="*/ 50924 w 50914"/>
                <a:gd name="connsiteY2" fmla="*/ 22874 h 116074"/>
                <a:gd name="connsiteX3" fmla="*/ 37203 w 50914"/>
                <a:gd name="connsiteY3" fmla="*/ 22874 h 116074"/>
                <a:gd name="connsiteX4" fmla="*/ 44063 w 50914"/>
                <a:gd name="connsiteY4" fmla="*/ 93 h 116074"/>
                <a:gd name="connsiteX5" fmla="*/ 39008 w 50914"/>
                <a:gd name="connsiteY5" fmla="*/ 93 h 116074"/>
                <a:gd name="connsiteX6" fmla="*/ 7954 w 50914"/>
                <a:gd name="connsiteY6" fmla="*/ 22874 h 116074"/>
                <a:gd name="connsiteX7" fmla="*/ 6148 w 50914"/>
                <a:gd name="connsiteY7" fmla="*/ 29383 h 116074"/>
                <a:gd name="connsiteX8" fmla="*/ 20592 w 50914"/>
                <a:gd name="connsiteY8" fmla="*/ 29383 h 116074"/>
                <a:gd name="connsiteX9" fmla="*/ 2537 w 50914"/>
                <a:gd name="connsiteY9" fmla="*/ 92302 h 116074"/>
                <a:gd name="connsiteX10" fmla="*/ 10 w 50914"/>
                <a:gd name="connsiteY10" fmla="*/ 106043 h 116074"/>
                <a:gd name="connsiteX11" fmla="*/ 10120 w 50914"/>
                <a:gd name="connsiteY11" fmla="*/ 116168 h 116074"/>
                <a:gd name="connsiteX12" fmla="*/ 36119 w 50914"/>
                <a:gd name="connsiteY12" fmla="*/ 95195 h 116074"/>
                <a:gd name="connsiteX13" fmla="*/ 33953 w 50914"/>
                <a:gd name="connsiteY13" fmla="*/ 92302 h 116074"/>
                <a:gd name="connsiteX14" fmla="*/ 18426 w 50914"/>
                <a:gd name="connsiteY14" fmla="*/ 106405 h 116074"/>
                <a:gd name="connsiteX15" fmla="*/ 15176 w 50914"/>
                <a:gd name="connsiteY15" fmla="*/ 103150 h 116074"/>
                <a:gd name="connsiteX16" fmla="*/ 16981 w 50914"/>
                <a:gd name="connsiteY16" fmla="*/ 93749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397" y="29383"/>
                  </a:moveTo>
                  <a:lnTo>
                    <a:pt x="49119" y="29383"/>
                  </a:lnTo>
                  <a:lnTo>
                    <a:pt x="50924" y="22874"/>
                  </a:lnTo>
                  <a:lnTo>
                    <a:pt x="37203" y="22874"/>
                  </a:lnTo>
                  <a:lnTo>
                    <a:pt x="44063" y="93"/>
                  </a:lnTo>
                  <a:lnTo>
                    <a:pt x="39008" y="93"/>
                  </a:lnTo>
                  <a:cubicBezTo>
                    <a:pt x="27814" y="14557"/>
                    <a:pt x="20231" y="20343"/>
                    <a:pt x="7954" y="22874"/>
                  </a:cubicBezTo>
                  <a:lnTo>
                    <a:pt x="6148" y="29383"/>
                  </a:lnTo>
                  <a:lnTo>
                    <a:pt x="20592" y="29383"/>
                  </a:lnTo>
                  <a:lnTo>
                    <a:pt x="2537" y="92302"/>
                  </a:lnTo>
                  <a:cubicBezTo>
                    <a:pt x="732" y="97365"/>
                    <a:pt x="10" y="103150"/>
                    <a:pt x="10" y="106043"/>
                  </a:cubicBezTo>
                  <a:cubicBezTo>
                    <a:pt x="10" y="112191"/>
                    <a:pt x="3982" y="116168"/>
                    <a:pt x="10120" y="116168"/>
                  </a:cubicBezTo>
                  <a:cubicBezTo>
                    <a:pt x="18065" y="116168"/>
                    <a:pt x="26370" y="109659"/>
                    <a:pt x="36119" y="95195"/>
                  </a:cubicBezTo>
                  <a:lnTo>
                    <a:pt x="33953" y="92302"/>
                  </a:lnTo>
                  <a:cubicBezTo>
                    <a:pt x="27814" y="100619"/>
                    <a:pt x="21676" y="106405"/>
                    <a:pt x="18426" y="106405"/>
                  </a:cubicBezTo>
                  <a:cubicBezTo>
                    <a:pt x="16620" y="106405"/>
                    <a:pt x="15176" y="104958"/>
                    <a:pt x="15176" y="103150"/>
                  </a:cubicBezTo>
                  <a:cubicBezTo>
                    <a:pt x="15176" y="102066"/>
                    <a:pt x="15176" y="102066"/>
                    <a:pt x="16981" y="93749"/>
                  </a:cubicBezTo>
                  <a:close/>
                </a:path>
              </a:pathLst>
            </a:custGeom>
            <a:solidFill>
              <a:srgbClr val="000000"/>
            </a:solidFill>
            <a:ln w="23090" cap="flat">
              <a:noFill/>
              <a:prstDash val="solid"/>
              <a:miter/>
            </a:ln>
          </p:spPr>
          <p:txBody>
            <a:bodyPr rtlCol="0" anchor="ctr"/>
            <a:lstStyle/>
            <a:p>
              <a:endParaRPr lang="zh-CN" altLang="en-US"/>
            </a:p>
          </p:txBody>
        </p:sp>
        <p:sp>
          <p:nvSpPr>
            <p:cNvPr id="85" name="任意多边形: 形状 84"/>
            <p:cNvSpPr/>
            <p:nvPr/>
          </p:nvSpPr>
          <p:spPr>
            <a:xfrm>
              <a:off x="2939887" y="4645441"/>
              <a:ext cx="71497" cy="94017"/>
            </a:xfrm>
            <a:custGeom>
              <a:avLst/>
              <a:gdLst>
                <a:gd name="connsiteX0" fmla="*/ 41538 w 71497"/>
                <a:gd name="connsiteY0" fmla="*/ 455 h 94017"/>
                <a:gd name="connsiteX1" fmla="*/ 11928 w 71497"/>
                <a:gd name="connsiteY1" fmla="*/ 4071 h 94017"/>
                <a:gd name="connsiteX2" fmla="*/ 10484 w 71497"/>
                <a:gd name="connsiteY2" fmla="*/ 8410 h 94017"/>
                <a:gd name="connsiteX3" fmla="*/ 15539 w 71497"/>
                <a:gd name="connsiteY3" fmla="*/ 7687 h 94017"/>
                <a:gd name="connsiteX4" fmla="*/ 18789 w 71497"/>
                <a:gd name="connsiteY4" fmla="*/ 7325 h 94017"/>
                <a:gd name="connsiteX5" fmla="*/ 23483 w 71497"/>
                <a:gd name="connsiteY5" fmla="*/ 11303 h 94017"/>
                <a:gd name="connsiteX6" fmla="*/ 21317 w 71497"/>
                <a:gd name="connsiteY6" fmla="*/ 20343 h 94017"/>
                <a:gd name="connsiteX7" fmla="*/ 12 w 71497"/>
                <a:gd name="connsiteY7" fmla="*/ 94110 h 94017"/>
                <a:gd name="connsiteX8" fmla="*/ 16261 w 71497"/>
                <a:gd name="connsiteY8" fmla="*/ 94110 h 94017"/>
                <a:gd name="connsiteX9" fmla="*/ 39372 w 71497"/>
                <a:gd name="connsiteY9" fmla="*/ 35531 h 94017"/>
                <a:gd name="connsiteX10" fmla="*/ 53093 w 71497"/>
                <a:gd name="connsiteY10" fmla="*/ 16727 h 94017"/>
                <a:gd name="connsiteX11" fmla="*/ 54538 w 71497"/>
                <a:gd name="connsiteY11" fmla="*/ 19981 h 94017"/>
                <a:gd name="connsiteX12" fmla="*/ 61037 w 71497"/>
                <a:gd name="connsiteY12" fmla="*/ 25406 h 94017"/>
                <a:gd name="connsiteX13" fmla="*/ 71509 w 71497"/>
                <a:gd name="connsiteY13" fmla="*/ 11303 h 94017"/>
                <a:gd name="connsiteX14" fmla="*/ 63204 w 71497"/>
                <a:gd name="connsiteY14" fmla="*/ 93 h 94017"/>
                <a:gd name="connsiteX15" fmla="*/ 28539 w 71497"/>
                <a:gd name="connsiteY15" fmla="*/ 45294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538" y="455"/>
                  </a:moveTo>
                  <a:cubicBezTo>
                    <a:pt x="28539" y="2624"/>
                    <a:pt x="26372" y="2624"/>
                    <a:pt x="11928" y="4071"/>
                  </a:cubicBezTo>
                  <a:lnTo>
                    <a:pt x="10484" y="8410"/>
                  </a:lnTo>
                  <a:cubicBezTo>
                    <a:pt x="12651" y="8049"/>
                    <a:pt x="14817" y="7687"/>
                    <a:pt x="15539" y="7687"/>
                  </a:cubicBezTo>
                  <a:cubicBezTo>
                    <a:pt x="16623" y="7325"/>
                    <a:pt x="18067" y="7325"/>
                    <a:pt x="18789" y="7325"/>
                  </a:cubicBezTo>
                  <a:cubicBezTo>
                    <a:pt x="20956" y="7325"/>
                    <a:pt x="23483" y="9133"/>
                    <a:pt x="23483" y="11303"/>
                  </a:cubicBezTo>
                  <a:cubicBezTo>
                    <a:pt x="23483" y="12388"/>
                    <a:pt x="22400" y="15642"/>
                    <a:pt x="21317" y="20343"/>
                  </a:cubicBezTo>
                  <a:lnTo>
                    <a:pt x="12" y="94110"/>
                  </a:lnTo>
                  <a:lnTo>
                    <a:pt x="16261" y="94110"/>
                  </a:lnTo>
                  <a:cubicBezTo>
                    <a:pt x="20595" y="76753"/>
                    <a:pt x="28539" y="56142"/>
                    <a:pt x="39372" y="35531"/>
                  </a:cubicBezTo>
                  <a:cubicBezTo>
                    <a:pt x="43705" y="27213"/>
                    <a:pt x="51288" y="16727"/>
                    <a:pt x="53093" y="16727"/>
                  </a:cubicBezTo>
                  <a:cubicBezTo>
                    <a:pt x="53815" y="16727"/>
                    <a:pt x="54177" y="17812"/>
                    <a:pt x="54538" y="19981"/>
                  </a:cubicBezTo>
                  <a:cubicBezTo>
                    <a:pt x="54899" y="23597"/>
                    <a:pt x="57426" y="25406"/>
                    <a:pt x="61037" y="25406"/>
                  </a:cubicBezTo>
                  <a:cubicBezTo>
                    <a:pt x="66454" y="25406"/>
                    <a:pt x="71509" y="18535"/>
                    <a:pt x="71509" y="11303"/>
                  </a:cubicBezTo>
                  <a:cubicBezTo>
                    <a:pt x="71509" y="4794"/>
                    <a:pt x="68259" y="93"/>
                    <a:pt x="63204" y="93"/>
                  </a:cubicBezTo>
                  <a:cubicBezTo>
                    <a:pt x="54177" y="93"/>
                    <a:pt x="40816" y="17812"/>
                    <a:pt x="28539" y="45294"/>
                  </a:cubicBezTo>
                  <a:close/>
                </a:path>
              </a:pathLst>
            </a:custGeom>
            <a:solidFill>
              <a:srgbClr val="000000"/>
            </a:solidFill>
            <a:ln w="23090" cap="flat">
              <a:noFill/>
              <a:prstDash val="solid"/>
              <a:miter/>
            </a:ln>
          </p:spPr>
          <p:txBody>
            <a:bodyPr rtlCol="0" anchor="ctr"/>
            <a:lstStyle/>
            <a:p>
              <a:endParaRPr lang="zh-CN" altLang="en-US"/>
            </a:p>
          </p:txBody>
        </p:sp>
      </p:grpSp>
      <p:grpSp>
        <p:nvGrpSpPr>
          <p:cNvPr id="86" name="Graphic 2"/>
          <p:cNvGrpSpPr/>
          <p:nvPr/>
        </p:nvGrpSpPr>
        <p:grpSpPr>
          <a:xfrm>
            <a:off x="7775948" y="3528511"/>
            <a:ext cx="303109" cy="136648"/>
            <a:chOff x="3016969" y="4625915"/>
            <a:chExt cx="234045" cy="116436"/>
          </a:xfrm>
        </p:grpSpPr>
        <p:sp>
          <p:nvSpPr>
            <p:cNvPr id="87" name="任意多边形: 形状 86"/>
            <p:cNvSpPr/>
            <p:nvPr/>
          </p:nvSpPr>
          <p:spPr>
            <a:xfrm>
              <a:off x="3016969" y="4647249"/>
              <a:ext cx="89190" cy="95101"/>
            </a:xfrm>
            <a:custGeom>
              <a:avLst/>
              <a:gdLst>
                <a:gd name="connsiteX0" fmla="*/ 89206 w 89190"/>
                <a:gd name="connsiteY0" fmla="*/ 2263 h 95101"/>
                <a:gd name="connsiteX1" fmla="*/ 73679 w 89190"/>
                <a:gd name="connsiteY1" fmla="*/ 2263 h 95101"/>
                <a:gd name="connsiteX2" fmla="*/ 68985 w 89190"/>
                <a:gd name="connsiteY2" fmla="*/ 19620 h 95101"/>
                <a:gd name="connsiteX3" fmla="*/ 48041 w 89190"/>
                <a:gd name="connsiteY3" fmla="*/ 61928 h 95101"/>
                <a:gd name="connsiteX4" fmla="*/ 24209 w 89190"/>
                <a:gd name="connsiteY4" fmla="*/ 83262 h 95101"/>
                <a:gd name="connsiteX5" fmla="*/ 17709 w 89190"/>
                <a:gd name="connsiteY5" fmla="*/ 77115 h 95101"/>
                <a:gd name="connsiteX6" fmla="*/ 19154 w 89190"/>
                <a:gd name="connsiteY6" fmla="*/ 69160 h 95101"/>
                <a:gd name="connsiteX7" fmla="*/ 34320 w 89190"/>
                <a:gd name="connsiteY7" fmla="*/ 16004 h 95101"/>
                <a:gd name="connsiteX8" fmla="*/ 35403 w 89190"/>
                <a:gd name="connsiteY8" fmla="*/ 8049 h 95101"/>
                <a:gd name="connsiteX9" fmla="*/ 27098 w 89190"/>
                <a:gd name="connsiteY9" fmla="*/ 93 h 95101"/>
                <a:gd name="connsiteX10" fmla="*/ 15 w 89190"/>
                <a:gd name="connsiteY10" fmla="*/ 21066 h 95101"/>
                <a:gd name="connsiteX11" fmla="*/ 2182 w 89190"/>
                <a:gd name="connsiteY11" fmla="*/ 23236 h 95101"/>
                <a:gd name="connsiteX12" fmla="*/ 5071 w 89190"/>
                <a:gd name="connsiteY12" fmla="*/ 19982 h 95101"/>
                <a:gd name="connsiteX13" fmla="*/ 16265 w 89190"/>
                <a:gd name="connsiteY13" fmla="*/ 10941 h 95101"/>
                <a:gd name="connsiteX14" fmla="*/ 19876 w 89190"/>
                <a:gd name="connsiteY14" fmla="*/ 14196 h 95101"/>
                <a:gd name="connsiteX15" fmla="*/ 19154 w 89190"/>
                <a:gd name="connsiteY15" fmla="*/ 18535 h 95101"/>
                <a:gd name="connsiteX16" fmla="*/ 3265 w 89190"/>
                <a:gd name="connsiteY16" fmla="*/ 73861 h 95101"/>
                <a:gd name="connsiteX17" fmla="*/ 2182 w 89190"/>
                <a:gd name="connsiteY17" fmla="*/ 80731 h 95101"/>
                <a:gd name="connsiteX18" fmla="*/ 13015 w 89190"/>
                <a:gd name="connsiteY18" fmla="*/ 95195 h 95101"/>
                <a:gd name="connsiteX19" fmla="*/ 35042 w 89190"/>
                <a:gd name="connsiteY19" fmla="*/ 83262 h 95101"/>
                <a:gd name="connsiteX20" fmla="*/ 59957 w 89190"/>
                <a:gd name="connsiteY20" fmla="*/ 50718 h 95101"/>
                <a:gd name="connsiteX21" fmla="*/ 52013 w 89190"/>
                <a:gd name="connsiteY21" fmla="*/ 77838 h 95101"/>
                <a:gd name="connsiteX22" fmla="*/ 50208 w 89190"/>
                <a:gd name="connsiteY22" fmla="*/ 87602 h 95101"/>
                <a:gd name="connsiteX23" fmla="*/ 58152 w 89190"/>
                <a:gd name="connsiteY23" fmla="*/ 94834 h 95101"/>
                <a:gd name="connsiteX24" fmla="*/ 84512 w 89190"/>
                <a:gd name="connsiteY24" fmla="*/ 76753 h 95101"/>
                <a:gd name="connsiteX25" fmla="*/ 82706 w 89190"/>
                <a:gd name="connsiteY25" fmla="*/ 73861 h 95101"/>
                <a:gd name="connsiteX26" fmla="*/ 69346 w 89190"/>
                <a:gd name="connsiteY26" fmla="*/ 84709 h 95101"/>
                <a:gd name="connsiteX27" fmla="*/ 66818 w 89190"/>
                <a:gd name="connsiteY27" fmla="*/ 82178 h 95101"/>
                <a:gd name="connsiteX28" fmla="*/ 67179 w 89190"/>
                <a:gd name="connsiteY28" fmla="*/ 80370 h 95101"/>
                <a:gd name="connsiteX29" fmla="*/ 68263 w 89190"/>
                <a:gd name="connsiteY29" fmla="*/ 75307 h 95101"/>
                <a:gd name="connsiteX30" fmla="*/ 69346 w 89190"/>
                <a:gd name="connsiteY30" fmla="*/ 70606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206" y="2263"/>
                  </a:moveTo>
                  <a:lnTo>
                    <a:pt x="73679" y="2263"/>
                  </a:lnTo>
                  <a:lnTo>
                    <a:pt x="68985" y="19620"/>
                  </a:lnTo>
                  <a:cubicBezTo>
                    <a:pt x="62846" y="39870"/>
                    <a:pt x="60680" y="44932"/>
                    <a:pt x="48041" y="61928"/>
                  </a:cubicBezTo>
                  <a:cubicBezTo>
                    <a:pt x="38292" y="75669"/>
                    <a:pt x="29625" y="83262"/>
                    <a:pt x="24209" y="83262"/>
                  </a:cubicBezTo>
                  <a:cubicBezTo>
                    <a:pt x="19876" y="83262"/>
                    <a:pt x="17709" y="81093"/>
                    <a:pt x="17709" y="77115"/>
                  </a:cubicBezTo>
                  <a:cubicBezTo>
                    <a:pt x="17709" y="75307"/>
                    <a:pt x="18070" y="72776"/>
                    <a:pt x="19154" y="69160"/>
                  </a:cubicBezTo>
                  <a:lnTo>
                    <a:pt x="34320" y="16004"/>
                  </a:lnTo>
                  <a:cubicBezTo>
                    <a:pt x="35042" y="13834"/>
                    <a:pt x="35403" y="9857"/>
                    <a:pt x="35403" y="8049"/>
                  </a:cubicBezTo>
                  <a:cubicBezTo>
                    <a:pt x="35403" y="3348"/>
                    <a:pt x="32153" y="93"/>
                    <a:pt x="27098" y="93"/>
                  </a:cubicBezTo>
                  <a:cubicBezTo>
                    <a:pt x="19154" y="93"/>
                    <a:pt x="13376" y="4794"/>
                    <a:pt x="15" y="21066"/>
                  </a:cubicBezTo>
                  <a:lnTo>
                    <a:pt x="2182" y="23236"/>
                  </a:lnTo>
                  <a:lnTo>
                    <a:pt x="5071" y="19982"/>
                  </a:lnTo>
                  <a:cubicBezTo>
                    <a:pt x="11570" y="12388"/>
                    <a:pt x="13376" y="10941"/>
                    <a:pt x="16265" y="10941"/>
                  </a:cubicBezTo>
                  <a:cubicBezTo>
                    <a:pt x="18070" y="10941"/>
                    <a:pt x="19876" y="12388"/>
                    <a:pt x="19876" y="14196"/>
                  </a:cubicBezTo>
                  <a:cubicBezTo>
                    <a:pt x="19876" y="15281"/>
                    <a:pt x="19515" y="16727"/>
                    <a:pt x="19154" y="18535"/>
                  </a:cubicBezTo>
                  <a:lnTo>
                    <a:pt x="3265" y="73861"/>
                  </a:lnTo>
                  <a:cubicBezTo>
                    <a:pt x="2543" y="76030"/>
                    <a:pt x="2182" y="78200"/>
                    <a:pt x="2182" y="80731"/>
                  </a:cubicBezTo>
                  <a:cubicBezTo>
                    <a:pt x="2182" y="89771"/>
                    <a:pt x="6515" y="95195"/>
                    <a:pt x="13015" y="95195"/>
                  </a:cubicBezTo>
                  <a:cubicBezTo>
                    <a:pt x="19154" y="95195"/>
                    <a:pt x="26375" y="91218"/>
                    <a:pt x="35042" y="83262"/>
                  </a:cubicBezTo>
                  <a:cubicBezTo>
                    <a:pt x="42625" y="75669"/>
                    <a:pt x="48763" y="68075"/>
                    <a:pt x="59957" y="50718"/>
                  </a:cubicBezTo>
                  <a:lnTo>
                    <a:pt x="52013" y="77838"/>
                  </a:lnTo>
                  <a:cubicBezTo>
                    <a:pt x="50930" y="81816"/>
                    <a:pt x="50208" y="85070"/>
                    <a:pt x="50208" y="87602"/>
                  </a:cubicBezTo>
                  <a:cubicBezTo>
                    <a:pt x="50208" y="91579"/>
                    <a:pt x="53458" y="94834"/>
                    <a:pt x="58152" y="94834"/>
                  </a:cubicBezTo>
                  <a:cubicBezTo>
                    <a:pt x="65735" y="94834"/>
                    <a:pt x="75846" y="87963"/>
                    <a:pt x="84512" y="76753"/>
                  </a:cubicBezTo>
                  <a:lnTo>
                    <a:pt x="82706" y="73861"/>
                  </a:lnTo>
                  <a:cubicBezTo>
                    <a:pt x="76568" y="81093"/>
                    <a:pt x="72235" y="84709"/>
                    <a:pt x="69346" y="84709"/>
                  </a:cubicBezTo>
                  <a:cubicBezTo>
                    <a:pt x="67901" y="84709"/>
                    <a:pt x="66818" y="83624"/>
                    <a:pt x="66818" y="82178"/>
                  </a:cubicBezTo>
                  <a:cubicBezTo>
                    <a:pt x="66818" y="81816"/>
                    <a:pt x="66818" y="81093"/>
                    <a:pt x="67179" y="80370"/>
                  </a:cubicBezTo>
                  <a:cubicBezTo>
                    <a:pt x="67179" y="80008"/>
                    <a:pt x="67540" y="78200"/>
                    <a:pt x="68263" y="75307"/>
                  </a:cubicBezTo>
                  <a:cubicBezTo>
                    <a:pt x="68624" y="74222"/>
                    <a:pt x="68985" y="72414"/>
                    <a:pt x="69346" y="70606"/>
                  </a:cubicBezTo>
                  <a:close/>
                </a:path>
              </a:pathLst>
            </a:custGeom>
            <a:solidFill>
              <a:srgbClr val="000000"/>
            </a:solidFill>
            <a:ln w="23090" cap="flat">
              <a:noFill/>
              <a:prstDash val="solid"/>
              <a:miter/>
            </a:ln>
          </p:spPr>
          <p:txBody>
            <a:bodyPr rtlCol="0" anchor="ctr"/>
            <a:lstStyle/>
            <a:p>
              <a:endParaRPr lang="zh-CN" altLang="en-US"/>
            </a:p>
          </p:txBody>
        </p:sp>
        <p:sp>
          <p:nvSpPr>
            <p:cNvPr id="88" name="任意多边形: 形状 87"/>
            <p:cNvSpPr/>
            <p:nvPr/>
          </p:nvSpPr>
          <p:spPr>
            <a:xfrm>
              <a:off x="3117813" y="4646888"/>
              <a:ext cx="74024" cy="95101"/>
            </a:xfrm>
            <a:custGeom>
              <a:avLst/>
              <a:gdLst>
                <a:gd name="connsiteX0" fmla="*/ 61406 w 74024"/>
                <a:gd name="connsiteY0" fmla="*/ 69883 h 95101"/>
                <a:gd name="connsiteX1" fmla="*/ 35046 w 74024"/>
                <a:gd name="connsiteY1" fmla="*/ 86155 h 95101"/>
                <a:gd name="connsiteX2" fmla="*/ 16269 w 74024"/>
                <a:gd name="connsiteY2" fmla="*/ 63374 h 95101"/>
                <a:gd name="connsiteX3" fmla="*/ 54545 w 74024"/>
                <a:gd name="connsiteY3" fmla="*/ 4794 h 95101"/>
                <a:gd name="connsiteX4" fmla="*/ 62489 w 74024"/>
                <a:gd name="connsiteY4" fmla="*/ 10580 h 95101"/>
                <a:gd name="connsiteX5" fmla="*/ 59240 w 74024"/>
                <a:gd name="connsiteY5" fmla="*/ 15642 h 95101"/>
                <a:gd name="connsiteX6" fmla="*/ 55990 w 74024"/>
                <a:gd name="connsiteY6" fmla="*/ 22874 h 95101"/>
                <a:gd name="connsiteX7" fmla="*/ 63212 w 74024"/>
                <a:gd name="connsiteY7" fmla="*/ 29745 h 95101"/>
                <a:gd name="connsiteX8" fmla="*/ 74045 w 74024"/>
                <a:gd name="connsiteY8" fmla="*/ 16004 h 95101"/>
                <a:gd name="connsiteX9" fmla="*/ 55629 w 74024"/>
                <a:gd name="connsiteY9" fmla="*/ 93 h 95101"/>
                <a:gd name="connsiteX10" fmla="*/ 20 w 74024"/>
                <a:gd name="connsiteY10" fmla="*/ 64459 h 95101"/>
                <a:gd name="connsiteX11" fmla="*/ 7242 w 74024"/>
                <a:gd name="connsiteY11" fmla="*/ 86517 h 95101"/>
                <a:gd name="connsiteX12" fmla="*/ 26380 w 74024"/>
                <a:gd name="connsiteY12" fmla="*/ 95195 h 95101"/>
                <a:gd name="connsiteX13" fmla="*/ 65378 w 74024"/>
                <a:gd name="connsiteY13" fmla="*/ 71691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406" y="69883"/>
                  </a:moveTo>
                  <a:cubicBezTo>
                    <a:pt x="54184" y="80008"/>
                    <a:pt x="44796" y="86155"/>
                    <a:pt x="35046" y="86155"/>
                  </a:cubicBezTo>
                  <a:cubicBezTo>
                    <a:pt x="24213" y="86155"/>
                    <a:pt x="16269" y="76753"/>
                    <a:pt x="16269" y="63374"/>
                  </a:cubicBezTo>
                  <a:cubicBezTo>
                    <a:pt x="16269" y="35169"/>
                    <a:pt x="36130" y="4794"/>
                    <a:pt x="54545" y="4794"/>
                  </a:cubicBezTo>
                  <a:cubicBezTo>
                    <a:pt x="58518" y="4794"/>
                    <a:pt x="62489" y="7687"/>
                    <a:pt x="62489" y="10580"/>
                  </a:cubicBezTo>
                  <a:cubicBezTo>
                    <a:pt x="62489" y="12388"/>
                    <a:pt x="62128" y="12749"/>
                    <a:pt x="59240" y="15642"/>
                  </a:cubicBezTo>
                  <a:cubicBezTo>
                    <a:pt x="57073" y="17812"/>
                    <a:pt x="55990" y="20343"/>
                    <a:pt x="55990" y="22874"/>
                  </a:cubicBezTo>
                  <a:cubicBezTo>
                    <a:pt x="55990" y="26490"/>
                    <a:pt x="59240" y="29745"/>
                    <a:pt x="63212" y="29745"/>
                  </a:cubicBezTo>
                  <a:cubicBezTo>
                    <a:pt x="68989" y="29745"/>
                    <a:pt x="74045" y="23236"/>
                    <a:pt x="74045" y="16004"/>
                  </a:cubicBezTo>
                  <a:cubicBezTo>
                    <a:pt x="74045" y="7325"/>
                    <a:pt x="65739" y="93"/>
                    <a:pt x="55629" y="93"/>
                  </a:cubicBezTo>
                  <a:cubicBezTo>
                    <a:pt x="28185" y="93"/>
                    <a:pt x="20" y="32638"/>
                    <a:pt x="20" y="64459"/>
                  </a:cubicBezTo>
                  <a:cubicBezTo>
                    <a:pt x="20" y="73499"/>
                    <a:pt x="2548" y="81454"/>
                    <a:pt x="7242" y="86517"/>
                  </a:cubicBezTo>
                  <a:cubicBezTo>
                    <a:pt x="11936" y="91579"/>
                    <a:pt x="19519" y="95195"/>
                    <a:pt x="26380" y="95195"/>
                  </a:cubicBezTo>
                  <a:cubicBezTo>
                    <a:pt x="40102" y="95195"/>
                    <a:pt x="55268" y="86155"/>
                    <a:pt x="65378" y="71691"/>
                  </a:cubicBezTo>
                  <a:close/>
                </a:path>
              </a:pathLst>
            </a:custGeom>
            <a:solidFill>
              <a:srgbClr val="000000"/>
            </a:solidFill>
            <a:ln w="23090" cap="flat">
              <a:noFill/>
              <a:prstDash val="solid"/>
              <a:miter/>
            </a:ln>
          </p:spPr>
          <p:txBody>
            <a:bodyPr rtlCol="0" anchor="ctr"/>
            <a:lstStyle/>
            <a:p>
              <a:endParaRPr lang="zh-CN" altLang="en-US"/>
            </a:p>
          </p:txBody>
        </p:sp>
        <p:sp>
          <p:nvSpPr>
            <p:cNvPr id="89" name="任意多边形: 形状 88"/>
            <p:cNvSpPr/>
            <p:nvPr/>
          </p:nvSpPr>
          <p:spPr>
            <a:xfrm>
              <a:off x="3200100" y="4625915"/>
              <a:ext cx="50914" cy="116074"/>
            </a:xfrm>
            <a:custGeom>
              <a:avLst/>
              <a:gdLst>
                <a:gd name="connsiteX0" fmla="*/ 35411 w 50914"/>
                <a:gd name="connsiteY0" fmla="*/ 29383 h 116074"/>
                <a:gd name="connsiteX1" fmla="*/ 49132 w 50914"/>
                <a:gd name="connsiteY1" fmla="*/ 29383 h 116074"/>
                <a:gd name="connsiteX2" fmla="*/ 50938 w 50914"/>
                <a:gd name="connsiteY2" fmla="*/ 22874 h 116074"/>
                <a:gd name="connsiteX3" fmla="*/ 37216 w 50914"/>
                <a:gd name="connsiteY3" fmla="*/ 22874 h 116074"/>
                <a:gd name="connsiteX4" fmla="*/ 44077 w 50914"/>
                <a:gd name="connsiteY4" fmla="*/ 93 h 116074"/>
                <a:gd name="connsiteX5" fmla="*/ 39022 w 50914"/>
                <a:gd name="connsiteY5" fmla="*/ 93 h 116074"/>
                <a:gd name="connsiteX6" fmla="*/ 7967 w 50914"/>
                <a:gd name="connsiteY6" fmla="*/ 22874 h 116074"/>
                <a:gd name="connsiteX7" fmla="*/ 6162 w 50914"/>
                <a:gd name="connsiteY7" fmla="*/ 29383 h 116074"/>
                <a:gd name="connsiteX8" fmla="*/ 20606 w 50914"/>
                <a:gd name="connsiteY8" fmla="*/ 29383 h 116074"/>
                <a:gd name="connsiteX9" fmla="*/ 2551 w 50914"/>
                <a:gd name="connsiteY9" fmla="*/ 92302 h 116074"/>
                <a:gd name="connsiteX10" fmla="*/ 23 w 50914"/>
                <a:gd name="connsiteY10" fmla="*/ 106043 h 116074"/>
                <a:gd name="connsiteX11" fmla="*/ 10134 w 50914"/>
                <a:gd name="connsiteY11" fmla="*/ 116168 h 116074"/>
                <a:gd name="connsiteX12" fmla="*/ 36133 w 50914"/>
                <a:gd name="connsiteY12" fmla="*/ 95195 h 116074"/>
                <a:gd name="connsiteX13" fmla="*/ 33966 w 50914"/>
                <a:gd name="connsiteY13" fmla="*/ 92302 h 116074"/>
                <a:gd name="connsiteX14" fmla="*/ 18439 w 50914"/>
                <a:gd name="connsiteY14" fmla="*/ 106405 h 116074"/>
                <a:gd name="connsiteX15" fmla="*/ 15189 w 50914"/>
                <a:gd name="connsiteY15" fmla="*/ 103150 h 116074"/>
                <a:gd name="connsiteX16" fmla="*/ 16995 w 50914"/>
                <a:gd name="connsiteY16" fmla="*/ 93749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411" y="29383"/>
                  </a:moveTo>
                  <a:lnTo>
                    <a:pt x="49132" y="29383"/>
                  </a:lnTo>
                  <a:lnTo>
                    <a:pt x="50938" y="22874"/>
                  </a:lnTo>
                  <a:lnTo>
                    <a:pt x="37216" y="22874"/>
                  </a:lnTo>
                  <a:lnTo>
                    <a:pt x="44077" y="93"/>
                  </a:lnTo>
                  <a:lnTo>
                    <a:pt x="39022" y="93"/>
                  </a:lnTo>
                  <a:cubicBezTo>
                    <a:pt x="27828" y="14557"/>
                    <a:pt x="20245" y="20343"/>
                    <a:pt x="7967" y="22874"/>
                  </a:cubicBezTo>
                  <a:lnTo>
                    <a:pt x="6162" y="29383"/>
                  </a:lnTo>
                  <a:lnTo>
                    <a:pt x="20606" y="29383"/>
                  </a:lnTo>
                  <a:lnTo>
                    <a:pt x="2551" y="92302"/>
                  </a:lnTo>
                  <a:cubicBezTo>
                    <a:pt x="745" y="97365"/>
                    <a:pt x="23" y="103150"/>
                    <a:pt x="23" y="106043"/>
                  </a:cubicBezTo>
                  <a:cubicBezTo>
                    <a:pt x="23" y="112191"/>
                    <a:pt x="3995" y="116168"/>
                    <a:pt x="10134" y="116168"/>
                  </a:cubicBezTo>
                  <a:cubicBezTo>
                    <a:pt x="18078" y="116168"/>
                    <a:pt x="26383" y="109659"/>
                    <a:pt x="36133" y="95195"/>
                  </a:cubicBezTo>
                  <a:lnTo>
                    <a:pt x="33966" y="92302"/>
                  </a:lnTo>
                  <a:cubicBezTo>
                    <a:pt x="27828" y="100619"/>
                    <a:pt x="21689" y="106405"/>
                    <a:pt x="18439" y="106405"/>
                  </a:cubicBezTo>
                  <a:cubicBezTo>
                    <a:pt x="16634" y="106405"/>
                    <a:pt x="15189" y="104958"/>
                    <a:pt x="15189" y="103150"/>
                  </a:cubicBezTo>
                  <a:cubicBezTo>
                    <a:pt x="15189" y="102066"/>
                    <a:pt x="15189" y="102066"/>
                    <a:pt x="16995" y="93749"/>
                  </a:cubicBezTo>
                  <a:close/>
                </a:path>
              </a:pathLst>
            </a:custGeom>
            <a:solidFill>
              <a:srgbClr val="000000"/>
            </a:solidFill>
            <a:ln w="23090" cap="flat">
              <a:noFill/>
              <a:prstDash val="solid"/>
              <a:miter/>
            </a:ln>
          </p:spPr>
          <p:txBody>
            <a:bodyPr rtlCol="0" anchor="ctr"/>
            <a:lstStyle/>
            <a:p>
              <a:endParaRPr lang="zh-CN" altLang="en-US"/>
            </a:p>
          </p:txBody>
        </p:sp>
      </p:grpSp>
      <p:grpSp>
        <p:nvGrpSpPr>
          <p:cNvPr id="90" name="Graphic 2"/>
          <p:cNvGrpSpPr/>
          <p:nvPr/>
        </p:nvGrpSpPr>
        <p:grpSpPr>
          <a:xfrm>
            <a:off x="8078808" y="3551426"/>
            <a:ext cx="211939" cy="112882"/>
            <a:chOff x="3250822" y="4645441"/>
            <a:chExt cx="163648" cy="96186"/>
          </a:xfrm>
        </p:grpSpPr>
        <p:sp>
          <p:nvSpPr>
            <p:cNvPr id="91" name="任意多边形: 形状 90"/>
            <p:cNvSpPr/>
            <p:nvPr/>
          </p:nvSpPr>
          <p:spPr>
            <a:xfrm>
              <a:off x="3250822" y="4646526"/>
              <a:ext cx="81246" cy="95101"/>
            </a:xfrm>
            <a:custGeom>
              <a:avLst/>
              <a:gdLst>
                <a:gd name="connsiteX0" fmla="*/ 53829 w 81246"/>
                <a:gd name="connsiteY0" fmla="*/ 93 h 95101"/>
                <a:gd name="connsiteX1" fmla="*/ 26 w 81246"/>
                <a:gd name="connsiteY1" fmla="*/ 61928 h 95101"/>
                <a:gd name="connsiteX2" fmla="*/ 27469 w 81246"/>
                <a:gd name="connsiteY2" fmla="*/ 95195 h 95101"/>
                <a:gd name="connsiteX3" fmla="*/ 59245 w 81246"/>
                <a:gd name="connsiteY3" fmla="*/ 81093 h 95101"/>
                <a:gd name="connsiteX4" fmla="*/ 81272 w 81246"/>
                <a:gd name="connsiteY4" fmla="*/ 33723 h 95101"/>
                <a:gd name="connsiteX5" fmla="*/ 53829 w 81246"/>
                <a:gd name="connsiteY5" fmla="*/ 93 h 95101"/>
                <a:gd name="connsiteX6" fmla="*/ 51662 w 81246"/>
                <a:gd name="connsiteY6" fmla="*/ 5517 h 95101"/>
                <a:gd name="connsiteX7" fmla="*/ 65745 w 81246"/>
                <a:gd name="connsiteY7" fmla="*/ 25406 h 95101"/>
                <a:gd name="connsiteX8" fmla="*/ 52384 w 81246"/>
                <a:gd name="connsiteY8" fmla="*/ 72053 h 95101"/>
                <a:gd name="connsiteX9" fmla="*/ 29274 w 81246"/>
                <a:gd name="connsiteY9" fmla="*/ 90133 h 95101"/>
                <a:gd name="connsiteX10" fmla="*/ 14830 w 81246"/>
                <a:gd name="connsiteY10" fmla="*/ 70245 h 95101"/>
                <a:gd name="connsiteX11" fmla="*/ 29274 w 81246"/>
                <a:gd name="connsiteY11" fmla="*/ 21066 h 95101"/>
                <a:gd name="connsiteX12" fmla="*/ 51662 w 81246"/>
                <a:gd name="connsiteY12" fmla="*/ 551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3829" y="93"/>
                  </a:moveTo>
                  <a:cubicBezTo>
                    <a:pt x="27108" y="93"/>
                    <a:pt x="26" y="30830"/>
                    <a:pt x="26" y="61928"/>
                  </a:cubicBezTo>
                  <a:cubicBezTo>
                    <a:pt x="26" y="81816"/>
                    <a:pt x="10858" y="95195"/>
                    <a:pt x="27469" y="95195"/>
                  </a:cubicBezTo>
                  <a:cubicBezTo>
                    <a:pt x="37580" y="95195"/>
                    <a:pt x="48413" y="90494"/>
                    <a:pt x="59245" y="81093"/>
                  </a:cubicBezTo>
                  <a:cubicBezTo>
                    <a:pt x="72967" y="68798"/>
                    <a:pt x="81272" y="51080"/>
                    <a:pt x="81272" y="33723"/>
                  </a:cubicBezTo>
                  <a:cubicBezTo>
                    <a:pt x="81272" y="14196"/>
                    <a:pt x="69717" y="93"/>
                    <a:pt x="53829" y="93"/>
                  </a:cubicBezTo>
                  <a:close/>
                  <a:moveTo>
                    <a:pt x="51662" y="5517"/>
                  </a:moveTo>
                  <a:cubicBezTo>
                    <a:pt x="59968" y="5517"/>
                    <a:pt x="65745" y="13834"/>
                    <a:pt x="65745" y="25406"/>
                  </a:cubicBezTo>
                  <a:cubicBezTo>
                    <a:pt x="65745" y="38785"/>
                    <a:pt x="60329" y="57950"/>
                    <a:pt x="52384" y="72053"/>
                  </a:cubicBezTo>
                  <a:cubicBezTo>
                    <a:pt x="45885" y="83986"/>
                    <a:pt x="38302" y="90133"/>
                    <a:pt x="29274" y="90133"/>
                  </a:cubicBezTo>
                  <a:cubicBezTo>
                    <a:pt x="20608" y="90133"/>
                    <a:pt x="14830" y="82539"/>
                    <a:pt x="14830" y="70245"/>
                  </a:cubicBezTo>
                  <a:cubicBezTo>
                    <a:pt x="14830" y="54696"/>
                    <a:pt x="20969" y="34446"/>
                    <a:pt x="29274" y="21066"/>
                  </a:cubicBezTo>
                  <a:cubicBezTo>
                    <a:pt x="35774" y="10580"/>
                    <a:pt x="43718" y="5517"/>
                    <a:pt x="51662" y="5517"/>
                  </a:cubicBezTo>
                  <a:close/>
                </a:path>
              </a:pathLst>
            </a:custGeom>
            <a:solidFill>
              <a:srgbClr val="000000"/>
            </a:solidFill>
            <a:ln w="23090" cap="flat">
              <a:noFill/>
              <a:prstDash val="solid"/>
              <a:miter/>
            </a:ln>
          </p:spPr>
          <p:txBody>
            <a:bodyPr rtlCol="0" anchor="ctr"/>
            <a:lstStyle/>
            <a:p>
              <a:endParaRPr lang="zh-CN" altLang="en-US"/>
            </a:p>
          </p:txBody>
        </p:sp>
        <p:sp>
          <p:nvSpPr>
            <p:cNvPr id="92" name="任意多边形: 形状 91"/>
            <p:cNvSpPr/>
            <p:nvPr/>
          </p:nvSpPr>
          <p:spPr>
            <a:xfrm>
              <a:off x="3342974" y="4645441"/>
              <a:ext cx="71497" cy="94017"/>
            </a:xfrm>
            <a:custGeom>
              <a:avLst/>
              <a:gdLst>
                <a:gd name="connsiteX0" fmla="*/ 41556 w 71497"/>
                <a:gd name="connsiteY0" fmla="*/ 455 h 94017"/>
                <a:gd name="connsiteX1" fmla="*/ 11946 w 71497"/>
                <a:gd name="connsiteY1" fmla="*/ 4071 h 94017"/>
                <a:gd name="connsiteX2" fmla="*/ 10501 w 71497"/>
                <a:gd name="connsiteY2" fmla="*/ 8410 h 94017"/>
                <a:gd name="connsiteX3" fmla="*/ 15557 w 71497"/>
                <a:gd name="connsiteY3" fmla="*/ 7687 h 94017"/>
                <a:gd name="connsiteX4" fmla="*/ 18807 w 71497"/>
                <a:gd name="connsiteY4" fmla="*/ 7325 h 94017"/>
                <a:gd name="connsiteX5" fmla="*/ 23501 w 71497"/>
                <a:gd name="connsiteY5" fmla="*/ 11303 h 94017"/>
                <a:gd name="connsiteX6" fmla="*/ 21334 w 71497"/>
                <a:gd name="connsiteY6" fmla="*/ 20343 h 94017"/>
                <a:gd name="connsiteX7" fmla="*/ 30 w 71497"/>
                <a:gd name="connsiteY7" fmla="*/ 94110 h 94017"/>
                <a:gd name="connsiteX8" fmla="*/ 16279 w 71497"/>
                <a:gd name="connsiteY8" fmla="*/ 94110 h 94017"/>
                <a:gd name="connsiteX9" fmla="*/ 39389 w 71497"/>
                <a:gd name="connsiteY9" fmla="*/ 35531 h 94017"/>
                <a:gd name="connsiteX10" fmla="*/ 53111 w 71497"/>
                <a:gd name="connsiteY10" fmla="*/ 16727 h 94017"/>
                <a:gd name="connsiteX11" fmla="*/ 54555 w 71497"/>
                <a:gd name="connsiteY11" fmla="*/ 19981 h 94017"/>
                <a:gd name="connsiteX12" fmla="*/ 61055 w 71497"/>
                <a:gd name="connsiteY12" fmla="*/ 25406 h 94017"/>
                <a:gd name="connsiteX13" fmla="*/ 71527 w 71497"/>
                <a:gd name="connsiteY13" fmla="*/ 11303 h 94017"/>
                <a:gd name="connsiteX14" fmla="*/ 63221 w 71497"/>
                <a:gd name="connsiteY14" fmla="*/ 93 h 94017"/>
                <a:gd name="connsiteX15" fmla="*/ 28556 w 71497"/>
                <a:gd name="connsiteY15" fmla="*/ 45294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556" y="455"/>
                  </a:moveTo>
                  <a:cubicBezTo>
                    <a:pt x="28556" y="2624"/>
                    <a:pt x="26390" y="2624"/>
                    <a:pt x="11946" y="4071"/>
                  </a:cubicBezTo>
                  <a:lnTo>
                    <a:pt x="10501" y="8410"/>
                  </a:lnTo>
                  <a:cubicBezTo>
                    <a:pt x="12668" y="8049"/>
                    <a:pt x="14835" y="7687"/>
                    <a:pt x="15557" y="7687"/>
                  </a:cubicBezTo>
                  <a:cubicBezTo>
                    <a:pt x="16640" y="7325"/>
                    <a:pt x="18084" y="7325"/>
                    <a:pt x="18807" y="7325"/>
                  </a:cubicBezTo>
                  <a:cubicBezTo>
                    <a:pt x="20973" y="7325"/>
                    <a:pt x="23501" y="9133"/>
                    <a:pt x="23501" y="11303"/>
                  </a:cubicBezTo>
                  <a:cubicBezTo>
                    <a:pt x="23501" y="12388"/>
                    <a:pt x="22418" y="15642"/>
                    <a:pt x="21334" y="20343"/>
                  </a:cubicBezTo>
                  <a:lnTo>
                    <a:pt x="30" y="94110"/>
                  </a:lnTo>
                  <a:lnTo>
                    <a:pt x="16279" y="94110"/>
                  </a:lnTo>
                  <a:cubicBezTo>
                    <a:pt x="20612" y="76753"/>
                    <a:pt x="28556" y="56142"/>
                    <a:pt x="39389" y="35531"/>
                  </a:cubicBezTo>
                  <a:cubicBezTo>
                    <a:pt x="43722" y="27213"/>
                    <a:pt x="51305" y="16727"/>
                    <a:pt x="53111" y="16727"/>
                  </a:cubicBezTo>
                  <a:cubicBezTo>
                    <a:pt x="53833" y="16727"/>
                    <a:pt x="54194" y="17812"/>
                    <a:pt x="54555" y="19981"/>
                  </a:cubicBezTo>
                  <a:cubicBezTo>
                    <a:pt x="54916" y="23597"/>
                    <a:pt x="57444" y="25406"/>
                    <a:pt x="61055" y="25406"/>
                  </a:cubicBezTo>
                  <a:cubicBezTo>
                    <a:pt x="66471" y="25406"/>
                    <a:pt x="71527" y="18535"/>
                    <a:pt x="71527" y="11303"/>
                  </a:cubicBezTo>
                  <a:cubicBezTo>
                    <a:pt x="71527" y="4794"/>
                    <a:pt x="68277" y="93"/>
                    <a:pt x="63221" y="93"/>
                  </a:cubicBezTo>
                  <a:cubicBezTo>
                    <a:pt x="54194" y="93"/>
                    <a:pt x="40833" y="17812"/>
                    <a:pt x="28556" y="45294"/>
                  </a:cubicBezTo>
                  <a:close/>
                </a:path>
              </a:pathLst>
            </a:custGeom>
            <a:solidFill>
              <a:srgbClr val="000000"/>
            </a:solidFill>
            <a:ln w="23090" cap="flat">
              <a:noFill/>
              <a:prstDash val="solid"/>
              <a:miter/>
            </a:ln>
          </p:spPr>
          <p:txBody>
            <a:bodyPr rtlCol="0" anchor="ctr"/>
            <a:lstStyle/>
            <a:p>
              <a:endParaRPr lang="zh-CN" altLang="en-US"/>
            </a:p>
          </p:txBody>
        </p:sp>
      </p:grpSp>
      <p:sp>
        <p:nvSpPr>
          <p:cNvPr id="93" name="任意多边形: 形状 92"/>
          <p:cNvSpPr/>
          <p:nvPr/>
        </p:nvSpPr>
        <p:spPr>
          <a:xfrm>
            <a:off x="8383912" y="4138559"/>
            <a:ext cx="65938" cy="136223"/>
          </a:xfrm>
          <a:custGeom>
            <a:avLst/>
            <a:gdLst>
              <a:gd name="connsiteX0" fmla="*/ 35423 w 50914"/>
              <a:gd name="connsiteY0" fmla="*/ 29406 h 116074"/>
              <a:gd name="connsiteX1" fmla="*/ 49145 w 50914"/>
              <a:gd name="connsiteY1" fmla="*/ 29406 h 116074"/>
              <a:gd name="connsiteX2" fmla="*/ 50950 w 50914"/>
              <a:gd name="connsiteY2" fmla="*/ 22897 h 116074"/>
              <a:gd name="connsiteX3" fmla="*/ 37229 w 50914"/>
              <a:gd name="connsiteY3" fmla="*/ 22897 h 116074"/>
              <a:gd name="connsiteX4" fmla="*/ 44089 w 50914"/>
              <a:gd name="connsiteY4" fmla="*/ 116 h 116074"/>
              <a:gd name="connsiteX5" fmla="*/ 39034 w 50914"/>
              <a:gd name="connsiteY5" fmla="*/ 116 h 116074"/>
              <a:gd name="connsiteX6" fmla="*/ 7980 w 50914"/>
              <a:gd name="connsiteY6" fmla="*/ 22897 h 116074"/>
              <a:gd name="connsiteX7" fmla="*/ 6174 w 50914"/>
              <a:gd name="connsiteY7" fmla="*/ 29406 h 116074"/>
              <a:gd name="connsiteX8" fmla="*/ 20618 w 50914"/>
              <a:gd name="connsiteY8" fmla="*/ 29406 h 116074"/>
              <a:gd name="connsiteX9" fmla="*/ 2563 w 50914"/>
              <a:gd name="connsiteY9" fmla="*/ 92325 h 116074"/>
              <a:gd name="connsiteX10" fmla="*/ 36 w 50914"/>
              <a:gd name="connsiteY10" fmla="*/ 106066 h 116074"/>
              <a:gd name="connsiteX11" fmla="*/ 10146 w 50914"/>
              <a:gd name="connsiteY11" fmla="*/ 116191 h 116074"/>
              <a:gd name="connsiteX12" fmla="*/ 36145 w 50914"/>
              <a:gd name="connsiteY12" fmla="*/ 95218 h 116074"/>
              <a:gd name="connsiteX13" fmla="*/ 33979 w 50914"/>
              <a:gd name="connsiteY13" fmla="*/ 92325 h 116074"/>
              <a:gd name="connsiteX14" fmla="*/ 18452 w 50914"/>
              <a:gd name="connsiteY14" fmla="*/ 106427 h 116074"/>
              <a:gd name="connsiteX15" fmla="*/ 15202 w 50914"/>
              <a:gd name="connsiteY15" fmla="*/ 103173 h 116074"/>
              <a:gd name="connsiteX16" fmla="*/ 17007 w 50914"/>
              <a:gd name="connsiteY16" fmla="*/ 93771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423" y="29406"/>
                </a:moveTo>
                <a:lnTo>
                  <a:pt x="49145" y="29406"/>
                </a:lnTo>
                <a:lnTo>
                  <a:pt x="50950" y="22897"/>
                </a:lnTo>
                <a:lnTo>
                  <a:pt x="37229" y="22897"/>
                </a:lnTo>
                <a:lnTo>
                  <a:pt x="44089" y="116"/>
                </a:lnTo>
                <a:lnTo>
                  <a:pt x="39034" y="116"/>
                </a:lnTo>
                <a:cubicBezTo>
                  <a:pt x="27840" y="14580"/>
                  <a:pt x="20257" y="20366"/>
                  <a:pt x="7980" y="22897"/>
                </a:cubicBezTo>
                <a:lnTo>
                  <a:pt x="6174" y="29406"/>
                </a:lnTo>
                <a:lnTo>
                  <a:pt x="20618" y="29406"/>
                </a:lnTo>
                <a:lnTo>
                  <a:pt x="2563" y="92325"/>
                </a:lnTo>
                <a:cubicBezTo>
                  <a:pt x="758" y="97387"/>
                  <a:pt x="36" y="103173"/>
                  <a:pt x="36" y="106066"/>
                </a:cubicBezTo>
                <a:cubicBezTo>
                  <a:pt x="36" y="112213"/>
                  <a:pt x="4008" y="116191"/>
                  <a:pt x="10146" y="116191"/>
                </a:cubicBezTo>
                <a:cubicBezTo>
                  <a:pt x="18090" y="116191"/>
                  <a:pt x="26396" y="109682"/>
                  <a:pt x="36145" y="95218"/>
                </a:cubicBezTo>
                <a:lnTo>
                  <a:pt x="33979" y="92325"/>
                </a:lnTo>
                <a:cubicBezTo>
                  <a:pt x="27840" y="100642"/>
                  <a:pt x="21701" y="106427"/>
                  <a:pt x="18452" y="106427"/>
                </a:cubicBezTo>
                <a:cubicBezTo>
                  <a:pt x="16646" y="106427"/>
                  <a:pt x="15202" y="104981"/>
                  <a:pt x="15202" y="103173"/>
                </a:cubicBezTo>
                <a:cubicBezTo>
                  <a:pt x="15202" y="102088"/>
                  <a:pt x="15202" y="102088"/>
                  <a:pt x="17007" y="93771"/>
                </a:cubicBezTo>
                <a:close/>
              </a:path>
            </a:pathLst>
          </a:custGeom>
          <a:solidFill>
            <a:srgbClr val="000000"/>
          </a:solidFill>
          <a:ln w="23090" cap="flat">
            <a:noFill/>
            <a:prstDash val="solid"/>
            <a:miter/>
          </a:ln>
        </p:spPr>
        <p:txBody>
          <a:bodyPr rtlCol="0" anchor="ctr"/>
          <a:lstStyle/>
          <a:p>
            <a:endParaRPr lang="zh-CN" altLang="en-US"/>
          </a:p>
        </p:txBody>
      </p:sp>
      <p:grpSp>
        <p:nvGrpSpPr>
          <p:cNvPr id="94" name="Graphic 2"/>
          <p:cNvGrpSpPr/>
          <p:nvPr/>
        </p:nvGrpSpPr>
        <p:grpSpPr>
          <a:xfrm>
            <a:off x="8448740" y="4162748"/>
            <a:ext cx="335803" cy="112882"/>
            <a:chOff x="3536464" y="5166342"/>
            <a:chExt cx="259290" cy="96186"/>
          </a:xfrm>
        </p:grpSpPr>
        <p:sp>
          <p:nvSpPr>
            <p:cNvPr id="95" name="任意多边形: 形状 94"/>
            <p:cNvSpPr/>
            <p:nvPr/>
          </p:nvSpPr>
          <p:spPr>
            <a:xfrm>
              <a:off x="3536464" y="5166342"/>
              <a:ext cx="76552" cy="95463"/>
            </a:xfrm>
            <a:custGeom>
              <a:avLst/>
              <a:gdLst>
                <a:gd name="connsiteX0" fmla="*/ 63591 w 76552"/>
                <a:gd name="connsiteY0" fmla="*/ 71352 h 95463"/>
                <a:gd name="connsiteX1" fmla="*/ 36148 w 76552"/>
                <a:gd name="connsiteY1" fmla="*/ 85454 h 95463"/>
                <a:gd name="connsiteX2" fmla="*/ 17009 w 76552"/>
                <a:gd name="connsiteY2" fmla="*/ 63758 h 95463"/>
                <a:gd name="connsiteX3" fmla="*/ 17732 w 76552"/>
                <a:gd name="connsiteY3" fmla="*/ 52910 h 95463"/>
                <a:gd name="connsiteX4" fmla="*/ 53119 w 76552"/>
                <a:gd name="connsiteY4" fmla="*/ 45678 h 95463"/>
                <a:gd name="connsiteX5" fmla="*/ 76590 w 76552"/>
                <a:gd name="connsiteY5" fmla="*/ 15303 h 95463"/>
                <a:gd name="connsiteX6" fmla="*/ 57091 w 76552"/>
                <a:gd name="connsiteY6" fmla="*/ 116 h 95463"/>
                <a:gd name="connsiteX7" fmla="*/ 38 w 76552"/>
                <a:gd name="connsiteY7" fmla="*/ 64481 h 95463"/>
                <a:gd name="connsiteX8" fmla="*/ 27481 w 76552"/>
                <a:gd name="connsiteY8" fmla="*/ 95579 h 95463"/>
                <a:gd name="connsiteX9" fmla="*/ 67202 w 76552"/>
                <a:gd name="connsiteY9" fmla="*/ 74245 h 95463"/>
                <a:gd name="connsiteX10" fmla="*/ 18815 w 76552"/>
                <a:gd name="connsiteY10" fmla="*/ 47486 h 95463"/>
                <a:gd name="connsiteX11" fmla="*/ 53480 w 76552"/>
                <a:gd name="connsiteY11" fmla="*/ 5901 h 95463"/>
                <a:gd name="connsiteX12" fmla="*/ 61786 w 76552"/>
                <a:gd name="connsiteY12" fmla="*/ 14580 h 95463"/>
                <a:gd name="connsiteX13" fmla="*/ 54202 w 76552"/>
                <a:gd name="connsiteY13" fmla="*/ 32299 h 95463"/>
                <a:gd name="connsiteX14" fmla="*/ 27481 w 76552"/>
                <a:gd name="connsiteY14" fmla="*/ 46763 h 95463"/>
                <a:gd name="connsiteX15" fmla="*/ 18815 w 76552"/>
                <a:gd name="connsiteY15" fmla="*/ 47486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591" y="71352"/>
                  </a:moveTo>
                  <a:cubicBezTo>
                    <a:pt x="54202" y="80754"/>
                    <a:pt x="45536" y="85454"/>
                    <a:pt x="36148" y="85454"/>
                  </a:cubicBezTo>
                  <a:cubicBezTo>
                    <a:pt x="24954" y="85454"/>
                    <a:pt x="17009" y="76414"/>
                    <a:pt x="17009" y="63758"/>
                  </a:cubicBezTo>
                  <a:cubicBezTo>
                    <a:pt x="17009" y="60504"/>
                    <a:pt x="17371" y="56888"/>
                    <a:pt x="17732" y="52910"/>
                  </a:cubicBezTo>
                  <a:cubicBezTo>
                    <a:pt x="33981" y="52187"/>
                    <a:pt x="43369" y="50379"/>
                    <a:pt x="53119" y="45678"/>
                  </a:cubicBezTo>
                  <a:cubicBezTo>
                    <a:pt x="67202" y="39169"/>
                    <a:pt x="76590" y="26874"/>
                    <a:pt x="76590" y="15303"/>
                  </a:cubicBezTo>
                  <a:cubicBezTo>
                    <a:pt x="76590" y="6625"/>
                    <a:pt x="68285" y="116"/>
                    <a:pt x="57091" y="116"/>
                  </a:cubicBezTo>
                  <a:cubicBezTo>
                    <a:pt x="29648" y="116"/>
                    <a:pt x="38" y="33383"/>
                    <a:pt x="38" y="64481"/>
                  </a:cubicBezTo>
                  <a:cubicBezTo>
                    <a:pt x="38" y="83285"/>
                    <a:pt x="11232" y="95579"/>
                    <a:pt x="27481" y="95579"/>
                  </a:cubicBezTo>
                  <a:cubicBezTo>
                    <a:pt x="40481" y="95579"/>
                    <a:pt x="51675" y="89432"/>
                    <a:pt x="67202" y="74245"/>
                  </a:cubicBezTo>
                  <a:close/>
                  <a:moveTo>
                    <a:pt x="18815" y="47486"/>
                  </a:moveTo>
                  <a:cubicBezTo>
                    <a:pt x="26037" y="23620"/>
                    <a:pt x="40842" y="5901"/>
                    <a:pt x="53480" y="5901"/>
                  </a:cubicBezTo>
                  <a:cubicBezTo>
                    <a:pt x="58175" y="5901"/>
                    <a:pt x="61786" y="9879"/>
                    <a:pt x="61786" y="14580"/>
                  </a:cubicBezTo>
                  <a:cubicBezTo>
                    <a:pt x="61786" y="20366"/>
                    <a:pt x="58897" y="26874"/>
                    <a:pt x="54202" y="32299"/>
                  </a:cubicBezTo>
                  <a:cubicBezTo>
                    <a:pt x="47703" y="40254"/>
                    <a:pt x="38675" y="44955"/>
                    <a:pt x="27481" y="46763"/>
                  </a:cubicBezTo>
                  <a:cubicBezTo>
                    <a:pt x="25676" y="47124"/>
                    <a:pt x="23148" y="47486"/>
                    <a:pt x="18815" y="47486"/>
                  </a:cubicBezTo>
                  <a:close/>
                </a:path>
              </a:pathLst>
            </a:custGeom>
            <a:solidFill>
              <a:srgbClr val="000000"/>
            </a:solidFill>
            <a:ln w="23090" cap="flat">
              <a:noFill/>
              <a:prstDash val="solid"/>
              <a:miter/>
            </a:ln>
          </p:spPr>
          <p:txBody>
            <a:bodyPr rtlCol="0" anchor="ctr"/>
            <a:lstStyle/>
            <a:p>
              <a:endParaRPr lang="zh-CN" altLang="en-US"/>
            </a:p>
          </p:txBody>
        </p:sp>
        <p:sp>
          <p:nvSpPr>
            <p:cNvPr id="96" name="任意多边形: 形状 95"/>
            <p:cNvSpPr/>
            <p:nvPr/>
          </p:nvSpPr>
          <p:spPr>
            <a:xfrm>
              <a:off x="3619465" y="5167066"/>
              <a:ext cx="90996" cy="95463"/>
            </a:xfrm>
            <a:custGeom>
              <a:avLst/>
              <a:gdLst>
                <a:gd name="connsiteX0" fmla="*/ 85622 w 90996"/>
                <a:gd name="connsiteY0" fmla="*/ 70990 h 95463"/>
                <a:gd name="connsiteX1" fmla="*/ 70455 w 90996"/>
                <a:gd name="connsiteY1" fmla="*/ 84370 h 95463"/>
                <a:gd name="connsiteX2" fmla="*/ 67928 w 90996"/>
                <a:gd name="connsiteY2" fmla="*/ 81838 h 95463"/>
                <a:gd name="connsiteX3" fmla="*/ 69372 w 90996"/>
                <a:gd name="connsiteY3" fmla="*/ 76776 h 95463"/>
                <a:gd name="connsiteX4" fmla="*/ 91038 w 90996"/>
                <a:gd name="connsiteY4" fmla="*/ 1201 h 95463"/>
                <a:gd name="connsiteX5" fmla="*/ 75150 w 90996"/>
                <a:gd name="connsiteY5" fmla="*/ 3009 h 95463"/>
                <a:gd name="connsiteX6" fmla="*/ 71900 w 90996"/>
                <a:gd name="connsiteY6" fmla="*/ 14580 h 95463"/>
                <a:gd name="connsiteX7" fmla="*/ 57095 w 90996"/>
                <a:gd name="connsiteY7" fmla="*/ 116 h 95463"/>
                <a:gd name="connsiteX8" fmla="*/ 42 w 90996"/>
                <a:gd name="connsiteY8" fmla="*/ 72075 h 95463"/>
                <a:gd name="connsiteX9" fmla="*/ 18096 w 90996"/>
                <a:gd name="connsiteY9" fmla="*/ 94856 h 95463"/>
                <a:gd name="connsiteX10" fmla="*/ 38679 w 90996"/>
                <a:gd name="connsiteY10" fmla="*/ 86901 h 95463"/>
                <a:gd name="connsiteX11" fmla="*/ 56373 w 90996"/>
                <a:gd name="connsiteY11" fmla="*/ 67736 h 95463"/>
                <a:gd name="connsiteX12" fmla="*/ 55650 w 90996"/>
                <a:gd name="connsiteY12" fmla="*/ 72437 h 95463"/>
                <a:gd name="connsiteX13" fmla="*/ 52401 w 90996"/>
                <a:gd name="connsiteY13" fmla="*/ 86178 h 95463"/>
                <a:gd name="connsiteX14" fmla="*/ 61067 w 90996"/>
                <a:gd name="connsiteY14" fmla="*/ 95579 h 95463"/>
                <a:gd name="connsiteX15" fmla="*/ 88149 w 90996"/>
                <a:gd name="connsiteY15" fmla="*/ 73883 h 95463"/>
                <a:gd name="connsiteX16" fmla="*/ 57456 w 90996"/>
                <a:gd name="connsiteY16" fmla="*/ 6263 h 95463"/>
                <a:gd name="connsiteX17" fmla="*/ 68289 w 90996"/>
                <a:gd name="connsiteY17" fmla="*/ 19281 h 95463"/>
                <a:gd name="connsiteX18" fmla="*/ 47345 w 90996"/>
                <a:gd name="connsiteY18" fmla="*/ 70990 h 95463"/>
                <a:gd name="connsiteX19" fmla="*/ 27485 w 90996"/>
                <a:gd name="connsiteY19" fmla="*/ 82923 h 95463"/>
                <a:gd name="connsiteX20" fmla="*/ 16291 w 90996"/>
                <a:gd name="connsiteY20" fmla="*/ 68459 h 95463"/>
                <a:gd name="connsiteX21" fmla="*/ 33624 w 90996"/>
                <a:gd name="connsiteY21" fmla="*/ 23620 h 95463"/>
                <a:gd name="connsiteX22" fmla="*/ 57456 w 90996"/>
                <a:gd name="connsiteY22" fmla="*/ 6263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622" y="70990"/>
                  </a:moveTo>
                  <a:cubicBezTo>
                    <a:pt x="79483" y="79669"/>
                    <a:pt x="74066" y="84370"/>
                    <a:pt x="70455" y="84370"/>
                  </a:cubicBezTo>
                  <a:cubicBezTo>
                    <a:pt x="69011" y="84370"/>
                    <a:pt x="67928" y="83646"/>
                    <a:pt x="67928" y="81838"/>
                  </a:cubicBezTo>
                  <a:cubicBezTo>
                    <a:pt x="67928" y="81115"/>
                    <a:pt x="67928" y="80754"/>
                    <a:pt x="69372" y="76776"/>
                  </a:cubicBezTo>
                  <a:lnTo>
                    <a:pt x="91038" y="1201"/>
                  </a:lnTo>
                  <a:lnTo>
                    <a:pt x="75150" y="3009"/>
                  </a:lnTo>
                  <a:lnTo>
                    <a:pt x="71900" y="14580"/>
                  </a:lnTo>
                  <a:cubicBezTo>
                    <a:pt x="70094" y="5178"/>
                    <a:pt x="64678" y="116"/>
                    <a:pt x="57095" y="116"/>
                  </a:cubicBezTo>
                  <a:cubicBezTo>
                    <a:pt x="32179" y="116"/>
                    <a:pt x="42" y="40977"/>
                    <a:pt x="42" y="72075"/>
                  </a:cubicBezTo>
                  <a:cubicBezTo>
                    <a:pt x="42" y="85816"/>
                    <a:pt x="7625" y="94856"/>
                    <a:pt x="18096" y="94856"/>
                  </a:cubicBezTo>
                  <a:cubicBezTo>
                    <a:pt x="24235" y="94856"/>
                    <a:pt x="31818" y="91602"/>
                    <a:pt x="38679" y="86901"/>
                  </a:cubicBezTo>
                  <a:cubicBezTo>
                    <a:pt x="44818" y="82923"/>
                    <a:pt x="48790" y="78222"/>
                    <a:pt x="56373" y="67736"/>
                  </a:cubicBezTo>
                  <a:cubicBezTo>
                    <a:pt x="56012" y="69544"/>
                    <a:pt x="55650" y="71713"/>
                    <a:pt x="55650" y="72437"/>
                  </a:cubicBezTo>
                  <a:cubicBezTo>
                    <a:pt x="52401" y="83285"/>
                    <a:pt x="52401" y="83285"/>
                    <a:pt x="52401" y="86178"/>
                  </a:cubicBezTo>
                  <a:cubicBezTo>
                    <a:pt x="52401" y="91963"/>
                    <a:pt x="55650" y="95579"/>
                    <a:pt x="61067" y="95579"/>
                  </a:cubicBezTo>
                  <a:cubicBezTo>
                    <a:pt x="69372" y="95579"/>
                    <a:pt x="77677" y="88709"/>
                    <a:pt x="88149" y="73883"/>
                  </a:cubicBezTo>
                  <a:close/>
                  <a:moveTo>
                    <a:pt x="57456" y="6263"/>
                  </a:moveTo>
                  <a:cubicBezTo>
                    <a:pt x="63956" y="6263"/>
                    <a:pt x="68289" y="11326"/>
                    <a:pt x="68289" y="19281"/>
                  </a:cubicBezTo>
                  <a:cubicBezTo>
                    <a:pt x="68289" y="34830"/>
                    <a:pt x="58900" y="57611"/>
                    <a:pt x="47345" y="70990"/>
                  </a:cubicBezTo>
                  <a:cubicBezTo>
                    <a:pt x="40846" y="78222"/>
                    <a:pt x="33262" y="82923"/>
                    <a:pt x="27485" y="82923"/>
                  </a:cubicBezTo>
                  <a:cubicBezTo>
                    <a:pt x="20263" y="82923"/>
                    <a:pt x="16291" y="77861"/>
                    <a:pt x="16291" y="68459"/>
                  </a:cubicBezTo>
                  <a:cubicBezTo>
                    <a:pt x="16291" y="56165"/>
                    <a:pt x="22791" y="39531"/>
                    <a:pt x="33624" y="23620"/>
                  </a:cubicBezTo>
                  <a:cubicBezTo>
                    <a:pt x="41568" y="12049"/>
                    <a:pt x="49512" y="6263"/>
                    <a:pt x="57456" y="6263"/>
                  </a:cubicBezTo>
                  <a:close/>
                </a:path>
              </a:pathLst>
            </a:custGeom>
            <a:solidFill>
              <a:srgbClr val="000000"/>
            </a:solidFill>
            <a:ln w="23090" cap="flat">
              <a:noFill/>
              <a:prstDash val="solid"/>
              <a:miter/>
            </a:ln>
          </p:spPr>
          <p:txBody>
            <a:bodyPr rtlCol="0" anchor="ctr"/>
            <a:lstStyle/>
            <a:p>
              <a:endParaRPr lang="zh-CN" altLang="en-US"/>
            </a:p>
          </p:txBody>
        </p:sp>
        <p:sp>
          <p:nvSpPr>
            <p:cNvPr id="97" name="任意多边形: 形状 96"/>
            <p:cNvSpPr/>
            <p:nvPr/>
          </p:nvSpPr>
          <p:spPr>
            <a:xfrm>
              <a:off x="3721730" y="5166704"/>
              <a:ext cx="74024" cy="95101"/>
            </a:xfrm>
            <a:custGeom>
              <a:avLst/>
              <a:gdLst>
                <a:gd name="connsiteX0" fmla="*/ 61432 w 74024"/>
                <a:gd name="connsiteY0" fmla="*/ 69905 h 95101"/>
                <a:gd name="connsiteX1" fmla="*/ 35072 w 74024"/>
                <a:gd name="connsiteY1" fmla="*/ 86178 h 95101"/>
                <a:gd name="connsiteX2" fmla="*/ 16295 w 74024"/>
                <a:gd name="connsiteY2" fmla="*/ 63396 h 95101"/>
                <a:gd name="connsiteX3" fmla="*/ 54571 w 74024"/>
                <a:gd name="connsiteY3" fmla="*/ 4817 h 95101"/>
                <a:gd name="connsiteX4" fmla="*/ 62516 w 74024"/>
                <a:gd name="connsiteY4" fmla="*/ 10602 h 95101"/>
                <a:gd name="connsiteX5" fmla="*/ 59266 w 74024"/>
                <a:gd name="connsiteY5" fmla="*/ 15665 h 95101"/>
                <a:gd name="connsiteX6" fmla="*/ 56016 w 74024"/>
                <a:gd name="connsiteY6" fmla="*/ 22897 h 95101"/>
                <a:gd name="connsiteX7" fmla="*/ 63238 w 74024"/>
                <a:gd name="connsiteY7" fmla="*/ 29767 h 95101"/>
                <a:gd name="connsiteX8" fmla="*/ 74071 w 74024"/>
                <a:gd name="connsiteY8" fmla="*/ 16026 h 95101"/>
                <a:gd name="connsiteX9" fmla="*/ 55655 w 74024"/>
                <a:gd name="connsiteY9" fmla="*/ 116 h 95101"/>
                <a:gd name="connsiteX10" fmla="*/ 46 w 74024"/>
                <a:gd name="connsiteY10" fmla="*/ 64481 h 95101"/>
                <a:gd name="connsiteX11" fmla="*/ 7268 w 74024"/>
                <a:gd name="connsiteY11" fmla="*/ 86539 h 95101"/>
                <a:gd name="connsiteX12" fmla="*/ 26406 w 74024"/>
                <a:gd name="connsiteY12" fmla="*/ 95218 h 95101"/>
                <a:gd name="connsiteX13" fmla="*/ 65404 w 74024"/>
                <a:gd name="connsiteY13" fmla="*/ 71713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432" y="69905"/>
                  </a:moveTo>
                  <a:cubicBezTo>
                    <a:pt x="54210" y="80030"/>
                    <a:pt x="44822" y="86178"/>
                    <a:pt x="35072" y="86178"/>
                  </a:cubicBezTo>
                  <a:cubicBezTo>
                    <a:pt x="24239" y="86178"/>
                    <a:pt x="16295" y="76776"/>
                    <a:pt x="16295" y="63396"/>
                  </a:cubicBezTo>
                  <a:cubicBezTo>
                    <a:pt x="16295" y="35191"/>
                    <a:pt x="36156" y="4817"/>
                    <a:pt x="54571" y="4817"/>
                  </a:cubicBezTo>
                  <a:cubicBezTo>
                    <a:pt x="58544" y="4817"/>
                    <a:pt x="62516" y="7709"/>
                    <a:pt x="62516" y="10602"/>
                  </a:cubicBezTo>
                  <a:cubicBezTo>
                    <a:pt x="62516" y="12410"/>
                    <a:pt x="62155" y="12772"/>
                    <a:pt x="59266" y="15665"/>
                  </a:cubicBezTo>
                  <a:cubicBezTo>
                    <a:pt x="57099" y="17834"/>
                    <a:pt x="56016" y="20366"/>
                    <a:pt x="56016" y="22897"/>
                  </a:cubicBezTo>
                  <a:cubicBezTo>
                    <a:pt x="56016" y="26513"/>
                    <a:pt x="59266" y="29767"/>
                    <a:pt x="63238" y="29767"/>
                  </a:cubicBezTo>
                  <a:cubicBezTo>
                    <a:pt x="69015" y="29767"/>
                    <a:pt x="74071" y="23258"/>
                    <a:pt x="74071" y="16026"/>
                  </a:cubicBezTo>
                  <a:cubicBezTo>
                    <a:pt x="74071" y="7348"/>
                    <a:pt x="65766" y="116"/>
                    <a:pt x="55655" y="116"/>
                  </a:cubicBezTo>
                  <a:cubicBezTo>
                    <a:pt x="28212" y="116"/>
                    <a:pt x="46" y="32660"/>
                    <a:pt x="46" y="64481"/>
                  </a:cubicBezTo>
                  <a:cubicBezTo>
                    <a:pt x="46" y="73521"/>
                    <a:pt x="2574" y="81477"/>
                    <a:pt x="7268" y="86539"/>
                  </a:cubicBezTo>
                  <a:cubicBezTo>
                    <a:pt x="11962" y="91602"/>
                    <a:pt x="19545" y="95218"/>
                    <a:pt x="26406" y="95218"/>
                  </a:cubicBezTo>
                  <a:cubicBezTo>
                    <a:pt x="40128" y="95218"/>
                    <a:pt x="55294" y="86178"/>
                    <a:pt x="65404" y="71713"/>
                  </a:cubicBezTo>
                  <a:close/>
                </a:path>
              </a:pathLst>
            </a:custGeom>
            <a:solidFill>
              <a:srgbClr val="000000"/>
            </a:solidFill>
            <a:ln w="23090" cap="flat">
              <a:noFill/>
              <a:prstDash val="solid"/>
              <a:miter/>
            </a:ln>
          </p:spPr>
          <p:txBody>
            <a:bodyPr rtlCol="0" anchor="ctr"/>
            <a:lstStyle/>
            <a:p>
              <a:endParaRPr lang="zh-CN" altLang="en-US"/>
            </a:p>
          </p:txBody>
        </p:sp>
      </p:grpSp>
      <p:grpSp>
        <p:nvGrpSpPr>
          <p:cNvPr id="98" name="Graphic 2"/>
          <p:cNvGrpSpPr/>
          <p:nvPr/>
        </p:nvGrpSpPr>
        <p:grpSpPr>
          <a:xfrm>
            <a:off x="8785186" y="4108005"/>
            <a:ext cx="326805" cy="168052"/>
            <a:chOff x="3796250" y="5119696"/>
            <a:chExt cx="252342" cy="143195"/>
          </a:xfrm>
        </p:grpSpPr>
        <p:sp>
          <p:nvSpPr>
            <p:cNvPr id="99" name="任意多边形: 形状 98"/>
            <p:cNvSpPr/>
            <p:nvPr/>
          </p:nvSpPr>
          <p:spPr>
            <a:xfrm>
              <a:off x="3796250" y="5119696"/>
              <a:ext cx="89190" cy="143195"/>
            </a:xfrm>
            <a:custGeom>
              <a:avLst/>
              <a:gdLst>
                <a:gd name="connsiteX0" fmla="*/ 56380 w 89190"/>
                <a:gd name="connsiteY0" fmla="*/ 116 h 143195"/>
                <a:gd name="connsiteX1" fmla="*/ 28215 w 89190"/>
                <a:gd name="connsiteY1" fmla="*/ 3732 h 143195"/>
                <a:gd name="connsiteX2" fmla="*/ 27132 w 89190"/>
                <a:gd name="connsiteY2" fmla="*/ 7709 h 143195"/>
                <a:gd name="connsiteX3" fmla="*/ 29298 w 89190"/>
                <a:gd name="connsiteY3" fmla="*/ 7709 h 143195"/>
                <a:gd name="connsiteX4" fmla="*/ 32909 w 89190"/>
                <a:gd name="connsiteY4" fmla="*/ 7348 h 143195"/>
                <a:gd name="connsiteX5" fmla="*/ 37603 w 89190"/>
                <a:gd name="connsiteY5" fmla="*/ 11325 h 143195"/>
                <a:gd name="connsiteX6" fmla="*/ 35076 w 89190"/>
                <a:gd name="connsiteY6" fmla="*/ 22897 h 143195"/>
                <a:gd name="connsiteX7" fmla="*/ 49 w 89190"/>
                <a:gd name="connsiteY7" fmla="*/ 139695 h 143195"/>
                <a:gd name="connsiteX8" fmla="*/ 15215 w 89190"/>
                <a:gd name="connsiteY8" fmla="*/ 139695 h 143195"/>
                <a:gd name="connsiteX9" fmla="*/ 18104 w 89190"/>
                <a:gd name="connsiteY9" fmla="*/ 129570 h 143195"/>
                <a:gd name="connsiteX10" fmla="*/ 41214 w 89190"/>
                <a:gd name="connsiteY10" fmla="*/ 82200 h 143195"/>
                <a:gd name="connsiteX11" fmla="*/ 67935 w 89190"/>
                <a:gd name="connsiteY11" fmla="*/ 59780 h 143195"/>
                <a:gd name="connsiteX12" fmla="*/ 72630 w 89190"/>
                <a:gd name="connsiteY12" fmla="*/ 65204 h 143195"/>
                <a:gd name="connsiteX13" fmla="*/ 70463 w 89190"/>
                <a:gd name="connsiteY13" fmla="*/ 74968 h 143195"/>
                <a:gd name="connsiteX14" fmla="*/ 56019 w 89190"/>
                <a:gd name="connsiteY14" fmla="*/ 125231 h 143195"/>
                <a:gd name="connsiteX15" fmla="*/ 54575 w 89190"/>
                <a:gd name="connsiteY15" fmla="*/ 134632 h 143195"/>
                <a:gd name="connsiteX16" fmla="*/ 62519 w 89190"/>
                <a:gd name="connsiteY16" fmla="*/ 143311 h 143195"/>
                <a:gd name="connsiteX17" fmla="*/ 78407 w 89190"/>
                <a:gd name="connsiteY17" fmla="*/ 134994 h 143195"/>
                <a:gd name="connsiteX18" fmla="*/ 89240 w 89190"/>
                <a:gd name="connsiteY18" fmla="*/ 122700 h 143195"/>
                <a:gd name="connsiteX19" fmla="*/ 85990 w 89190"/>
                <a:gd name="connsiteY19" fmla="*/ 121253 h 143195"/>
                <a:gd name="connsiteX20" fmla="*/ 72630 w 89190"/>
                <a:gd name="connsiteY20" fmla="*/ 133186 h 143195"/>
                <a:gd name="connsiteX21" fmla="*/ 69741 w 89190"/>
                <a:gd name="connsiteY21" fmla="*/ 129570 h 143195"/>
                <a:gd name="connsiteX22" fmla="*/ 70824 w 89190"/>
                <a:gd name="connsiteY22" fmla="*/ 125231 h 143195"/>
                <a:gd name="connsiteX23" fmla="*/ 84907 w 89190"/>
                <a:gd name="connsiteY23" fmla="*/ 76053 h 143195"/>
                <a:gd name="connsiteX24" fmla="*/ 87796 w 89190"/>
                <a:gd name="connsiteY24" fmla="*/ 60504 h 143195"/>
                <a:gd name="connsiteX25" fmla="*/ 76602 w 89190"/>
                <a:gd name="connsiteY25" fmla="*/ 48571 h 143195"/>
                <a:gd name="connsiteX26" fmla="*/ 54214 w 89190"/>
                <a:gd name="connsiteY26" fmla="*/ 61227 h 143195"/>
                <a:gd name="connsiteX27" fmla="*/ 29659 w 89190"/>
                <a:gd name="connsiteY27" fmla="*/ 90878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380" y="116"/>
                  </a:moveTo>
                  <a:cubicBezTo>
                    <a:pt x="43381" y="2285"/>
                    <a:pt x="41575" y="2285"/>
                    <a:pt x="28215" y="3732"/>
                  </a:cubicBezTo>
                  <a:lnTo>
                    <a:pt x="27132" y="7709"/>
                  </a:lnTo>
                  <a:lnTo>
                    <a:pt x="29298" y="7709"/>
                  </a:lnTo>
                  <a:cubicBezTo>
                    <a:pt x="30743" y="7348"/>
                    <a:pt x="31826" y="7348"/>
                    <a:pt x="32909" y="7348"/>
                  </a:cubicBezTo>
                  <a:cubicBezTo>
                    <a:pt x="35437" y="7348"/>
                    <a:pt x="37603" y="9156"/>
                    <a:pt x="37603" y="11325"/>
                  </a:cubicBezTo>
                  <a:cubicBezTo>
                    <a:pt x="37603" y="12772"/>
                    <a:pt x="36520" y="16750"/>
                    <a:pt x="35076" y="22897"/>
                  </a:cubicBezTo>
                  <a:lnTo>
                    <a:pt x="49" y="139695"/>
                  </a:lnTo>
                  <a:lnTo>
                    <a:pt x="15215" y="139695"/>
                  </a:lnTo>
                  <a:lnTo>
                    <a:pt x="18104" y="129570"/>
                  </a:lnTo>
                  <a:cubicBezTo>
                    <a:pt x="25326" y="105704"/>
                    <a:pt x="28937" y="98110"/>
                    <a:pt x="41214" y="82200"/>
                  </a:cubicBezTo>
                  <a:cubicBezTo>
                    <a:pt x="53131" y="67012"/>
                    <a:pt x="61436" y="59780"/>
                    <a:pt x="67935" y="59780"/>
                  </a:cubicBezTo>
                  <a:cubicBezTo>
                    <a:pt x="70463" y="59780"/>
                    <a:pt x="72630" y="62312"/>
                    <a:pt x="72630" y="65204"/>
                  </a:cubicBezTo>
                  <a:cubicBezTo>
                    <a:pt x="72630" y="67374"/>
                    <a:pt x="72268" y="68821"/>
                    <a:pt x="70463" y="74968"/>
                  </a:cubicBezTo>
                  <a:lnTo>
                    <a:pt x="56019" y="125231"/>
                  </a:lnTo>
                  <a:cubicBezTo>
                    <a:pt x="54936" y="129208"/>
                    <a:pt x="54575" y="132101"/>
                    <a:pt x="54575" y="134632"/>
                  </a:cubicBezTo>
                  <a:cubicBezTo>
                    <a:pt x="54575" y="139333"/>
                    <a:pt x="57825" y="143311"/>
                    <a:pt x="62519" y="143311"/>
                  </a:cubicBezTo>
                  <a:cubicBezTo>
                    <a:pt x="66491" y="143311"/>
                    <a:pt x="73713" y="139333"/>
                    <a:pt x="78407" y="134994"/>
                  </a:cubicBezTo>
                  <a:cubicBezTo>
                    <a:pt x="81657" y="132101"/>
                    <a:pt x="82740" y="130655"/>
                    <a:pt x="89240" y="122700"/>
                  </a:cubicBezTo>
                  <a:lnTo>
                    <a:pt x="85990" y="121253"/>
                  </a:lnTo>
                  <a:cubicBezTo>
                    <a:pt x="81657" y="127762"/>
                    <a:pt x="75518" y="133186"/>
                    <a:pt x="72630" y="133186"/>
                  </a:cubicBezTo>
                  <a:cubicBezTo>
                    <a:pt x="71185" y="133186"/>
                    <a:pt x="69741" y="131378"/>
                    <a:pt x="69741" y="129570"/>
                  </a:cubicBezTo>
                  <a:cubicBezTo>
                    <a:pt x="69741" y="128847"/>
                    <a:pt x="69741" y="128485"/>
                    <a:pt x="70824" y="125231"/>
                  </a:cubicBezTo>
                  <a:lnTo>
                    <a:pt x="84907" y="76053"/>
                  </a:lnTo>
                  <a:cubicBezTo>
                    <a:pt x="87074" y="68821"/>
                    <a:pt x="87796" y="64120"/>
                    <a:pt x="87796" y="60504"/>
                  </a:cubicBezTo>
                  <a:cubicBezTo>
                    <a:pt x="87796" y="53633"/>
                    <a:pt x="83463" y="48571"/>
                    <a:pt x="76602" y="48571"/>
                  </a:cubicBezTo>
                  <a:cubicBezTo>
                    <a:pt x="70102" y="48571"/>
                    <a:pt x="63963" y="52187"/>
                    <a:pt x="54214" y="61227"/>
                  </a:cubicBezTo>
                  <a:cubicBezTo>
                    <a:pt x="46631" y="68097"/>
                    <a:pt x="44825" y="70267"/>
                    <a:pt x="29659" y="90878"/>
                  </a:cubicBezTo>
                  <a:close/>
                </a:path>
              </a:pathLst>
            </a:custGeom>
            <a:solidFill>
              <a:srgbClr val="000000"/>
            </a:solidFill>
            <a:ln w="23090" cap="flat">
              <a:noFill/>
              <a:prstDash val="solid"/>
              <a:miter/>
            </a:ln>
          </p:spPr>
          <p:txBody>
            <a:bodyPr rtlCol="0" anchor="ctr"/>
            <a:lstStyle/>
            <a:p>
              <a:endParaRPr lang="zh-CN" altLang="en-US"/>
            </a:p>
          </p:txBody>
        </p:sp>
        <p:sp>
          <p:nvSpPr>
            <p:cNvPr id="100" name="任意多边形: 形状 99"/>
            <p:cNvSpPr/>
            <p:nvPr/>
          </p:nvSpPr>
          <p:spPr>
            <a:xfrm>
              <a:off x="3900234" y="5166342"/>
              <a:ext cx="76552" cy="95463"/>
            </a:xfrm>
            <a:custGeom>
              <a:avLst/>
              <a:gdLst>
                <a:gd name="connsiteX0" fmla="*/ 63607 w 76552"/>
                <a:gd name="connsiteY0" fmla="*/ 71352 h 95463"/>
                <a:gd name="connsiteX1" fmla="*/ 36163 w 76552"/>
                <a:gd name="connsiteY1" fmla="*/ 85454 h 95463"/>
                <a:gd name="connsiteX2" fmla="*/ 17025 w 76552"/>
                <a:gd name="connsiteY2" fmla="*/ 63758 h 95463"/>
                <a:gd name="connsiteX3" fmla="*/ 17747 w 76552"/>
                <a:gd name="connsiteY3" fmla="*/ 52910 h 95463"/>
                <a:gd name="connsiteX4" fmla="*/ 53135 w 76552"/>
                <a:gd name="connsiteY4" fmla="*/ 45678 h 95463"/>
                <a:gd name="connsiteX5" fmla="*/ 76606 w 76552"/>
                <a:gd name="connsiteY5" fmla="*/ 15303 h 95463"/>
                <a:gd name="connsiteX6" fmla="*/ 57107 w 76552"/>
                <a:gd name="connsiteY6" fmla="*/ 116 h 95463"/>
                <a:gd name="connsiteX7" fmla="*/ 54 w 76552"/>
                <a:gd name="connsiteY7" fmla="*/ 64481 h 95463"/>
                <a:gd name="connsiteX8" fmla="*/ 27497 w 76552"/>
                <a:gd name="connsiteY8" fmla="*/ 95579 h 95463"/>
                <a:gd name="connsiteX9" fmla="*/ 67218 w 76552"/>
                <a:gd name="connsiteY9" fmla="*/ 74245 h 95463"/>
                <a:gd name="connsiteX10" fmla="*/ 18831 w 76552"/>
                <a:gd name="connsiteY10" fmla="*/ 47486 h 95463"/>
                <a:gd name="connsiteX11" fmla="*/ 53496 w 76552"/>
                <a:gd name="connsiteY11" fmla="*/ 5901 h 95463"/>
                <a:gd name="connsiteX12" fmla="*/ 61801 w 76552"/>
                <a:gd name="connsiteY12" fmla="*/ 14580 h 95463"/>
                <a:gd name="connsiteX13" fmla="*/ 54218 w 76552"/>
                <a:gd name="connsiteY13" fmla="*/ 32299 h 95463"/>
                <a:gd name="connsiteX14" fmla="*/ 27497 w 76552"/>
                <a:gd name="connsiteY14" fmla="*/ 46763 h 95463"/>
                <a:gd name="connsiteX15" fmla="*/ 18831 w 76552"/>
                <a:gd name="connsiteY15" fmla="*/ 47486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607" y="71352"/>
                  </a:moveTo>
                  <a:cubicBezTo>
                    <a:pt x="54218" y="80754"/>
                    <a:pt x="45552" y="85454"/>
                    <a:pt x="36163" y="85454"/>
                  </a:cubicBezTo>
                  <a:cubicBezTo>
                    <a:pt x="24969" y="85454"/>
                    <a:pt x="17025" y="76414"/>
                    <a:pt x="17025" y="63758"/>
                  </a:cubicBezTo>
                  <a:cubicBezTo>
                    <a:pt x="17025" y="60504"/>
                    <a:pt x="17386" y="56888"/>
                    <a:pt x="17747" y="52910"/>
                  </a:cubicBezTo>
                  <a:cubicBezTo>
                    <a:pt x="33997" y="52187"/>
                    <a:pt x="43385" y="50379"/>
                    <a:pt x="53135" y="45678"/>
                  </a:cubicBezTo>
                  <a:cubicBezTo>
                    <a:pt x="67218" y="39169"/>
                    <a:pt x="76606" y="26874"/>
                    <a:pt x="76606" y="15303"/>
                  </a:cubicBezTo>
                  <a:cubicBezTo>
                    <a:pt x="76606" y="6625"/>
                    <a:pt x="68301" y="116"/>
                    <a:pt x="57107" y="116"/>
                  </a:cubicBezTo>
                  <a:cubicBezTo>
                    <a:pt x="29664" y="116"/>
                    <a:pt x="54" y="33383"/>
                    <a:pt x="54" y="64481"/>
                  </a:cubicBezTo>
                  <a:cubicBezTo>
                    <a:pt x="54" y="83285"/>
                    <a:pt x="11248" y="95579"/>
                    <a:pt x="27497" y="95579"/>
                  </a:cubicBezTo>
                  <a:cubicBezTo>
                    <a:pt x="40496" y="95579"/>
                    <a:pt x="51691" y="89432"/>
                    <a:pt x="67218" y="74245"/>
                  </a:cubicBezTo>
                  <a:close/>
                  <a:moveTo>
                    <a:pt x="18831" y="47486"/>
                  </a:moveTo>
                  <a:cubicBezTo>
                    <a:pt x="26053" y="23620"/>
                    <a:pt x="40858" y="5901"/>
                    <a:pt x="53496" y="5901"/>
                  </a:cubicBezTo>
                  <a:cubicBezTo>
                    <a:pt x="58190" y="5901"/>
                    <a:pt x="61801" y="9879"/>
                    <a:pt x="61801" y="14580"/>
                  </a:cubicBezTo>
                  <a:cubicBezTo>
                    <a:pt x="61801" y="20366"/>
                    <a:pt x="58912" y="26874"/>
                    <a:pt x="54218" y="32299"/>
                  </a:cubicBezTo>
                  <a:cubicBezTo>
                    <a:pt x="47718" y="40254"/>
                    <a:pt x="38691" y="44955"/>
                    <a:pt x="27497" y="46763"/>
                  </a:cubicBezTo>
                  <a:cubicBezTo>
                    <a:pt x="25692" y="47124"/>
                    <a:pt x="23164" y="47486"/>
                    <a:pt x="18831" y="47486"/>
                  </a:cubicBezTo>
                  <a:close/>
                </a:path>
              </a:pathLst>
            </a:custGeom>
            <a:solidFill>
              <a:srgbClr val="000000"/>
            </a:solidFill>
            <a:ln w="23090" cap="flat">
              <a:noFill/>
              <a:prstDash val="solid"/>
              <a:miter/>
            </a:ln>
          </p:spPr>
          <p:txBody>
            <a:bodyPr rtlCol="0" anchor="ctr"/>
            <a:lstStyle/>
            <a:p>
              <a:endParaRPr lang="zh-CN" altLang="en-US"/>
            </a:p>
          </p:txBody>
        </p:sp>
        <p:sp>
          <p:nvSpPr>
            <p:cNvPr id="101" name="任意多边形: 形状 100"/>
            <p:cNvSpPr/>
            <p:nvPr/>
          </p:nvSpPr>
          <p:spPr>
            <a:xfrm>
              <a:off x="3978901" y="5166342"/>
              <a:ext cx="69691" cy="95463"/>
            </a:xfrm>
            <a:custGeom>
              <a:avLst/>
              <a:gdLst>
                <a:gd name="connsiteX0" fmla="*/ 69749 w 69691"/>
                <a:gd name="connsiteY0" fmla="*/ 839 h 95463"/>
                <a:gd name="connsiteX1" fmla="*/ 66860 w 69691"/>
                <a:gd name="connsiteY1" fmla="*/ 839 h 95463"/>
                <a:gd name="connsiteX2" fmla="*/ 60722 w 69691"/>
                <a:gd name="connsiteY2" fmla="*/ 5540 h 95463"/>
                <a:gd name="connsiteX3" fmla="*/ 57111 w 69691"/>
                <a:gd name="connsiteY3" fmla="*/ 4455 h 95463"/>
                <a:gd name="connsiteX4" fmla="*/ 42306 w 69691"/>
                <a:gd name="connsiteY4" fmla="*/ 116 h 95463"/>
                <a:gd name="connsiteX5" fmla="*/ 19195 w 69691"/>
                <a:gd name="connsiteY5" fmla="*/ 23620 h 95463"/>
                <a:gd name="connsiteX6" fmla="*/ 32917 w 69691"/>
                <a:gd name="connsiteY6" fmla="*/ 51102 h 95463"/>
                <a:gd name="connsiteX7" fmla="*/ 44833 w 69691"/>
                <a:gd name="connsiteY7" fmla="*/ 73521 h 95463"/>
                <a:gd name="connsiteX8" fmla="*/ 27862 w 69691"/>
                <a:gd name="connsiteY8" fmla="*/ 90878 h 95463"/>
                <a:gd name="connsiteX9" fmla="*/ 9085 w 69691"/>
                <a:gd name="connsiteY9" fmla="*/ 63758 h 95463"/>
                <a:gd name="connsiteX10" fmla="*/ 5835 w 69691"/>
                <a:gd name="connsiteY10" fmla="*/ 63758 h 95463"/>
                <a:gd name="connsiteX11" fmla="*/ 57 w 69691"/>
                <a:gd name="connsiteY11" fmla="*/ 95579 h 95463"/>
                <a:gd name="connsiteX12" fmla="*/ 4029 w 69691"/>
                <a:gd name="connsiteY12" fmla="*/ 95579 h 95463"/>
                <a:gd name="connsiteX13" fmla="*/ 9807 w 69691"/>
                <a:gd name="connsiteY13" fmla="*/ 91240 h 95463"/>
                <a:gd name="connsiteX14" fmla="*/ 13779 w 69691"/>
                <a:gd name="connsiteY14" fmla="*/ 92325 h 95463"/>
                <a:gd name="connsiteX15" fmla="*/ 30751 w 69691"/>
                <a:gd name="connsiteY15" fmla="*/ 95579 h 95463"/>
                <a:gd name="connsiteX16" fmla="*/ 58916 w 69691"/>
                <a:gd name="connsiteY16" fmla="*/ 68821 h 95463"/>
                <a:gd name="connsiteX17" fmla="*/ 44111 w 69691"/>
                <a:gd name="connsiteY17" fmla="*/ 39892 h 95463"/>
                <a:gd name="connsiteX18" fmla="*/ 32195 w 69691"/>
                <a:gd name="connsiteY18" fmla="*/ 18196 h 95463"/>
                <a:gd name="connsiteX19" fmla="*/ 44111 w 69691"/>
                <a:gd name="connsiteY19" fmla="*/ 5901 h 95463"/>
                <a:gd name="connsiteX20" fmla="*/ 61444 w 69691"/>
                <a:gd name="connsiteY20" fmla="*/ 26513 h 95463"/>
                <a:gd name="connsiteX21" fmla="*/ 61444 w 69691"/>
                <a:gd name="connsiteY21" fmla="*/ 30852 h 95463"/>
                <a:gd name="connsiteX22" fmla="*/ 64694 w 69691"/>
                <a:gd name="connsiteY22" fmla="*/ 3085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749" y="839"/>
                  </a:moveTo>
                  <a:lnTo>
                    <a:pt x="66860" y="839"/>
                  </a:lnTo>
                  <a:cubicBezTo>
                    <a:pt x="64694" y="4094"/>
                    <a:pt x="62888" y="5540"/>
                    <a:pt x="60722" y="5540"/>
                  </a:cubicBezTo>
                  <a:cubicBezTo>
                    <a:pt x="59999" y="5540"/>
                    <a:pt x="58555" y="5178"/>
                    <a:pt x="57111" y="4455"/>
                  </a:cubicBezTo>
                  <a:cubicBezTo>
                    <a:pt x="52055" y="1562"/>
                    <a:pt x="47000" y="116"/>
                    <a:pt x="42306" y="116"/>
                  </a:cubicBezTo>
                  <a:cubicBezTo>
                    <a:pt x="29667" y="116"/>
                    <a:pt x="19195" y="10602"/>
                    <a:pt x="19195" y="23620"/>
                  </a:cubicBezTo>
                  <a:cubicBezTo>
                    <a:pt x="19195" y="32660"/>
                    <a:pt x="22084" y="38084"/>
                    <a:pt x="32917" y="51102"/>
                  </a:cubicBezTo>
                  <a:cubicBezTo>
                    <a:pt x="41222" y="60865"/>
                    <a:pt x="44833" y="67374"/>
                    <a:pt x="44833" y="73521"/>
                  </a:cubicBezTo>
                  <a:cubicBezTo>
                    <a:pt x="44833" y="82923"/>
                    <a:pt x="36889" y="90878"/>
                    <a:pt x="27862" y="90878"/>
                  </a:cubicBezTo>
                  <a:cubicBezTo>
                    <a:pt x="17029" y="90878"/>
                    <a:pt x="9446" y="80030"/>
                    <a:pt x="9085" y="63758"/>
                  </a:cubicBezTo>
                  <a:lnTo>
                    <a:pt x="5835" y="63758"/>
                  </a:lnTo>
                  <a:lnTo>
                    <a:pt x="57" y="95579"/>
                  </a:lnTo>
                  <a:lnTo>
                    <a:pt x="4029" y="95579"/>
                  </a:lnTo>
                  <a:cubicBezTo>
                    <a:pt x="5474" y="92325"/>
                    <a:pt x="7279" y="91240"/>
                    <a:pt x="9807" y="91240"/>
                  </a:cubicBezTo>
                  <a:cubicBezTo>
                    <a:pt x="10890" y="91240"/>
                    <a:pt x="12335" y="91602"/>
                    <a:pt x="13779" y="92325"/>
                  </a:cubicBezTo>
                  <a:cubicBezTo>
                    <a:pt x="23529" y="95218"/>
                    <a:pt x="25695" y="95579"/>
                    <a:pt x="30751" y="95579"/>
                  </a:cubicBezTo>
                  <a:cubicBezTo>
                    <a:pt x="46278" y="95579"/>
                    <a:pt x="58916" y="83646"/>
                    <a:pt x="58916" y="68821"/>
                  </a:cubicBezTo>
                  <a:cubicBezTo>
                    <a:pt x="58916" y="59781"/>
                    <a:pt x="55305" y="53272"/>
                    <a:pt x="44111" y="39892"/>
                  </a:cubicBezTo>
                  <a:cubicBezTo>
                    <a:pt x="34362" y="28321"/>
                    <a:pt x="32195" y="23982"/>
                    <a:pt x="32195" y="18196"/>
                  </a:cubicBezTo>
                  <a:cubicBezTo>
                    <a:pt x="32195" y="11326"/>
                    <a:pt x="37250" y="5901"/>
                    <a:pt x="44111" y="5901"/>
                  </a:cubicBezTo>
                  <a:cubicBezTo>
                    <a:pt x="53861" y="5901"/>
                    <a:pt x="61444" y="14580"/>
                    <a:pt x="61444" y="26513"/>
                  </a:cubicBezTo>
                  <a:cubicBezTo>
                    <a:pt x="61444" y="27598"/>
                    <a:pt x="61444" y="29044"/>
                    <a:pt x="61444" y="30852"/>
                  </a:cubicBezTo>
                  <a:lnTo>
                    <a:pt x="64694" y="30852"/>
                  </a:lnTo>
                  <a:close/>
                </a:path>
              </a:pathLst>
            </a:custGeom>
            <a:solidFill>
              <a:srgbClr val="000000"/>
            </a:solidFill>
            <a:ln w="23090" cap="flat">
              <a:noFill/>
              <a:prstDash val="solid"/>
              <a:miter/>
            </a:ln>
          </p:spPr>
          <p:txBody>
            <a:bodyPr rtlCol="0" anchor="ctr"/>
            <a:lstStyle/>
            <a:p>
              <a:endParaRPr lang="zh-CN" altLang="en-US"/>
            </a:p>
          </p:txBody>
        </p:sp>
      </p:grpSp>
      <p:grpSp>
        <p:nvGrpSpPr>
          <p:cNvPr id="102" name="Graphic 2"/>
          <p:cNvGrpSpPr/>
          <p:nvPr/>
        </p:nvGrpSpPr>
        <p:grpSpPr>
          <a:xfrm>
            <a:off x="10346235" y="4771187"/>
            <a:ext cx="449109" cy="113731"/>
            <a:chOff x="5001612" y="5684787"/>
            <a:chExt cx="346779" cy="96909"/>
          </a:xfrm>
        </p:grpSpPr>
        <p:sp>
          <p:nvSpPr>
            <p:cNvPr id="103" name="任意多边形: 形状 102"/>
            <p:cNvSpPr/>
            <p:nvPr/>
          </p:nvSpPr>
          <p:spPr>
            <a:xfrm>
              <a:off x="5001612" y="5686233"/>
              <a:ext cx="74024" cy="95101"/>
            </a:xfrm>
            <a:custGeom>
              <a:avLst/>
              <a:gdLst>
                <a:gd name="connsiteX0" fmla="*/ 61488 w 74024"/>
                <a:gd name="connsiteY0" fmla="*/ 69928 h 95101"/>
                <a:gd name="connsiteX1" fmla="*/ 35128 w 74024"/>
                <a:gd name="connsiteY1" fmla="*/ 86200 h 95101"/>
                <a:gd name="connsiteX2" fmla="*/ 16351 w 74024"/>
                <a:gd name="connsiteY2" fmla="*/ 63419 h 95101"/>
                <a:gd name="connsiteX3" fmla="*/ 54627 w 74024"/>
                <a:gd name="connsiteY3" fmla="*/ 4839 h 95101"/>
                <a:gd name="connsiteX4" fmla="*/ 62571 w 74024"/>
                <a:gd name="connsiteY4" fmla="*/ 10625 h 95101"/>
                <a:gd name="connsiteX5" fmla="*/ 59321 w 74024"/>
                <a:gd name="connsiteY5" fmla="*/ 15687 h 95101"/>
                <a:gd name="connsiteX6" fmla="*/ 56071 w 74024"/>
                <a:gd name="connsiteY6" fmla="*/ 22919 h 95101"/>
                <a:gd name="connsiteX7" fmla="*/ 63293 w 74024"/>
                <a:gd name="connsiteY7" fmla="*/ 29790 h 95101"/>
                <a:gd name="connsiteX8" fmla="*/ 74126 w 74024"/>
                <a:gd name="connsiteY8" fmla="*/ 16049 h 95101"/>
                <a:gd name="connsiteX9" fmla="*/ 55710 w 74024"/>
                <a:gd name="connsiteY9" fmla="*/ 138 h 95101"/>
                <a:gd name="connsiteX10" fmla="*/ 101 w 74024"/>
                <a:gd name="connsiteY10" fmla="*/ 64504 h 95101"/>
                <a:gd name="connsiteX11" fmla="*/ 7323 w 74024"/>
                <a:gd name="connsiteY11" fmla="*/ 86562 h 95101"/>
                <a:gd name="connsiteX12" fmla="*/ 26461 w 74024"/>
                <a:gd name="connsiteY12" fmla="*/ 95240 h 95101"/>
                <a:gd name="connsiteX13" fmla="*/ 65460 w 74024"/>
                <a:gd name="connsiteY13" fmla="*/ 71736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488" y="69928"/>
                  </a:moveTo>
                  <a:cubicBezTo>
                    <a:pt x="54266" y="80053"/>
                    <a:pt x="44877" y="86200"/>
                    <a:pt x="35128" y="86200"/>
                  </a:cubicBezTo>
                  <a:cubicBezTo>
                    <a:pt x="24295" y="86200"/>
                    <a:pt x="16351" y="76798"/>
                    <a:pt x="16351" y="63419"/>
                  </a:cubicBezTo>
                  <a:cubicBezTo>
                    <a:pt x="16351" y="35214"/>
                    <a:pt x="36211" y="4839"/>
                    <a:pt x="54627" y="4839"/>
                  </a:cubicBezTo>
                  <a:cubicBezTo>
                    <a:pt x="58599" y="4839"/>
                    <a:pt x="62571" y="7732"/>
                    <a:pt x="62571" y="10625"/>
                  </a:cubicBezTo>
                  <a:cubicBezTo>
                    <a:pt x="62571" y="12433"/>
                    <a:pt x="62210" y="12794"/>
                    <a:pt x="59321" y="15687"/>
                  </a:cubicBezTo>
                  <a:cubicBezTo>
                    <a:pt x="57155" y="17857"/>
                    <a:pt x="56071" y="20388"/>
                    <a:pt x="56071" y="22919"/>
                  </a:cubicBezTo>
                  <a:cubicBezTo>
                    <a:pt x="56071" y="26535"/>
                    <a:pt x="59321" y="29790"/>
                    <a:pt x="63293" y="29790"/>
                  </a:cubicBezTo>
                  <a:cubicBezTo>
                    <a:pt x="69071" y="29790"/>
                    <a:pt x="74126" y="23281"/>
                    <a:pt x="74126" y="16049"/>
                  </a:cubicBezTo>
                  <a:cubicBezTo>
                    <a:pt x="74126" y="7370"/>
                    <a:pt x="65821" y="138"/>
                    <a:pt x="55710" y="138"/>
                  </a:cubicBezTo>
                  <a:cubicBezTo>
                    <a:pt x="28267" y="138"/>
                    <a:pt x="101" y="32683"/>
                    <a:pt x="101" y="64504"/>
                  </a:cubicBezTo>
                  <a:cubicBezTo>
                    <a:pt x="101" y="73544"/>
                    <a:pt x="2629" y="81499"/>
                    <a:pt x="7323" y="86562"/>
                  </a:cubicBezTo>
                  <a:cubicBezTo>
                    <a:pt x="12018" y="91624"/>
                    <a:pt x="19601" y="95240"/>
                    <a:pt x="26461" y="95240"/>
                  </a:cubicBezTo>
                  <a:cubicBezTo>
                    <a:pt x="40183" y="95240"/>
                    <a:pt x="55349" y="86200"/>
                    <a:pt x="65460" y="71736"/>
                  </a:cubicBezTo>
                  <a:close/>
                </a:path>
              </a:pathLst>
            </a:custGeom>
            <a:solidFill>
              <a:srgbClr val="000000"/>
            </a:solidFill>
            <a:ln w="23090" cap="flat">
              <a:noFill/>
              <a:prstDash val="solid"/>
              <a:miter/>
            </a:ln>
          </p:spPr>
          <p:txBody>
            <a:bodyPr rtlCol="0" anchor="ctr"/>
            <a:lstStyle/>
            <a:p>
              <a:endParaRPr lang="zh-CN" altLang="en-US"/>
            </a:p>
          </p:txBody>
        </p:sp>
        <p:sp>
          <p:nvSpPr>
            <p:cNvPr id="104" name="任意多边形: 形状 103"/>
            <p:cNvSpPr/>
            <p:nvPr/>
          </p:nvSpPr>
          <p:spPr>
            <a:xfrm>
              <a:off x="5081370" y="5685872"/>
              <a:ext cx="81246" cy="95101"/>
            </a:xfrm>
            <a:custGeom>
              <a:avLst/>
              <a:gdLst>
                <a:gd name="connsiteX0" fmla="*/ 53908 w 81246"/>
                <a:gd name="connsiteY0" fmla="*/ 138 h 95101"/>
                <a:gd name="connsiteX1" fmla="*/ 105 w 81246"/>
                <a:gd name="connsiteY1" fmla="*/ 61973 h 95101"/>
                <a:gd name="connsiteX2" fmla="*/ 27548 w 81246"/>
                <a:gd name="connsiteY2" fmla="*/ 95240 h 95101"/>
                <a:gd name="connsiteX3" fmla="*/ 59325 w 81246"/>
                <a:gd name="connsiteY3" fmla="*/ 81138 h 95101"/>
                <a:gd name="connsiteX4" fmla="*/ 81351 w 81246"/>
                <a:gd name="connsiteY4" fmla="*/ 33768 h 95101"/>
                <a:gd name="connsiteX5" fmla="*/ 53908 w 81246"/>
                <a:gd name="connsiteY5" fmla="*/ 138 h 95101"/>
                <a:gd name="connsiteX6" fmla="*/ 51742 w 81246"/>
                <a:gd name="connsiteY6" fmla="*/ 5562 h 95101"/>
                <a:gd name="connsiteX7" fmla="*/ 65824 w 81246"/>
                <a:gd name="connsiteY7" fmla="*/ 25450 h 95101"/>
                <a:gd name="connsiteX8" fmla="*/ 52464 w 81246"/>
                <a:gd name="connsiteY8" fmla="*/ 72098 h 95101"/>
                <a:gd name="connsiteX9" fmla="*/ 29354 w 81246"/>
                <a:gd name="connsiteY9" fmla="*/ 90178 h 95101"/>
                <a:gd name="connsiteX10" fmla="*/ 14910 w 81246"/>
                <a:gd name="connsiteY10" fmla="*/ 70290 h 95101"/>
                <a:gd name="connsiteX11" fmla="*/ 29354 w 81246"/>
                <a:gd name="connsiteY11" fmla="*/ 21111 h 95101"/>
                <a:gd name="connsiteX12" fmla="*/ 51742 w 81246"/>
                <a:gd name="connsiteY12" fmla="*/ 556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3908" y="138"/>
                  </a:moveTo>
                  <a:cubicBezTo>
                    <a:pt x="27187" y="138"/>
                    <a:pt x="105" y="30875"/>
                    <a:pt x="105" y="61973"/>
                  </a:cubicBezTo>
                  <a:cubicBezTo>
                    <a:pt x="105" y="81861"/>
                    <a:pt x="10938" y="95240"/>
                    <a:pt x="27548" y="95240"/>
                  </a:cubicBezTo>
                  <a:cubicBezTo>
                    <a:pt x="37659" y="95240"/>
                    <a:pt x="48492" y="90539"/>
                    <a:pt x="59325" y="81138"/>
                  </a:cubicBezTo>
                  <a:cubicBezTo>
                    <a:pt x="73046" y="68843"/>
                    <a:pt x="81351" y="51124"/>
                    <a:pt x="81351" y="33768"/>
                  </a:cubicBezTo>
                  <a:cubicBezTo>
                    <a:pt x="81351" y="14241"/>
                    <a:pt x="69796" y="138"/>
                    <a:pt x="53908" y="138"/>
                  </a:cubicBezTo>
                  <a:close/>
                  <a:moveTo>
                    <a:pt x="51742" y="5562"/>
                  </a:moveTo>
                  <a:cubicBezTo>
                    <a:pt x="60047" y="5562"/>
                    <a:pt x="65824" y="13879"/>
                    <a:pt x="65824" y="25450"/>
                  </a:cubicBezTo>
                  <a:cubicBezTo>
                    <a:pt x="65824" y="38830"/>
                    <a:pt x="60408" y="57995"/>
                    <a:pt x="52464" y="72098"/>
                  </a:cubicBezTo>
                  <a:cubicBezTo>
                    <a:pt x="45964" y="84030"/>
                    <a:pt x="38381" y="90178"/>
                    <a:pt x="29354" y="90178"/>
                  </a:cubicBezTo>
                  <a:cubicBezTo>
                    <a:pt x="20687" y="90178"/>
                    <a:pt x="14910" y="82584"/>
                    <a:pt x="14910" y="70290"/>
                  </a:cubicBezTo>
                  <a:cubicBezTo>
                    <a:pt x="14910" y="54741"/>
                    <a:pt x="21048" y="34491"/>
                    <a:pt x="29354" y="21111"/>
                  </a:cubicBezTo>
                  <a:cubicBezTo>
                    <a:pt x="35853" y="10625"/>
                    <a:pt x="43797" y="5562"/>
                    <a:pt x="51742" y="5562"/>
                  </a:cubicBezTo>
                  <a:close/>
                </a:path>
              </a:pathLst>
            </a:custGeom>
            <a:solidFill>
              <a:srgbClr val="000000"/>
            </a:solidFill>
            <a:ln w="23090" cap="flat">
              <a:noFill/>
              <a:prstDash val="solid"/>
              <a:miter/>
            </a:ln>
          </p:spPr>
          <p:txBody>
            <a:bodyPr rtlCol="0" anchor="ctr"/>
            <a:lstStyle/>
            <a:p>
              <a:endParaRPr lang="zh-CN" altLang="en-US"/>
            </a:p>
          </p:txBody>
        </p:sp>
        <p:sp>
          <p:nvSpPr>
            <p:cNvPr id="105" name="任意多边形: 形状 104"/>
            <p:cNvSpPr/>
            <p:nvPr/>
          </p:nvSpPr>
          <p:spPr>
            <a:xfrm>
              <a:off x="5176772" y="5686595"/>
              <a:ext cx="89190" cy="95101"/>
            </a:xfrm>
            <a:custGeom>
              <a:avLst/>
              <a:gdLst>
                <a:gd name="connsiteX0" fmla="*/ 89300 w 89190"/>
                <a:gd name="connsiteY0" fmla="*/ 2308 h 95101"/>
                <a:gd name="connsiteX1" fmla="*/ 73772 w 89190"/>
                <a:gd name="connsiteY1" fmla="*/ 2308 h 95101"/>
                <a:gd name="connsiteX2" fmla="*/ 69078 w 89190"/>
                <a:gd name="connsiteY2" fmla="*/ 19665 h 95101"/>
                <a:gd name="connsiteX3" fmla="*/ 48135 w 89190"/>
                <a:gd name="connsiteY3" fmla="*/ 61973 h 95101"/>
                <a:gd name="connsiteX4" fmla="*/ 24302 w 89190"/>
                <a:gd name="connsiteY4" fmla="*/ 83307 h 95101"/>
                <a:gd name="connsiteX5" fmla="*/ 17803 w 89190"/>
                <a:gd name="connsiteY5" fmla="*/ 77160 h 95101"/>
                <a:gd name="connsiteX6" fmla="*/ 19247 w 89190"/>
                <a:gd name="connsiteY6" fmla="*/ 69205 h 95101"/>
                <a:gd name="connsiteX7" fmla="*/ 34413 w 89190"/>
                <a:gd name="connsiteY7" fmla="*/ 16049 h 95101"/>
                <a:gd name="connsiteX8" fmla="*/ 35496 w 89190"/>
                <a:gd name="connsiteY8" fmla="*/ 8094 h 95101"/>
                <a:gd name="connsiteX9" fmla="*/ 27191 w 89190"/>
                <a:gd name="connsiteY9" fmla="*/ 138 h 95101"/>
                <a:gd name="connsiteX10" fmla="*/ 109 w 89190"/>
                <a:gd name="connsiteY10" fmla="*/ 21111 h 95101"/>
                <a:gd name="connsiteX11" fmla="*/ 2275 w 89190"/>
                <a:gd name="connsiteY11" fmla="*/ 23281 h 95101"/>
                <a:gd name="connsiteX12" fmla="*/ 5164 w 89190"/>
                <a:gd name="connsiteY12" fmla="*/ 20027 h 95101"/>
                <a:gd name="connsiteX13" fmla="*/ 16358 w 89190"/>
                <a:gd name="connsiteY13" fmla="*/ 10986 h 95101"/>
                <a:gd name="connsiteX14" fmla="*/ 19969 w 89190"/>
                <a:gd name="connsiteY14" fmla="*/ 14241 h 95101"/>
                <a:gd name="connsiteX15" fmla="*/ 19247 w 89190"/>
                <a:gd name="connsiteY15" fmla="*/ 18580 h 95101"/>
                <a:gd name="connsiteX16" fmla="*/ 3359 w 89190"/>
                <a:gd name="connsiteY16" fmla="*/ 73906 h 95101"/>
                <a:gd name="connsiteX17" fmla="*/ 2275 w 89190"/>
                <a:gd name="connsiteY17" fmla="*/ 80776 h 95101"/>
                <a:gd name="connsiteX18" fmla="*/ 13108 w 89190"/>
                <a:gd name="connsiteY18" fmla="*/ 95240 h 95101"/>
                <a:gd name="connsiteX19" fmla="*/ 35135 w 89190"/>
                <a:gd name="connsiteY19" fmla="*/ 83307 h 95101"/>
                <a:gd name="connsiteX20" fmla="*/ 60051 w 89190"/>
                <a:gd name="connsiteY20" fmla="*/ 50763 h 95101"/>
                <a:gd name="connsiteX21" fmla="*/ 52107 w 89190"/>
                <a:gd name="connsiteY21" fmla="*/ 77883 h 95101"/>
                <a:gd name="connsiteX22" fmla="*/ 50301 w 89190"/>
                <a:gd name="connsiteY22" fmla="*/ 87646 h 95101"/>
                <a:gd name="connsiteX23" fmla="*/ 58245 w 89190"/>
                <a:gd name="connsiteY23" fmla="*/ 94879 h 95101"/>
                <a:gd name="connsiteX24" fmla="*/ 84605 w 89190"/>
                <a:gd name="connsiteY24" fmla="*/ 76798 h 95101"/>
                <a:gd name="connsiteX25" fmla="*/ 82800 w 89190"/>
                <a:gd name="connsiteY25" fmla="*/ 73906 h 95101"/>
                <a:gd name="connsiteX26" fmla="*/ 69439 w 89190"/>
                <a:gd name="connsiteY26" fmla="*/ 84754 h 95101"/>
                <a:gd name="connsiteX27" fmla="*/ 66912 w 89190"/>
                <a:gd name="connsiteY27" fmla="*/ 82222 h 95101"/>
                <a:gd name="connsiteX28" fmla="*/ 67273 w 89190"/>
                <a:gd name="connsiteY28" fmla="*/ 80414 h 95101"/>
                <a:gd name="connsiteX29" fmla="*/ 68356 w 89190"/>
                <a:gd name="connsiteY29" fmla="*/ 75352 h 95101"/>
                <a:gd name="connsiteX30" fmla="*/ 69439 w 89190"/>
                <a:gd name="connsiteY30" fmla="*/ 70651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00" y="2308"/>
                  </a:moveTo>
                  <a:lnTo>
                    <a:pt x="73772" y="2308"/>
                  </a:lnTo>
                  <a:lnTo>
                    <a:pt x="69078" y="19665"/>
                  </a:lnTo>
                  <a:cubicBezTo>
                    <a:pt x="62940" y="39915"/>
                    <a:pt x="60773" y="44977"/>
                    <a:pt x="48135" y="61973"/>
                  </a:cubicBezTo>
                  <a:cubicBezTo>
                    <a:pt x="38385" y="75714"/>
                    <a:pt x="29719" y="83307"/>
                    <a:pt x="24302" y="83307"/>
                  </a:cubicBezTo>
                  <a:cubicBezTo>
                    <a:pt x="19969" y="83307"/>
                    <a:pt x="17803" y="81138"/>
                    <a:pt x="17803" y="77160"/>
                  </a:cubicBezTo>
                  <a:cubicBezTo>
                    <a:pt x="17803" y="75352"/>
                    <a:pt x="18164" y="72821"/>
                    <a:pt x="19247" y="69205"/>
                  </a:cubicBezTo>
                  <a:lnTo>
                    <a:pt x="34413" y="16049"/>
                  </a:lnTo>
                  <a:cubicBezTo>
                    <a:pt x="35135" y="13879"/>
                    <a:pt x="35496" y="9902"/>
                    <a:pt x="35496" y="8094"/>
                  </a:cubicBezTo>
                  <a:cubicBezTo>
                    <a:pt x="35496" y="3393"/>
                    <a:pt x="32246" y="138"/>
                    <a:pt x="27191" y="138"/>
                  </a:cubicBezTo>
                  <a:cubicBezTo>
                    <a:pt x="19247" y="138"/>
                    <a:pt x="13469" y="4839"/>
                    <a:pt x="109" y="21111"/>
                  </a:cubicBezTo>
                  <a:lnTo>
                    <a:pt x="2275" y="23281"/>
                  </a:lnTo>
                  <a:lnTo>
                    <a:pt x="5164" y="20027"/>
                  </a:lnTo>
                  <a:cubicBezTo>
                    <a:pt x="11664" y="12433"/>
                    <a:pt x="13469" y="10986"/>
                    <a:pt x="16358" y="10986"/>
                  </a:cubicBezTo>
                  <a:cubicBezTo>
                    <a:pt x="18164" y="10986"/>
                    <a:pt x="19969" y="12433"/>
                    <a:pt x="19969" y="14241"/>
                  </a:cubicBezTo>
                  <a:cubicBezTo>
                    <a:pt x="19969" y="15326"/>
                    <a:pt x="19608" y="16772"/>
                    <a:pt x="19247" y="18580"/>
                  </a:cubicBezTo>
                  <a:lnTo>
                    <a:pt x="3359" y="73906"/>
                  </a:lnTo>
                  <a:cubicBezTo>
                    <a:pt x="2636" y="76075"/>
                    <a:pt x="2275" y="78245"/>
                    <a:pt x="2275" y="80776"/>
                  </a:cubicBezTo>
                  <a:cubicBezTo>
                    <a:pt x="2275" y="89816"/>
                    <a:pt x="6609" y="95240"/>
                    <a:pt x="13108" y="95240"/>
                  </a:cubicBezTo>
                  <a:cubicBezTo>
                    <a:pt x="19247" y="95240"/>
                    <a:pt x="26469" y="91263"/>
                    <a:pt x="35135" y="83307"/>
                  </a:cubicBezTo>
                  <a:cubicBezTo>
                    <a:pt x="42718" y="75714"/>
                    <a:pt x="48857" y="68120"/>
                    <a:pt x="60051" y="50763"/>
                  </a:cubicBezTo>
                  <a:lnTo>
                    <a:pt x="52107" y="77883"/>
                  </a:lnTo>
                  <a:cubicBezTo>
                    <a:pt x="51023" y="81861"/>
                    <a:pt x="50301" y="85115"/>
                    <a:pt x="50301" y="87646"/>
                  </a:cubicBezTo>
                  <a:cubicBezTo>
                    <a:pt x="50301" y="91624"/>
                    <a:pt x="53551" y="94879"/>
                    <a:pt x="58245" y="94879"/>
                  </a:cubicBezTo>
                  <a:cubicBezTo>
                    <a:pt x="65828" y="94879"/>
                    <a:pt x="75939" y="88008"/>
                    <a:pt x="84605" y="76798"/>
                  </a:cubicBezTo>
                  <a:lnTo>
                    <a:pt x="82800" y="73906"/>
                  </a:lnTo>
                  <a:cubicBezTo>
                    <a:pt x="76661" y="81138"/>
                    <a:pt x="72328" y="84754"/>
                    <a:pt x="69439" y="84754"/>
                  </a:cubicBezTo>
                  <a:cubicBezTo>
                    <a:pt x="67995" y="84754"/>
                    <a:pt x="66912" y="83669"/>
                    <a:pt x="66912" y="82222"/>
                  </a:cubicBezTo>
                  <a:cubicBezTo>
                    <a:pt x="66912" y="81861"/>
                    <a:pt x="66912" y="81138"/>
                    <a:pt x="67273" y="80414"/>
                  </a:cubicBezTo>
                  <a:cubicBezTo>
                    <a:pt x="67273" y="80053"/>
                    <a:pt x="67634" y="78245"/>
                    <a:pt x="68356" y="75352"/>
                  </a:cubicBezTo>
                  <a:cubicBezTo>
                    <a:pt x="68717" y="74267"/>
                    <a:pt x="69078" y="72459"/>
                    <a:pt x="69439" y="70651"/>
                  </a:cubicBezTo>
                  <a:close/>
                </a:path>
              </a:pathLst>
            </a:custGeom>
            <a:solidFill>
              <a:srgbClr val="000000"/>
            </a:solidFill>
            <a:ln w="23090" cap="flat">
              <a:noFill/>
              <a:prstDash val="solid"/>
              <a:miter/>
            </a:ln>
          </p:spPr>
          <p:txBody>
            <a:bodyPr rtlCol="0" anchor="ctr"/>
            <a:lstStyle/>
            <a:p>
              <a:endParaRPr lang="zh-CN" altLang="en-US"/>
            </a:p>
          </p:txBody>
        </p:sp>
        <p:sp>
          <p:nvSpPr>
            <p:cNvPr id="106" name="任意多边形: 形状 105"/>
            <p:cNvSpPr/>
            <p:nvPr/>
          </p:nvSpPr>
          <p:spPr>
            <a:xfrm>
              <a:off x="5276894" y="5684787"/>
              <a:ext cx="71497" cy="94017"/>
            </a:xfrm>
            <a:custGeom>
              <a:avLst/>
              <a:gdLst>
                <a:gd name="connsiteX0" fmla="*/ 41639 w 71497"/>
                <a:gd name="connsiteY0" fmla="*/ 500 h 94017"/>
                <a:gd name="connsiteX1" fmla="*/ 12029 w 71497"/>
                <a:gd name="connsiteY1" fmla="*/ 4116 h 94017"/>
                <a:gd name="connsiteX2" fmla="*/ 10585 w 71497"/>
                <a:gd name="connsiteY2" fmla="*/ 8455 h 94017"/>
                <a:gd name="connsiteX3" fmla="*/ 15640 w 71497"/>
                <a:gd name="connsiteY3" fmla="*/ 7732 h 94017"/>
                <a:gd name="connsiteX4" fmla="*/ 18890 w 71497"/>
                <a:gd name="connsiteY4" fmla="*/ 7370 h 94017"/>
                <a:gd name="connsiteX5" fmla="*/ 23585 w 71497"/>
                <a:gd name="connsiteY5" fmla="*/ 11348 h 94017"/>
                <a:gd name="connsiteX6" fmla="*/ 21418 w 71497"/>
                <a:gd name="connsiteY6" fmla="*/ 20388 h 94017"/>
                <a:gd name="connsiteX7" fmla="*/ 113 w 71497"/>
                <a:gd name="connsiteY7" fmla="*/ 94155 h 94017"/>
                <a:gd name="connsiteX8" fmla="*/ 16363 w 71497"/>
                <a:gd name="connsiteY8" fmla="*/ 94155 h 94017"/>
                <a:gd name="connsiteX9" fmla="*/ 39473 w 71497"/>
                <a:gd name="connsiteY9" fmla="*/ 35575 h 94017"/>
                <a:gd name="connsiteX10" fmla="*/ 53194 w 71497"/>
                <a:gd name="connsiteY10" fmla="*/ 16772 h 94017"/>
                <a:gd name="connsiteX11" fmla="*/ 54639 w 71497"/>
                <a:gd name="connsiteY11" fmla="*/ 20026 h 94017"/>
                <a:gd name="connsiteX12" fmla="*/ 61139 w 71497"/>
                <a:gd name="connsiteY12" fmla="*/ 25450 h 94017"/>
                <a:gd name="connsiteX13" fmla="*/ 71610 w 71497"/>
                <a:gd name="connsiteY13" fmla="*/ 11348 h 94017"/>
                <a:gd name="connsiteX14" fmla="*/ 63305 w 71497"/>
                <a:gd name="connsiteY14" fmla="*/ 138 h 94017"/>
                <a:gd name="connsiteX15" fmla="*/ 28640 w 71497"/>
                <a:gd name="connsiteY15" fmla="*/ 45339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639" y="500"/>
                  </a:moveTo>
                  <a:cubicBezTo>
                    <a:pt x="28640" y="2669"/>
                    <a:pt x="26473" y="2669"/>
                    <a:pt x="12029" y="4116"/>
                  </a:cubicBezTo>
                  <a:lnTo>
                    <a:pt x="10585" y="8455"/>
                  </a:lnTo>
                  <a:cubicBezTo>
                    <a:pt x="12752" y="8094"/>
                    <a:pt x="14918" y="7732"/>
                    <a:pt x="15640" y="7732"/>
                  </a:cubicBezTo>
                  <a:cubicBezTo>
                    <a:pt x="16724" y="7370"/>
                    <a:pt x="18168" y="7370"/>
                    <a:pt x="18890" y="7370"/>
                  </a:cubicBezTo>
                  <a:cubicBezTo>
                    <a:pt x="21057" y="7370"/>
                    <a:pt x="23585" y="9178"/>
                    <a:pt x="23585" y="11348"/>
                  </a:cubicBezTo>
                  <a:cubicBezTo>
                    <a:pt x="23585" y="12433"/>
                    <a:pt x="22501" y="15687"/>
                    <a:pt x="21418" y="20388"/>
                  </a:cubicBezTo>
                  <a:lnTo>
                    <a:pt x="113" y="94155"/>
                  </a:lnTo>
                  <a:lnTo>
                    <a:pt x="16363" y="94155"/>
                  </a:lnTo>
                  <a:cubicBezTo>
                    <a:pt x="20696" y="76798"/>
                    <a:pt x="28640" y="56187"/>
                    <a:pt x="39473" y="35575"/>
                  </a:cubicBezTo>
                  <a:cubicBezTo>
                    <a:pt x="43806" y="27258"/>
                    <a:pt x="51389" y="16772"/>
                    <a:pt x="53194" y="16772"/>
                  </a:cubicBezTo>
                  <a:cubicBezTo>
                    <a:pt x="53917" y="16772"/>
                    <a:pt x="54278" y="17857"/>
                    <a:pt x="54639" y="20026"/>
                  </a:cubicBezTo>
                  <a:cubicBezTo>
                    <a:pt x="55000" y="23642"/>
                    <a:pt x="57528" y="25450"/>
                    <a:pt x="61139" y="25450"/>
                  </a:cubicBezTo>
                  <a:cubicBezTo>
                    <a:pt x="66555" y="25450"/>
                    <a:pt x="71610" y="18580"/>
                    <a:pt x="71610" y="11348"/>
                  </a:cubicBezTo>
                  <a:cubicBezTo>
                    <a:pt x="71610" y="4839"/>
                    <a:pt x="68360" y="138"/>
                    <a:pt x="63305" y="138"/>
                  </a:cubicBezTo>
                  <a:cubicBezTo>
                    <a:pt x="54278" y="138"/>
                    <a:pt x="40917" y="17857"/>
                    <a:pt x="28640" y="453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107" name="Graphic 2"/>
          <p:cNvGrpSpPr/>
          <p:nvPr/>
        </p:nvGrpSpPr>
        <p:grpSpPr>
          <a:xfrm>
            <a:off x="10785704" y="4772460"/>
            <a:ext cx="201171" cy="112034"/>
            <a:chOff x="5340947" y="5685872"/>
            <a:chExt cx="155334" cy="95463"/>
          </a:xfrm>
        </p:grpSpPr>
        <p:sp>
          <p:nvSpPr>
            <p:cNvPr id="108" name="任意多边形: 形状 107"/>
            <p:cNvSpPr/>
            <p:nvPr/>
          </p:nvSpPr>
          <p:spPr>
            <a:xfrm>
              <a:off x="5340947" y="5685872"/>
              <a:ext cx="69691" cy="95463"/>
            </a:xfrm>
            <a:custGeom>
              <a:avLst/>
              <a:gdLst>
                <a:gd name="connsiteX0" fmla="*/ 69808 w 69691"/>
                <a:gd name="connsiteY0" fmla="*/ 861 h 95463"/>
                <a:gd name="connsiteX1" fmla="*/ 66919 w 69691"/>
                <a:gd name="connsiteY1" fmla="*/ 861 h 95463"/>
                <a:gd name="connsiteX2" fmla="*/ 60780 w 69691"/>
                <a:gd name="connsiteY2" fmla="*/ 5562 h 95463"/>
                <a:gd name="connsiteX3" fmla="*/ 57169 w 69691"/>
                <a:gd name="connsiteY3" fmla="*/ 4477 h 95463"/>
                <a:gd name="connsiteX4" fmla="*/ 42365 w 69691"/>
                <a:gd name="connsiteY4" fmla="*/ 138 h 95463"/>
                <a:gd name="connsiteX5" fmla="*/ 19254 w 69691"/>
                <a:gd name="connsiteY5" fmla="*/ 23643 h 95463"/>
                <a:gd name="connsiteX6" fmla="*/ 32976 w 69691"/>
                <a:gd name="connsiteY6" fmla="*/ 51124 h 95463"/>
                <a:gd name="connsiteX7" fmla="*/ 44892 w 69691"/>
                <a:gd name="connsiteY7" fmla="*/ 73544 h 95463"/>
                <a:gd name="connsiteX8" fmla="*/ 27921 w 69691"/>
                <a:gd name="connsiteY8" fmla="*/ 90901 h 95463"/>
                <a:gd name="connsiteX9" fmla="*/ 9144 w 69691"/>
                <a:gd name="connsiteY9" fmla="*/ 63781 h 95463"/>
                <a:gd name="connsiteX10" fmla="*/ 5894 w 69691"/>
                <a:gd name="connsiteY10" fmla="*/ 63781 h 95463"/>
                <a:gd name="connsiteX11" fmla="*/ 116 w 69691"/>
                <a:gd name="connsiteY11" fmla="*/ 95602 h 95463"/>
                <a:gd name="connsiteX12" fmla="*/ 4088 w 69691"/>
                <a:gd name="connsiteY12" fmla="*/ 95602 h 95463"/>
                <a:gd name="connsiteX13" fmla="*/ 9866 w 69691"/>
                <a:gd name="connsiteY13" fmla="*/ 91263 h 95463"/>
                <a:gd name="connsiteX14" fmla="*/ 13838 w 69691"/>
                <a:gd name="connsiteY14" fmla="*/ 92347 h 95463"/>
                <a:gd name="connsiteX15" fmla="*/ 30810 w 69691"/>
                <a:gd name="connsiteY15" fmla="*/ 95602 h 95463"/>
                <a:gd name="connsiteX16" fmla="*/ 58975 w 69691"/>
                <a:gd name="connsiteY16" fmla="*/ 68843 h 95463"/>
                <a:gd name="connsiteX17" fmla="*/ 44170 w 69691"/>
                <a:gd name="connsiteY17" fmla="*/ 39915 h 95463"/>
                <a:gd name="connsiteX18" fmla="*/ 32254 w 69691"/>
                <a:gd name="connsiteY18" fmla="*/ 18218 h 95463"/>
                <a:gd name="connsiteX19" fmla="*/ 44170 w 69691"/>
                <a:gd name="connsiteY19" fmla="*/ 5924 h 95463"/>
                <a:gd name="connsiteX20" fmla="*/ 61503 w 69691"/>
                <a:gd name="connsiteY20" fmla="*/ 26535 h 95463"/>
                <a:gd name="connsiteX21" fmla="*/ 61503 w 69691"/>
                <a:gd name="connsiteY21" fmla="*/ 30875 h 95463"/>
                <a:gd name="connsiteX22" fmla="*/ 64753 w 69691"/>
                <a:gd name="connsiteY22" fmla="*/ 30875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08" y="861"/>
                  </a:moveTo>
                  <a:lnTo>
                    <a:pt x="66919" y="861"/>
                  </a:lnTo>
                  <a:cubicBezTo>
                    <a:pt x="64753" y="4116"/>
                    <a:pt x="62947" y="5562"/>
                    <a:pt x="60780" y="5562"/>
                  </a:cubicBezTo>
                  <a:cubicBezTo>
                    <a:pt x="60058" y="5562"/>
                    <a:pt x="58614" y="5201"/>
                    <a:pt x="57169" y="4477"/>
                  </a:cubicBezTo>
                  <a:cubicBezTo>
                    <a:pt x="52114" y="1585"/>
                    <a:pt x="47059" y="138"/>
                    <a:pt x="42365" y="138"/>
                  </a:cubicBezTo>
                  <a:cubicBezTo>
                    <a:pt x="29726" y="138"/>
                    <a:pt x="19254" y="10625"/>
                    <a:pt x="19254" y="23643"/>
                  </a:cubicBezTo>
                  <a:cubicBezTo>
                    <a:pt x="19254" y="32683"/>
                    <a:pt x="22143" y="38107"/>
                    <a:pt x="32976" y="51124"/>
                  </a:cubicBezTo>
                  <a:cubicBezTo>
                    <a:pt x="41281" y="60888"/>
                    <a:pt x="44892" y="67397"/>
                    <a:pt x="44892" y="73544"/>
                  </a:cubicBezTo>
                  <a:cubicBezTo>
                    <a:pt x="44892" y="82946"/>
                    <a:pt x="36948" y="90901"/>
                    <a:pt x="27921" y="90901"/>
                  </a:cubicBezTo>
                  <a:cubicBezTo>
                    <a:pt x="17088" y="90901"/>
                    <a:pt x="9505" y="80053"/>
                    <a:pt x="9144" y="63781"/>
                  </a:cubicBezTo>
                  <a:lnTo>
                    <a:pt x="5894" y="63781"/>
                  </a:lnTo>
                  <a:lnTo>
                    <a:pt x="116" y="95602"/>
                  </a:lnTo>
                  <a:lnTo>
                    <a:pt x="4088" y="95602"/>
                  </a:lnTo>
                  <a:cubicBezTo>
                    <a:pt x="5533" y="92347"/>
                    <a:pt x="7338" y="91263"/>
                    <a:pt x="9866" y="91263"/>
                  </a:cubicBezTo>
                  <a:cubicBezTo>
                    <a:pt x="10949" y="91263"/>
                    <a:pt x="12394" y="91624"/>
                    <a:pt x="13838" y="92347"/>
                  </a:cubicBezTo>
                  <a:cubicBezTo>
                    <a:pt x="23588" y="95240"/>
                    <a:pt x="25754" y="95602"/>
                    <a:pt x="30810" y="95602"/>
                  </a:cubicBezTo>
                  <a:cubicBezTo>
                    <a:pt x="46337" y="95602"/>
                    <a:pt x="58975" y="83669"/>
                    <a:pt x="58975" y="68843"/>
                  </a:cubicBezTo>
                  <a:cubicBezTo>
                    <a:pt x="58975" y="59803"/>
                    <a:pt x="55364" y="53294"/>
                    <a:pt x="44170" y="39915"/>
                  </a:cubicBezTo>
                  <a:cubicBezTo>
                    <a:pt x="34421" y="28343"/>
                    <a:pt x="32254" y="24004"/>
                    <a:pt x="32254" y="18218"/>
                  </a:cubicBezTo>
                  <a:cubicBezTo>
                    <a:pt x="32254" y="11348"/>
                    <a:pt x="37309" y="5924"/>
                    <a:pt x="44170" y="5924"/>
                  </a:cubicBezTo>
                  <a:cubicBezTo>
                    <a:pt x="53920" y="5924"/>
                    <a:pt x="61503" y="14602"/>
                    <a:pt x="61503" y="26535"/>
                  </a:cubicBezTo>
                  <a:cubicBezTo>
                    <a:pt x="61503" y="27620"/>
                    <a:pt x="61503" y="29067"/>
                    <a:pt x="61503" y="30875"/>
                  </a:cubicBezTo>
                  <a:lnTo>
                    <a:pt x="64753" y="30875"/>
                  </a:lnTo>
                  <a:close/>
                </a:path>
              </a:pathLst>
            </a:custGeom>
            <a:solidFill>
              <a:srgbClr val="000000"/>
            </a:solidFill>
            <a:ln w="23090" cap="flat">
              <a:noFill/>
              <a:prstDash val="solid"/>
              <a:miter/>
            </a:ln>
          </p:spPr>
          <p:txBody>
            <a:bodyPr rtlCol="0" anchor="ctr"/>
            <a:lstStyle/>
            <a:p>
              <a:endParaRPr lang="zh-CN" altLang="en-US"/>
            </a:p>
          </p:txBody>
        </p:sp>
        <p:sp>
          <p:nvSpPr>
            <p:cNvPr id="109" name="任意多边形: 形状 108"/>
            <p:cNvSpPr/>
            <p:nvPr/>
          </p:nvSpPr>
          <p:spPr>
            <a:xfrm>
              <a:off x="5419729" y="5685872"/>
              <a:ext cx="76552" cy="95463"/>
            </a:xfrm>
            <a:custGeom>
              <a:avLst/>
              <a:gdLst>
                <a:gd name="connsiteX0" fmla="*/ 63672 w 76552"/>
                <a:gd name="connsiteY0" fmla="*/ 71374 h 95463"/>
                <a:gd name="connsiteX1" fmla="*/ 36229 w 76552"/>
                <a:gd name="connsiteY1" fmla="*/ 85477 h 95463"/>
                <a:gd name="connsiteX2" fmla="*/ 17091 w 76552"/>
                <a:gd name="connsiteY2" fmla="*/ 63781 h 95463"/>
                <a:gd name="connsiteX3" fmla="*/ 17813 w 76552"/>
                <a:gd name="connsiteY3" fmla="*/ 52932 h 95463"/>
                <a:gd name="connsiteX4" fmla="*/ 53201 w 76552"/>
                <a:gd name="connsiteY4" fmla="*/ 45700 h 95463"/>
                <a:gd name="connsiteX5" fmla="*/ 76672 w 76552"/>
                <a:gd name="connsiteY5" fmla="*/ 15326 h 95463"/>
                <a:gd name="connsiteX6" fmla="*/ 57173 w 76552"/>
                <a:gd name="connsiteY6" fmla="*/ 138 h 95463"/>
                <a:gd name="connsiteX7" fmla="*/ 119 w 76552"/>
                <a:gd name="connsiteY7" fmla="*/ 64504 h 95463"/>
                <a:gd name="connsiteX8" fmla="*/ 27563 w 76552"/>
                <a:gd name="connsiteY8" fmla="*/ 95602 h 95463"/>
                <a:gd name="connsiteX9" fmla="*/ 67283 w 76552"/>
                <a:gd name="connsiteY9" fmla="*/ 74267 h 95463"/>
                <a:gd name="connsiteX10" fmla="*/ 18896 w 76552"/>
                <a:gd name="connsiteY10" fmla="*/ 47508 h 95463"/>
                <a:gd name="connsiteX11" fmla="*/ 53562 w 76552"/>
                <a:gd name="connsiteY11" fmla="*/ 5924 h 95463"/>
                <a:gd name="connsiteX12" fmla="*/ 61867 w 76552"/>
                <a:gd name="connsiteY12" fmla="*/ 14602 h 95463"/>
                <a:gd name="connsiteX13" fmla="*/ 54284 w 76552"/>
                <a:gd name="connsiteY13" fmla="*/ 32321 h 95463"/>
                <a:gd name="connsiteX14" fmla="*/ 27563 w 76552"/>
                <a:gd name="connsiteY14" fmla="*/ 46785 h 95463"/>
                <a:gd name="connsiteX15" fmla="*/ 18896 w 76552"/>
                <a:gd name="connsiteY15" fmla="*/ 47508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672" y="71374"/>
                  </a:moveTo>
                  <a:cubicBezTo>
                    <a:pt x="54284" y="80776"/>
                    <a:pt x="45618" y="85477"/>
                    <a:pt x="36229" y="85477"/>
                  </a:cubicBezTo>
                  <a:cubicBezTo>
                    <a:pt x="25035" y="85477"/>
                    <a:pt x="17091" y="76437"/>
                    <a:pt x="17091" y="63781"/>
                  </a:cubicBezTo>
                  <a:cubicBezTo>
                    <a:pt x="17091" y="60526"/>
                    <a:pt x="17452" y="56910"/>
                    <a:pt x="17813" y="52932"/>
                  </a:cubicBezTo>
                  <a:cubicBezTo>
                    <a:pt x="34062" y="52209"/>
                    <a:pt x="43451" y="50401"/>
                    <a:pt x="53201" y="45700"/>
                  </a:cubicBezTo>
                  <a:cubicBezTo>
                    <a:pt x="67283" y="39191"/>
                    <a:pt x="76672" y="26897"/>
                    <a:pt x="76672" y="15326"/>
                  </a:cubicBezTo>
                  <a:cubicBezTo>
                    <a:pt x="76672" y="6647"/>
                    <a:pt x="68367" y="138"/>
                    <a:pt x="57173" y="138"/>
                  </a:cubicBezTo>
                  <a:cubicBezTo>
                    <a:pt x="29729" y="138"/>
                    <a:pt x="119" y="33406"/>
                    <a:pt x="119" y="64504"/>
                  </a:cubicBezTo>
                  <a:cubicBezTo>
                    <a:pt x="119" y="83307"/>
                    <a:pt x="11313" y="95602"/>
                    <a:pt x="27563" y="95602"/>
                  </a:cubicBezTo>
                  <a:cubicBezTo>
                    <a:pt x="40562" y="95602"/>
                    <a:pt x="51756" y="89455"/>
                    <a:pt x="67283" y="74267"/>
                  </a:cubicBezTo>
                  <a:close/>
                  <a:moveTo>
                    <a:pt x="18896" y="47508"/>
                  </a:moveTo>
                  <a:cubicBezTo>
                    <a:pt x="26118" y="23643"/>
                    <a:pt x="40923" y="5924"/>
                    <a:pt x="53562" y="5924"/>
                  </a:cubicBezTo>
                  <a:cubicBezTo>
                    <a:pt x="58256" y="5924"/>
                    <a:pt x="61867" y="9902"/>
                    <a:pt x="61867" y="14602"/>
                  </a:cubicBezTo>
                  <a:cubicBezTo>
                    <a:pt x="61867" y="20388"/>
                    <a:pt x="58978" y="26897"/>
                    <a:pt x="54284" y="32321"/>
                  </a:cubicBezTo>
                  <a:cubicBezTo>
                    <a:pt x="47784" y="40276"/>
                    <a:pt x="38757" y="44977"/>
                    <a:pt x="27563" y="46785"/>
                  </a:cubicBezTo>
                  <a:cubicBezTo>
                    <a:pt x="25757" y="47147"/>
                    <a:pt x="23230" y="47508"/>
                    <a:pt x="18896" y="47508"/>
                  </a:cubicBezTo>
                  <a:close/>
                </a:path>
              </a:pathLst>
            </a:custGeom>
            <a:solidFill>
              <a:srgbClr val="000000"/>
            </a:solidFill>
            <a:ln w="23090" cap="flat">
              <a:noFill/>
              <a:prstDash val="solid"/>
              <a:miter/>
            </a:ln>
          </p:spPr>
          <p:txBody>
            <a:bodyPr rtlCol="0" anchor="ctr"/>
            <a:lstStyle/>
            <a:p>
              <a:endParaRPr lang="zh-CN" altLang="en-US"/>
            </a:p>
          </p:txBody>
        </p:sp>
      </p:grpSp>
      <p:sp>
        <p:nvSpPr>
          <p:cNvPr id="110" name="任意多边形: 形状 109"/>
          <p:cNvSpPr/>
          <p:nvPr/>
        </p:nvSpPr>
        <p:spPr>
          <a:xfrm flipV="1">
            <a:off x="8725403" y="2794424"/>
            <a:ext cx="261884" cy="204760"/>
          </a:xfrm>
          <a:custGeom>
            <a:avLst/>
            <a:gdLst>
              <a:gd name="connsiteX0" fmla="*/ -466 w 202213"/>
              <a:gd name="connsiteY0" fmla="*/ 173630 h 174474"/>
              <a:gd name="connsiteX1" fmla="*/ 201748 w 202213"/>
              <a:gd name="connsiteY1" fmla="*/ -845 h 174474"/>
              <a:gd name="connsiteX2" fmla="*/ 201748 w 202213"/>
              <a:gd name="connsiteY2" fmla="*/ 173630 h 174474"/>
              <a:gd name="connsiteX3" fmla="*/ -466 w 202213"/>
              <a:gd name="connsiteY3" fmla="*/ 60 h 174474"/>
            </a:gdLst>
            <a:ahLst/>
            <a:cxnLst>
              <a:cxn ang="0">
                <a:pos x="connsiteX0" y="connsiteY0"/>
              </a:cxn>
              <a:cxn ang="0">
                <a:pos x="connsiteX1" y="connsiteY1"/>
              </a:cxn>
              <a:cxn ang="0">
                <a:pos x="connsiteX2" y="connsiteY2"/>
              </a:cxn>
              <a:cxn ang="0">
                <a:pos x="connsiteX3" y="connsiteY3"/>
              </a:cxn>
            </a:cxnLst>
            <a:rect l="l" t="t" r="r" b="b"/>
            <a:pathLst>
              <a:path w="202213" h="174474">
                <a:moveTo>
                  <a:pt x="-466" y="173630"/>
                </a:moveTo>
                <a:lnTo>
                  <a:pt x="201748" y="-845"/>
                </a:lnTo>
                <a:lnTo>
                  <a:pt x="201748" y="173630"/>
                </a:lnTo>
                <a:lnTo>
                  <a:pt x="-466" y="60"/>
                </a:lnTo>
                <a:close/>
              </a:path>
            </a:pathLst>
          </a:custGeom>
          <a:noFill/>
          <a:ln w="11545" cap="flat">
            <a:solidFill>
              <a:srgbClr val="231F20"/>
            </a:solidFill>
            <a:prstDash val="solid"/>
            <a:miter/>
          </a:ln>
        </p:spPr>
        <p:txBody>
          <a:bodyPr rtlCol="0" anchor="ctr"/>
          <a:lstStyle/>
          <a:p>
            <a:endParaRPr lang="zh-CN" altLang="en-US"/>
          </a:p>
        </p:txBody>
      </p:sp>
      <p:sp>
        <p:nvSpPr>
          <p:cNvPr id="111" name="任意多边形: 形状 110"/>
          <p:cNvSpPr/>
          <p:nvPr/>
        </p:nvSpPr>
        <p:spPr>
          <a:xfrm flipV="1">
            <a:off x="9621772" y="3414538"/>
            <a:ext cx="261884" cy="204760"/>
          </a:xfrm>
          <a:custGeom>
            <a:avLst/>
            <a:gdLst>
              <a:gd name="connsiteX0" fmla="*/ -736 w 202213"/>
              <a:gd name="connsiteY0" fmla="*/ 173881 h 174474"/>
              <a:gd name="connsiteX1" fmla="*/ 201478 w 202213"/>
              <a:gd name="connsiteY1" fmla="*/ -594 h 174474"/>
              <a:gd name="connsiteX2" fmla="*/ 201478 w 202213"/>
              <a:gd name="connsiteY2" fmla="*/ 173881 h 174474"/>
              <a:gd name="connsiteX3" fmla="*/ -736 w 202213"/>
              <a:gd name="connsiteY3" fmla="*/ 311 h 174474"/>
            </a:gdLst>
            <a:ahLst/>
            <a:cxnLst>
              <a:cxn ang="0">
                <a:pos x="connsiteX0" y="connsiteY0"/>
              </a:cxn>
              <a:cxn ang="0">
                <a:pos x="connsiteX1" y="connsiteY1"/>
              </a:cxn>
              <a:cxn ang="0">
                <a:pos x="connsiteX2" y="connsiteY2"/>
              </a:cxn>
              <a:cxn ang="0">
                <a:pos x="connsiteX3" y="connsiteY3"/>
              </a:cxn>
            </a:cxnLst>
            <a:rect l="l" t="t" r="r" b="b"/>
            <a:pathLst>
              <a:path w="202213" h="174474">
                <a:moveTo>
                  <a:pt x="-736" y="173881"/>
                </a:moveTo>
                <a:lnTo>
                  <a:pt x="201478" y="-594"/>
                </a:lnTo>
                <a:lnTo>
                  <a:pt x="201478" y="173881"/>
                </a:lnTo>
                <a:lnTo>
                  <a:pt x="-736" y="311"/>
                </a:lnTo>
                <a:close/>
              </a:path>
            </a:pathLst>
          </a:custGeom>
          <a:noFill/>
          <a:ln w="11545" cap="flat">
            <a:solidFill>
              <a:srgbClr val="231F20"/>
            </a:solidFill>
            <a:prstDash val="solid"/>
            <a:miter/>
          </a:ln>
        </p:spPr>
        <p:txBody>
          <a:bodyPr rtlCol="0" anchor="ctr"/>
          <a:lstStyle/>
          <a:p>
            <a:endParaRPr lang="zh-CN" altLang="en-US"/>
          </a:p>
        </p:txBody>
      </p:sp>
      <p:grpSp>
        <p:nvGrpSpPr>
          <p:cNvPr id="112" name="组合 111"/>
          <p:cNvGrpSpPr/>
          <p:nvPr/>
        </p:nvGrpSpPr>
        <p:grpSpPr>
          <a:xfrm>
            <a:off x="8775395" y="2073749"/>
            <a:ext cx="1722470" cy="637709"/>
            <a:chOff x="8775395" y="2073749"/>
            <a:chExt cx="1722470" cy="637709"/>
          </a:xfrm>
        </p:grpSpPr>
        <p:sp>
          <p:nvSpPr>
            <p:cNvPr id="113" name="任意多边形: 形状 112"/>
            <p:cNvSpPr/>
            <p:nvPr/>
          </p:nvSpPr>
          <p:spPr>
            <a:xfrm flipV="1">
              <a:off x="8844538" y="2289630"/>
              <a:ext cx="29929" cy="421828"/>
            </a:xfrm>
            <a:custGeom>
              <a:avLst/>
              <a:gdLst>
                <a:gd name="connsiteX0" fmla="*/ -463 w 23110"/>
                <a:gd name="connsiteY0" fmla="*/ 358430 h 359435"/>
                <a:gd name="connsiteX1" fmla="*/ -463 w 23110"/>
                <a:gd name="connsiteY1" fmla="*/ -1005 h 359435"/>
              </a:gdLst>
              <a:ahLst/>
              <a:cxnLst>
                <a:cxn ang="0">
                  <a:pos x="connsiteX0" y="connsiteY0"/>
                </a:cxn>
                <a:cxn ang="0">
                  <a:pos x="connsiteX1" y="connsiteY1"/>
                </a:cxn>
              </a:cxnLst>
              <a:rect l="l" t="t" r="r" b="b"/>
              <a:pathLst>
                <a:path w="23110" h="359435">
                  <a:moveTo>
                    <a:pt x="-463" y="358430"/>
                  </a:moveTo>
                  <a:lnTo>
                    <a:pt x="-463" y="-1005"/>
                  </a:lnTo>
                </a:path>
              </a:pathLst>
            </a:custGeom>
            <a:noFill/>
            <a:ln w="11545" cap="flat">
              <a:solidFill>
                <a:srgbClr val="231F20"/>
              </a:solidFill>
              <a:prstDash val="solid"/>
              <a:miter/>
            </a:ln>
          </p:spPr>
          <p:txBody>
            <a:bodyPr rtlCol="0" anchor="ctr"/>
            <a:lstStyle/>
            <a:p>
              <a:endParaRPr lang="zh-CN" altLang="en-US"/>
            </a:p>
          </p:txBody>
        </p:sp>
        <p:sp>
          <p:nvSpPr>
            <p:cNvPr id="114" name="任意多边形: 形状 113"/>
            <p:cNvSpPr/>
            <p:nvPr/>
          </p:nvSpPr>
          <p:spPr>
            <a:xfrm>
              <a:off x="8775395" y="2073749"/>
              <a:ext cx="126733" cy="114156"/>
            </a:xfrm>
            <a:custGeom>
              <a:avLst/>
              <a:gdLst>
                <a:gd name="connsiteX0" fmla="*/ 97906 w 97857"/>
                <a:gd name="connsiteY0" fmla="*/ 39 h 97271"/>
                <a:gd name="connsiteX1" fmla="*/ 57102 w 97857"/>
                <a:gd name="connsiteY1" fmla="*/ 39 h 97271"/>
                <a:gd name="connsiteX2" fmla="*/ 23881 w 97857"/>
                <a:gd name="connsiteY2" fmla="*/ 7271 h 97271"/>
                <a:gd name="connsiteX3" fmla="*/ 49 w 97857"/>
                <a:gd name="connsiteY3" fmla="*/ 51025 h 97271"/>
                <a:gd name="connsiteX4" fmla="*/ 42658 w 97857"/>
                <a:gd name="connsiteY4" fmla="*/ 97311 h 97271"/>
                <a:gd name="connsiteX5" fmla="*/ 88156 w 97857"/>
                <a:gd name="connsiteY5" fmla="*/ 51748 h 97271"/>
                <a:gd name="connsiteX6" fmla="*/ 64324 w 97857"/>
                <a:gd name="connsiteY6" fmla="*/ 13780 h 97271"/>
                <a:gd name="connsiteX7" fmla="*/ 97906 w 97857"/>
                <a:gd name="connsiteY7" fmla="*/ 13780 h 97271"/>
                <a:gd name="connsiteX8" fmla="*/ 53852 w 97857"/>
                <a:gd name="connsiteY8" fmla="*/ 13780 h 97271"/>
                <a:gd name="connsiteX9" fmla="*/ 69740 w 97857"/>
                <a:gd name="connsiteY9" fmla="*/ 53195 h 97271"/>
                <a:gd name="connsiteX10" fmla="*/ 44103 w 97857"/>
                <a:gd name="connsiteY10" fmla="*/ 89717 h 97271"/>
                <a:gd name="connsiteX11" fmla="*/ 18465 w 97857"/>
                <a:gd name="connsiteY11" fmla="*/ 50302 h 97271"/>
                <a:gd name="connsiteX12" fmla="*/ 42297 w 97857"/>
                <a:gd name="connsiteY12" fmla="*/ 14503 h 97271"/>
                <a:gd name="connsiteX13" fmla="*/ 53852 w 97857"/>
                <a:gd name="connsiteY13" fmla="*/ 13780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7906" y="39"/>
                  </a:moveTo>
                  <a:lnTo>
                    <a:pt x="57102" y="39"/>
                  </a:lnTo>
                  <a:cubicBezTo>
                    <a:pt x="42297" y="39"/>
                    <a:pt x="32186" y="2209"/>
                    <a:pt x="23881" y="7271"/>
                  </a:cubicBezTo>
                  <a:cubicBezTo>
                    <a:pt x="9076" y="15950"/>
                    <a:pt x="49" y="32222"/>
                    <a:pt x="49" y="51025"/>
                  </a:cubicBezTo>
                  <a:cubicBezTo>
                    <a:pt x="49" y="77422"/>
                    <a:pt x="18465" y="97311"/>
                    <a:pt x="42658" y="97311"/>
                  </a:cubicBezTo>
                  <a:cubicBezTo>
                    <a:pt x="67574" y="97311"/>
                    <a:pt x="88156" y="76699"/>
                    <a:pt x="88156" y="51748"/>
                  </a:cubicBezTo>
                  <a:cubicBezTo>
                    <a:pt x="88156" y="34391"/>
                    <a:pt x="78768" y="19204"/>
                    <a:pt x="64324" y="13780"/>
                  </a:cubicBezTo>
                  <a:lnTo>
                    <a:pt x="97906" y="13780"/>
                  </a:lnTo>
                  <a:close/>
                  <a:moveTo>
                    <a:pt x="53852" y="13780"/>
                  </a:moveTo>
                  <a:cubicBezTo>
                    <a:pt x="64685" y="24267"/>
                    <a:pt x="69740" y="36561"/>
                    <a:pt x="69740" y="53195"/>
                  </a:cubicBezTo>
                  <a:cubicBezTo>
                    <a:pt x="69740" y="74530"/>
                    <a:pt x="59269" y="89717"/>
                    <a:pt x="44103" y="89717"/>
                  </a:cubicBezTo>
                  <a:cubicBezTo>
                    <a:pt x="29298" y="89717"/>
                    <a:pt x="18465" y="73083"/>
                    <a:pt x="18465" y="50302"/>
                  </a:cubicBezTo>
                  <a:cubicBezTo>
                    <a:pt x="18465" y="31499"/>
                    <a:pt x="27853" y="17396"/>
                    <a:pt x="42297" y="14503"/>
                  </a:cubicBezTo>
                  <a:cubicBezTo>
                    <a:pt x="45186" y="14142"/>
                    <a:pt x="49519" y="13780"/>
                    <a:pt x="53852" y="13780"/>
                  </a:cubicBezTo>
                  <a:close/>
                </a:path>
              </a:pathLst>
            </a:custGeom>
            <a:solidFill>
              <a:srgbClr val="000000"/>
            </a:solidFill>
            <a:ln w="23090" cap="flat">
              <a:noFill/>
              <a:prstDash val="solid"/>
              <a:miter/>
            </a:ln>
          </p:spPr>
          <p:txBody>
            <a:bodyPr rtlCol="0" anchor="ctr"/>
            <a:lstStyle/>
            <a:p>
              <a:endParaRPr lang="zh-CN" altLang="en-US"/>
            </a:p>
          </p:txBody>
        </p:sp>
        <p:grpSp>
          <p:nvGrpSpPr>
            <p:cNvPr id="115" name="Graphic 2"/>
            <p:cNvGrpSpPr/>
            <p:nvPr/>
          </p:nvGrpSpPr>
          <p:grpSpPr>
            <a:xfrm>
              <a:off x="8905810" y="2139952"/>
              <a:ext cx="269012" cy="159564"/>
              <a:chOff x="3889390" y="3442738"/>
              <a:chExt cx="207717" cy="135963"/>
            </a:xfrm>
          </p:grpSpPr>
          <p:sp>
            <p:nvSpPr>
              <p:cNvPr id="145" name="任意多边形: 形状 144"/>
              <p:cNvSpPr/>
              <p:nvPr/>
            </p:nvSpPr>
            <p:spPr>
              <a:xfrm>
                <a:off x="3889390" y="3442738"/>
                <a:ext cx="80524" cy="111374"/>
              </a:xfrm>
              <a:custGeom>
                <a:avLst/>
                <a:gdLst>
                  <a:gd name="connsiteX0" fmla="*/ 43024 w 80524"/>
                  <a:gd name="connsiteY0" fmla="*/ 93336 h 111374"/>
                  <a:gd name="connsiteX1" fmla="*/ 40857 w 80524"/>
                  <a:gd name="connsiteY1" fmla="*/ 104546 h 111374"/>
                  <a:gd name="connsiteX2" fmla="*/ 46635 w 80524"/>
                  <a:gd name="connsiteY2" fmla="*/ 111416 h 111374"/>
                  <a:gd name="connsiteX3" fmla="*/ 69384 w 80524"/>
                  <a:gd name="connsiteY3" fmla="*/ 94421 h 111374"/>
                  <a:gd name="connsiteX4" fmla="*/ 66856 w 80524"/>
                  <a:gd name="connsiteY4" fmla="*/ 92613 h 111374"/>
                  <a:gd name="connsiteX5" fmla="*/ 54218 w 80524"/>
                  <a:gd name="connsiteY5" fmla="*/ 102738 h 111374"/>
                  <a:gd name="connsiteX6" fmla="*/ 51329 w 80524"/>
                  <a:gd name="connsiteY6" fmla="*/ 100568 h 111374"/>
                  <a:gd name="connsiteX7" fmla="*/ 52412 w 80524"/>
                  <a:gd name="connsiteY7" fmla="*/ 95144 h 111374"/>
                  <a:gd name="connsiteX8" fmla="*/ 80578 w 80524"/>
                  <a:gd name="connsiteY8" fmla="*/ 42 h 111374"/>
                  <a:gd name="connsiteX9" fmla="*/ 57829 w 80524"/>
                  <a:gd name="connsiteY9" fmla="*/ 3297 h 111374"/>
                  <a:gd name="connsiteX10" fmla="*/ 57107 w 80524"/>
                  <a:gd name="connsiteY10" fmla="*/ 6189 h 111374"/>
                  <a:gd name="connsiteX11" fmla="*/ 58912 w 80524"/>
                  <a:gd name="connsiteY11" fmla="*/ 6189 h 111374"/>
                  <a:gd name="connsiteX12" fmla="*/ 62162 w 80524"/>
                  <a:gd name="connsiteY12" fmla="*/ 5828 h 111374"/>
                  <a:gd name="connsiteX13" fmla="*/ 66495 w 80524"/>
                  <a:gd name="connsiteY13" fmla="*/ 9444 h 111374"/>
                  <a:gd name="connsiteX14" fmla="*/ 65773 w 80524"/>
                  <a:gd name="connsiteY14" fmla="*/ 13060 h 111374"/>
                  <a:gd name="connsiteX15" fmla="*/ 57829 w 80524"/>
                  <a:gd name="connsiteY15" fmla="*/ 41988 h 111374"/>
                  <a:gd name="connsiteX16" fmla="*/ 46635 w 80524"/>
                  <a:gd name="connsiteY16" fmla="*/ 36926 h 111374"/>
                  <a:gd name="connsiteX17" fmla="*/ 53 w 80524"/>
                  <a:gd name="connsiteY17" fmla="*/ 90805 h 111374"/>
                  <a:gd name="connsiteX18" fmla="*/ 14136 w 80524"/>
                  <a:gd name="connsiteY18" fmla="*/ 111055 h 111374"/>
                  <a:gd name="connsiteX19" fmla="*/ 30385 w 80524"/>
                  <a:gd name="connsiteY19" fmla="*/ 104184 h 111374"/>
                  <a:gd name="connsiteX20" fmla="*/ 44107 w 80524"/>
                  <a:gd name="connsiteY20" fmla="*/ 88273 h 111374"/>
                  <a:gd name="connsiteX21" fmla="*/ 45190 w 80524"/>
                  <a:gd name="connsiteY21" fmla="*/ 41265 h 111374"/>
                  <a:gd name="connsiteX22" fmla="*/ 53857 w 80524"/>
                  <a:gd name="connsiteY22" fmla="*/ 49943 h 111374"/>
                  <a:gd name="connsiteX23" fmla="*/ 41940 w 80524"/>
                  <a:gd name="connsiteY23" fmla="*/ 83573 h 111374"/>
                  <a:gd name="connsiteX24" fmla="*/ 21719 w 80524"/>
                  <a:gd name="connsiteY24" fmla="*/ 101291 h 111374"/>
                  <a:gd name="connsiteX25" fmla="*/ 14136 w 80524"/>
                  <a:gd name="connsiteY25" fmla="*/ 89358 h 111374"/>
                  <a:gd name="connsiteX26" fmla="*/ 24608 w 80524"/>
                  <a:gd name="connsiteY26" fmla="*/ 57537 h 111374"/>
                  <a:gd name="connsiteX27" fmla="*/ 45190 w 80524"/>
                  <a:gd name="connsiteY27" fmla="*/ 41265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024" y="93336"/>
                    </a:moveTo>
                    <a:cubicBezTo>
                      <a:pt x="40857" y="102014"/>
                      <a:pt x="40857" y="102014"/>
                      <a:pt x="40857" y="104546"/>
                    </a:cubicBezTo>
                    <a:cubicBezTo>
                      <a:pt x="40857" y="108523"/>
                      <a:pt x="43024" y="111416"/>
                      <a:pt x="46635" y="111416"/>
                    </a:cubicBezTo>
                    <a:cubicBezTo>
                      <a:pt x="53496" y="111416"/>
                      <a:pt x="60356" y="106354"/>
                      <a:pt x="69384" y="94421"/>
                    </a:cubicBezTo>
                    <a:lnTo>
                      <a:pt x="66856" y="92613"/>
                    </a:lnTo>
                    <a:cubicBezTo>
                      <a:pt x="61079" y="99845"/>
                      <a:pt x="57829" y="102738"/>
                      <a:pt x="54218" y="102738"/>
                    </a:cubicBezTo>
                    <a:cubicBezTo>
                      <a:pt x="52412" y="102738"/>
                      <a:pt x="51329" y="101653"/>
                      <a:pt x="51329" y="100568"/>
                    </a:cubicBezTo>
                    <a:cubicBezTo>
                      <a:pt x="51329" y="99483"/>
                      <a:pt x="51690" y="97314"/>
                      <a:pt x="52412" y="95144"/>
                    </a:cubicBezTo>
                    <a:lnTo>
                      <a:pt x="80578" y="42"/>
                    </a:lnTo>
                    <a:cubicBezTo>
                      <a:pt x="70828" y="2212"/>
                      <a:pt x="69023" y="2573"/>
                      <a:pt x="57829" y="3297"/>
                    </a:cubicBezTo>
                    <a:lnTo>
                      <a:pt x="57107" y="6189"/>
                    </a:lnTo>
                    <a:lnTo>
                      <a:pt x="58912" y="6189"/>
                    </a:lnTo>
                    <a:cubicBezTo>
                      <a:pt x="60356" y="6189"/>
                      <a:pt x="61440" y="5828"/>
                      <a:pt x="62162" y="5828"/>
                    </a:cubicBezTo>
                    <a:cubicBezTo>
                      <a:pt x="64328" y="5828"/>
                      <a:pt x="66495" y="7636"/>
                      <a:pt x="66495" y="9444"/>
                    </a:cubicBezTo>
                    <a:cubicBezTo>
                      <a:pt x="66495" y="10167"/>
                      <a:pt x="66134" y="11252"/>
                      <a:pt x="65773" y="13060"/>
                    </a:cubicBezTo>
                    <a:lnTo>
                      <a:pt x="57829" y="41988"/>
                    </a:lnTo>
                    <a:cubicBezTo>
                      <a:pt x="53857" y="38011"/>
                      <a:pt x="50968" y="36926"/>
                      <a:pt x="46635" y="36926"/>
                    </a:cubicBezTo>
                    <a:cubicBezTo>
                      <a:pt x="25330" y="36926"/>
                      <a:pt x="53" y="66216"/>
                      <a:pt x="53" y="90805"/>
                    </a:cubicBezTo>
                    <a:cubicBezTo>
                      <a:pt x="53" y="102738"/>
                      <a:pt x="5831" y="111055"/>
                      <a:pt x="14136" y="111055"/>
                    </a:cubicBezTo>
                    <a:cubicBezTo>
                      <a:pt x="18830" y="111055"/>
                      <a:pt x="25330" y="108162"/>
                      <a:pt x="30385" y="104184"/>
                    </a:cubicBezTo>
                    <a:cubicBezTo>
                      <a:pt x="35080" y="100206"/>
                      <a:pt x="38330" y="96229"/>
                      <a:pt x="44107" y="88273"/>
                    </a:cubicBezTo>
                    <a:close/>
                    <a:moveTo>
                      <a:pt x="45190" y="41265"/>
                    </a:moveTo>
                    <a:cubicBezTo>
                      <a:pt x="50607" y="41265"/>
                      <a:pt x="53857" y="44519"/>
                      <a:pt x="53857" y="49943"/>
                    </a:cubicBezTo>
                    <a:cubicBezTo>
                      <a:pt x="53857" y="57537"/>
                      <a:pt x="48440" y="73086"/>
                      <a:pt x="41940" y="83573"/>
                    </a:cubicBezTo>
                    <a:cubicBezTo>
                      <a:pt x="36163" y="93336"/>
                      <a:pt x="26774" y="101291"/>
                      <a:pt x="21719" y="101291"/>
                    </a:cubicBezTo>
                    <a:cubicBezTo>
                      <a:pt x="17025" y="101291"/>
                      <a:pt x="14136" y="96952"/>
                      <a:pt x="14136" y="89358"/>
                    </a:cubicBezTo>
                    <a:cubicBezTo>
                      <a:pt x="14136" y="80318"/>
                      <a:pt x="18108" y="68385"/>
                      <a:pt x="24608" y="57537"/>
                    </a:cubicBezTo>
                    <a:cubicBezTo>
                      <a:pt x="31469" y="47050"/>
                      <a:pt x="38691" y="41265"/>
                      <a:pt x="45190" y="41265"/>
                    </a:cubicBezTo>
                    <a:close/>
                  </a:path>
                </a:pathLst>
              </a:custGeom>
              <a:solidFill>
                <a:srgbClr val="000000"/>
              </a:solidFill>
              <a:ln w="23090" cap="flat">
                <a:noFill/>
                <a:prstDash val="solid"/>
                <a:miter/>
              </a:ln>
            </p:spPr>
            <p:txBody>
              <a:bodyPr rtlCol="0" anchor="ctr"/>
              <a:lstStyle/>
              <a:p>
                <a:endParaRPr lang="zh-CN" altLang="en-US"/>
              </a:p>
            </p:txBody>
          </p:sp>
          <p:sp>
            <p:nvSpPr>
              <p:cNvPr id="146" name="任意多边形: 形状 145"/>
              <p:cNvSpPr/>
              <p:nvPr/>
            </p:nvSpPr>
            <p:spPr>
              <a:xfrm>
                <a:off x="3967153" y="3479260"/>
                <a:ext cx="59580" cy="74490"/>
              </a:xfrm>
              <a:custGeom>
                <a:avLst/>
                <a:gdLst>
                  <a:gd name="connsiteX0" fmla="*/ 49166 w 59580"/>
                  <a:gd name="connsiteY0" fmla="*/ 55367 h 74490"/>
                  <a:gd name="connsiteX1" fmla="*/ 28222 w 59580"/>
                  <a:gd name="connsiteY1" fmla="*/ 66216 h 74490"/>
                  <a:gd name="connsiteX2" fmla="*/ 13056 w 59580"/>
                  <a:gd name="connsiteY2" fmla="*/ 49582 h 74490"/>
                  <a:gd name="connsiteX3" fmla="*/ 13778 w 59580"/>
                  <a:gd name="connsiteY3" fmla="*/ 41265 h 74490"/>
                  <a:gd name="connsiteX4" fmla="*/ 41222 w 59580"/>
                  <a:gd name="connsiteY4" fmla="*/ 35479 h 74490"/>
                  <a:gd name="connsiteX5" fmla="*/ 59638 w 59580"/>
                  <a:gd name="connsiteY5" fmla="*/ 11975 h 74490"/>
                  <a:gd name="connsiteX6" fmla="*/ 44471 w 59580"/>
                  <a:gd name="connsiteY6" fmla="*/ 42 h 74490"/>
                  <a:gd name="connsiteX7" fmla="*/ 57 w 59580"/>
                  <a:gd name="connsiteY7" fmla="*/ 50305 h 74490"/>
                  <a:gd name="connsiteX8" fmla="*/ 21361 w 59580"/>
                  <a:gd name="connsiteY8" fmla="*/ 74532 h 74490"/>
                  <a:gd name="connsiteX9" fmla="*/ 52416 w 59580"/>
                  <a:gd name="connsiteY9" fmla="*/ 57537 h 74490"/>
                  <a:gd name="connsiteX10" fmla="*/ 14862 w 59580"/>
                  <a:gd name="connsiteY10" fmla="*/ 36926 h 74490"/>
                  <a:gd name="connsiteX11" fmla="*/ 41583 w 59580"/>
                  <a:gd name="connsiteY11" fmla="*/ 4743 h 74490"/>
                  <a:gd name="connsiteX12" fmla="*/ 48082 w 59580"/>
                  <a:gd name="connsiteY12" fmla="*/ 11613 h 74490"/>
                  <a:gd name="connsiteX13" fmla="*/ 42305 w 59580"/>
                  <a:gd name="connsiteY13" fmla="*/ 25354 h 74490"/>
                  <a:gd name="connsiteX14" fmla="*/ 21361 w 59580"/>
                  <a:gd name="connsiteY14" fmla="*/ 36564 h 74490"/>
                  <a:gd name="connsiteX15" fmla="*/ 14862 w 59580"/>
                  <a:gd name="connsiteY15" fmla="*/ 3692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66" y="55367"/>
                    </a:moveTo>
                    <a:cubicBezTo>
                      <a:pt x="42305" y="62961"/>
                      <a:pt x="35444" y="66216"/>
                      <a:pt x="28222" y="66216"/>
                    </a:cubicBezTo>
                    <a:cubicBezTo>
                      <a:pt x="19556" y="66216"/>
                      <a:pt x="13056" y="59345"/>
                      <a:pt x="13056" y="49582"/>
                    </a:cubicBezTo>
                    <a:cubicBezTo>
                      <a:pt x="13056" y="47050"/>
                      <a:pt x="13417" y="44158"/>
                      <a:pt x="13778" y="41265"/>
                    </a:cubicBezTo>
                    <a:cubicBezTo>
                      <a:pt x="26417" y="40542"/>
                      <a:pt x="33639" y="39095"/>
                      <a:pt x="41222" y="35479"/>
                    </a:cubicBezTo>
                    <a:cubicBezTo>
                      <a:pt x="52416" y="30417"/>
                      <a:pt x="59638" y="21015"/>
                      <a:pt x="59638" y="11975"/>
                    </a:cubicBezTo>
                    <a:cubicBezTo>
                      <a:pt x="59638" y="5104"/>
                      <a:pt x="53138" y="42"/>
                      <a:pt x="44471" y="42"/>
                    </a:cubicBezTo>
                    <a:cubicBezTo>
                      <a:pt x="22806" y="42"/>
                      <a:pt x="57" y="26077"/>
                      <a:pt x="57" y="50305"/>
                    </a:cubicBezTo>
                    <a:cubicBezTo>
                      <a:pt x="57" y="64769"/>
                      <a:pt x="8723" y="74532"/>
                      <a:pt x="21361" y="74532"/>
                    </a:cubicBezTo>
                    <a:cubicBezTo>
                      <a:pt x="31472" y="74532"/>
                      <a:pt x="40138" y="69470"/>
                      <a:pt x="52416" y="57537"/>
                    </a:cubicBezTo>
                    <a:close/>
                    <a:moveTo>
                      <a:pt x="14862" y="36926"/>
                    </a:moveTo>
                    <a:cubicBezTo>
                      <a:pt x="20278" y="18484"/>
                      <a:pt x="31833" y="4743"/>
                      <a:pt x="41583" y="4743"/>
                    </a:cubicBezTo>
                    <a:cubicBezTo>
                      <a:pt x="45194" y="4743"/>
                      <a:pt x="48082" y="7636"/>
                      <a:pt x="48082" y="11613"/>
                    </a:cubicBezTo>
                    <a:cubicBezTo>
                      <a:pt x="48082" y="15953"/>
                      <a:pt x="45916" y="21015"/>
                      <a:pt x="42305" y="25354"/>
                    </a:cubicBezTo>
                    <a:cubicBezTo>
                      <a:pt x="36889" y="31140"/>
                      <a:pt x="30028" y="35117"/>
                      <a:pt x="21361" y="36564"/>
                    </a:cubicBezTo>
                    <a:cubicBezTo>
                      <a:pt x="19917" y="36564"/>
                      <a:pt x="17750" y="36926"/>
                      <a:pt x="14862" y="36926"/>
                    </a:cubicBezTo>
                    <a:close/>
                  </a:path>
                </a:pathLst>
              </a:custGeom>
              <a:solidFill>
                <a:srgbClr val="000000"/>
              </a:solidFill>
              <a:ln w="23090" cap="flat">
                <a:noFill/>
                <a:prstDash val="solid"/>
                <a:miter/>
              </a:ln>
            </p:spPr>
            <p:txBody>
              <a:bodyPr rtlCol="0" anchor="ctr"/>
              <a:lstStyle/>
              <a:p>
                <a:endParaRPr lang="zh-CN" altLang="en-US"/>
              </a:p>
            </p:txBody>
          </p:sp>
          <p:sp>
            <p:nvSpPr>
              <p:cNvPr id="147" name="任意多边形: 形状 146"/>
              <p:cNvSpPr/>
              <p:nvPr/>
            </p:nvSpPr>
            <p:spPr>
              <a:xfrm>
                <a:off x="4015138" y="3479983"/>
                <a:ext cx="81968" cy="98717"/>
              </a:xfrm>
              <a:custGeom>
                <a:avLst/>
                <a:gdLst>
                  <a:gd name="connsiteX0" fmla="*/ 29308 w 81968"/>
                  <a:gd name="connsiteY0" fmla="*/ 70555 h 98717"/>
                  <a:gd name="connsiteX1" fmla="*/ 39780 w 81968"/>
                  <a:gd name="connsiteY1" fmla="*/ 73448 h 98717"/>
                  <a:gd name="connsiteX2" fmla="*/ 82028 w 81968"/>
                  <a:gd name="connsiteY2" fmla="*/ 21377 h 98717"/>
                  <a:gd name="connsiteX3" fmla="*/ 66501 w 81968"/>
                  <a:gd name="connsiteY3" fmla="*/ 42 h 98717"/>
                  <a:gd name="connsiteX4" fmla="*/ 44835 w 81968"/>
                  <a:gd name="connsiteY4" fmla="*/ 15591 h 98717"/>
                  <a:gd name="connsiteX5" fmla="*/ 49530 w 81968"/>
                  <a:gd name="connsiteY5" fmla="*/ 42 h 98717"/>
                  <a:gd name="connsiteX6" fmla="*/ 27142 w 81968"/>
                  <a:gd name="connsiteY6" fmla="*/ 3296 h 98717"/>
                  <a:gd name="connsiteX7" fmla="*/ 26420 w 81968"/>
                  <a:gd name="connsiteY7" fmla="*/ 6189 h 98717"/>
                  <a:gd name="connsiteX8" fmla="*/ 30753 w 81968"/>
                  <a:gd name="connsiteY8" fmla="*/ 5466 h 98717"/>
                  <a:gd name="connsiteX9" fmla="*/ 34725 w 81968"/>
                  <a:gd name="connsiteY9" fmla="*/ 10167 h 98717"/>
                  <a:gd name="connsiteX10" fmla="*/ 33641 w 81968"/>
                  <a:gd name="connsiteY10" fmla="*/ 15591 h 98717"/>
                  <a:gd name="connsiteX11" fmla="*/ 15226 w 81968"/>
                  <a:gd name="connsiteY11" fmla="*/ 80680 h 98717"/>
                  <a:gd name="connsiteX12" fmla="*/ 5115 w 81968"/>
                  <a:gd name="connsiteY12" fmla="*/ 95867 h 98717"/>
                  <a:gd name="connsiteX13" fmla="*/ 782 w 81968"/>
                  <a:gd name="connsiteY13" fmla="*/ 95867 h 98717"/>
                  <a:gd name="connsiteX14" fmla="*/ 59 w 81968"/>
                  <a:gd name="connsiteY14" fmla="*/ 98760 h 98717"/>
                  <a:gd name="connsiteX15" fmla="*/ 34364 w 81968"/>
                  <a:gd name="connsiteY15" fmla="*/ 98760 h 98717"/>
                  <a:gd name="connsiteX16" fmla="*/ 35086 w 81968"/>
                  <a:gd name="connsiteY16" fmla="*/ 95867 h 98717"/>
                  <a:gd name="connsiteX17" fmla="*/ 27503 w 81968"/>
                  <a:gd name="connsiteY17" fmla="*/ 95867 h 98717"/>
                  <a:gd name="connsiteX18" fmla="*/ 23170 w 81968"/>
                  <a:gd name="connsiteY18" fmla="*/ 92613 h 98717"/>
                  <a:gd name="connsiteX19" fmla="*/ 24253 w 81968"/>
                  <a:gd name="connsiteY19" fmla="*/ 88273 h 98717"/>
                  <a:gd name="connsiteX20" fmla="*/ 39058 w 81968"/>
                  <a:gd name="connsiteY20" fmla="*/ 35479 h 98717"/>
                  <a:gd name="connsiteX21" fmla="*/ 48446 w 81968"/>
                  <a:gd name="connsiteY21" fmla="*/ 15591 h 98717"/>
                  <a:gd name="connsiteX22" fmla="*/ 61446 w 81968"/>
                  <a:gd name="connsiteY22" fmla="*/ 7997 h 98717"/>
                  <a:gd name="connsiteX23" fmla="*/ 69390 w 81968"/>
                  <a:gd name="connsiteY23" fmla="*/ 21015 h 98717"/>
                  <a:gd name="connsiteX24" fmla="*/ 40141 w 81968"/>
                  <a:gd name="connsiteY24" fmla="*/ 69832 h 98717"/>
                  <a:gd name="connsiteX25" fmla="*/ 30753 w 81968"/>
                  <a:gd name="connsiteY25" fmla="*/ 65131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308" y="70555"/>
                    </a:moveTo>
                    <a:cubicBezTo>
                      <a:pt x="33280" y="72724"/>
                      <a:pt x="35808" y="73448"/>
                      <a:pt x="39780" y="73448"/>
                    </a:cubicBezTo>
                    <a:cubicBezTo>
                      <a:pt x="60001" y="73448"/>
                      <a:pt x="82028" y="46689"/>
                      <a:pt x="82028" y="21377"/>
                    </a:cubicBezTo>
                    <a:cubicBezTo>
                      <a:pt x="82028" y="8720"/>
                      <a:pt x="75890" y="42"/>
                      <a:pt x="66501" y="42"/>
                    </a:cubicBezTo>
                    <a:cubicBezTo>
                      <a:pt x="58918" y="42"/>
                      <a:pt x="53141" y="4381"/>
                      <a:pt x="44835" y="15591"/>
                    </a:cubicBezTo>
                    <a:lnTo>
                      <a:pt x="49530" y="42"/>
                    </a:lnTo>
                    <a:cubicBezTo>
                      <a:pt x="36169" y="2212"/>
                      <a:pt x="35086" y="2212"/>
                      <a:pt x="27142" y="3296"/>
                    </a:cubicBezTo>
                    <a:lnTo>
                      <a:pt x="26420" y="6189"/>
                    </a:lnTo>
                    <a:cubicBezTo>
                      <a:pt x="28947" y="5828"/>
                      <a:pt x="29669" y="5466"/>
                      <a:pt x="30753" y="5466"/>
                    </a:cubicBezTo>
                    <a:cubicBezTo>
                      <a:pt x="33641" y="5466"/>
                      <a:pt x="34725" y="7274"/>
                      <a:pt x="34725" y="10167"/>
                    </a:cubicBezTo>
                    <a:cubicBezTo>
                      <a:pt x="34725" y="11975"/>
                      <a:pt x="34725" y="11975"/>
                      <a:pt x="33641" y="15591"/>
                    </a:cubicBezTo>
                    <a:lnTo>
                      <a:pt x="15226" y="80680"/>
                    </a:lnTo>
                    <a:cubicBezTo>
                      <a:pt x="10892" y="94782"/>
                      <a:pt x="10170" y="95867"/>
                      <a:pt x="5115" y="95867"/>
                    </a:cubicBezTo>
                    <a:lnTo>
                      <a:pt x="782" y="95867"/>
                    </a:lnTo>
                    <a:lnTo>
                      <a:pt x="59" y="98760"/>
                    </a:lnTo>
                    <a:lnTo>
                      <a:pt x="34364" y="98760"/>
                    </a:lnTo>
                    <a:lnTo>
                      <a:pt x="35086" y="95867"/>
                    </a:lnTo>
                    <a:lnTo>
                      <a:pt x="27503" y="95867"/>
                    </a:lnTo>
                    <a:cubicBezTo>
                      <a:pt x="25336" y="95867"/>
                      <a:pt x="23170" y="94059"/>
                      <a:pt x="23170" y="92613"/>
                    </a:cubicBezTo>
                    <a:cubicBezTo>
                      <a:pt x="23170" y="91889"/>
                      <a:pt x="23531" y="90443"/>
                      <a:pt x="24253" y="88273"/>
                    </a:cubicBezTo>
                    <a:close/>
                    <a:moveTo>
                      <a:pt x="39058" y="35479"/>
                    </a:moveTo>
                    <a:cubicBezTo>
                      <a:pt x="41947" y="26439"/>
                      <a:pt x="44835" y="20292"/>
                      <a:pt x="48446" y="15591"/>
                    </a:cubicBezTo>
                    <a:cubicBezTo>
                      <a:pt x="52419" y="10890"/>
                      <a:pt x="57474" y="7997"/>
                      <a:pt x="61446" y="7997"/>
                    </a:cubicBezTo>
                    <a:cubicBezTo>
                      <a:pt x="66140" y="7997"/>
                      <a:pt x="69390" y="13421"/>
                      <a:pt x="69390" y="21015"/>
                    </a:cubicBezTo>
                    <a:cubicBezTo>
                      <a:pt x="69390" y="43796"/>
                      <a:pt x="53863" y="69832"/>
                      <a:pt x="40141" y="69832"/>
                    </a:cubicBezTo>
                    <a:cubicBezTo>
                      <a:pt x="36169" y="69832"/>
                      <a:pt x="33280" y="68385"/>
                      <a:pt x="30753" y="65131"/>
                    </a:cubicBezTo>
                    <a:close/>
                  </a:path>
                </a:pathLst>
              </a:custGeom>
              <a:solidFill>
                <a:srgbClr val="000000"/>
              </a:solidFill>
              <a:ln w="23090" cap="flat">
                <a:noFill/>
                <a:prstDash val="solid"/>
                <a:miter/>
              </a:ln>
            </p:spPr>
            <p:txBody>
              <a:bodyPr rtlCol="0" anchor="ctr"/>
              <a:lstStyle/>
              <a:p>
                <a:endParaRPr lang="zh-CN" altLang="en-US"/>
              </a:p>
            </p:txBody>
          </p:sp>
        </p:grpSp>
        <p:grpSp>
          <p:nvGrpSpPr>
            <p:cNvPr id="116" name="Graphic 2"/>
            <p:cNvGrpSpPr/>
            <p:nvPr/>
          </p:nvGrpSpPr>
          <p:grpSpPr>
            <a:xfrm>
              <a:off x="9186387" y="2164141"/>
              <a:ext cx="752850" cy="128585"/>
              <a:chOff x="4106037" y="3463349"/>
              <a:chExt cx="581312" cy="109566"/>
            </a:xfrm>
          </p:grpSpPr>
          <p:sp>
            <p:nvSpPr>
              <p:cNvPr id="136" name="任意多边形: 形状 135"/>
              <p:cNvSpPr/>
              <p:nvPr/>
            </p:nvSpPr>
            <p:spPr>
              <a:xfrm>
                <a:off x="4106037" y="3463349"/>
                <a:ext cx="39720" cy="90400"/>
              </a:xfrm>
              <a:custGeom>
                <a:avLst/>
                <a:gdLst>
                  <a:gd name="connsiteX0" fmla="*/ 27867 w 39720"/>
                  <a:gd name="connsiteY0" fmla="*/ 22823 h 90400"/>
                  <a:gd name="connsiteX1" fmla="*/ 38339 w 39720"/>
                  <a:gd name="connsiteY1" fmla="*/ 22823 h 90400"/>
                  <a:gd name="connsiteX2" fmla="*/ 39783 w 39720"/>
                  <a:gd name="connsiteY2" fmla="*/ 17760 h 90400"/>
                  <a:gd name="connsiteX3" fmla="*/ 29311 w 39720"/>
                  <a:gd name="connsiteY3" fmla="*/ 17760 h 90400"/>
                  <a:gd name="connsiteX4" fmla="*/ 34367 w 39720"/>
                  <a:gd name="connsiteY4" fmla="*/ 42 h 90400"/>
                  <a:gd name="connsiteX5" fmla="*/ 30756 w 39720"/>
                  <a:gd name="connsiteY5" fmla="*/ 42 h 90400"/>
                  <a:gd name="connsiteX6" fmla="*/ 6201 w 39720"/>
                  <a:gd name="connsiteY6" fmla="*/ 17760 h 90400"/>
                  <a:gd name="connsiteX7" fmla="*/ 5118 w 39720"/>
                  <a:gd name="connsiteY7" fmla="*/ 22823 h 90400"/>
                  <a:gd name="connsiteX8" fmla="*/ 16312 w 39720"/>
                  <a:gd name="connsiteY8" fmla="*/ 22823 h 90400"/>
                  <a:gd name="connsiteX9" fmla="*/ 2229 w 39720"/>
                  <a:gd name="connsiteY9" fmla="*/ 71640 h 90400"/>
                  <a:gd name="connsiteX10" fmla="*/ 63 w 39720"/>
                  <a:gd name="connsiteY10" fmla="*/ 82488 h 90400"/>
                  <a:gd name="connsiteX11" fmla="*/ 8007 w 39720"/>
                  <a:gd name="connsiteY11" fmla="*/ 90443 h 90400"/>
                  <a:gd name="connsiteX12" fmla="*/ 28589 w 39720"/>
                  <a:gd name="connsiteY12" fmla="*/ 73809 h 90400"/>
                  <a:gd name="connsiteX13" fmla="*/ 26784 w 39720"/>
                  <a:gd name="connsiteY13" fmla="*/ 71640 h 90400"/>
                  <a:gd name="connsiteX14" fmla="*/ 14506 w 39720"/>
                  <a:gd name="connsiteY14" fmla="*/ 82488 h 90400"/>
                  <a:gd name="connsiteX15" fmla="*/ 11979 w 39720"/>
                  <a:gd name="connsiteY15" fmla="*/ 80318 h 90400"/>
                  <a:gd name="connsiteX16" fmla="*/ 13784 w 39720"/>
                  <a:gd name="connsiteY16" fmla="*/ 72724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7867" y="22823"/>
                    </a:moveTo>
                    <a:lnTo>
                      <a:pt x="38339" y="22823"/>
                    </a:lnTo>
                    <a:lnTo>
                      <a:pt x="39783" y="17760"/>
                    </a:lnTo>
                    <a:lnTo>
                      <a:pt x="29311" y="17760"/>
                    </a:lnTo>
                    <a:lnTo>
                      <a:pt x="34367" y="42"/>
                    </a:lnTo>
                    <a:lnTo>
                      <a:pt x="30756" y="42"/>
                    </a:lnTo>
                    <a:cubicBezTo>
                      <a:pt x="22090" y="11252"/>
                      <a:pt x="15951" y="15591"/>
                      <a:pt x="6201" y="17760"/>
                    </a:cubicBezTo>
                    <a:lnTo>
                      <a:pt x="5118" y="22823"/>
                    </a:lnTo>
                    <a:lnTo>
                      <a:pt x="16312" y="22823"/>
                    </a:lnTo>
                    <a:lnTo>
                      <a:pt x="2229" y="71640"/>
                    </a:lnTo>
                    <a:cubicBezTo>
                      <a:pt x="1146" y="75617"/>
                      <a:pt x="63" y="80318"/>
                      <a:pt x="63" y="82488"/>
                    </a:cubicBezTo>
                    <a:cubicBezTo>
                      <a:pt x="63" y="87189"/>
                      <a:pt x="3312" y="90443"/>
                      <a:pt x="8007" y="90443"/>
                    </a:cubicBezTo>
                    <a:cubicBezTo>
                      <a:pt x="14145" y="90443"/>
                      <a:pt x="20645" y="85019"/>
                      <a:pt x="28589" y="73809"/>
                    </a:cubicBezTo>
                    <a:lnTo>
                      <a:pt x="26784" y="71640"/>
                    </a:lnTo>
                    <a:cubicBezTo>
                      <a:pt x="21728" y="78148"/>
                      <a:pt x="17034" y="82488"/>
                      <a:pt x="14506" y="82488"/>
                    </a:cubicBezTo>
                    <a:cubicBezTo>
                      <a:pt x="13423" y="82488"/>
                      <a:pt x="11979" y="81403"/>
                      <a:pt x="11979" y="80318"/>
                    </a:cubicBezTo>
                    <a:cubicBezTo>
                      <a:pt x="11979" y="79233"/>
                      <a:pt x="11979" y="79233"/>
                      <a:pt x="13784" y="72724"/>
                    </a:cubicBezTo>
                    <a:close/>
                  </a:path>
                </a:pathLst>
              </a:custGeom>
              <a:solidFill>
                <a:srgbClr val="000000"/>
              </a:solidFill>
              <a:ln w="23090" cap="flat">
                <a:noFill/>
                <a:prstDash val="solid"/>
                <a:miter/>
              </a:ln>
            </p:spPr>
            <p:txBody>
              <a:bodyPr rtlCol="0" anchor="ctr"/>
              <a:lstStyle/>
              <a:p>
                <a:endParaRPr lang="zh-CN" altLang="en-US"/>
              </a:p>
            </p:txBody>
          </p:sp>
          <p:sp>
            <p:nvSpPr>
              <p:cNvPr id="137" name="任意多边形: 形状 136"/>
              <p:cNvSpPr/>
              <p:nvPr/>
            </p:nvSpPr>
            <p:spPr>
              <a:xfrm>
                <a:off x="4151920" y="3565683"/>
                <a:ext cx="73663" cy="7232"/>
              </a:xfrm>
              <a:custGeom>
                <a:avLst/>
                <a:gdLst>
                  <a:gd name="connsiteX0" fmla="*/ 64 w 73663"/>
                  <a:gd name="connsiteY0" fmla="*/ 42 h 7232"/>
                  <a:gd name="connsiteX1" fmla="*/ 64 w 73663"/>
                  <a:gd name="connsiteY1" fmla="*/ 7274 h 7232"/>
                  <a:gd name="connsiteX2" fmla="*/ 73728 w 73663"/>
                  <a:gd name="connsiteY2" fmla="*/ 7274 h 7232"/>
                  <a:gd name="connsiteX3" fmla="*/ 73728 w 73663"/>
                  <a:gd name="connsiteY3" fmla="*/ 42 h 7232"/>
                </a:gdLst>
                <a:ahLst/>
                <a:cxnLst>
                  <a:cxn ang="0">
                    <a:pos x="connsiteX0" y="connsiteY0"/>
                  </a:cxn>
                  <a:cxn ang="0">
                    <a:pos x="connsiteX1" y="connsiteY1"/>
                  </a:cxn>
                  <a:cxn ang="0">
                    <a:pos x="connsiteX2" y="connsiteY2"/>
                  </a:cxn>
                  <a:cxn ang="0">
                    <a:pos x="connsiteX3" y="connsiteY3"/>
                  </a:cxn>
                </a:cxnLst>
                <a:rect l="l" t="t" r="r" b="b"/>
                <a:pathLst>
                  <a:path w="73663" h="7232">
                    <a:moveTo>
                      <a:pt x="64" y="42"/>
                    </a:moveTo>
                    <a:lnTo>
                      <a:pt x="64" y="7274"/>
                    </a:lnTo>
                    <a:lnTo>
                      <a:pt x="73728" y="7274"/>
                    </a:lnTo>
                    <a:lnTo>
                      <a:pt x="73728" y="42"/>
                    </a:lnTo>
                    <a:close/>
                  </a:path>
                </a:pathLst>
              </a:custGeom>
              <a:solidFill>
                <a:srgbClr val="000000"/>
              </a:solidFill>
              <a:ln w="23090" cap="flat">
                <a:noFill/>
                <a:prstDash val="solid"/>
                <a:miter/>
              </a:ln>
            </p:spPr>
            <p:txBody>
              <a:bodyPr rtlCol="0" anchor="ctr"/>
              <a:lstStyle/>
              <a:p>
                <a:endParaRPr lang="zh-CN" altLang="en-US"/>
              </a:p>
            </p:txBody>
          </p:sp>
          <p:sp>
            <p:nvSpPr>
              <p:cNvPr id="138" name="任意多边形: 形状 137"/>
              <p:cNvSpPr/>
              <p:nvPr/>
            </p:nvSpPr>
            <p:spPr>
              <a:xfrm>
                <a:off x="4227028" y="3479260"/>
                <a:ext cx="69330" cy="74128"/>
              </a:xfrm>
              <a:custGeom>
                <a:avLst/>
                <a:gdLst>
                  <a:gd name="connsiteX0" fmla="*/ 33650 w 69330"/>
                  <a:gd name="connsiteY0" fmla="*/ 42 h 74128"/>
                  <a:gd name="connsiteX1" fmla="*/ 11623 w 69330"/>
                  <a:gd name="connsiteY1" fmla="*/ 2212 h 74128"/>
                  <a:gd name="connsiteX2" fmla="*/ 10540 w 69330"/>
                  <a:gd name="connsiteY2" fmla="*/ 5466 h 74128"/>
                  <a:gd name="connsiteX3" fmla="*/ 12345 w 69330"/>
                  <a:gd name="connsiteY3" fmla="*/ 5104 h 74128"/>
                  <a:gd name="connsiteX4" fmla="*/ 15234 w 69330"/>
                  <a:gd name="connsiteY4" fmla="*/ 4743 h 74128"/>
                  <a:gd name="connsiteX5" fmla="*/ 18845 w 69330"/>
                  <a:gd name="connsiteY5" fmla="*/ 7997 h 74128"/>
                  <a:gd name="connsiteX6" fmla="*/ 17401 w 69330"/>
                  <a:gd name="connsiteY6" fmla="*/ 14868 h 74128"/>
                  <a:gd name="connsiteX7" fmla="*/ 68 w 69330"/>
                  <a:gd name="connsiteY7" fmla="*/ 72363 h 74128"/>
                  <a:gd name="connsiteX8" fmla="*/ 11984 w 69330"/>
                  <a:gd name="connsiteY8" fmla="*/ 72363 h 74128"/>
                  <a:gd name="connsiteX9" fmla="*/ 17039 w 69330"/>
                  <a:gd name="connsiteY9" fmla="*/ 53559 h 74128"/>
                  <a:gd name="connsiteX10" fmla="*/ 32205 w 69330"/>
                  <a:gd name="connsiteY10" fmla="*/ 26801 h 74128"/>
                  <a:gd name="connsiteX11" fmla="*/ 52427 w 69330"/>
                  <a:gd name="connsiteY11" fmla="*/ 9805 h 74128"/>
                  <a:gd name="connsiteX12" fmla="*/ 56399 w 69330"/>
                  <a:gd name="connsiteY12" fmla="*/ 14506 h 74128"/>
                  <a:gd name="connsiteX13" fmla="*/ 55316 w 69330"/>
                  <a:gd name="connsiteY13" fmla="*/ 22100 h 74128"/>
                  <a:gd name="connsiteX14" fmla="*/ 42677 w 69330"/>
                  <a:gd name="connsiteY14" fmla="*/ 62961 h 74128"/>
                  <a:gd name="connsiteX15" fmla="*/ 41594 w 69330"/>
                  <a:gd name="connsiteY15" fmla="*/ 67662 h 74128"/>
                  <a:gd name="connsiteX16" fmla="*/ 48455 w 69330"/>
                  <a:gd name="connsiteY16" fmla="*/ 74171 h 74128"/>
                  <a:gd name="connsiteX17" fmla="*/ 69398 w 69330"/>
                  <a:gd name="connsiteY17" fmla="*/ 58622 h 74128"/>
                  <a:gd name="connsiteX18" fmla="*/ 67954 w 69330"/>
                  <a:gd name="connsiteY18" fmla="*/ 57175 h 74128"/>
                  <a:gd name="connsiteX19" fmla="*/ 56760 w 69330"/>
                  <a:gd name="connsiteY19" fmla="*/ 66577 h 74128"/>
                  <a:gd name="connsiteX20" fmla="*/ 54593 w 69330"/>
                  <a:gd name="connsiteY20" fmla="*/ 64407 h 74128"/>
                  <a:gd name="connsiteX21" fmla="*/ 55316 w 69330"/>
                  <a:gd name="connsiteY21" fmla="*/ 60791 h 74128"/>
                  <a:gd name="connsiteX22" fmla="*/ 66871 w 69330"/>
                  <a:gd name="connsiteY22" fmla="*/ 20292 h 74128"/>
                  <a:gd name="connsiteX23" fmla="*/ 68315 w 69330"/>
                  <a:gd name="connsiteY23" fmla="*/ 10890 h 74128"/>
                  <a:gd name="connsiteX24" fmla="*/ 59649 w 69330"/>
                  <a:gd name="connsiteY24" fmla="*/ 765 h 74128"/>
                  <a:gd name="connsiteX25" fmla="*/ 22817 w 69330"/>
                  <a:gd name="connsiteY25" fmla="*/ 34033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650" y="42"/>
                    </a:moveTo>
                    <a:cubicBezTo>
                      <a:pt x="23539" y="1488"/>
                      <a:pt x="21734" y="1488"/>
                      <a:pt x="11623" y="2212"/>
                    </a:cubicBezTo>
                    <a:lnTo>
                      <a:pt x="10540" y="5466"/>
                    </a:lnTo>
                    <a:lnTo>
                      <a:pt x="12345" y="5104"/>
                    </a:lnTo>
                    <a:cubicBezTo>
                      <a:pt x="13428" y="5104"/>
                      <a:pt x="14512" y="4743"/>
                      <a:pt x="15234" y="4743"/>
                    </a:cubicBezTo>
                    <a:cubicBezTo>
                      <a:pt x="17039" y="4743"/>
                      <a:pt x="18845" y="6551"/>
                      <a:pt x="18845" y="7997"/>
                    </a:cubicBezTo>
                    <a:cubicBezTo>
                      <a:pt x="18845" y="8720"/>
                      <a:pt x="18484" y="11613"/>
                      <a:pt x="17401" y="14868"/>
                    </a:cubicBezTo>
                    <a:lnTo>
                      <a:pt x="68" y="72363"/>
                    </a:lnTo>
                    <a:lnTo>
                      <a:pt x="11984" y="72363"/>
                    </a:lnTo>
                    <a:lnTo>
                      <a:pt x="17039" y="53559"/>
                    </a:lnTo>
                    <a:cubicBezTo>
                      <a:pt x="19928" y="44519"/>
                      <a:pt x="23900" y="37287"/>
                      <a:pt x="32205" y="26801"/>
                    </a:cubicBezTo>
                    <a:cubicBezTo>
                      <a:pt x="41955" y="14868"/>
                      <a:pt x="47733" y="9805"/>
                      <a:pt x="52427" y="9805"/>
                    </a:cubicBezTo>
                    <a:cubicBezTo>
                      <a:pt x="54593" y="9805"/>
                      <a:pt x="56399" y="11975"/>
                      <a:pt x="56399" y="14506"/>
                    </a:cubicBezTo>
                    <a:cubicBezTo>
                      <a:pt x="56399" y="16314"/>
                      <a:pt x="56038" y="19569"/>
                      <a:pt x="55316" y="22100"/>
                    </a:cubicBezTo>
                    <a:lnTo>
                      <a:pt x="42677" y="62961"/>
                    </a:lnTo>
                    <a:cubicBezTo>
                      <a:pt x="41955" y="64407"/>
                      <a:pt x="41594" y="66577"/>
                      <a:pt x="41594" y="67662"/>
                    </a:cubicBezTo>
                    <a:cubicBezTo>
                      <a:pt x="41594" y="71278"/>
                      <a:pt x="44483" y="74171"/>
                      <a:pt x="48455" y="74171"/>
                    </a:cubicBezTo>
                    <a:cubicBezTo>
                      <a:pt x="54593" y="74171"/>
                      <a:pt x="61815" y="69108"/>
                      <a:pt x="69398" y="58622"/>
                    </a:cubicBezTo>
                    <a:lnTo>
                      <a:pt x="67954" y="57175"/>
                    </a:lnTo>
                    <a:cubicBezTo>
                      <a:pt x="63621" y="62961"/>
                      <a:pt x="58927" y="66577"/>
                      <a:pt x="56760" y="66577"/>
                    </a:cubicBezTo>
                    <a:cubicBezTo>
                      <a:pt x="55677" y="66577"/>
                      <a:pt x="54593" y="65492"/>
                      <a:pt x="54593" y="64407"/>
                    </a:cubicBezTo>
                    <a:cubicBezTo>
                      <a:pt x="54593" y="63323"/>
                      <a:pt x="54955" y="62238"/>
                      <a:pt x="55316" y="60791"/>
                    </a:cubicBezTo>
                    <a:lnTo>
                      <a:pt x="66871" y="20292"/>
                    </a:lnTo>
                    <a:cubicBezTo>
                      <a:pt x="67954" y="17037"/>
                      <a:pt x="68315" y="14144"/>
                      <a:pt x="68315" y="10890"/>
                    </a:cubicBezTo>
                    <a:cubicBezTo>
                      <a:pt x="68315" y="4743"/>
                      <a:pt x="65065" y="765"/>
                      <a:pt x="59649" y="765"/>
                    </a:cubicBezTo>
                    <a:cubicBezTo>
                      <a:pt x="49899" y="765"/>
                      <a:pt x="39427" y="10167"/>
                      <a:pt x="22817" y="34033"/>
                    </a:cubicBezTo>
                    <a:close/>
                  </a:path>
                </a:pathLst>
              </a:custGeom>
              <a:solidFill>
                <a:srgbClr val="000000"/>
              </a:solidFill>
              <a:ln w="23090" cap="flat">
                <a:noFill/>
                <a:prstDash val="solid"/>
                <a:miter/>
              </a:ln>
            </p:spPr>
            <p:txBody>
              <a:bodyPr rtlCol="0" anchor="ctr"/>
              <a:lstStyle/>
              <a:p>
                <a:endParaRPr lang="zh-CN" altLang="en-US"/>
              </a:p>
            </p:txBody>
          </p:sp>
          <p:sp>
            <p:nvSpPr>
              <p:cNvPr id="139" name="任意多边形: 形状 138"/>
              <p:cNvSpPr/>
              <p:nvPr/>
            </p:nvSpPr>
            <p:spPr>
              <a:xfrm>
                <a:off x="4306905" y="3479983"/>
                <a:ext cx="70413" cy="74128"/>
              </a:xfrm>
              <a:custGeom>
                <a:avLst/>
                <a:gdLst>
                  <a:gd name="connsiteX0" fmla="*/ 66513 w 70413"/>
                  <a:gd name="connsiteY0" fmla="*/ 55006 h 74128"/>
                  <a:gd name="connsiteX1" fmla="*/ 54597 w 70413"/>
                  <a:gd name="connsiteY1" fmla="*/ 65492 h 74128"/>
                  <a:gd name="connsiteX2" fmla="*/ 52791 w 70413"/>
                  <a:gd name="connsiteY2" fmla="*/ 63684 h 74128"/>
                  <a:gd name="connsiteX3" fmla="*/ 53875 w 70413"/>
                  <a:gd name="connsiteY3" fmla="*/ 59345 h 74128"/>
                  <a:gd name="connsiteX4" fmla="*/ 70485 w 70413"/>
                  <a:gd name="connsiteY4" fmla="*/ 765 h 74128"/>
                  <a:gd name="connsiteX5" fmla="*/ 58208 w 70413"/>
                  <a:gd name="connsiteY5" fmla="*/ 2212 h 74128"/>
                  <a:gd name="connsiteX6" fmla="*/ 56041 w 70413"/>
                  <a:gd name="connsiteY6" fmla="*/ 10890 h 74128"/>
                  <a:gd name="connsiteX7" fmla="*/ 44125 w 70413"/>
                  <a:gd name="connsiteY7" fmla="*/ 42 h 74128"/>
                  <a:gd name="connsiteX8" fmla="*/ 71 w 70413"/>
                  <a:gd name="connsiteY8" fmla="*/ 56091 h 74128"/>
                  <a:gd name="connsiteX9" fmla="*/ 14154 w 70413"/>
                  <a:gd name="connsiteY9" fmla="*/ 73448 h 74128"/>
                  <a:gd name="connsiteX10" fmla="*/ 30042 w 70413"/>
                  <a:gd name="connsiteY10" fmla="*/ 67300 h 74128"/>
                  <a:gd name="connsiteX11" fmla="*/ 43764 w 70413"/>
                  <a:gd name="connsiteY11" fmla="*/ 52475 h 74128"/>
                  <a:gd name="connsiteX12" fmla="*/ 43042 w 70413"/>
                  <a:gd name="connsiteY12" fmla="*/ 56091 h 74128"/>
                  <a:gd name="connsiteX13" fmla="*/ 40875 w 70413"/>
                  <a:gd name="connsiteY13" fmla="*/ 66939 h 74128"/>
                  <a:gd name="connsiteX14" fmla="*/ 47375 w 70413"/>
                  <a:gd name="connsiteY14" fmla="*/ 74171 h 74128"/>
                  <a:gd name="connsiteX15" fmla="*/ 68680 w 70413"/>
                  <a:gd name="connsiteY15" fmla="*/ 57175 h 74128"/>
                  <a:gd name="connsiteX16" fmla="*/ 44486 w 70413"/>
                  <a:gd name="connsiteY16" fmla="*/ 4743 h 74128"/>
                  <a:gd name="connsiteX17" fmla="*/ 53153 w 70413"/>
                  <a:gd name="connsiteY17" fmla="*/ 14868 h 74128"/>
                  <a:gd name="connsiteX18" fmla="*/ 36542 w 70413"/>
                  <a:gd name="connsiteY18" fmla="*/ 55006 h 74128"/>
                  <a:gd name="connsiteX19" fmla="*/ 21376 w 70413"/>
                  <a:gd name="connsiteY19" fmla="*/ 64046 h 74128"/>
                  <a:gd name="connsiteX20" fmla="*/ 12710 w 70413"/>
                  <a:gd name="connsiteY20" fmla="*/ 53198 h 74128"/>
                  <a:gd name="connsiteX21" fmla="*/ 26070 w 70413"/>
                  <a:gd name="connsiteY21" fmla="*/ 18122 h 74128"/>
                  <a:gd name="connsiteX22" fmla="*/ 44486 w 70413"/>
                  <a:gd name="connsiteY22" fmla="*/ 4743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513" y="55006"/>
                    </a:moveTo>
                    <a:cubicBezTo>
                      <a:pt x="61819" y="61876"/>
                      <a:pt x="57847" y="65492"/>
                      <a:pt x="54597" y="65492"/>
                    </a:cubicBezTo>
                    <a:cubicBezTo>
                      <a:pt x="53514" y="65492"/>
                      <a:pt x="52791" y="64769"/>
                      <a:pt x="52791" y="63684"/>
                    </a:cubicBezTo>
                    <a:cubicBezTo>
                      <a:pt x="52791" y="62961"/>
                      <a:pt x="52791" y="62599"/>
                      <a:pt x="53875" y="59345"/>
                    </a:cubicBezTo>
                    <a:lnTo>
                      <a:pt x="70485" y="765"/>
                    </a:lnTo>
                    <a:lnTo>
                      <a:pt x="58208" y="2212"/>
                    </a:lnTo>
                    <a:lnTo>
                      <a:pt x="56041" y="10890"/>
                    </a:lnTo>
                    <a:cubicBezTo>
                      <a:pt x="54597" y="4020"/>
                      <a:pt x="50264" y="42"/>
                      <a:pt x="44125" y="42"/>
                    </a:cubicBezTo>
                    <a:cubicBezTo>
                      <a:pt x="24987" y="42"/>
                      <a:pt x="71" y="31501"/>
                      <a:pt x="71" y="56091"/>
                    </a:cubicBezTo>
                    <a:cubicBezTo>
                      <a:pt x="71" y="66577"/>
                      <a:pt x="5849" y="73448"/>
                      <a:pt x="14154" y="73448"/>
                    </a:cubicBezTo>
                    <a:cubicBezTo>
                      <a:pt x="18848" y="73448"/>
                      <a:pt x="24987" y="71278"/>
                      <a:pt x="30042" y="67300"/>
                    </a:cubicBezTo>
                    <a:cubicBezTo>
                      <a:pt x="34737" y="64046"/>
                      <a:pt x="37625" y="60791"/>
                      <a:pt x="43764" y="52475"/>
                    </a:cubicBezTo>
                    <a:cubicBezTo>
                      <a:pt x="43764" y="53921"/>
                      <a:pt x="43042" y="55729"/>
                      <a:pt x="43042" y="56091"/>
                    </a:cubicBezTo>
                    <a:cubicBezTo>
                      <a:pt x="40875" y="64407"/>
                      <a:pt x="40875" y="64407"/>
                      <a:pt x="40875" y="66939"/>
                    </a:cubicBezTo>
                    <a:cubicBezTo>
                      <a:pt x="40875" y="71278"/>
                      <a:pt x="43403" y="74171"/>
                      <a:pt x="47375" y="74171"/>
                    </a:cubicBezTo>
                    <a:cubicBezTo>
                      <a:pt x="53875" y="74171"/>
                      <a:pt x="60375" y="68747"/>
                      <a:pt x="68680" y="57175"/>
                    </a:cubicBezTo>
                    <a:close/>
                    <a:moveTo>
                      <a:pt x="44486" y="4743"/>
                    </a:moveTo>
                    <a:cubicBezTo>
                      <a:pt x="49903" y="4743"/>
                      <a:pt x="53153" y="8720"/>
                      <a:pt x="53153" y="14868"/>
                    </a:cubicBezTo>
                    <a:cubicBezTo>
                      <a:pt x="53153" y="26801"/>
                      <a:pt x="45931" y="44519"/>
                      <a:pt x="36542" y="55006"/>
                    </a:cubicBezTo>
                    <a:cubicBezTo>
                      <a:pt x="31487" y="60791"/>
                      <a:pt x="25709" y="64046"/>
                      <a:pt x="21376" y="64046"/>
                    </a:cubicBezTo>
                    <a:cubicBezTo>
                      <a:pt x="15599" y="64046"/>
                      <a:pt x="12710" y="60430"/>
                      <a:pt x="12710" y="53198"/>
                    </a:cubicBezTo>
                    <a:cubicBezTo>
                      <a:pt x="12710" y="43434"/>
                      <a:pt x="17404" y="30778"/>
                      <a:pt x="26070" y="18122"/>
                    </a:cubicBezTo>
                    <a:cubicBezTo>
                      <a:pt x="32209" y="9444"/>
                      <a:pt x="38348" y="4743"/>
                      <a:pt x="44486" y="4743"/>
                    </a:cubicBezTo>
                    <a:close/>
                  </a:path>
                </a:pathLst>
              </a:custGeom>
              <a:solidFill>
                <a:srgbClr val="000000"/>
              </a:solidFill>
              <a:ln w="23090" cap="flat">
                <a:noFill/>
                <a:prstDash val="solid"/>
                <a:miter/>
              </a:ln>
            </p:spPr>
            <p:txBody>
              <a:bodyPr rtlCol="0" anchor="ctr"/>
              <a:lstStyle/>
              <a:p>
                <a:endParaRPr lang="zh-CN" altLang="en-US"/>
              </a:p>
            </p:txBody>
          </p:sp>
          <p:sp>
            <p:nvSpPr>
              <p:cNvPr id="140" name="任意多边形: 形状 139"/>
              <p:cNvSpPr/>
              <p:nvPr/>
            </p:nvSpPr>
            <p:spPr>
              <a:xfrm>
                <a:off x="4385762" y="3478537"/>
                <a:ext cx="109412" cy="73767"/>
              </a:xfrm>
              <a:custGeom>
                <a:avLst/>
                <a:gdLst>
                  <a:gd name="connsiteX0" fmla="*/ 32935 w 109412"/>
                  <a:gd name="connsiteY0" fmla="*/ 42 h 73767"/>
                  <a:gd name="connsiteX1" fmla="*/ 10908 w 109412"/>
                  <a:gd name="connsiteY1" fmla="*/ 2935 h 73767"/>
                  <a:gd name="connsiteX2" fmla="*/ 10185 w 109412"/>
                  <a:gd name="connsiteY2" fmla="*/ 6189 h 73767"/>
                  <a:gd name="connsiteX3" fmla="*/ 11991 w 109412"/>
                  <a:gd name="connsiteY3" fmla="*/ 5828 h 73767"/>
                  <a:gd name="connsiteX4" fmla="*/ 14519 w 109412"/>
                  <a:gd name="connsiteY4" fmla="*/ 5466 h 73767"/>
                  <a:gd name="connsiteX5" fmla="*/ 18130 w 109412"/>
                  <a:gd name="connsiteY5" fmla="*/ 8720 h 73767"/>
                  <a:gd name="connsiteX6" fmla="*/ 17407 w 109412"/>
                  <a:gd name="connsiteY6" fmla="*/ 13421 h 73767"/>
                  <a:gd name="connsiteX7" fmla="*/ 75 w 109412"/>
                  <a:gd name="connsiteY7" fmla="*/ 73086 h 73767"/>
                  <a:gd name="connsiteX8" fmla="*/ 11991 w 109412"/>
                  <a:gd name="connsiteY8" fmla="*/ 73086 h 73767"/>
                  <a:gd name="connsiteX9" fmla="*/ 17046 w 109412"/>
                  <a:gd name="connsiteY9" fmla="*/ 54644 h 73767"/>
                  <a:gd name="connsiteX10" fmla="*/ 32573 w 109412"/>
                  <a:gd name="connsiteY10" fmla="*/ 26439 h 73767"/>
                  <a:gd name="connsiteX11" fmla="*/ 52434 w 109412"/>
                  <a:gd name="connsiteY11" fmla="*/ 9444 h 73767"/>
                  <a:gd name="connsiteX12" fmla="*/ 56406 w 109412"/>
                  <a:gd name="connsiteY12" fmla="*/ 13783 h 73767"/>
                  <a:gd name="connsiteX13" fmla="*/ 55684 w 109412"/>
                  <a:gd name="connsiteY13" fmla="*/ 18845 h 73767"/>
                  <a:gd name="connsiteX14" fmla="*/ 40157 w 109412"/>
                  <a:gd name="connsiteY14" fmla="*/ 73086 h 73767"/>
                  <a:gd name="connsiteX15" fmla="*/ 52073 w 109412"/>
                  <a:gd name="connsiteY15" fmla="*/ 73086 h 73767"/>
                  <a:gd name="connsiteX16" fmla="*/ 57489 w 109412"/>
                  <a:gd name="connsiteY16" fmla="*/ 54283 h 73767"/>
                  <a:gd name="connsiteX17" fmla="*/ 71572 w 109412"/>
                  <a:gd name="connsiteY17" fmla="*/ 27524 h 73767"/>
                  <a:gd name="connsiteX18" fmla="*/ 92154 w 109412"/>
                  <a:gd name="connsiteY18" fmla="*/ 9444 h 73767"/>
                  <a:gd name="connsiteX19" fmla="*/ 96488 w 109412"/>
                  <a:gd name="connsiteY19" fmla="*/ 14144 h 73767"/>
                  <a:gd name="connsiteX20" fmla="*/ 95765 w 109412"/>
                  <a:gd name="connsiteY20" fmla="*/ 18845 h 73767"/>
                  <a:gd name="connsiteX21" fmla="*/ 83127 w 109412"/>
                  <a:gd name="connsiteY21" fmla="*/ 62238 h 73767"/>
                  <a:gd name="connsiteX22" fmla="*/ 82044 w 109412"/>
                  <a:gd name="connsiteY22" fmla="*/ 66939 h 73767"/>
                  <a:gd name="connsiteX23" fmla="*/ 88904 w 109412"/>
                  <a:gd name="connsiteY23" fmla="*/ 73809 h 73767"/>
                  <a:gd name="connsiteX24" fmla="*/ 109487 w 109412"/>
                  <a:gd name="connsiteY24" fmla="*/ 58260 h 73767"/>
                  <a:gd name="connsiteX25" fmla="*/ 107681 w 109412"/>
                  <a:gd name="connsiteY25" fmla="*/ 56452 h 73767"/>
                  <a:gd name="connsiteX26" fmla="*/ 96488 w 109412"/>
                  <a:gd name="connsiteY26" fmla="*/ 65854 h 73767"/>
                  <a:gd name="connsiteX27" fmla="*/ 94682 w 109412"/>
                  <a:gd name="connsiteY27" fmla="*/ 63684 h 73767"/>
                  <a:gd name="connsiteX28" fmla="*/ 95404 w 109412"/>
                  <a:gd name="connsiteY28" fmla="*/ 60430 h 73767"/>
                  <a:gd name="connsiteX29" fmla="*/ 106237 w 109412"/>
                  <a:gd name="connsiteY29" fmla="*/ 22461 h 73767"/>
                  <a:gd name="connsiteX30" fmla="*/ 108404 w 109412"/>
                  <a:gd name="connsiteY30" fmla="*/ 9805 h 73767"/>
                  <a:gd name="connsiteX31" fmla="*/ 99737 w 109412"/>
                  <a:gd name="connsiteY31" fmla="*/ 42 h 73767"/>
                  <a:gd name="connsiteX32" fmla="*/ 63267 w 109412"/>
                  <a:gd name="connsiteY32" fmla="*/ 33671 h 73767"/>
                  <a:gd name="connsiteX33" fmla="*/ 67600 w 109412"/>
                  <a:gd name="connsiteY33" fmla="*/ 18845 h 73767"/>
                  <a:gd name="connsiteX34" fmla="*/ 69044 w 109412"/>
                  <a:gd name="connsiteY34" fmla="*/ 9805 h 73767"/>
                  <a:gd name="connsiteX35" fmla="*/ 60378 w 109412"/>
                  <a:gd name="connsiteY35" fmla="*/ 42 h 73767"/>
                  <a:gd name="connsiteX36" fmla="*/ 22824 w 109412"/>
                  <a:gd name="connsiteY36" fmla="*/ 35479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2935" y="42"/>
                    </a:moveTo>
                    <a:cubicBezTo>
                      <a:pt x="22824" y="1850"/>
                      <a:pt x="21380" y="1850"/>
                      <a:pt x="10908" y="2935"/>
                    </a:cubicBezTo>
                    <a:lnTo>
                      <a:pt x="10185" y="6189"/>
                    </a:lnTo>
                    <a:lnTo>
                      <a:pt x="11991" y="5828"/>
                    </a:lnTo>
                    <a:cubicBezTo>
                      <a:pt x="13074" y="5828"/>
                      <a:pt x="13796" y="5466"/>
                      <a:pt x="14519" y="5466"/>
                    </a:cubicBezTo>
                    <a:cubicBezTo>
                      <a:pt x="16685" y="5466"/>
                      <a:pt x="18130" y="6912"/>
                      <a:pt x="18130" y="8720"/>
                    </a:cubicBezTo>
                    <a:cubicBezTo>
                      <a:pt x="18130" y="9444"/>
                      <a:pt x="18130" y="11252"/>
                      <a:pt x="17407" y="13421"/>
                    </a:cubicBezTo>
                    <a:lnTo>
                      <a:pt x="75" y="73086"/>
                    </a:lnTo>
                    <a:lnTo>
                      <a:pt x="11991" y="73086"/>
                    </a:lnTo>
                    <a:lnTo>
                      <a:pt x="17046" y="54644"/>
                    </a:lnTo>
                    <a:cubicBezTo>
                      <a:pt x="19935" y="44881"/>
                      <a:pt x="23907" y="37649"/>
                      <a:pt x="32573" y="26439"/>
                    </a:cubicBezTo>
                    <a:cubicBezTo>
                      <a:pt x="41601" y="15229"/>
                      <a:pt x="48101" y="9444"/>
                      <a:pt x="52434" y="9444"/>
                    </a:cubicBezTo>
                    <a:cubicBezTo>
                      <a:pt x="54961" y="9444"/>
                      <a:pt x="56406" y="11252"/>
                      <a:pt x="56406" y="13783"/>
                    </a:cubicBezTo>
                    <a:cubicBezTo>
                      <a:pt x="56406" y="15229"/>
                      <a:pt x="56045" y="17399"/>
                      <a:pt x="55684" y="18845"/>
                    </a:cubicBezTo>
                    <a:lnTo>
                      <a:pt x="40157" y="73086"/>
                    </a:lnTo>
                    <a:lnTo>
                      <a:pt x="52073" y="73086"/>
                    </a:lnTo>
                    <a:lnTo>
                      <a:pt x="57489" y="54283"/>
                    </a:lnTo>
                    <a:cubicBezTo>
                      <a:pt x="60739" y="43434"/>
                      <a:pt x="62905" y="39095"/>
                      <a:pt x="71572" y="27524"/>
                    </a:cubicBezTo>
                    <a:cubicBezTo>
                      <a:pt x="82044" y="14144"/>
                      <a:pt x="87460" y="9444"/>
                      <a:pt x="92154" y="9444"/>
                    </a:cubicBezTo>
                    <a:cubicBezTo>
                      <a:pt x="94321" y="9444"/>
                      <a:pt x="96488" y="11613"/>
                      <a:pt x="96488" y="14144"/>
                    </a:cubicBezTo>
                    <a:cubicBezTo>
                      <a:pt x="96488" y="15591"/>
                      <a:pt x="96126" y="16676"/>
                      <a:pt x="95765" y="18845"/>
                    </a:cubicBezTo>
                    <a:lnTo>
                      <a:pt x="83127" y="62238"/>
                    </a:lnTo>
                    <a:cubicBezTo>
                      <a:pt x="82405" y="64769"/>
                      <a:pt x="82044" y="65854"/>
                      <a:pt x="82044" y="66939"/>
                    </a:cubicBezTo>
                    <a:cubicBezTo>
                      <a:pt x="82044" y="70916"/>
                      <a:pt x="84932" y="73809"/>
                      <a:pt x="88904" y="73809"/>
                    </a:cubicBezTo>
                    <a:cubicBezTo>
                      <a:pt x="95404" y="73809"/>
                      <a:pt x="102265" y="68747"/>
                      <a:pt x="109487" y="58260"/>
                    </a:cubicBezTo>
                    <a:lnTo>
                      <a:pt x="107681" y="56452"/>
                    </a:lnTo>
                    <a:cubicBezTo>
                      <a:pt x="103709" y="61876"/>
                      <a:pt x="99015" y="65854"/>
                      <a:pt x="96488" y="65854"/>
                    </a:cubicBezTo>
                    <a:cubicBezTo>
                      <a:pt x="95765" y="65854"/>
                      <a:pt x="94682" y="64769"/>
                      <a:pt x="94682" y="63684"/>
                    </a:cubicBezTo>
                    <a:cubicBezTo>
                      <a:pt x="94682" y="62961"/>
                      <a:pt x="95043" y="61876"/>
                      <a:pt x="95404" y="60430"/>
                    </a:cubicBezTo>
                    <a:lnTo>
                      <a:pt x="106237" y="22461"/>
                    </a:lnTo>
                    <a:cubicBezTo>
                      <a:pt x="107681" y="17399"/>
                      <a:pt x="108404" y="12698"/>
                      <a:pt x="108404" y="9805"/>
                    </a:cubicBezTo>
                    <a:cubicBezTo>
                      <a:pt x="108404" y="4381"/>
                      <a:pt x="104793" y="42"/>
                      <a:pt x="99737" y="42"/>
                    </a:cubicBezTo>
                    <a:cubicBezTo>
                      <a:pt x="89627" y="42"/>
                      <a:pt x="78794" y="10167"/>
                      <a:pt x="63267" y="33671"/>
                    </a:cubicBezTo>
                    <a:lnTo>
                      <a:pt x="67600" y="18845"/>
                    </a:lnTo>
                    <a:cubicBezTo>
                      <a:pt x="68683" y="15591"/>
                      <a:pt x="69044" y="12337"/>
                      <a:pt x="69044" y="9805"/>
                    </a:cubicBezTo>
                    <a:cubicBezTo>
                      <a:pt x="69044" y="4381"/>
                      <a:pt x="65072" y="42"/>
                      <a:pt x="60378" y="42"/>
                    </a:cubicBezTo>
                    <a:cubicBezTo>
                      <a:pt x="50267" y="42"/>
                      <a:pt x="38351" y="11252"/>
                      <a:pt x="22824" y="35479"/>
                    </a:cubicBezTo>
                    <a:close/>
                  </a:path>
                </a:pathLst>
              </a:custGeom>
              <a:solidFill>
                <a:srgbClr val="000000"/>
              </a:solidFill>
              <a:ln w="23090" cap="flat">
                <a:noFill/>
                <a:prstDash val="solid"/>
                <a:miter/>
              </a:ln>
            </p:spPr>
            <p:txBody>
              <a:bodyPr rtlCol="0" anchor="ctr"/>
              <a:lstStyle/>
              <a:p>
                <a:endParaRPr lang="zh-CN" altLang="en-US"/>
              </a:p>
            </p:txBody>
          </p:sp>
          <p:sp>
            <p:nvSpPr>
              <p:cNvPr id="141" name="任意多边形: 形状 140"/>
              <p:cNvSpPr/>
              <p:nvPr/>
            </p:nvSpPr>
            <p:spPr>
              <a:xfrm>
                <a:off x="4506481" y="3479260"/>
                <a:ext cx="59580" cy="74490"/>
              </a:xfrm>
              <a:custGeom>
                <a:avLst/>
                <a:gdLst>
                  <a:gd name="connsiteX0" fmla="*/ 49189 w 59580"/>
                  <a:gd name="connsiteY0" fmla="*/ 55367 h 74490"/>
                  <a:gd name="connsiteX1" fmla="*/ 28246 w 59580"/>
                  <a:gd name="connsiteY1" fmla="*/ 66216 h 74490"/>
                  <a:gd name="connsiteX2" fmla="*/ 13079 w 59580"/>
                  <a:gd name="connsiteY2" fmla="*/ 49582 h 74490"/>
                  <a:gd name="connsiteX3" fmla="*/ 13802 w 59580"/>
                  <a:gd name="connsiteY3" fmla="*/ 41265 h 74490"/>
                  <a:gd name="connsiteX4" fmla="*/ 41245 w 59580"/>
                  <a:gd name="connsiteY4" fmla="*/ 35479 h 74490"/>
                  <a:gd name="connsiteX5" fmla="*/ 59661 w 59580"/>
                  <a:gd name="connsiteY5" fmla="*/ 11975 h 74490"/>
                  <a:gd name="connsiteX6" fmla="*/ 44495 w 59580"/>
                  <a:gd name="connsiteY6" fmla="*/ 42 h 74490"/>
                  <a:gd name="connsiteX7" fmla="*/ 80 w 59580"/>
                  <a:gd name="connsiteY7" fmla="*/ 50305 h 74490"/>
                  <a:gd name="connsiteX8" fmla="*/ 21385 w 59580"/>
                  <a:gd name="connsiteY8" fmla="*/ 74532 h 74490"/>
                  <a:gd name="connsiteX9" fmla="*/ 52439 w 59580"/>
                  <a:gd name="connsiteY9" fmla="*/ 57537 h 74490"/>
                  <a:gd name="connsiteX10" fmla="*/ 14885 w 59580"/>
                  <a:gd name="connsiteY10" fmla="*/ 36926 h 74490"/>
                  <a:gd name="connsiteX11" fmla="*/ 41606 w 59580"/>
                  <a:gd name="connsiteY11" fmla="*/ 4743 h 74490"/>
                  <a:gd name="connsiteX12" fmla="*/ 48106 w 59580"/>
                  <a:gd name="connsiteY12" fmla="*/ 11613 h 74490"/>
                  <a:gd name="connsiteX13" fmla="*/ 42328 w 59580"/>
                  <a:gd name="connsiteY13" fmla="*/ 25354 h 74490"/>
                  <a:gd name="connsiteX14" fmla="*/ 21385 w 59580"/>
                  <a:gd name="connsiteY14" fmla="*/ 36564 h 74490"/>
                  <a:gd name="connsiteX15" fmla="*/ 14885 w 59580"/>
                  <a:gd name="connsiteY15" fmla="*/ 3692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89" y="55367"/>
                    </a:moveTo>
                    <a:cubicBezTo>
                      <a:pt x="42328" y="62961"/>
                      <a:pt x="35468" y="66216"/>
                      <a:pt x="28246" y="66216"/>
                    </a:cubicBezTo>
                    <a:cubicBezTo>
                      <a:pt x="19579" y="66216"/>
                      <a:pt x="13079" y="59345"/>
                      <a:pt x="13079" y="49582"/>
                    </a:cubicBezTo>
                    <a:cubicBezTo>
                      <a:pt x="13079" y="47050"/>
                      <a:pt x="13441" y="44158"/>
                      <a:pt x="13802" y="41265"/>
                    </a:cubicBezTo>
                    <a:cubicBezTo>
                      <a:pt x="26440" y="40542"/>
                      <a:pt x="33662" y="39095"/>
                      <a:pt x="41245" y="35479"/>
                    </a:cubicBezTo>
                    <a:cubicBezTo>
                      <a:pt x="52439" y="30417"/>
                      <a:pt x="59661" y="21015"/>
                      <a:pt x="59661" y="11975"/>
                    </a:cubicBezTo>
                    <a:cubicBezTo>
                      <a:pt x="59661" y="5104"/>
                      <a:pt x="53161" y="42"/>
                      <a:pt x="44495" y="42"/>
                    </a:cubicBezTo>
                    <a:cubicBezTo>
                      <a:pt x="22829" y="42"/>
                      <a:pt x="80" y="26077"/>
                      <a:pt x="80" y="50305"/>
                    </a:cubicBezTo>
                    <a:cubicBezTo>
                      <a:pt x="80" y="64769"/>
                      <a:pt x="8746" y="74532"/>
                      <a:pt x="21385" y="74532"/>
                    </a:cubicBezTo>
                    <a:cubicBezTo>
                      <a:pt x="31495" y="74532"/>
                      <a:pt x="40162" y="69470"/>
                      <a:pt x="52439" y="57537"/>
                    </a:cubicBezTo>
                    <a:close/>
                    <a:moveTo>
                      <a:pt x="14885" y="36926"/>
                    </a:moveTo>
                    <a:cubicBezTo>
                      <a:pt x="20301" y="18484"/>
                      <a:pt x="31857" y="4743"/>
                      <a:pt x="41606" y="4743"/>
                    </a:cubicBezTo>
                    <a:cubicBezTo>
                      <a:pt x="45217" y="4743"/>
                      <a:pt x="48106" y="7636"/>
                      <a:pt x="48106" y="11613"/>
                    </a:cubicBezTo>
                    <a:cubicBezTo>
                      <a:pt x="48106" y="15953"/>
                      <a:pt x="45939" y="21015"/>
                      <a:pt x="42328" y="25354"/>
                    </a:cubicBezTo>
                    <a:cubicBezTo>
                      <a:pt x="36912" y="31140"/>
                      <a:pt x="30051" y="35117"/>
                      <a:pt x="21385" y="36564"/>
                    </a:cubicBezTo>
                    <a:cubicBezTo>
                      <a:pt x="19940" y="36564"/>
                      <a:pt x="17774" y="36926"/>
                      <a:pt x="14885" y="36926"/>
                    </a:cubicBezTo>
                    <a:close/>
                  </a:path>
                </a:pathLst>
              </a:custGeom>
              <a:solidFill>
                <a:srgbClr val="000000"/>
              </a:solidFill>
              <a:ln w="23090" cap="flat">
                <a:noFill/>
                <a:prstDash val="solid"/>
                <a:miter/>
              </a:ln>
            </p:spPr>
            <p:txBody>
              <a:bodyPr rtlCol="0" anchor="ctr"/>
              <a:lstStyle/>
              <a:p>
                <a:endParaRPr lang="zh-CN" altLang="en-US"/>
              </a:p>
            </p:txBody>
          </p:sp>
          <p:sp>
            <p:nvSpPr>
              <p:cNvPr id="142" name="任意多边形: 形状 141"/>
              <p:cNvSpPr/>
              <p:nvPr/>
            </p:nvSpPr>
            <p:spPr>
              <a:xfrm>
                <a:off x="4568188" y="3551581"/>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143" name="任意多边形: 形状 142"/>
              <p:cNvSpPr/>
              <p:nvPr/>
            </p:nvSpPr>
            <p:spPr>
              <a:xfrm>
                <a:off x="4619464" y="3482876"/>
                <a:ext cx="67886" cy="29289"/>
              </a:xfrm>
              <a:custGeom>
                <a:avLst/>
                <a:gdLst>
                  <a:gd name="connsiteX0" fmla="*/ 85 w 67886"/>
                  <a:gd name="connsiteY0" fmla="*/ 42 h 29289"/>
                  <a:gd name="connsiteX1" fmla="*/ 85 w 67886"/>
                  <a:gd name="connsiteY1" fmla="*/ 7997 h 29289"/>
                  <a:gd name="connsiteX2" fmla="*/ 67971 w 67886"/>
                  <a:gd name="connsiteY2" fmla="*/ 7997 h 29289"/>
                  <a:gd name="connsiteX3" fmla="*/ 67971 w 67886"/>
                  <a:gd name="connsiteY3" fmla="*/ 42 h 29289"/>
                  <a:gd name="connsiteX4" fmla="*/ 85 w 67886"/>
                  <a:gd name="connsiteY4" fmla="*/ 21738 h 29289"/>
                  <a:gd name="connsiteX5" fmla="*/ 85 w 67886"/>
                  <a:gd name="connsiteY5" fmla="*/ 29332 h 29289"/>
                  <a:gd name="connsiteX6" fmla="*/ 67971 w 67886"/>
                  <a:gd name="connsiteY6" fmla="*/ 29332 h 29289"/>
                  <a:gd name="connsiteX7" fmla="*/ 67971 w 67886"/>
                  <a:gd name="connsiteY7" fmla="*/ 21738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85" y="42"/>
                    </a:moveTo>
                    <a:lnTo>
                      <a:pt x="85" y="7997"/>
                    </a:lnTo>
                    <a:lnTo>
                      <a:pt x="67971" y="7997"/>
                    </a:lnTo>
                    <a:lnTo>
                      <a:pt x="67971" y="42"/>
                    </a:lnTo>
                    <a:close/>
                    <a:moveTo>
                      <a:pt x="85" y="21738"/>
                    </a:moveTo>
                    <a:lnTo>
                      <a:pt x="85" y="29332"/>
                    </a:lnTo>
                    <a:lnTo>
                      <a:pt x="67971" y="29332"/>
                    </a:lnTo>
                    <a:lnTo>
                      <a:pt x="67971" y="21738"/>
                    </a:lnTo>
                    <a:close/>
                  </a:path>
                </a:pathLst>
              </a:custGeom>
              <a:solidFill>
                <a:srgbClr val="000000"/>
              </a:solidFill>
              <a:ln w="23090" cap="flat">
                <a:noFill/>
                <a:prstDash val="solid"/>
                <a:miter/>
              </a:ln>
            </p:spPr>
            <p:txBody>
              <a:bodyPr rtlCol="0" anchor="ctr"/>
              <a:lstStyle/>
              <a:p>
                <a:endParaRPr lang="zh-CN" altLang="en-US"/>
              </a:p>
            </p:txBody>
          </p:sp>
          <p:sp>
            <p:nvSpPr>
              <p:cNvPr id="144" name="任意多边形: 形状 143"/>
              <p:cNvSpPr/>
              <p:nvPr/>
            </p:nvSpPr>
            <p:spPr>
              <a:xfrm>
                <a:off x="4687090" y="3551581"/>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grpSp>
        <p:grpSp>
          <p:nvGrpSpPr>
            <p:cNvPr id="117" name="Graphic 2"/>
            <p:cNvGrpSpPr/>
            <p:nvPr/>
          </p:nvGrpSpPr>
          <p:grpSpPr>
            <a:xfrm>
              <a:off x="9996432" y="2140800"/>
              <a:ext cx="501433" cy="128585"/>
              <a:chOff x="4731512" y="3443461"/>
              <a:chExt cx="387181" cy="109566"/>
            </a:xfrm>
          </p:grpSpPr>
          <p:sp>
            <p:nvSpPr>
              <p:cNvPr id="131" name="任意多边形: 形状 130"/>
              <p:cNvSpPr/>
              <p:nvPr/>
            </p:nvSpPr>
            <p:spPr>
              <a:xfrm>
                <a:off x="4731512" y="3443461"/>
                <a:ext cx="134327" cy="108119"/>
              </a:xfrm>
              <a:custGeom>
                <a:avLst/>
                <a:gdLst>
                  <a:gd name="connsiteX0" fmla="*/ 61837 w 134327"/>
                  <a:gd name="connsiteY0" fmla="*/ 108162 h 108119"/>
                  <a:gd name="connsiteX1" fmla="*/ 64365 w 134327"/>
                  <a:gd name="connsiteY1" fmla="*/ 108162 h 108119"/>
                  <a:gd name="connsiteX2" fmla="*/ 103002 w 134327"/>
                  <a:gd name="connsiteY2" fmla="*/ 21377 h 108119"/>
                  <a:gd name="connsiteX3" fmla="*/ 103002 w 134327"/>
                  <a:gd name="connsiteY3" fmla="*/ 91166 h 108119"/>
                  <a:gd name="connsiteX4" fmla="*/ 91808 w 134327"/>
                  <a:gd name="connsiteY4" fmla="*/ 104907 h 108119"/>
                  <a:gd name="connsiteX5" fmla="*/ 88558 w 134327"/>
                  <a:gd name="connsiteY5" fmla="*/ 105269 h 108119"/>
                  <a:gd name="connsiteX6" fmla="*/ 88558 w 134327"/>
                  <a:gd name="connsiteY6" fmla="*/ 108162 h 108119"/>
                  <a:gd name="connsiteX7" fmla="*/ 134418 w 134327"/>
                  <a:gd name="connsiteY7" fmla="*/ 108162 h 108119"/>
                  <a:gd name="connsiteX8" fmla="*/ 134418 w 134327"/>
                  <a:gd name="connsiteY8" fmla="*/ 105269 h 108119"/>
                  <a:gd name="connsiteX9" fmla="*/ 131168 w 134327"/>
                  <a:gd name="connsiteY9" fmla="*/ 104907 h 108119"/>
                  <a:gd name="connsiteX10" fmla="*/ 119974 w 134327"/>
                  <a:gd name="connsiteY10" fmla="*/ 91166 h 108119"/>
                  <a:gd name="connsiteX11" fmla="*/ 119974 w 134327"/>
                  <a:gd name="connsiteY11" fmla="*/ 17037 h 108119"/>
                  <a:gd name="connsiteX12" fmla="*/ 131168 w 134327"/>
                  <a:gd name="connsiteY12" fmla="*/ 3297 h 108119"/>
                  <a:gd name="connsiteX13" fmla="*/ 134418 w 134327"/>
                  <a:gd name="connsiteY13" fmla="*/ 2935 h 108119"/>
                  <a:gd name="connsiteX14" fmla="*/ 134418 w 134327"/>
                  <a:gd name="connsiteY14" fmla="*/ 42 h 108119"/>
                  <a:gd name="connsiteX15" fmla="*/ 103002 w 134327"/>
                  <a:gd name="connsiteY15" fmla="*/ 42 h 108119"/>
                  <a:gd name="connsiteX16" fmla="*/ 67976 w 134327"/>
                  <a:gd name="connsiteY16" fmla="*/ 80318 h 108119"/>
                  <a:gd name="connsiteX17" fmla="*/ 31144 w 134327"/>
                  <a:gd name="connsiteY17" fmla="*/ 42 h 108119"/>
                  <a:gd name="connsiteX18" fmla="*/ 90 w 134327"/>
                  <a:gd name="connsiteY18" fmla="*/ 42 h 108119"/>
                  <a:gd name="connsiteX19" fmla="*/ 90 w 134327"/>
                  <a:gd name="connsiteY19" fmla="*/ 2935 h 108119"/>
                  <a:gd name="connsiteX20" fmla="*/ 3701 w 134327"/>
                  <a:gd name="connsiteY20" fmla="*/ 3297 h 108119"/>
                  <a:gd name="connsiteX21" fmla="*/ 14895 w 134327"/>
                  <a:gd name="connsiteY21" fmla="*/ 17037 h 108119"/>
                  <a:gd name="connsiteX22" fmla="*/ 14895 w 134327"/>
                  <a:gd name="connsiteY22" fmla="*/ 91166 h 108119"/>
                  <a:gd name="connsiteX23" fmla="*/ 3701 w 134327"/>
                  <a:gd name="connsiteY23" fmla="*/ 104907 h 108119"/>
                  <a:gd name="connsiteX24" fmla="*/ 90 w 134327"/>
                  <a:gd name="connsiteY24" fmla="*/ 105269 h 108119"/>
                  <a:gd name="connsiteX25" fmla="*/ 90 w 134327"/>
                  <a:gd name="connsiteY25" fmla="*/ 108162 h 108119"/>
                  <a:gd name="connsiteX26" fmla="*/ 38005 w 134327"/>
                  <a:gd name="connsiteY26" fmla="*/ 108162 h 108119"/>
                  <a:gd name="connsiteX27" fmla="*/ 38005 w 134327"/>
                  <a:gd name="connsiteY27" fmla="*/ 105269 h 108119"/>
                  <a:gd name="connsiteX28" fmla="*/ 34033 w 134327"/>
                  <a:gd name="connsiteY28" fmla="*/ 104907 h 108119"/>
                  <a:gd name="connsiteX29" fmla="*/ 22839 w 134327"/>
                  <a:gd name="connsiteY29" fmla="*/ 91166 h 108119"/>
                  <a:gd name="connsiteX30" fmla="*/ 22839 w 134327"/>
                  <a:gd name="connsiteY30" fmla="*/ 22461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837" y="108162"/>
                    </a:moveTo>
                    <a:lnTo>
                      <a:pt x="64365" y="108162"/>
                    </a:lnTo>
                    <a:lnTo>
                      <a:pt x="103002" y="21377"/>
                    </a:lnTo>
                    <a:lnTo>
                      <a:pt x="103002" y="91166"/>
                    </a:lnTo>
                    <a:cubicBezTo>
                      <a:pt x="103002" y="101653"/>
                      <a:pt x="100475" y="104907"/>
                      <a:pt x="91808" y="104907"/>
                    </a:cubicBezTo>
                    <a:lnTo>
                      <a:pt x="88558" y="105269"/>
                    </a:lnTo>
                    <a:lnTo>
                      <a:pt x="88558" y="108162"/>
                    </a:lnTo>
                    <a:lnTo>
                      <a:pt x="134418" y="108162"/>
                    </a:lnTo>
                    <a:lnTo>
                      <a:pt x="134418" y="105269"/>
                    </a:lnTo>
                    <a:lnTo>
                      <a:pt x="131168" y="104907"/>
                    </a:lnTo>
                    <a:cubicBezTo>
                      <a:pt x="122501" y="104907"/>
                      <a:pt x="119974" y="101653"/>
                      <a:pt x="119974" y="91166"/>
                    </a:cubicBezTo>
                    <a:lnTo>
                      <a:pt x="119974" y="17037"/>
                    </a:lnTo>
                    <a:cubicBezTo>
                      <a:pt x="119974" y="6551"/>
                      <a:pt x="122501" y="3297"/>
                      <a:pt x="131168" y="3297"/>
                    </a:cubicBezTo>
                    <a:lnTo>
                      <a:pt x="134418" y="2935"/>
                    </a:lnTo>
                    <a:lnTo>
                      <a:pt x="134418" y="42"/>
                    </a:lnTo>
                    <a:lnTo>
                      <a:pt x="103002" y="42"/>
                    </a:lnTo>
                    <a:lnTo>
                      <a:pt x="67976" y="80318"/>
                    </a:lnTo>
                    <a:lnTo>
                      <a:pt x="31144" y="42"/>
                    </a:lnTo>
                    <a:lnTo>
                      <a:pt x="90" y="42"/>
                    </a:lnTo>
                    <a:lnTo>
                      <a:pt x="90" y="2935"/>
                    </a:lnTo>
                    <a:lnTo>
                      <a:pt x="3701" y="3297"/>
                    </a:lnTo>
                    <a:cubicBezTo>
                      <a:pt x="12367" y="3297"/>
                      <a:pt x="14895" y="6551"/>
                      <a:pt x="14895" y="17037"/>
                    </a:cubicBezTo>
                    <a:lnTo>
                      <a:pt x="14895" y="91166"/>
                    </a:lnTo>
                    <a:cubicBezTo>
                      <a:pt x="14895" y="101653"/>
                      <a:pt x="12367" y="104907"/>
                      <a:pt x="3701" y="104907"/>
                    </a:cubicBezTo>
                    <a:lnTo>
                      <a:pt x="90" y="105269"/>
                    </a:lnTo>
                    <a:lnTo>
                      <a:pt x="90" y="108162"/>
                    </a:lnTo>
                    <a:lnTo>
                      <a:pt x="38005" y="108162"/>
                    </a:lnTo>
                    <a:lnTo>
                      <a:pt x="38005" y="105269"/>
                    </a:lnTo>
                    <a:lnTo>
                      <a:pt x="34033" y="104907"/>
                    </a:lnTo>
                    <a:cubicBezTo>
                      <a:pt x="25367" y="104907"/>
                      <a:pt x="22839" y="101653"/>
                      <a:pt x="22839" y="91166"/>
                    </a:cubicBezTo>
                    <a:lnTo>
                      <a:pt x="22839" y="22461"/>
                    </a:lnTo>
                    <a:close/>
                  </a:path>
                </a:pathLst>
              </a:custGeom>
              <a:solidFill>
                <a:srgbClr val="000000"/>
              </a:solidFill>
              <a:ln w="23090" cap="flat">
                <a:noFill/>
                <a:prstDash val="solid"/>
                <a:miter/>
              </a:ln>
            </p:spPr>
            <p:txBody>
              <a:bodyPr rtlCol="0" anchor="ctr"/>
              <a:lstStyle/>
              <a:p>
                <a:endParaRPr lang="zh-CN" altLang="en-US"/>
              </a:p>
            </p:txBody>
          </p:sp>
          <p:sp>
            <p:nvSpPr>
              <p:cNvPr id="132" name="任意多边形: 形状 131"/>
              <p:cNvSpPr/>
              <p:nvPr/>
            </p:nvSpPr>
            <p:spPr>
              <a:xfrm>
                <a:off x="4870060" y="3477090"/>
                <a:ext cx="78357" cy="75936"/>
              </a:xfrm>
              <a:custGeom>
                <a:avLst/>
                <a:gdLst>
                  <a:gd name="connsiteX0" fmla="*/ 66538 w 78357"/>
                  <a:gd name="connsiteY0" fmla="*/ 42 h 75936"/>
                  <a:gd name="connsiteX1" fmla="*/ 40539 w 78357"/>
                  <a:gd name="connsiteY1" fmla="*/ 42 h 75936"/>
                  <a:gd name="connsiteX2" fmla="*/ 40539 w 78357"/>
                  <a:gd name="connsiteY2" fmla="*/ 2935 h 75936"/>
                  <a:gd name="connsiteX3" fmla="*/ 44511 w 78357"/>
                  <a:gd name="connsiteY3" fmla="*/ 2935 h 75936"/>
                  <a:gd name="connsiteX4" fmla="*/ 53899 w 78357"/>
                  <a:gd name="connsiteY4" fmla="*/ 19930 h 75936"/>
                  <a:gd name="connsiteX5" fmla="*/ 53899 w 78357"/>
                  <a:gd name="connsiteY5" fmla="*/ 55367 h 75936"/>
                  <a:gd name="connsiteX6" fmla="*/ 35845 w 78357"/>
                  <a:gd name="connsiteY6" fmla="*/ 65131 h 75936"/>
                  <a:gd name="connsiteX7" fmla="*/ 24650 w 78357"/>
                  <a:gd name="connsiteY7" fmla="*/ 47050 h 75936"/>
                  <a:gd name="connsiteX8" fmla="*/ 24650 w 78357"/>
                  <a:gd name="connsiteY8" fmla="*/ 42 h 75936"/>
                  <a:gd name="connsiteX9" fmla="*/ 96 w 78357"/>
                  <a:gd name="connsiteY9" fmla="*/ 42 h 75936"/>
                  <a:gd name="connsiteX10" fmla="*/ 96 w 78357"/>
                  <a:gd name="connsiteY10" fmla="*/ 2935 h 75936"/>
                  <a:gd name="connsiteX11" fmla="*/ 2624 w 78357"/>
                  <a:gd name="connsiteY11" fmla="*/ 2935 h 75936"/>
                  <a:gd name="connsiteX12" fmla="*/ 11651 w 78357"/>
                  <a:gd name="connsiteY12" fmla="*/ 19930 h 75936"/>
                  <a:gd name="connsiteX13" fmla="*/ 11651 w 78357"/>
                  <a:gd name="connsiteY13" fmla="*/ 47412 h 75936"/>
                  <a:gd name="connsiteX14" fmla="*/ 14179 w 78357"/>
                  <a:gd name="connsiteY14" fmla="*/ 65492 h 75936"/>
                  <a:gd name="connsiteX15" fmla="*/ 29706 w 78357"/>
                  <a:gd name="connsiteY15" fmla="*/ 75617 h 75936"/>
                  <a:gd name="connsiteX16" fmla="*/ 45594 w 78357"/>
                  <a:gd name="connsiteY16" fmla="*/ 69470 h 75936"/>
                  <a:gd name="connsiteX17" fmla="*/ 53899 w 78357"/>
                  <a:gd name="connsiteY17" fmla="*/ 60791 h 75936"/>
                  <a:gd name="connsiteX18" fmla="*/ 53899 w 78357"/>
                  <a:gd name="connsiteY18" fmla="*/ 75979 h 75936"/>
                  <a:gd name="connsiteX19" fmla="*/ 78454 w 78357"/>
                  <a:gd name="connsiteY19" fmla="*/ 66939 h 75936"/>
                  <a:gd name="connsiteX20" fmla="*/ 77732 w 78357"/>
                  <a:gd name="connsiteY20" fmla="*/ 64046 h 75936"/>
                  <a:gd name="connsiteX21" fmla="*/ 73037 w 78357"/>
                  <a:gd name="connsiteY21" fmla="*/ 65131 h 75936"/>
                  <a:gd name="connsiteX22" fmla="*/ 66538 w 78357"/>
                  <a:gd name="connsiteY22" fmla="*/ 45966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538" y="42"/>
                    </a:moveTo>
                    <a:lnTo>
                      <a:pt x="40539" y="42"/>
                    </a:lnTo>
                    <a:lnTo>
                      <a:pt x="40539" y="2935"/>
                    </a:lnTo>
                    <a:lnTo>
                      <a:pt x="44511" y="2935"/>
                    </a:lnTo>
                    <a:cubicBezTo>
                      <a:pt x="52455" y="2935"/>
                      <a:pt x="53899" y="5466"/>
                      <a:pt x="53899" y="19930"/>
                    </a:cubicBezTo>
                    <a:lnTo>
                      <a:pt x="53899" y="55367"/>
                    </a:lnTo>
                    <a:cubicBezTo>
                      <a:pt x="44511" y="63684"/>
                      <a:pt x="41622" y="65131"/>
                      <a:pt x="35845" y="65131"/>
                    </a:cubicBezTo>
                    <a:cubicBezTo>
                      <a:pt x="27900" y="65131"/>
                      <a:pt x="24650" y="60068"/>
                      <a:pt x="24650" y="47050"/>
                    </a:cubicBezTo>
                    <a:lnTo>
                      <a:pt x="24650" y="42"/>
                    </a:lnTo>
                    <a:lnTo>
                      <a:pt x="96" y="42"/>
                    </a:lnTo>
                    <a:lnTo>
                      <a:pt x="96" y="2935"/>
                    </a:lnTo>
                    <a:lnTo>
                      <a:pt x="2624" y="2935"/>
                    </a:lnTo>
                    <a:cubicBezTo>
                      <a:pt x="10207" y="2935"/>
                      <a:pt x="11651" y="5466"/>
                      <a:pt x="11651" y="19930"/>
                    </a:cubicBezTo>
                    <a:lnTo>
                      <a:pt x="11651" y="47412"/>
                    </a:lnTo>
                    <a:cubicBezTo>
                      <a:pt x="11651" y="56452"/>
                      <a:pt x="12373" y="61153"/>
                      <a:pt x="14179" y="65492"/>
                    </a:cubicBezTo>
                    <a:cubicBezTo>
                      <a:pt x="17067" y="72001"/>
                      <a:pt x="22484" y="75617"/>
                      <a:pt x="29706" y="75617"/>
                    </a:cubicBezTo>
                    <a:cubicBezTo>
                      <a:pt x="35483" y="75617"/>
                      <a:pt x="40900" y="73448"/>
                      <a:pt x="45594" y="69470"/>
                    </a:cubicBezTo>
                    <a:cubicBezTo>
                      <a:pt x="48122" y="66939"/>
                      <a:pt x="49205" y="65854"/>
                      <a:pt x="53899" y="60791"/>
                    </a:cubicBezTo>
                    <a:lnTo>
                      <a:pt x="53899" y="75979"/>
                    </a:lnTo>
                    <a:cubicBezTo>
                      <a:pt x="65093" y="71278"/>
                      <a:pt x="66899" y="70916"/>
                      <a:pt x="78454" y="66939"/>
                    </a:cubicBezTo>
                    <a:lnTo>
                      <a:pt x="77732" y="64046"/>
                    </a:lnTo>
                    <a:cubicBezTo>
                      <a:pt x="75565" y="64769"/>
                      <a:pt x="74482" y="65131"/>
                      <a:pt x="73037" y="65131"/>
                    </a:cubicBezTo>
                    <a:cubicBezTo>
                      <a:pt x="67621" y="65131"/>
                      <a:pt x="66538" y="61876"/>
                      <a:pt x="66538" y="45966"/>
                    </a:cubicBezTo>
                    <a:close/>
                  </a:path>
                </a:pathLst>
              </a:custGeom>
              <a:solidFill>
                <a:srgbClr val="000000"/>
              </a:solidFill>
              <a:ln w="23090" cap="flat">
                <a:noFill/>
                <a:prstDash val="solid"/>
                <a:miter/>
              </a:ln>
            </p:spPr>
            <p:txBody>
              <a:bodyPr rtlCol="0" anchor="ctr"/>
              <a:lstStyle/>
              <a:p>
                <a:endParaRPr lang="zh-CN" altLang="en-US"/>
              </a:p>
            </p:txBody>
          </p:sp>
          <p:sp>
            <p:nvSpPr>
              <p:cNvPr id="133" name="任意多边形: 形状 132"/>
              <p:cNvSpPr/>
              <p:nvPr/>
            </p:nvSpPr>
            <p:spPr>
              <a:xfrm>
                <a:off x="4957358" y="3476005"/>
                <a:ext cx="48025" cy="76660"/>
              </a:xfrm>
              <a:custGeom>
                <a:avLst/>
                <a:gdLst>
                  <a:gd name="connsiteX0" fmla="*/ 4794 w 48025"/>
                  <a:gd name="connsiteY0" fmla="*/ 75979 h 76660"/>
                  <a:gd name="connsiteX1" fmla="*/ 7321 w 48025"/>
                  <a:gd name="connsiteY1" fmla="*/ 73809 h 76660"/>
                  <a:gd name="connsiteX2" fmla="*/ 9849 w 48025"/>
                  <a:gd name="connsiteY2" fmla="*/ 74171 h 76660"/>
                  <a:gd name="connsiteX3" fmla="*/ 25376 w 48025"/>
                  <a:gd name="connsiteY3" fmla="*/ 76702 h 76660"/>
                  <a:gd name="connsiteX4" fmla="*/ 48125 w 48025"/>
                  <a:gd name="connsiteY4" fmla="*/ 55729 h 76660"/>
                  <a:gd name="connsiteX5" fmla="*/ 31154 w 48025"/>
                  <a:gd name="connsiteY5" fmla="*/ 32948 h 76660"/>
                  <a:gd name="connsiteX6" fmla="*/ 22849 w 48025"/>
                  <a:gd name="connsiteY6" fmla="*/ 28609 h 76660"/>
                  <a:gd name="connsiteX7" fmla="*/ 10932 w 48025"/>
                  <a:gd name="connsiteY7" fmla="*/ 14868 h 76660"/>
                  <a:gd name="connsiteX8" fmla="*/ 21765 w 48025"/>
                  <a:gd name="connsiteY8" fmla="*/ 5466 h 76660"/>
                  <a:gd name="connsiteX9" fmla="*/ 39459 w 48025"/>
                  <a:gd name="connsiteY9" fmla="*/ 24270 h 76660"/>
                  <a:gd name="connsiteX10" fmla="*/ 41987 w 48025"/>
                  <a:gd name="connsiteY10" fmla="*/ 24270 h 76660"/>
                  <a:gd name="connsiteX11" fmla="*/ 41987 w 48025"/>
                  <a:gd name="connsiteY11" fmla="*/ 765 h 76660"/>
                  <a:gd name="connsiteX12" fmla="*/ 39098 w 48025"/>
                  <a:gd name="connsiteY12" fmla="*/ 765 h 76660"/>
                  <a:gd name="connsiteX13" fmla="*/ 36931 w 48025"/>
                  <a:gd name="connsiteY13" fmla="*/ 2573 h 76660"/>
                  <a:gd name="connsiteX14" fmla="*/ 35848 w 48025"/>
                  <a:gd name="connsiteY14" fmla="*/ 2573 h 76660"/>
                  <a:gd name="connsiteX15" fmla="*/ 21765 w 48025"/>
                  <a:gd name="connsiteY15" fmla="*/ 42 h 76660"/>
                  <a:gd name="connsiteX16" fmla="*/ 99 w 48025"/>
                  <a:gd name="connsiteY16" fmla="*/ 21015 h 76660"/>
                  <a:gd name="connsiteX17" fmla="*/ 6960 w 48025"/>
                  <a:gd name="connsiteY17" fmla="*/ 35841 h 76660"/>
                  <a:gd name="connsiteX18" fmla="*/ 17793 w 48025"/>
                  <a:gd name="connsiteY18" fmla="*/ 42711 h 76660"/>
                  <a:gd name="connsiteX19" fmla="*/ 23932 w 48025"/>
                  <a:gd name="connsiteY19" fmla="*/ 45966 h 76660"/>
                  <a:gd name="connsiteX20" fmla="*/ 35848 w 48025"/>
                  <a:gd name="connsiteY20" fmla="*/ 60792 h 76660"/>
                  <a:gd name="connsiteX21" fmla="*/ 24654 w 48025"/>
                  <a:gd name="connsiteY21" fmla="*/ 70916 h 76660"/>
                  <a:gd name="connsiteX22" fmla="*/ 4794 w 48025"/>
                  <a:gd name="connsiteY22" fmla="*/ 49220 h 76660"/>
                  <a:gd name="connsiteX23" fmla="*/ 1905 w 48025"/>
                  <a:gd name="connsiteY23" fmla="*/ 49220 h 76660"/>
                  <a:gd name="connsiteX24" fmla="*/ 1905 w 48025"/>
                  <a:gd name="connsiteY24" fmla="*/ 75979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794" y="75979"/>
                    </a:moveTo>
                    <a:cubicBezTo>
                      <a:pt x="5155" y="74171"/>
                      <a:pt x="5877" y="73809"/>
                      <a:pt x="7321" y="73809"/>
                    </a:cubicBezTo>
                    <a:cubicBezTo>
                      <a:pt x="8043" y="73809"/>
                      <a:pt x="9127" y="73809"/>
                      <a:pt x="9849" y="74171"/>
                    </a:cubicBezTo>
                    <a:cubicBezTo>
                      <a:pt x="17793" y="76341"/>
                      <a:pt x="20682" y="76702"/>
                      <a:pt x="25376" y="76702"/>
                    </a:cubicBezTo>
                    <a:cubicBezTo>
                      <a:pt x="38376" y="76702"/>
                      <a:pt x="48125" y="68024"/>
                      <a:pt x="48125" y="55729"/>
                    </a:cubicBezTo>
                    <a:cubicBezTo>
                      <a:pt x="48125" y="46327"/>
                      <a:pt x="42709" y="39095"/>
                      <a:pt x="31154" y="32948"/>
                    </a:cubicBezTo>
                    <a:lnTo>
                      <a:pt x="22849" y="28609"/>
                    </a:lnTo>
                    <a:cubicBezTo>
                      <a:pt x="14543" y="23908"/>
                      <a:pt x="10932" y="19930"/>
                      <a:pt x="10932" y="14868"/>
                    </a:cubicBezTo>
                    <a:cubicBezTo>
                      <a:pt x="10932" y="9444"/>
                      <a:pt x="15626" y="5466"/>
                      <a:pt x="21765" y="5466"/>
                    </a:cubicBezTo>
                    <a:cubicBezTo>
                      <a:pt x="31154" y="5466"/>
                      <a:pt x="37292" y="11613"/>
                      <a:pt x="39459" y="24270"/>
                    </a:cubicBezTo>
                    <a:lnTo>
                      <a:pt x="41987" y="24270"/>
                    </a:lnTo>
                    <a:lnTo>
                      <a:pt x="41987" y="765"/>
                    </a:lnTo>
                    <a:lnTo>
                      <a:pt x="39098" y="765"/>
                    </a:lnTo>
                    <a:cubicBezTo>
                      <a:pt x="38376" y="1850"/>
                      <a:pt x="38015" y="2573"/>
                      <a:pt x="36931" y="2573"/>
                    </a:cubicBezTo>
                    <a:cubicBezTo>
                      <a:pt x="36570" y="2573"/>
                      <a:pt x="36209" y="2573"/>
                      <a:pt x="35848" y="2573"/>
                    </a:cubicBezTo>
                    <a:cubicBezTo>
                      <a:pt x="27182" y="42"/>
                      <a:pt x="25737" y="42"/>
                      <a:pt x="21765" y="42"/>
                    </a:cubicBezTo>
                    <a:cubicBezTo>
                      <a:pt x="9127" y="42"/>
                      <a:pt x="99" y="8720"/>
                      <a:pt x="99" y="21015"/>
                    </a:cubicBezTo>
                    <a:cubicBezTo>
                      <a:pt x="99" y="26439"/>
                      <a:pt x="2266" y="31140"/>
                      <a:pt x="6960" y="35841"/>
                    </a:cubicBezTo>
                    <a:cubicBezTo>
                      <a:pt x="9849" y="38372"/>
                      <a:pt x="10210" y="38372"/>
                      <a:pt x="17793" y="42711"/>
                    </a:cubicBezTo>
                    <a:lnTo>
                      <a:pt x="23932" y="45966"/>
                    </a:lnTo>
                    <a:cubicBezTo>
                      <a:pt x="31876" y="50667"/>
                      <a:pt x="35848" y="55368"/>
                      <a:pt x="35848" y="60792"/>
                    </a:cubicBezTo>
                    <a:cubicBezTo>
                      <a:pt x="35848" y="66577"/>
                      <a:pt x="31154" y="70916"/>
                      <a:pt x="24654" y="70916"/>
                    </a:cubicBezTo>
                    <a:cubicBezTo>
                      <a:pt x="14182" y="70916"/>
                      <a:pt x="7321" y="63323"/>
                      <a:pt x="4794" y="49220"/>
                    </a:cubicBezTo>
                    <a:lnTo>
                      <a:pt x="1905" y="49220"/>
                    </a:lnTo>
                    <a:lnTo>
                      <a:pt x="1905" y="75979"/>
                    </a:lnTo>
                    <a:close/>
                  </a:path>
                </a:pathLst>
              </a:custGeom>
              <a:solidFill>
                <a:srgbClr val="000000"/>
              </a:solidFill>
              <a:ln w="23090" cap="flat">
                <a:noFill/>
                <a:prstDash val="solid"/>
                <a:miter/>
              </a:ln>
            </p:spPr>
            <p:txBody>
              <a:bodyPr rtlCol="0" anchor="ctr"/>
              <a:lstStyle/>
              <a:p>
                <a:endParaRPr lang="zh-CN" altLang="en-US"/>
              </a:p>
            </p:txBody>
          </p:sp>
          <p:sp>
            <p:nvSpPr>
              <p:cNvPr id="134" name="任意多边形: 形状 133"/>
              <p:cNvSpPr/>
              <p:nvPr/>
            </p:nvSpPr>
            <p:spPr>
              <a:xfrm>
                <a:off x="5013167" y="3443461"/>
                <a:ext cx="36831" cy="108119"/>
              </a:xfrm>
              <a:custGeom>
                <a:avLst/>
                <a:gdLst>
                  <a:gd name="connsiteX0" fmla="*/ 25018 w 36831"/>
                  <a:gd name="connsiteY0" fmla="*/ 31502 h 108119"/>
                  <a:gd name="connsiteX1" fmla="*/ 463 w 36831"/>
                  <a:gd name="connsiteY1" fmla="*/ 42711 h 108119"/>
                  <a:gd name="connsiteX2" fmla="*/ 1185 w 36831"/>
                  <a:gd name="connsiteY2" fmla="*/ 45243 h 108119"/>
                  <a:gd name="connsiteX3" fmla="*/ 3352 w 36831"/>
                  <a:gd name="connsiteY3" fmla="*/ 44519 h 108119"/>
                  <a:gd name="connsiteX4" fmla="*/ 6602 w 36831"/>
                  <a:gd name="connsiteY4" fmla="*/ 44158 h 108119"/>
                  <a:gd name="connsiteX5" fmla="*/ 12379 w 36831"/>
                  <a:gd name="connsiteY5" fmla="*/ 55368 h 108119"/>
                  <a:gd name="connsiteX6" fmla="*/ 12379 w 36831"/>
                  <a:gd name="connsiteY6" fmla="*/ 88273 h 108119"/>
                  <a:gd name="connsiteX7" fmla="*/ 11657 w 36831"/>
                  <a:gd name="connsiteY7" fmla="*/ 100206 h 108119"/>
                  <a:gd name="connsiteX8" fmla="*/ 2991 w 36831"/>
                  <a:gd name="connsiteY8" fmla="*/ 105269 h 108119"/>
                  <a:gd name="connsiteX9" fmla="*/ 102 w 36831"/>
                  <a:gd name="connsiteY9" fmla="*/ 105269 h 108119"/>
                  <a:gd name="connsiteX10" fmla="*/ 102 w 36831"/>
                  <a:gd name="connsiteY10" fmla="*/ 108162 h 108119"/>
                  <a:gd name="connsiteX11" fmla="*/ 36934 w 36831"/>
                  <a:gd name="connsiteY11" fmla="*/ 108162 h 108119"/>
                  <a:gd name="connsiteX12" fmla="*/ 36934 w 36831"/>
                  <a:gd name="connsiteY12" fmla="*/ 105269 h 108119"/>
                  <a:gd name="connsiteX13" fmla="*/ 34406 w 36831"/>
                  <a:gd name="connsiteY13" fmla="*/ 105269 h 108119"/>
                  <a:gd name="connsiteX14" fmla="*/ 25018 w 36831"/>
                  <a:gd name="connsiteY14" fmla="*/ 88273 h 108119"/>
                  <a:gd name="connsiteX15" fmla="*/ 17796 w 36831"/>
                  <a:gd name="connsiteY15" fmla="*/ 42 h 108119"/>
                  <a:gd name="connsiteX16" fmla="*/ 9129 w 36831"/>
                  <a:gd name="connsiteY16" fmla="*/ 8359 h 108119"/>
                  <a:gd name="connsiteX17" fmla="*/ 17796 w 36831"/>
                  <a:gd name="connsiteY17" fmla="*/ 17037 h 108119"/>
                  <a:gd name="connsiteX18" fmla="*/ 26101 w 36831"/>
                  <a:gd name="connsiteY18" fmla="*/ 8359 h 108119"/>
                  <a:gd name="connsiteX19" fmla="*/ 17796 w 36831"/>
                  <a:gd name="connsiteY19" fmla="*/ 42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018" y="31502"/>
                    </a:moveTo>
                    <a:cubicBezTo>
                      <a:pt x="14185" y="36926"/>
                      <a:pt x="12379" y="38011"/>
                      <a:pt x="463" y="42711"/>
                    </a:cubicBezTo>
                    <a:lnTo>
                      <a:pt x="1185" y="45243"/>
                    </a:lnTo>
                    <a:lnTo>
                      <a:pt x="3352" y="44519"/>
                    </a:lnTo>
                    <a:cubicBezTo>
                      <a:pt x="4074" y="44158"/>
                      <a:pt x="5518" y="44158"/>
                      <a:pt x="6602" y="44158"/>
                    </a:cubicBezTo>
                    <a:cubicBezTo>
                      <a:pt x="11296" y="44158"/>
                      <a:pt x="12379" y="46327"/>
                      <a:pt x="12379" y="55368"/>
                    </a:cubicBezTo>
                    <a:lnTo>
                      <a:pt x="12379" y="88273"/>
                    </a:lnTo>
                    <a:cubicBezTo>
                      <a:pt x="12018" y="98760"/>
                      <a:pt x="12018" y="98760"/>
                      <a:pt x="11657" y="100206"/>
                    </a:cubicBezTo>
                    <a:cubicBezTo>
                      <a:pt x="10213" y="103822"/>
                      <a:pt x="8046" y="105269"/>
                      <a:pt x="2991" y="105269"/>
                    </a:cubicBezTo>
                    <a:lnTo>
                      <a:pt x="102" y="105269"/>
                    </a:lnTo>
                    <a:lnTo>
                      <a:pt x="102" y="108162"/>
                    </a:lnTo>
                    <a:lnTo>
                      <a:pt x="36934" y="108162"/>
                    </a:lnTo>
                    <a:lnTo>
                      <a:pt x="36934" y="105269"/>
                    </a:lnTo>
                    <a:lnTo>
                      <a:pt x="34406" y="105269"/>
                    </a:lnTo>
                    <a:cubicBezTo>
                      <a:pt x="26462" y="105269"/>
                      <a:pt x="25018" y="102738"/>
                      <a:pt x="25018" y="88273"/>
                    </a:cubicBezTo>
                    <a:close/>
                    <a:moveTo>
                      <a:pt x="17796" y="42"/>
                    </a:moveTo>
                    <a:cubicBezTo>
                      <a:pt x="13101" y="42"/>
                      <a:pt x="9129" y="3658"/>
                      <a:pt x="9129" y="8359"/>
                    </a:cubicBezTo>
                    <a:cubicBezTo>
                      <a:pt x="9129" y="13060"/>
                      <a:pt x="13101" y="17037"/>
                      <a:pt x="17796" y="17037"/>
                    </a:cubicBezTo>
                    <a:cubicBezTo>
                      <a:pt x="22129" y="17037"/>
                      <a:pt x="26101" y="13060"/>
                      <a:pt x="26101" y="8359"/>
                    </a:cubicBezTo>
                    <a:cubicBezTo>
                      <a:pt x="26101" y="4020"/>
                      <a:pt x="22490" y="42"/>
                      <a:pt x="17796" y="42"/>
                    </a:cubicBezTo>
                    <a:close/>
                  </a:path>
                </a:pathLst>
              </a:custGeom>
              <a:solidFill>
                <a:srgbClr val="000000"/>
              </a:solidFill>
              <a:ln w="23090" cap="flat">
                <a:noFill/>
                <a:prstDash val="solid"/>
                <a:miter/>
              </a:ln>
            </p:spPr>
            <p:txBody>
              <a:bodyPr rtlCol="0" anchor="ctr"/>
              <a:lstStyle/>
              <a:p>
                <a:endParaRPr lang="zh-CN" altLang="en-US"/>
              </a:p>
            </p:txBody>
          </p:sp>
          <p:sp>
            <p:nvSpPr>
              <p:cNvPr id="135" name="任意多边形: 形状 134"/>
              <p:cNvSpPr/>
              <p:nvPr/>
            </p:nvSpPr>
            <p:spPr>
              <a:xfrm>
                <a:off x="5057668" y="3476005"/>
                <a:ext cx="61025" cy="76660"/>
              </a:xfrm>
              <a:custGeom>
                <a:avLst/>
                <a:gdLst>
                  <a:gd name="connsiteX0" fmla="*/ 58240 w 61025"/>
                  <a:gd name="connsiteY0" fmla="*/ 45604 h 76660"/>
                  <a:gd name="connsiteX1" fmla="*/ 35852 w 61025"/>
                  <a:gd name="connsiteY1" fmla="*/ 63323 h 76660"/>
                  <a:gd name="connsiteX2" fmla="*/ 13464 w 61025"/>
                  <a:gd name="connsiteY2" fmla="*/ 34033 h 76660"/>
                  <a:gd name="connsiteX3" fmla="*/ 31880 w 61025"/>
                  <a:gd name="connsiteY3" fmla="*/ 6189 h 76660"/>
                  <a:gd name="connsiteX4" fmla="*/ 41991 w 61025"/>
                  <a:gd name="connsiteY4" fmla="*/ 15591 h 76660"/>
                  <a:gd name="connsiteX5" fmla="*/ 50657 w 61025"/>
                  <a:gd name="connsiteY5" fmla="*/ 24270 h 76660"/>
                  <a:gd name="connsiteX6" fmla="*/ 58601 w 61025"/>
                  <a:gd name="connsiteY6" fmla="*/ 17037 h 76660"/>
                  <a:gd name="connsiteX7" fmla="*/ 34047 w 61025"/>
                  <a:gd name="connsiteY7" fmla="*/ 42 h 76660"/>
                  <a:gd name="connsiteX8" fmla="*/ 104 w 61025"/>
                  <a:gd name="connsiteY8" fmla="*/ 39095 h 76660"/>
                  <a:gd name="connsiteX9" fmla="*/ 7687 w 61025"/>
                  <a:gd name="connsiteY9" fmla="*/ 64769 h 76660"/>
                  <a:gd name="connsiteX10" fmla="*/ 31158 w 61025"/>
                  <a:gd name="connsiteY10" fmla="*/ 76702 h 76660"/>
                  <a:gd name="connsiteX11" fmla="*/ 61129 w 61025"/>
                  <a:gd name="connsiteY11" fmla="*/ 47050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240" y="45604"/>
                    </a:moveTo>
                    <a:cubicBezTo>
                      <a:pt x="54268" y="57176"/>
                      <a:pt x="46324" y="63323"/>
                      <a:pt x="35852" y="63323"/>
                    </a:cubicBezTo>
                    <a:cubicBezTo>
                      <a:pt x="22492" y="63323"/>
                      <a:pt x="13464" y="52113"/>
                      <a:pt x="13464" y="34033"/>
                    </a:cubicBezTo>
                    <a:cubicBezTo>
                      <a:pt x="13464" y="17037"/>
                      <a:pt x="20686" y="6189"/>
                      <a:pt x="31880" y="6189"/>
                    </a:cubicBezTo>
                    <a:cubicBezTo>
                      <a:pt x="38019" y="6189"/>
                      <a:pt x="40908" y="8720"/>
                      <a:pt x="41991" y="15591"/>
                    </a:cubicBezTo>
                    <a:cubicBezTo>
                      <a:pt x="42713" y="21377"/>
                      <a:pt x="45602" y="24270"/>
                      <a:pt x="50657" y="24270"/>
                    </a:cubicBezTo>
                    <a:cubicBezTo>
                      <a:pt x="55352" y="24270"/>
                      <a:pt x="58601" y="21015"/>
                      <a:pt x="58601" y="17037"/>
                    </a:cubicBezTo>
                    <a:cubicBezTo>
                      <a:pt x="58601" y="7636"/>
                      <a:pt x="47407" y="42"/>
                      <a:pt x="34047" y="42"/>
                    </a:cubicBezTo>
                    <a:cubicBezTo>
                      <a:pt x="14187" y="42"/>
                      <a:pt x="104" y="16314"/>
                      <a:pt x="104" y="39095"/>
                    </a:cubicBezTo>
                    <a:cubicBezTo>
                      <a:pt x="104" y="49220"/>
                      <a:pt x="2631" y="58260"/>
                      <a:pt x="7687" y="64769"/>
                    </a:cubicBezTo>
                    <a:cubicBezTo>
                      <a:pt x="13464" y="72001"/>
                      <a:pt x="22492" y="76702"/>
                      <a:pt x="31158" y="76702"/>
                    </a:cubicBezTo>
                    <a:cubicBezTo>
                      <a:pt x="44880" y="76702"/>
                      <a:pt x="55352" y="66577"/>
                      <a:pt x="61129" y="47050"/>
                    </a:cubicBezTo>
                    <a:close/>
                  </a:path>
                </a:pathLst>
              </a:custGeom>
              <a:solidFill>
                <a:srgbClr val="000000"/>
              </a:solidFill>
              <a:ln w="23090" cap="flat">
                <a:noFill/>
                <a:prstDash val="solid"/>
                <a:miter/>
              </a:ln>
            </p:spPr>
            <p:txBody>
              <a:bodyPr rtlCol="0" anchor="ctr"/>
              <a:lstStyle/>
              <a:p>
                <a:endParaRPr lang="zh-CN" altLang="en-US"/>
              </a:p>
            </p:txBody>
          </p:sp>
        </p:grpSp>
        <p:grpSp>
          <p:nvGrpSpPr>
            <p:cNvPr id="118" name="Graphic 2"/>
            <p:cNvGrpSpPr/>
            <p:nvPr/>
          </p:nvGrpSpPr>
          <p:grpSpPr>
            <a:xfrm>
              <a:off x="9277359" y="2410108"/>
              <a:ext cx="406456" cy="88694"/>
              <a:chOff x="4176281" y="3672935"/>
              <a:chExt cx="313844" cy="75575"/>
            </a:xfrm>
          </p:grpSpPr>
          <p:sp>
            <p:nvSpPr>
              <p:cNvPr id="125" name="任意多边形: 形状 124"/>
              <p:cNvSpPr/>
              <p:nvPr/>
            </p:nvSpPr>
            <p:spPr>
              <a:xfrm>
                <a:off x="4176281" y="3673658"/>
                <a:ext cx="59580" cy="74490"/>
              </a:xfrm>
              <a:custGeom>
                <a:avLst/>
                <a:gdLst>
                  <a:gd name="connsiteX0" fmla="*/ 49175 w 59580"/>
                  <a:gd name="connsiteY0" fmla="*/ 55376 h 74490"/>
                  <a:gd name="connsiteX1" fmla="*/ 28231 w 59580"/>
                  <a:gd name="connsiteY1" fmla="*/ 66224 h 74490"/>
                  <a:gd name="connsiteX2" fmla="*/ 13065 w 59580"/>
                  <a:gd name="connsiteY2" fmla="*/ 49590 h 74490"/>
                  <a:gd name="connsiteX3" fmla="*/ 13787 w 59580"/>
                  <a:gd name="connsiteY3" fmla="*/ 41273 h 74490"/>
                  <a:gd name="connsiteX4" fmla="*/ 41231 w 59580"/>
                  <a:gd name="connsiteY4" fmla="*/ 35488 h 74490"/>
                  <a:gd name="connsiteX5" fmla="*/ 59647 w 59580"/>
                  <a:gd name="connsiteY5" fmla="*/ 11983 h 74490"/>
                  <a:gd name="connsiteX6" fmla="*/ 44481 w 59580"/>
                  <a:gd name="connsiteY6" fmla="*/ 50 h 74490"/>
                  <a:gd name="connsiteX7" fmla="*/ 66 w 59580"/>
                  <a:gd name="connsiteY7" fmla="*/ 50313 h 74490"/>
                  <a:gd name="connsiteX8" fmla="*/ 21370 w 59580"/>
                  <a:gd name="connsiteY8" fmla="*/ 74541 h 74490"/>
                  <a:gd name="connsiteX9" fmla="*/ 52425 w 59580"/>
                  <a:gd name="connsiteY9" fmla="*/ 57545 h 74490"/>
                  <a:gd name="connsiteX10" fmla="*/ 14871 w 59580"/>
                  <a:gd name="connsiteY10" fmla="*/ 36934 h 74490"/>
                  <a:gd name="connsiteX11" fmla="*/ 41592 w 59580"/>
                  <a:gd name="connsiteY11" fmla="*/ 4751 h 74490"/>
                  <a:gd name="connsiteX12" fmla="*/ 48091 w 59580"/>
                  <a:gd name="connsiteY12" fmla="*/ 11622 h 74490"/>
                  <a:gd name="connsiteX13" fmla="*/ 42314 w 59580"/>
                  <a:gd name="connsiteY13" fmla="*/ 25363 h 74490"/>
                  <a:gd name="connsiteX14" fmla="*/ 21370 w 59580"/>
                  <a:gd name="connsiteY14" fmla="*/ 36572 h 74490"/>
                  <a:gd name="connsiteX15" fmla="*/ 14871 w 59580"/>
                  <a:gd name="connsiteY15" fmla="*/ 3693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75" y="55376"/>
                    </a:moveTo>
                    <a:cubicBezTo>
                      <a:pt x="42314" y="62969"/>
                      <a:pt x="35453" y="66224"/>
                      <a:pt x="28231" y="66224"/>
                    </a:cubicBezTo>
                    <a:cubicBezTo>
                      <a:pt x="19565" y="66224"/>
                      <a:pt x="13065" y="59353"/>
                      <a:pt x="13065" y="49590"/>
                    </a:cubicBezTo>
                    <a:cubicBezTo>
                      <a:pt x="13065" y="47059"/>
                      <a:pt x="13426" y="44166"/>
                      <a:pt x="13787" y="41273"/>
                    </a:cubicBezTo>
                    <a:cubicBezTo>
                      <a:pt x="26426" y="40550"/>
                      <a:pt x="33648" y="39104"/>
                      <a:pt x="41231" y="35488"/>
                    </a:cubicBezTo>
                    <a:cubicBezTo>
                      <a:pt x="52425" y="30425"/>
                      <a:pt x="59647" y="21023"/>
                      <a:pt x="59647" y="11983"/>
                    </a:cubicBezTo>
                    <a:cubicBezTo>
                      <a:pt x="59647" y="5113"/>
                      <a:pt x="53147" y="50"/>
                      <a:pt x="44481" y="50"/>
                    </a:cubicBezTo>
                    <a:cubicBezTo>
                      <a:pt x="22815" y="50"/>
                      <a:pt x="66" y="26086"/>
                      <a:pt x="66" y="50313"/>
                    </a:cubicBezTo>
                    <a:cubicBezTo>
                      <a:pt x="66" y="64777"/>
                      <a:pt x="8732" y="74541"/>
                      <a:pt x="21370" y="74541"/>
                    </a:cubicBezTo>
                    <a:cubicBezTo>
                      <a:pt x="31481" y="74541"/>
                      <a:pt x="40147" y="69478"/>
                      <a:pt x="52425" y="57545"/>
                    </a:cubicBezTo>
                    <a:close/>
                    <a:moveTo>
                      <a:pt x="14871" y="36934"/>
                    </a:moveTo>
                    <a:cubicBezTo>
                      <a:pt x="20287" y="18492"/>
                      <a:pt x="31842" y="4751"/>
                      <a:pt x="41592" y="4751"/>
                    </a:cubicBezTo>
                    <a:cubicBezTo>
                      <a:pt x="45203" y="4751"/>
                      <a:pt x="48091" y="7644"/>
                      <a:pt x="48091" y="11622"/>
                    </a:cubicBezTo>
                    <a:cubicBezTo>
                      <a:pt x="48091" y="15961"/>
                      <a:pt x="45925" y="21023"/>
                      <a:pt x="42314" y="25363"/>
                    </a:cubicBezTo>
                    <a:cubicBezTo>
                      <a:pt x="36898" y="31148"/>
                      <a:pt x="30037" y="35126"/>
                      <a:pt x="21370" y="36572"/>
                    </a:cubicBezTo>
                    <a:cubicBezTo>
                      <a:pt x="19926" y="36572"/>
                      <a:pt x="17759" y="36934"/>
                      <a:pt x="14871" y="36934"/>
                    </a:cubicBezTo>
                    <a:close/>
                  </a:path>
                </a:pathLst>
              </a:custGeom>
              <a:solidFill>
                <a:srgbClr val="000000"/>
              </a:solidFill>
              <a:ln w="23090" cap="flat">
                <a:noFill/>
                <a:prstDash val="solid"/>
                <a:miter/>
              </a:ln>
            </p:spPr>
            <p:txBody>
              <a:bodyPr rtlCol="0" anchor="ctr"/>
              <a:lstStyle/>
              <a:p>
                <a:endParaRPr lang="zh-CN" altLang="en-US"/>
              </a:p>
            </p:txBody>
          </p:sp>
          <p:sp>
            <p:nvSpPr>
              <p:cNvPr id="126" name="任意多边形: 形状 125"/>
              <p:cNvSpPr/>
              <p:nvPr/>
            </p:nvSpPr>
            <p:spPr>
              <a:xfrm>
                <a:off x="4240877" y="3674381"/>
                <a:ext cx="70413" cy="74128"/>
              </a:xfrm>
              <a:custGeom>
                <a:avLst/>
                <a:gdLst>
                  <a:gd name="connsiteX0" fmla="*/ 66510 w 70413"/>
                  <a:gd name="connsiteY0" fmla="*/ 55014 h 74128"/>
                  <a:gd name="connsiteX1" fmla="*/ 54594 w 70413"/>
                  <a:gd name="connsiteY1" fmla="*/ 65501 h 74128"/>
                  <a:gd name="connsiteX2" fmla="*/ 52789 w 70413"/>
                  <a:gd name="connsiteY2" fmla="*/ 63693 h 74128"/>
                  <a:gd name="connsiteX3" fmla="*/ 53872 w 70413"/>
                  <a:gd name="connsiteY3" fmla="*/ 59353 h 74128"/>
                  <a:gd name="connsiteX4" fmla="*/ 70482 w 70413"/>
                  <a:gd name="connsiteY4" fmla="*/ 774 h 74128"/>
                  <a:gd name="connsiteX5" fmla="*/ 58205 w 70413"/>
                  <a:gd name="connsiteY5" fmla="*/ 2220 h 74128"/>
                  <a:gd name="connsiteX6" fmla="*/ 56039 w 70413"/>
                  <a:gd name="connsiteY6" fmla="*/ 10899 h 74128"/>
                  <a:gd name="connsiteX7" fmla="*/ 44122 w 70413"/>
                  <a:gd name="connsiteY7" fmla="*/ 50 h 74128"/>
                  <a:gd name="connsiteX8" fmla="*/ 69 w 70413"/>
                  <a:gd name="connsiteY8" fmla="*/ 56099 h 74128"/>
                  <a:gd name="connsiteX9" fmla="*/ 14151 w 70413"/>
                  <a:gd name="connsiteY9" fmla="*/ 73456 h 74128"/>
                  <a:gd name="connsiteX10" fmla="*/ 30040 w 70413"/>
                  <a:gd name="connsiteY10" fmla="*/ 67309 h 74128"/>
                  <a:gd name="connsiteX11" fmla="*/ 43761 w 70413"/>
                  <a:gd name="connsiteY11" fmla="*/ 52483 h 74128"/>
                  <a:gd name="connsiteX12" fmla="*/ 43039 w 70413"/>
                  <a:gd name="connsiteY12" fmla="*/ 56099 h 74128"/>
                  <a:gd name="connsiteX13" fmla="*/ 40873 w 70413"/>
                  <a:gd name="connsiteY13" fmla="*/ 66947 h 74128"/>
                  <a:gd name="connsiteX14" fmla="*/ 47372 w 70413"/>
                  <a:gd name="connsiteY14" fmla="*/ 74179 h 74128"/>
                  <a:gd name="connsiteX15" fmla="*/ 68677 w 70413"/>
                  <a:gd name="connsiteY15" fmla="*/ 57184 h 74128"/>
                  <a:gd name="connsiteX16" fmla="*/ 44483 w 70413"/>
                  <a:gd name="connsiteY16" fmla="*/ 4751 h 74128"/>
                  <a:gd name="connsiteX17" fmla="*/ 53150 w 70413"/>
                  <a:gd name="connsiteY17" fmla="*/ 14876 h 74128"/>
                  <a:gd name="connsiteX18" fmla="*/ 36539 w 70413"/>
                  <a:gd name="connsiteY18" fmla="*/ 55014 h 74128"/>
                  <a:gd name="connsiteX19" fmla="*/ 21373 w 70413"/>
                  <a:gd name="connsiteY19" fmla="*/ 64054 h 74128"/>
                  <a:gd name="connsiteX20" fmla="*/ 12707 w 70413"/>
                  <a:gd name="connsiteY20" fmla="*/ 53206 h 74128"/>
                  <a:gd name="connsiteX21" fmla="*/ 26067 w 70413"/>
                  <a:gd name="connsiteY21" fmla="*/ 18131 h 74128"/>
                  <a:gd name="connsiteX22" fmla="*/ 44483 w 70413"/>
                  <a:gd name="connsiteY22" fmla="*/ 475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510" y="55014"/>
                    </a:moveTo>
                    <a:cubicBezTo>
                      <a:pt x="61816" y="61885"/>
                      <a:pt x="57844" y="65501"/>
                      <a:pt x="54594" y="65501"/>
                    </a:cubicBezTo>
                    <a:cubicBezTo>
                      <a:pt x="53511" y="65501"/>
                      <a:pt x="52789" y="64777"/>
                      <a:pt x="52789" y="63693"/>
                    </a:cubicBezTo>
                    <a:cubicBezTo>
                      <a:pt x="52789" y="62969"/>
                      <a:pt x="52789" y="62608"/>
                      <a:pt x="53872" y="59353"/>
                    </a:cubicBezTo>
                    <a:lnTo>
                      <a:pt x="70482" y="774"/>
                    </a:lnTo>
                    <a:lnTo>
                      <a:pt x="58205" y="2220"/>
                    </a:lnTo>
                    <a:lnTo>
                      <a:pt x="56039" y="10899"/>
                    </a:lnTo>
                    <a:cubicBezTo>
                      <a:pt x="54594" y="4028"/>
                      <a:pt x="50261" y="50"/>
                      <a:pt x="44122" y="50"/>
                    </a:cubicBezTo>
                    <a:cubicBezTo>
                      <a:pt x="24984" y="50"/>
                      <a:pt x="69" y="31510"/>
                      <a:pt x="69" y="56099"/>
                    </a:cubicBezTo>
                    <a:cubicBezTo>
                      <a:pt x="69" y="66586"/>
                      <a:pt x="5846" y="73456"/>
                      <a:pt x="14151" y="73456"/>
                    </a:cubicBezTo>
                    <a:cubicBezTo>
                      <a:pt x="18846" y="73456"/>
                      <a:pt x="24984" y="71286"/>
                      <a:pt x="30040" y="67309"/>
                    </a:cubicBezTo>
                    <a:cubicBezTo>
                      <a:pt x="34734" y="64054"/>
                      <a:pt x="37623" y="60800"/>
                      <a:pt x="43761" y="52483"/>
                    </a:cubicBezTo>
                    <a:cubicBezTo>
                      <a:pt x="43761" y="53929"/>
                      <a:pt x="43039" y="55737"/>
                      <a:pt x="43039" y="56099"/>
                    </a:cubicBezTo>
                    <a:cubicBezTo>
                      <a:pt x="40873" y="64416"/>
                      <a:pt x="40873" y="64416"/>
                      <a:pt x="40873" y="66947"/>
                    </a:cubicBezTo>
                    <a:cubicBezTo>
                      <a:pt x="40873" y="71286"/>
                      <a:pt x="43400" y="74179"/>
                      <a:pt x="47372" y="74179"/>
                    </a:cubicBezTo>
                    <a:cubicBezTo>
                      <a:pt x="53872" y="74179"/>
                      <a:pt x="60372" y="68755"/>
                      <a:pt x="68677" y="57184"/>
                    </a:cubicBezTo>
                    <a:close/>
                    <a:moveTo>
                      <a:pt x="44483" y="4751"/>
                    </a:moveTo>
                    <a:cubicBezTo>
                      <a:pt x="49900" y="4751"/>
                      <a:pt x="53150" y="8729"/>
                      <a:pt x="53150" y="14876"/>
                    </a:cubicBezTo>
                    <a:cubicBezTo>
                      <a:pt x="53150" y="26809"/>
                      <a:pt x="45928" y="44528"/>
                      <a:pt x="36539" y="55014"/>
                    </a:cubicBezTo>
                    <a:cubicBezTo>
                      <a:pt x="31484" y="60800"/>
                      <a:pt x="25706" y="64054"/>
                      <a:pt x="21373" y="64054"/>
                    </a:cubicBezTo>
                    <a:cubicBezTo>
                      <a:pt x="15596" y="64054"/>
                      <a:pt x="12707" y="60438"/>
                      <a:pt x="12707" y="53206"/>
                    </a:cubicBezTo>
                    <a:cubicBezTo>
                      <a:pt x="12707" y="43443"/>
                      <a:pt x="17401" y="30787"/>
                      <a:pt x="26067" y="18131"/>
                    </a:cubicBezTo>
                    <a:cubicBezTo>
                      <a:pt x="32206" y="9452"/>
                      <a:pt x="38345" y="4751"/>
                      <a:pt x="44483" y="4751"/>
                    </a:cubicBezTo>
                    <a:close/>
                  </a:path>
                </a:pathLst>
              </a:custGeom>
              <a:solidFill>
                <a:srgbClr val="000000"/>
              </a:solidFill>
              <a:ln w="23090" cap="flat">
                <a:noFill/>
                <a:prstDash val="solid"/>
                <a:miter/>
              </a:ln>
            </p:spPr>
            <p:txBody>
              <a:bodyPr rtlCol="0" anchor="ctr"/>
              <a:lstStyle/>
              <a:p>
                <a:endParaRPr lang="zh-CN" altLang="en-US"/>
              </a:p>
            </p:txBody>
          </p:sp>
          <p:sp>
            <p:nvSpPr>
              <p:cNvPr id="127" name="任意多边形: 形状 126"/>
              <p:cNvSpPr/>
              <p:nvPr/>
            </p:nvSpPr>
            <p:spPr>
              <a:xfrm>
                <a:off x="4319734" y="3672935"/>
                <a:ext cx="55608" cy="73044"/>
              </a:xfrm>
              <a:custGeom>
                <a:avLst/>
                <a:gdLst>
                  <a:gd name="connsiteX0" fmla="*/ 32210 w 55608"/>
                  <a:gd name="connsiteY0" fmla="*/ 50 h 73044"/>
                  <a:gd name="connsiteX1" fmla="*/ 9099 w 55608"/>
                  <a:gd name="connsiteY1" fmla="*/ 2943 h 73044"/>
                  <a:gd name="connsiteX2" fmla="*/ 8377 w 55608"/>
                  <a:gd name="connsiteY2" fmla="*/ 6559 h 73044"/>
                  <a:gd name="connsiteX3" fmla="*/ 11988 w 55608"/>
                  <a:gd name="connsiteY3" fmla="*/ 5836 h 73044"/>
                  <a:gd name="connsiteX4" fmla="*/ 14877 w 55608"/>
                  <a:gd name="connsiteY4" fmla="*/ 5474 h 73044"/>
                  <a:gd name="connsiteX5" fmla="*/ 18127 w 55608"/>
                  <a:gd name="connsiteY5" fmla="*/ 8729 h 73044"/>
                  <a:gd name="connsiteX6" fmla="*/ 16682 w 55608"/>
                  <a:gd name="connsiteY6" fmla="*/ 15599 h 73044"/>
                  <a:gd name="connsiteX7" fmla="*/ 72 w 55608"/>
                  <a:gd name="connsiteY7" fmla="*/ 73094 h 73044"/>
                  <a:gd name="connsiteX8" fmla="*/ 12710 w 55608"/>
                  <a:gd name="connsiteY8" fmla="*/ 73094 h 73044"/>
                  <a:gd name="connsiteX9" fmla="*/ 30765 w 55608"/>
                  <a:gd name="connsiteY9" fmla="*/ 27532 h 73044"/>
                  <a:gd name="connsiteX10" fmla="*/ 41237 w 55608"/>
                  <a:gd name="connsiteY10" fmla="*/ 13068 h 73044"/>
                  <a:gd name="connsiteX11" fmla="*/ 42681 w 55608"/>
                  <a:gd name="connsiteY11" fmla="*/ 15599 h 73044"/>
                  <a:gd name="connsiteX12" fmla="*/ 47737 w 55608"/>
                  <a:gd name="connsiteY12" fmla="*/ 19938 h 73044"/>
                  <a:gd name="connsiteX13" fmla="*/ 55681 w 55608"/>
                  <a:gd name="connsiteY13" fmla="*/ 8729 h 73044"/>
                  <a:gd name="connsiteX14" fmla="*/ 49181 w 55608"/>
                  <a:gd name="connsiteY14" fmla="*/ 50 h 73044"/>
                  <a:gd name="connsiteX15" fmla="*/ 22460 w 55608"/>
                  <a:gd name="connsiteY15" fmla="*/ 35126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210" y="50"/>
                    </a:moveTo>
                    <a:cubicBezTo>
                      <a:pt x="22099" y="1858"/>
                      <a:pt x="20655" y="1858"/>
                      <a:pt x="9099" y="2943"/>
                    </a:cubicBezTo>
                    <a:lnTo>
                      <a:pt x="8377" y="6559"/>
                    </a:lnTo>
                    <a:cubicBezTo>
                      <a:pt x="10183" y="6198"/>
                      <a:pt x="11627" y="5836"/>
                      <a:pt x="11988" y="5836"/>
                    </a:cubicBezTo>
                    <a:cubicBezTo>
                      <a:pt x="13071" y="5836"/>
                      <a:pt x="14155" y="5474"/>
                      <a:pt x="14877" y="5474"/>
                    </a:cubicBezTo>
                    <a:cubicBezTo>
                      <a:pt x="16682" y="5474"/>
                      <a:pt x="18127" y="6921"/>
                      <a:pt x="18127" y="8729"/>
                    </a:cubicBezTo>
                    <a:cubicBezTo>
                      <a:pt x="18127" y="9452"/>
                      <a:pt x="17766" y="11983"/>
                      <a:pt x="16682" y="15599"/>
                    </a:cubicBezTo>
                    <a:lnTo>
                      <a:pt x="72" y="73094"/>
                    </a:lnTo>
                    <a:lnTo>
                      <a:pt x="12710" y="73094"/>
                    </a:lnTo>
                    <a:cubicBezTo>
                      <a:pt x="15960" y="59353"/>
                      <a:pt x="22460" y="43443"/>
                      <a:pt x="30765" y="27532"/>
                    </a:cubicBezTo>
                    <a:cubicBezTo>
                      <a:pt x="34015" y="21023"/>
                      <a:pt x="40154" y="13068"/>
                      <a:pt x="41237" y="13068"/>
                    </a:cubicBezTo>
                    <a:cubicBezTo>
                      <a:pt x="41959" y="13068"/>
                      <a:pt x="42320" y="13791"/>
                      <a:pt x="42681" y="15599"/>
                    </a:cubicBezTo>
                    <a:cubicBezTo>
                      <a:pt x="43042" y="18131"/>
                      <a:pt x="44848" y="19938"/>
                      <a:pt x="47737" y="19938"/>
                    </a:cubicBezTo>
                    <a:cubicBezTo>
                      <a:pt x="51709" y="19938"/>
                      <a:pt x="55681" y="14153"/>
                      <a:pt x="55681" y="8729"/>
                    </a:cubicBezTo>
                    <a:cubicBezTo>
                      <a:pt x="55681" y="3666"/>
                      <a:pt x="53153" y="50"/>
                      <a:pt x="49181" y="50"/>
                    </a:cubicBezTo>
                    <a:cubicBezTo>
                      <a:pt x="42320" y="50"/>
                      <a:pt x="31848" y="13791"/>
                      <a:pt x="22460" y="35126"/>
                    </a:cubicBezTo>
                    <a:close/>
                  </a:path>
                </a:pathLst>
              </a:custGeom>
              <a:solidFill>
                <a:srgbClr val="000000"/>
              </a:solidFill>
              <a:ln w="23090" cap="flat">
                <a:noFill/>
                <a:prstDash val="solid"/>
                <a:miter/>
              </a:ln>
            </p:spPr>
            <p:txBody>
              <a:bodyPr rtlCol="0" anchor="ctr"/>
              <a:lstStyle/>
              <a:p>
                <a:endParaRPr lang="zh-CN" altLang="en-US"/>
              </a:p>
            </p:txBody>
          </p:sp>
          <p:sp>
            <p:nvSpPr>
              <p:cNvPr id="128" name="任意多边形: 形状 127"/>
              <p:cNvSpPr/>
              <p:nvPr/>
            </p:nvSpPr>
            <p:spPr>
              <a:xfrm>
                <a:off x="437096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129" name="任意多边形: 形状 128"/>
              <p:cNvSpPr/>
              <p:nvPr/>
            </p:nvSpPr>
            <p:spPr>
              <a:xfrm>
                <a:off x="4422240" y="3677274"/>
                <a:ext cx="67886" cy="29289"/>
              </a:xfrm>
              <a:custGeom>
                <a:avLst/>
                <a:gdLst>
                  <a:gd name="connsiteX0" fmla="*/ 76 w 67886"/>
                  <a:gd name="connsiteY0" fmla="*/ 50 h 29289"/>
                  <a:gd name="connsiteX1" fmla="*/ 76 w 67886"/>
                  <a:gd name="connsiteY1" fmla="*/ 8006 h 29289"/>
                  <a:gd name="connsiteX2" fmla="*/ 67962 w 67886"/>
                  <a:gd name="connsiteY2" fmla="*/ 8006 h 29289"/>
                  <a:gd name="connsiteX3" fmla="*/ 67962 w 67886"/>
                  <a:gd name="connsiteY3" fmla="*/ 50 h 29289"/>
                  <a:gd name="connsiteX4" fmla="*/ 76 w 67886"/>
                  <a:gd name="connsiteY4" fmla="*/ 21747 h 29289"/>
                  <a:gd name="connsiteX5" fmla="*/ 76 w 67886"/>
                  <a:gd name="connsiteY5" fmla="*/ 29340 h 29289"/>
                  <a:gd name="connsiteX6" fmla="*/ 67962 w 67886"/>
                  <a:gd name="connsiteY6" fmla="*/ 29340 h 29289"/>
                  <a:gd name="connsiteX7" fmla="*/ 67962 w 67886"/>
                  <a:gd name="connsiteY7" fmla="*/ 21747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76" y="50"/>
                    </a:moveTo>
                    <a:lnTo>
                      <a:pt x="76" y="8006"/>
                    </a:lnTo>
                    <a:lnTo>
                      <a:pt x="67962" y="8006"/>
                    </a:lnTo>
                    <a:lnTo>
                      <a:pt x="67962" y="50"/>
                    </a:lnTo>
                    <a:close/>
                    <a:moveTo>
                      <a:pt x="76" y="21747"/>
                    </a:moveTo>
                    <a:lnTo>
                      <a:pt x="76" y="29340"/>
                    </a:lnTo>
                    <a:lnTo>
                      <a:pt x="67962" y="29340"/>
                    </a:lnTo>
                    <a:lnTo>
                      <a:pt x="67962" y="21747"/>
                    </a:lnTo>
                    <a:close/>
                  </a:path>
                </a:pathLst>
              </a:custGeom>
              <a:solidFill>
                <a:srgbClr val="000000"/>
              </a:solidFill>
              <a:ln w="23090" cap="flat">
                <a:noFill/>
                <a:prstDash val="solid"/>
                <a:miter/>
              </a:ln>
            </p:spPr>
            <p:txBody>
              <a:bodyPr rtlCol="0" anchor="ctr"/>
              <a:lstStyle/>
              <a:p>
                <a:endParaRPr lang="zh-CN" altLang="en-US"/>
              </a:p>
            </p:txBody>
          </p:sp>
          <p:sp>
            <p:nvSpPr>
              <p:cNvPr id="130" name="任意多边形: 形状 129"/>
              <p:cNvSpPr/>
              <p:nvPr/>
            </p:nvSpPr>
            <p:spPr>
              <a:xfrm>
                <a:off x="448986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grpSp>
        <p:grpSp>
          <p:nvGrpSpPr>
            <p:cNvPr id="119" name="Graphic 2"/>
            <p:cNvGrpSpPr/>
            <p:nvPr/>
          </p:nvGrpSpPr>
          <p:grpSpPr>
            <a:xfrm>
              <a:off x="9745664" y="2367670"/>
              <a:ext cx="192204" cy="129434"/>
              <a:chOff x="4537882" y="3636774"/>
              <a:chExt cx="148410" cy="110289"/>
            </a:xfrm>
          </p:grpSpPr>
          <p:sp>
            <p:nvSpPr>
              <p:cNvPr id="123" name="任意多边形: 形状 122"/>
              <p:cNvSpPr/>
              <p:nvPr/>
            </p:nvSpPr>
            <p:spPr>
              <a:xfrm>
                <a:off x="4537882" y="3636774"/>
                <a:ext cx="66441" cy="109204"/>
              </a:xfrm>
              <a:custGeom>
                <a:avLst/>
                <a:gdLst>
                  <a:gd name="connsiteX0" fmla="*/ 58579 w 66441"/>
                  <a:gd name="connsiteY0" fmla="*/ 109255 h 109204"/>
                  <a:gd name="connsiteX1" fmla="*/ 66523 w 66441"/>
                  <a:gd name="connsiteY1" fmla="*/ 90090 h 109204"/>
                  <a:gd name="connsiteX2" fmla="*/ 63634 w 66441"/>
                  <a:gd name="connsiteY2" fmla="*/ 90090 h 109204"/>
                  <a:gd name="connsiteX3" fmla="*/ 43774 w 66441"/>
                  <a:gd name="connsiteY3" fmla="*/ 97683 h 109204"/>
                  <a:gd name="connsiteX4" fmla="*/ 15608 w 66441"/>
                  <a:gd name="connsiteY4" fmla="*/ 97683 h 109204"/>
                  <a:gd name="connsiteX5" fmla="*/ 60023 w 66441"/>
                  <a:gd name="connsiteY5" fmla="*/ 28979 h 109204"/>
                  <a:gd name="connsiteX6" fmla="*/ 31858 w 66441"/>
                  <a:gd name="connsiteY6" fmla="*/ 50 h 109204"/>
                  <a:gd name="connsiteX7" fmla="*/ 11275 w 66441"/>
                  <a:gd name="connsiteY7" fmla="*/ 9814 h 109204"/>
                  <a:gd name="connsiteX8" fmla="*/ 3331 w 66441"/>
                  <a:gd name="connsiteY8" fmla="*/ 29702 h 109204"/>
                  <a:gd name="connsiteX9" fmla="*/ 6220 w 66441"/>
                  <a:gd name="connsiteY9" fmla="*/ 29702 h 109204"/>
                  <a:gd name="connsiteX10" fmla="*/ 26802 w 66441"/>
                  <a:gd name="connsiteY10" fmla="*/ 11983 h 109204"/>
                  <a:gd name="connsiteX11" fmla="*/ 47746 w 66441"/>
                  <a:gd name="connsiteY11" fmla="*/ 35488 h 109204"/>
                  <a:gd name="connsiteX12" fmla="*/ 15970 w 66441"/>
                  <a:gd name="connsiteY12" fmla="*/ 90813 h 109204"/>
                  <a:gd name="connsiteX13" fmla="*/ 3692 w 66441"/>
                  <a:gd name="connsiteY13" fmla="*/ 103108 h 109204"/>
                  <a:gd name="connsiteX14" fmla="*/ 81 w 66441"/>
                  <a:gd name="connsiteY14" fmla="*/ 107085 h 109204"/>
                  <a:gd name="connsiteX15" fmla="*/ 81 w 66441"/>
                  <a:gd name="connsiteY15" fmla="*/ 10925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579" y="109255"/>
                    </a:moveTo>
                    <a:cubicBezTo>
                      <a:pt x="62551" y="100938"/>
                      <a:pt x="62912" y="99491"/>
                      <a:pt x="66523" y="90090"/>
                    </a:cubicBezTo>
                    <a:lnTo>
                      <a:pt x="63634" y="90090"/>
                    </a:lnTo>
                    <a:cubicBezTo>
                      <a:pt x="58940" y="96237"/>
                      <a:pt x="55329" y="97683"/>
                      <a:pt x="43774" y="97683"/>
                    </a:cubicBezTo>
                    <a:lnTo>
                      <a:pt x="15608" y="97683"/>
                    </a:lnTo>
                    <a:cubicBezTo>
                      <a:pt x="48468" y="65862"/>
                      <a:pt x="60023" y="48144"/>
                      <a:pt x="60023" y="28979"/>
                    </a:cubicBezTo>
                    <a:cubicBezTo>
                      <a:pt x="60023" y="12345"/>
                      <a:pt x="48107" y="50"/>
                      <a:pt x="31858" y="50"/>
                    </a:cubicBezTo>
                    <a:cubicBezTo>
                      <a:pt x="23552" y="50"/>
                      <a:pt x="16692" y="3305"/>
                      <a:pt x="11275" y="9814"/>
                    </a:cubicBezTo>
                    <a:cubicBezTo>
                      <a:pt x="6942" y="14876"/>
                      <a:pt x="4775" y="19938"/>
                      <a:pt x="3331" y="29702"/>
                    </a:cubicBezTo>
                    <a:lnTo>
                      <a:pt x="6220" y="29702"/>
                    </a:lnTo>
                    <a:cubicBezTo>
                      <a:pt x="9831" y="18131"/>
                      <a:pt x="16692" y="11983"/>
                      <a:pt x="26802" y="11983"/>
                    </a:cubicBezTo>
                    <a:cubicBezTo>
                      <a:pt x="37996" y="11983"/>
                      <a:pt x="47746" y="22831"/>
                      <a:pt x="47746" y="35488"/>
                    </a:cubicBezTo>
                    <a:cubicBezTo>
                      <a:pt x="47746" y="50675"/>
                      <a:pt x="36191" y="70563"/>
                      <a:pt x="15970" y="90813"/>
                    </a:cubicBezTo>
                    <a:lnTo>
                      <a:pt x="3692" y="103108"/>
                    </a:lnTo>
                    <a:cubicBezTo>
                      <a:pt x="2609" y="104554"/>
                      <a:pt x="1526" y="106000"/>
                      <a:pt x="81" y="107085"/>
                    </a:cubicBezTo>
                    <a:lnTo>
                      <a:pt x="81" y="109255"/>
                    </a:lnTo>
                    <a:close/>
                  </a:path>
                </a:pathLst>
              </a:custGeom>
              <a:solidFill>
                <a:srgbClr val="000000"/>
              </a:solidFill>
              <a:ln w="23090" cap="flat">
                <a:noFill/>
                <a:prstDash val="solid"/>
                <a:miter/>
              </a:ln>
            </p:spPr>
            <p:txBody>
              <a:bodyPr rtlCol="0" anchor="ctr"/>
              <a:lstStyle/>
              <a:p>
                <a:endParaRPr lang="zh-CN" altLang="en-US"/>
              </a:p>
            </p:txBody>
          </p:sp>
          <p:sp>
            <p:nvSpPr>
              <p:cNvPr id="124" name="任意多边形: 形状 123"/>
              <p:cNvSpPr/>
              <p:nvPr/>
            </p:nvSpPr>
            <p:spPr>
              <a:xfrm>
                <a:off x="4616962" y="3636774"/>
                <a:ext cx="69330" cy="110289"/>
              </a:xfrm>
              <a:custGeom>
                <a:avLst/>
                <a:gdLst>
                  <a:gd name="connsiteX0" fmla="*/ 35111 w 69330"/>
                  <a:gd name="connsiteY0" fmla="*/ 50 h 110289"/>
                  <a:gd name="connsiteX1" fmla="*/ 85 w 69330"/>
                  <a:gd name="connsiteY1" fmla="*/ 55014 h 110289"/>
                  <a:gd name="connsiteX2" fmla="*/ 9834 w 69330"/>
                  <a:gd name="connsiteY2" fmla="*/ 95514 h 110289"/>
                  <a:gd name="connsiteX3" fmla="*/ 34028 w 69330"/>
                  <a:gd name="connsiteY3" fmla="*/ 110340 h 110289"/>
                  <a:gd name="connsiteX4" fmla="*/ 69415 w 69330"/>
                  <a:gd name="connsiteY4" fmla="*/ 55014 h 110289"/>
                  <a:gd name="connsiteX5" fmla="*/ 35111 w 69330"/>
                  <a:gd name="connsiteY5" fmla="*/ 50 h 110289"/>
                  <a:gd name="connsiteX6" fmla="*/ 34750 w 69330"/>
                  <a:gd name="connsiteY6" fmla="*/ 6198 h 110289"/>
                  <a:gd name="connsiteX7" fmla="*/ 49194 w 69330"/>
                  <a:gd name="connsiteY7" fmla="*/ 17769 h 110289"/>
                  <a:gd name="connsiteX8" fmla="*/ 53888 w 69330"/>
                  <a:gd name="connsiteY8" fmla="*/ 55376 h 110289"/>
                  <a:gd name="connsiteX9" fmla="*/ 34389 w 69330"/>
                  <a:gd name="connsiteY9" fmla="*/ 104192 h 110289"/>
                  <a:gd name="connsiteX10" fmla="*/ 15612 w 69330"/>
                  <a:gd name="connsiteY10" fmla="*/ 55014 h 110289"/>
                  <a:gd name="connsiteX11" fmla="*/ 34750 w 69330"/>
                  <a:gd name="connsiteY11" fmla="*/ 6198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111" y="50"/>
                    </a:moveTo>
                    <a:cubicBezTo>
                      <a:pt x="14167" y="50"/>
                      <a:pt x="85" y="22470"/>
                      <a:pt x="85" y="55014"/>
                    </a:cubicBezTo>
                    <a:cubicBezTo>
                      <a:pt x="85" y="72009"/>
                      <a:pt x="3696" y="85389"/>
                      <a:pt x="9834" y="95514"/>
                    </a:cubicBezTo>
                    <a:cubicBezTo>
                      <a:pt x="16334" y="105277"/>
                      <a:pt x="24639" y="110340"/>
                      <a:pt x="34028" y="110340"/>
                    </a:cubicBezTo>
                    <a:cubicBezTo>
                      <a:pt x="55333" y="110340"/>
                      <a:pt x="69415" y="88282"/>
                      <a:pt x="69415" y="55014"/>
                    </a:cubicBezTo>
                    <a:cubicBezTo>
                      <a:pt x="69415" y="22831"/>
                      <a:pt x="55333" y="50"/>
                      <a:pt x="35111" y="50"/>
                    </a:cubicBezTo>
                    <a:close/>
                    <a:moveTo>
                      <a:pt x="34750" y="6198"/>
                    </a:moveTo>
                    <a:cubicBezTo>
                      <a:pt x="40889" y="6198"/>
                      <a:pt x="45944" y="10537"/>
                      <a:pt x="49194" y="17769"/>
                    </a:cubicBezTo>
                    <a:cubicBezTo>
                      <a:pt x="52083" y="25001"/>
                      <a:pt x="53888" y="38380"/>
                      <a:pt x="53888" y="55376"/>
                    </a:cubicBezTo>
                    <a:cubicBezTo>
                      <a:pt x="53888" y="88643"/>
                      <a:pt x="47749" y="104192"/>
                      <a:pt x="34389" y="104192"/>
                    </a:cubicBezTo>
                    <a:cubicBezTo>
                      <a:pt x="21750" y="104192"/>
                      <a:pt x="15612" y="87920"/>
                      <a:pt x="15612" y="55014"/>
                    </a:cubicBezTo>
                    <a:cubicBezTo>
                      <a:pt x="15612" y="22108"/>
                      <a:pt x="21750" y="6198"/>
                      <a:pt x="34750" y="6198"/>
                    </a:cubicBezTo>
                    <a:close/>
                  </a:path>
                </a:pathLst>
              </a:custGeom>
              <a:solidFill>
                <a:srgbClr val="000000"/>
              </a:solidFill>
              <a:ln w="23090" cap="flat">
                <a:noFill/>
                <a:prstDash val="solid"/>
                <a:miter/>
              </a:ln>
            </p:spPr>
            <p:txBody>
              <a:bodyPr rtlCol="0" anchor="ctr"/>
              <a:lstStyle/>
              <a:p>
                <a:endParaRPr lang="zh-CN" altLang="en-US"/>
              </a:p>
            </p:txBody>
          </p:sp>
        </p:grpSp>
        <p:sp>
          <p:nvSpPr>
            <p:cNvPr id="120" name="任意多边形: 形状 119"/>
            <p:cNvSpPr/>
            <p:nvPr/>
          </p:nvSpPr>
          <p:spPr>
            <a:xfrm>
              <a:off x="9962200" y="2367670"/>
              <a:ext cx="52843" cy="128160"/>
            </a:xfrm>
            <a:custGeom>
              <a:avLst/>
              <a:gdLst>
                <a:gd name="connsiteX0" fmla="*/ 27531 w 40803"/>
                <a:gd name="connsiteY0" fmla="*/ 50 h 109204"/>
                <a:gd name="connsiteX1" fmla="*/ 24642 w 40803"/>
                <a:gd name="connsiteY1" fmla="*/ 50 h 109204"/>
                <a:gd name="connsiteX2" fmla="*/ 22476 w 40803"/>
                <a:gd name="connsiteY2" fmla="*/ 1497 h 109204"/>
                <a:gd name="connsiteX3" fmla="*/ 16698 w 40803"/>
                <a:gd name="connsiteY3" fmla="*/ 4390 h 109204"/>
                <a:gd name="connsiteX4" fmla="*/ 6949 w 40803"/>
                <a:gd name="connsiteY4" fmla="*/ 9452 h 109204"/>
                <a:gd name="connsiteX5" fmla="*/ 88 w 40803"/>
                <a:gd name="connsiteY5" fmla="*/ 12706 h 109204"/>
                <a:gd name="connsiteX6" fmla="*/ 1171 w 40803"/>
                <a:gd name="connsiteY6" fmla="*/ 15599 h 109204"/>
                <a:gd name="connsiteX7" fmla="*/ 3338 w 40803"/>
                <a:gd name="connsiteY7" fmla="*/ 14515 h 109204"/>
                <a:gd name="connsiteX8" fmla="*/ 9115 w 40803"/>
                <a:gd name="connsiteY8" fmla="*/ 13068 h 109204"/>
                <a:gd name="connsiteX9" fmla="*/ 13087 w 40803"/>
                <a:gd name="connsiteY9" fmla="*/ 15238 h 109204"/>
                <a:gd name="connsiteX10" fmla="*/ 14171 w 40803"/>
                <a:gd name="connsiteY10" fmla="*/ 28617 h 109204"/>
                <a:gd name="connsiteX11" fmla="*/ 14171 w 40803"/>
                <a:gd name="connsiteY11" fmla="*/ 92259 h 109204"/>
                <a:gd name="connsiteX12" fmla="*/ 2977 w 40803"/>
                <a:gd name="connsiteY12" fmla="*/ 106362 h 109204"/>
                <a:gd name="connsiteX13" fmla="*/ 1171 w 40803"/>
                <a:gd name="connsiteY13" fmla="*/ 106362 h 109204"/>
                <a:gd name="connsiteX14" fmla="*/ 1171 w 40803"/>
                <a:gd name="connsiteY14" fmla="*/ 109255 h 109204"/>
                <a:gd name="connsiteX15" fmla="*/ 40892 w 40803"/>
                <a:gd name="connsiteY15" fmla="*/ 109255 h 109204"/>
                <a:gd name="connsiteX16" fmla="*/ 40892 w 40803"/>
                <a:gd name="connsiteY16" fmla="*/ 106362 h 109204"/>
                <a:gd name="connsiteX17" fmla="*/ 38725 w 40803"/>
                <a:gd name="connsiteY17" fmla="*/ 106362 h 109204"/>
                <a:gd name="connsiteX18" fmla="*/ 27531 w 40803"/>
                <a:gd name="connsiteY18" fmla="*/ 9225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531" y="50"/>
                  </a:moveTo>
                  <a:lnTo>
                    <a:pt x="24642" y="50"/>
                  </a:lnTo>
                  <a:cubicBezTo>
                    <a:pt x="23559" y="774"/>
                    <a:pt x="22476" y="1135"/>
                    <a:pt x="22476" y="1497"/>
                  </a:cubicBezTo>
                  <a:cubicBezTo>
                    <a:pt x="20309" y="2581"/>
                    <a:pt x="18504" y="3305"/>
                    <a:pt x="16698" y="4390"/>
                  </a:cubicBezTo>
                  <a:cubicBezTo>
                    <a:pt x="16337" y="4751"/>
                    <a:pt x="12365" y="6559"/>
                    <a:pt x="6949" y="9452"/>
                  </a:cubicBezTo>
                  <a:cubicBezTo>
                    <a:pt x="5504" y="10175"/>
                    <a:pt x="2977" y="11260"/>
                    <a:pt x="88" y="12706"/>
                  </a:cubicBezTo>
                  <a:lnTo>
                    <a:pt x="1171" y="15599"/>
                  </a:lnTo>
                  <a:lnTo>
                    <a:pt x="3338" y="14515"/>
                  </a:lnTo>
                  <a:cubicBezTo>
                    <a:pt x="5504" y="13791"/>
                    <a:pt x="7310" y="13068"/>
                    <a:pt x="9115" y="13068"/>
                  </a:cubicBezTo>
                  <a:cubicBezTo>
                    <a:pt x="10560" y="13068"/>
                    <a:pt x="12004" y="14153"/>
                    <a:pt x="13087" y="15238"/>
                  </a:cubicBezTo>
                  <a:cubicBezTo>
                    <a:pt x="13809" y="17046"/>
                    <a:pt x="14171" y="17769"/>
                    <a:pt x="14171" y="28617"/>
                  </a:cubicBezTo>
                  <a:lnTo>
                    <a:pt x="14171" y="92259"/>
                  </a:lnTo>
                  <a:cubicBezTo>
                    <a:pt x="14171" y="102384"/>
                    <a:pt x="11282" y="106362"/>
                    <a:pt x="2977" y="106362"/>
                  </a:cubicBezTo>
                  <a:lnTo>
                    <a:pt x="1171" y="106362"/>
                  </a:lnTo>
                  <a:lnTo>
                    <a:pt x="1171" y="109255"/>
                  </a:lnTo>
                  <a:lnTo>
                    <a:pt x="40892" y="109255"/>
                  </a:lnTo>
                  <a:lnTo>
                    <a:pt x="40892" y="106362"/>
                  </a:lnTo>
                  <a:lnTo>
                    <a:pt x="38725" y="106362"/>
                  </a:lnTo>
                  <a:cubicBezTo>
                    <a:pt x="30781" y="106362"/>
                    <a:pt x="27531" y="102384"/>
                    <a:pt x="27531" y="92259"/>
                  </a:cubicBezTo>
                  <a:close/>
                </a:path>
              </a:pathLst>
            </a:custGeom>
            <a:solidFill>
              <a:srgbClr val="000000"/>
            </a:solidFill>
            <a:ln w="23090" cap="flat">
              <a:noFill/>
              <a:prstDash val="solid"/>
              <a:miter/>
            </a:ln>
          </p:spPr>
          <p:txBody>
            <a:bodyPr rtlCol="0" anchor="ctr"/>
            <a:lstStyle/>
            <a:p>
              <a:endParaRPr lang="zh-CN" altLang="en-US"/>
            </a:p>
          </p:txBody>
        </p:sp>
        <p:sp>
          <p:nvSpPr>
            <p:cNvPr id="121" name="任意多边形: 形状 120"/>
            <p:cNvSpPr/>
            <p:nvPr/>
          </p:nvSpPr>
          <p:spPr>
            <a:xfrm>
              <a:off x="10032262" y="2368943"/>
              <a:ext cx="81370" cy="128160"/>
            </a:xfrm>
            <a:custGeom>
              <a:avLst/>
              <a:gdLst>
                <a:gd name="connsiteX0" fmla="*/ 19951 w 62830"/>
                <a:gd name="connsiteY0" fmla="*/ 106724 h 109204"/>
                <a:gd name="connsiteX1" fmla="*/ 29339 w 62830"/>
                <a:gd name="connsiteY1" fmla="*/ 109255 h 109204"/>
                <a:gd name="connsiteX2" fmla="*/ 62922 w 62830"/>
                <a:gd name="connsiteY2" fmla="*/ 50 h 109204"/>
                <a:gd name="connsiteX3" fmla="*/ 9840 w 62830"/>
                <a:gd name="connsiteY3" fmla="*/ 50 h 109204"/>
                <a:gd name="connsiteX4" fmla="*/ 91 w 62830"/>
                <a:gd name="connsiteY4" fmla="*/ 23555 h 109204"/>
                <a:gd name="connsiteX5" fmla="*/ 2257 w 62830"/>
                <a:gd name="connsiteY5" fmla="*/ 25363 h 109204"/>
                <a:gd name="connsiteX6" fmla="*/ 8757 w 62830"/>
                <a:gd name="connsiteY6" fmla="*/ 16323 h 109204"/>
                <a:gd name="connsiteX7" fmla="*/ 26451 w 62830"/>
                <a:gd name="connsiteY7" fmla="*/ 11983 h 109204"/>
                <a:gd name="connsiteX8" fmla="*/ 49561 w 62830"/>
                <a:gd name="connsiteY8" fmla="*/ 11983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19951" y="106724"/>
                  </a:moveTo>
                  <a:cubicBezTo>
                    <a:pt x="24284" y="107808"/>
                    <a:pt x="25006" y="107808"/>
                    <a:pt x="29339" y="109255"/>
                  </a:cubicBezTo>
                  <a:lnTo>
                    <a:pt x="62922" y="50"/>
                  </a:lnTo>
                  <a:lnTo>
                    <a:pt x="9840" y="50"/>
                  </a:lnTo>
                  <a:lnTo>
                    <a:pt x="91" y="23555"/>
                  </a:lnTo>
                  <a:lnTo>
                    <a:pt x="2257" y="25363"/>
                  </a:lnTo>
                  <a:cubicBezTo>
                    <a:pt x="4424" y="21385"/>
                    <a:pt x="6229" y="18854"/>
                    <a:pt x="8757" y="16323"/>
                  </a:cubicBezTo>
                  <a:cubicBezTo>
                    <a:pt x="12368" y="12345"/>
                    <a:pt x="13812" y="11983"/>
                    <a:pt x="26451" y="11983"/>
                  </a:cubicBezTo>
                  <a:lnTo>
                    <a:pt x="49561" y="11983"/>
                  </a:lnTo>
                  <a:close/>
                </a:path>
              </a:pathLst>
            </a:custGeom>
            <a:solidFill>
              <a:srgbClr val="000000"/>
            </a:solidFill>
            <a:ln w="23090" cap="flat">
              <a:noFill/>
              <a:prstDash val="solid"/>
              <a:miter/>
            </a:ln>
          </p:spPr>
          <p:txBody>
            <a:bodyPr rtlCol="0" anchor="ctr"/>
            <a:lstStyle/>
            <a:p>
              <a:endParaRPr lang="zh-CN" altLang="en-US"/>
            </a:p>
          </p:txBody>
        </p:sp>
        <p:sp>
          <p:nvSpPr>
            <p:cNvPr id="122" name="任意多边形: 形状 121"/>
            <p:cNvSpPr/>
            <p:nvPr/>
          </p:nvSpPr>
          <p:spPr>
            <a:xfrm>
              <a:off x="8970956" y="2417750"/>
              <a:ext cx="130006" cy="100151"/>
            </a:xfrm>
            <a:custGeom>
              <a:avLst/>
              <a:gdLst>
                <a:gd name="connsiteX0" fmla="*/ 84552 w 100384"/>
                <a:gd name="connsiteY0" fmla="*/ 85393 h 85338"/>
                <a:gd name="connsiteX1" fmla="*/ 100440 w 100384"/>
                <a:gd name="connsiteY1" fmla="*/ 85393 h 85338"/>
                <a:gd name="connsiteX2" fmla="*/ 57470 w 100384"/>
                <a:gd name="connsiteY2" fmla="*/ 55 h 85338"/>
                <a:gd name="connsiteX3" fmla="*/ 43026 w 100384"/>
                <a:gd name="connsiteY3" fmla="*/ 55 h 85338"/>
                <a:gd name="connsiteX4" fmla="*/ 55 w 100384"/>
                <a:gd name="connsiteY4" fmla="*/ 85393 h 85338"/>
                <a:gd name="connsiteX5" fmla="*/ 15944 w 100384"/>
                <a:gd name="connsiteY5" fmla="*/ 85393 h 85338"/>
                <a:gd name="connsiteX6" fmla="*/ 50248 w 100384"/>
                <a:gd name="connsiteY6" fmla="*/ 14157 h 8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84" h="85338">
                  <a:moveTo>
                    <a:pt x="84552" y="85393"/>
                  </a:moveTo>
                  <a:lnTo>
                    <a:pt x="100440" y="85393"/>
                  </a:lnTo>
                  <a:lnTo>
                    <a:pt x="57470" y="55"/>
                  </a:lnTo>
                  <a:lnTo>
                    <a:pt x="43026" y="55"/>
                  </a:lnTo>
                  <a:lnTo>
                    <a:pt x="55" y="85393"/>
                  </a:lnTo>
                  <a:lnTo>
                    <a:pt x="15944" y="85393"/>
                  </a:lnTo>
                  <a:lnTo>
                    <a:pt x="50248" y="14157"/>
                  </a:lnTo>
                  <a:close/>
                </a:path>
              </a:pathLst>
            </a:custGeom>
            <a:solidFill>
              <a:srgbClr val="000000"/>
            </a:solidFill>
            <a:ln w="23090" cap="flat">
              <a:noFill/>
              <a:prstDash val="solid"/>
              <a:miter/>
            </a:ln>
          </p:spPr>
          <p:txBody>
            <a:bodyPr rtlCol="0" anchor="ctr"/>
            <a:lstStyle/>
            <a:p>
              <a:endParaRPr lang="zh-CN" altLang="en-US"/>
            </a:p>
          </p:txBody>
        </p:sp>
      </p:grpSp>
      <p:sp>
        <p:nvSpPr>
          <p:cNvPr id="149" name="文本框 148"/>
          <p:cNvSpPr txBox="1"/>
          <p:nvPr/>
        </p:nvSpPr>
        <p:spPr>
          <a:xfrm>
            <a:off x="603237" y="2164263"/>
            <a:ext cx="6175250" cy="1569660"/>
          </a:xfrm>
          <a:prstGeom prst="rect">
            <a:avLst/>
          </a:prstGeom>
          <a:noFill/>
        </p:spPr>
        <p:txBody>
          <a:bodyPr wrap="square">
            <a:spAutoFit/>
          </a:bodyPr>
          <a:lstStyle/>
          <a:p>
            <a:pPr indent="0" algn="just">
              <a:spcBef>
                <a:spcPts val="0"/>
              </a:spcBef>
              <a:spcAft>
                <a:spcPts val="0"/>
              </a:spcAft>
              <a:buNone/>
            </a:pPr>
            <a:r>
              <a:rPr lang="en-US" altLang="zh-CN" sz="2400" b="1" u="sng" dirty="0">
                <a:ea typeface="华文楷体" panose="02010600040101010101" pitchFamily="2" charset="-122"/>
                <a:cs typeface="Times New Roman" panose="02020603050405020304" pitchFamily="18" charset="0"/>
                <a:sym typeface="+mn-ea"/>
              </a:rPr>
              <a:t>Q</a:t>
            </a:r>
            <a:r>
              <a:rPr lang="en-US" altLang="zh-CN" sz="2400" dirty="0">
                <a:ea typeface="华文楷体" panose="02010600040101010101" pitchFamily="2" charset="-122"/>
                <a:cs typeface="Times New Roman" panose="02020603050405020304" pitchFamily="18" charset="0"/>
                <a:sym typeface="+mn-ea"/>
              </a:rPr>
              <a:t>: Please find the names of all the teachers in the Music Department who taught courses in 2017, and the names of all the courses each person taught that year.</a:t>
            </a:r>
            <a:endParaRPr lang="en-US" altLang="zh-CN" sz="2400" dirty="0">
              <a:ea typeface="华文楷体" panose="02010600040101010101" pitchFamily="2" charset="-122"/>
              <a:cs typeface="Times New Roman" panose="02020603050405020304" pitchFamily="18" charset="0"/>
              <a:sym typeface="+mn-ea"/>
            </a:endParaRPr>
          </a:p>
        </p:txBody>
      </p:sp>
      <p:sp>
        <p:nvSpPr>
          <p:cNvPr id="150" name="文本框 149"/>
          <p:cNvSpPr txBox="1"/>
          <p:nvPr/>
        </p:nvSpPr>
        <p:spPr>
          <a:xfrm>
            <a:off x="603237" y="4828331"/>
            <a:ext cx="6175250" cy="519822"/>
          </a:xfrm>
          <a:prstGeom prst="rect">
            <a:avLst/>
          </a:prstGeom>
          <a:solidFill>
            <a:schemeClr val="accent2">
              <a:lumMod val="20000"/>
              <a:lumOff val="80000"/>
            </a:schemeClr>
          </a:solidFill>
        </p:spPr>
        <p:txBody>
          <a:bodyPr wrap="square">
            <a:spAutoFit/>
          </a:bodyPr>
          <a:lstStyle/>
          <a:p>
            <a:pPr indent="0" algn="just">
              <a:lnSpc>
                <a:spcPct val="125000"/>
              </a:lnSpc>
              <a:spcBef>
                <a:spcPts val="0"/>
              </a:spcBef>
              <a:spcAft>
                <a:spcPts val="0"/>
              </a:spcAft>
              <a:buNone/>
            </a:pPr>
            <a:r>
              <a:rPr lang="en-US" altLang="zh-CN" sz="2400" b="1" u="sng" dirty="0">
                <a:ea typeface="华文楷体" panose="02010600040101010101" pitchFamily="2" charset="-122"/>
                <a:cs typeface="Times New Roman" panose="02020603050405020304" pitchFamily="18" charset="0"/>
                <a:sym typeface="+mn-ea"/>
              </a:rPr>
              <a:t>Relational algebra expression:</a:t>
            </a:r>
            <a:endParaRPr lang="en-US" altLang="zh-CN" sz="2400" dirty="0">
              <a:ea typeface="华文楷体" panose="02010600040101010101" pitchFamily="2" charset="-122"/>
              <a:cs typeface="Times New Roman" panose="02020603050405020304" pitchFamily="18" charset="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p:sp>
        <p:nvSpPr>
          <p:cNvPr id="13" name="文本框 12"/>
          <p:cNvSpPr txBox="1"/>
          <p:nvPr/>
        </p:nvSpPr>
        <p:spPr>
          <a:xfrm>
            <a:off x="603237" y="906423"/>
            <a:ext cx="10609246" cy="1200329"/>
          </a:xfrm>
          <a:prstGeom prst="rect">
            <a:avLst/>
          </a:prstGeom>
          <a:no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rPr>
              <a:t>Instructor (</a:t>
            </a:r>
            <a:r>
              <a:rPr lang="en-US" altLang="zh-CN" sz="2400" u="sng" dirty="0">
                <a:ea typeface="华文楷体" panose="02010600040101010101" pitchFamily="2" charset="-122"/>
                <a:cs typeface="Times New Roman" panose="02020603050405020304" pitchFamily="18" charset="0"/>
              </a:rPr>
              <a:t>ID</a:t>
            </a:r>
            <a:r>
              <a:rPr lang="en-US" altLang="zh-CN" sz="2400" dirty="0">
                <a:ea typeface="华文楷体" panose="02010600040101010101" pitchFamily="2" charset="-122"/>
                <a:cs typeface="Times New Roman" panose="02020603050405020304" pitchFamily="18" charset="0"/>
              </a:rPr>
              <a:t>, name, </a:t>
            </a:r>
            <a:r>
              <a:rPr lang="en-US" altLang="zh-CN" sz="2400" dirty="0" err="1">
                <a:ea typeface="华文楷体" panose="02010600040101010101" pitchFamily="2" charset="-122"/>
                <a:cs typeface="Times New Roman" panose="02020603050405020304" pitchFamily="18" charset="0"/>
              </a:rPr>
              <a:t>dept_name</a:t>
            </a:r>
            <a:r>
              <a:rPr lang="en-US" altLang="zh-CN" sz="2400" dirty="0">
                <a:ea typeface="华文楷体" panose="02010600040101010101" pitchFamily="2" charset="-122"/>
                <a:cs typeface="Times New Roman" panose="02020603050405020304" pitchFamily="18" charset="0"/>
              </a:rPr>
              <a:t>, salary)</a:t>
            </a:r>
            <a:endParaRPr lang="en-US" altLang="zh-CN" sz="2400" dirty="0">
              <a:ea typeface="华文楷体" panose="02010600040101010101" pitchFamily="2" charset="-122"/>
              <a:cs typeface="Times New Roman" panose="02020603050405020304" pitchFamily="18" charset="0"/>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Teaches(</a:t>
            </a:r>
            <a:r>
              <a:rPr lang="en-US" altLang="zh-CN" sz="2400" u="sng" dirty="0">
                <a:ea typeface="华文楷体" panose="02010600040101010101" pitchFamily="2" charset="-122"/>
                <a:cs typeface="Times New Roman" panose="02020603050405020304" pitchFamily="18" charset="0"/>
                <a:sym typeface="+mn-ea"/>
              </a:rPr>
              <a:t>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sec_id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semester</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year</a:t>
            </a:r>
            <a:r>
              <a:rPr lang="en-US" altLang="zh-CN" sz="2400" dirty="0">
                <a:ea typeface="华文楷体" panose="02010600040101010101" pitchFamily="2" charset="-122"/>
                <a:cs typeface="Times New Roman" panose="02020603050405020304" pitchFamily="18" charset="0"/>
                <a:sym typeface="+mn-ea"/>
              </a:rPr>
              <a:t>)</a:t>
            </a:r>
            <a:endParaRPr lang="en-US" altLang="zh-CN" sz="2400" dirty="0">
              <a:ea typeface="华文楷体" panose="02010600040101010101" pitchFamily="2" charset="-122"/>
              <a:cs typeface="Times New Roman" panose="02020603050405020304" pitchFamily="18" charset="0"/>
              <a:sym typeface="+mn-ea"/>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Course(</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title, </a:t>
            </a:r>
            <a:r>
              <a:rPr lang="en-US" altLang="zh-CN" sz="2400" dirty="0" err="1">
                <a:ea typeface="华文楷体" panose="02010600040101010101" pitchFamily="2" charset="-122"/>
                <a:cs typeface="Times New Roman" panose="02020603050405020304" pitchFamily="18" charset="0"/>
                <a:sym typeface="+mn-ea"/>
              </a:rPr>
              <a:t>dept_name</a:t>
            </a:r>
            <a:r>
              <a:rPr lang="en-US" altLang="zh-CN" sz="2400" dirty="0">
                <a:ea typeface="华文楷体" panose="02010600040101010101" pitchFamily="2" charset="-122"/>
                <a:cs typeface="Times New Roman" panose="02020603050405020304" pitchFamily="18" charset="0"/>
                <a:sym typeface="+mn-ea"/>
              </a:rPr>
              <a:t>, credits)</a:t>
            </a:r>
            <a:endParaRPr lang="en-US" altLang="zh-CN" sz="2400" dirty="0">
              <a:ea typeface="华文楷体" panose="02010600040101010101" pitchFamily="2" charset="-122"/>
              <a:cs typeface="Times New Roman" panose="02020603050405020304" pitchFamily="18" charset="0"/>
              <a:sym typeface="+mn-ea"/>
            </a:endParaRPr>
          </a:p>
        </p:txBody>
      </p:sp>
      <p:sp>
        <p:nvSpPr>
          <p:cNvPr id="149" name="文本框 148"/>
          <p:cNvSpPr txBox="1"/>
          <p:nvPr/>
        </p:nvSpPr>
        <p:spPr>
          <a:xfrm>
            <a:off x="603237" y="2122252"/>
            <a:ext cx="6175250" cy="1569660"/>
          </a:xfrm>
          <a:prstGeom prst="rect">
            <a:avLst/>
          </a:prstGeom>
          <a:noFill/>
        </p:spPr>
        <p:txBody>
          <a:bodyPr wrap="square">
            <a:spAutoFit/>
          </a:bodyPr>
          <a:lstStyle/>
          <a:p>
            <a:pPr indent="0" algn="just">
              <a:spcBef>
                <a:spcPts val="0"/>
              </a:spcBef>
              <a:spcAft>
                <a:spcPts val="0"/>
              </a:spcAft>
              <a:buNone/>
            </a:pPr>
            <a:r>
              <a:rPr lang="en-US" altLang="zh-CN" sz="2400" b="1" u="sng" dirty="0">
                <a:ea typeface="华文楷体" panose="02010600040101010101" pitchFamily="2" charset="-122"/>
                <a:cs typeface="Times New Roman" panose="02020603050405020304" pitchFamily="18" charset="0"/>
                <a:sym typeface="+mn-ea"/>
              </a:rPr>
              <a:t>Q</a:t>
            </a:r>
            <a:r>
              <a:rPr lang="en-US" altLang="zh-CN" sz="2400" dirty="0">
                <a:ea typeface="华文楷体" panose="02010600040101010101" pitchFamily="2" charset="-122"/>
                <a:cs typeface="Times New Roman" panose="02020603050405020304" pitchFamily="18" charset="0"/>
                <a:sym typeface="+mn-ea"/>
              </a:rPr>
              <a:t>: Please find the names of all the teachers in the Music Department who taught courses in 2017, and the names of all the courses each person taught that year.</a:t>
            </a:r>
            <a:endParaRPr lang="en-US" altLang="zh-CN" sz="2400" dirty="0">
              <a:ea typeface="华文楷体" panose="02010600040101010101" pitchFamily="2" charset="-122"/>
              <a:cs typeface="Times New Roman" panose="02020603050405020304" pitchFamily="18" charset="0"/>
              <a:sym typeface="+mn-ea"/>
            </a:endParaRPr>
          </a:p>
        </p:txBody>
      </p:sp>
      <p:sp>
        <p:nvSpPr>
          <p:cNvPr id="150" name="文本框 149"/>
          <p:cNvSpPr txBox="1"/>
          <p:nvPr/>
        </p:nvSpPr>
        <p:spPr>
          <a:xfrm>
            <a:off x="572043" y="4059526"/>
            <a:ext cx="6175250" cy="1200329"/>
          </a:xfrm>
          <a:prstGeom prst="rect">
            <a:avLst/>
          </a:prstGeom>
          <a:solidFill>
            <a:schemeClr val="accent2">
              <a:lumMod val="20000"/>
              <a:lumOff val="80000"/>
            </a:schemeClr>
          </a:solid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Based on </a:t>
            </a:r>
            <a:r>
              <a:rPr lang="en-US" altLang="zh-CN" sz="2400" b="1" dirty="0">
                <a:solidFill>
                  <a:srgbClr val="FF0000"/>
                </a:solidFill>
                <a:ea typeface="华文楷体" panose="02010600040101010101" pitchFamily="2" charset="-122"/>
                <a:cs typeface="Times New Roman" panose="02020603050405020304" pitchFamily="18" charset="0"/>
                <a:sym typeface="+mn-ea"/>
              </a:rPr>
              <a:t>the Associative Law of Joins (L2), </a:t>
            </a:r>
            <a:r>
              <a:rPr lang="en-US" altLang="zh-CN" sz="2400" dirty="0">
                <a:ea typeface="华文楷体" panose="02010600040101010101" pitchFamily="2" charset="-122"/>
                <a:cs typeface="Times New Roman" panose="02020603050405020304" pitchFamily="18" charset="0"/>
                <a:sym typeface="+mn-ea"/>
              </a:rPr>
              <a:t>modify the join order (the optimal order can be determined based on the specific cost estimate):</a:t>
            </a:r>
            <a:endParaRPr lang="en-US" altLang="zh-CN" sz="2400" dirty="0">
              <a:ea typeface="华文楷体" panose="02010600040101010101" pitchFamily="2" charset="-122"/>
              <a:cs typeface="Times New Roman" panose="02020603050405020304" pitchFamily="18" charset="0"/>
              <a:sym typeface="+mn-ea"/>
            </a:endParaRPr>
          </a:p>
        </p:txBody>
      </p:sp>
      <p:sp>
        <p:nvSpPr>
          <p:cNvPr id="18" name="文本框 17"/>
          <p:cNvSpPr txBox="1"/>
          <p:nvPr/>
        </p:nvSpPr>
        <p:spPr>
          <a:xfrm>
            <a:off x="105952" y="5283595"/>
            <a:ext cx="11325683" cy="502830"/>
          </a:xfrm>
          <a:prstGeom prst="rect">
            <a:avLst/>
          </a:prstGeom>
          <a:noFill/>
        </p:spPr>
        <p:txBody>
          <a:bodyPr wrap="square">
            <a:spAutoFit/>
          </a:bodyPr>
          <a:lstStyle/>
          <a:p>
            <a:pPr lvl="1">
              <a:lnSpc>
                <a:spcPct val="120000"/>
              </a:lnSpc>
            </a:pPr>
            <a:r>
              <a:rPr lang="en-US" altLang="en-US" sz="2400" dirty="0">
                <a:sym typeface="Symbol" panose="05050102010706020507" pitchFamily="18" charset="2"/>
              </a:rPr>
              <a:t></a:t>
            </a:r>
            <a:r>
              <a:rPr lang="en-US" altLang="en-US" sz="2400" i="1" baseline="-25000" dirty="0">
                <a:sym typeface="Symbol" panose="05050102010706020507" pitchFamily="18" charset="2"/>
              </a:rPr>
              <a:t>name, title</a:t>
            </a:r>
            <a:r>
              <a:rPr lang="en-US" altLang="en-US" sz="2400" dirty="0">
                <a:sym typeface="Symbol" panose="05050102010706020507" pitchFamily="18" charset="2"/>
              </a:rPr>
              <a:t>(</a:t>
            </a:r>
            <a:r>
              <a:rPr lang="en-US" altLang="en-US" sz="2400" i="1" baseline="-25000" dirty="0" err="1">
                <a:sym typeface="Symbol" panose="05050102010706020507" pitchFamily="18" charset="2"/>
              </a:rPr>
              <a:t>dept_name</a:t>
            </a:r>
            <a:r>
              <a:rPr lang="en-US" altLang="en-US" sz="2400" i="1" baseline="-25000" dirty="0">
                <a:sym typeface="Symbol" panose="05050102010706020507" pitchFamily="18" charset="2"/>
              </a:rPr>
              <a:t>= </a:t>
            </a:r>
            <a:r>
              <a:rPr lang="en-IN" altLang="en-US" sz="2400" i="1" baseline="-25000" dirty="0">
                <a:sym typeface="Symbol" panose="05050102010706020507" pitchFamily="18" charset="2"/>
              </a:rPr>
              <a:t>‘</a:t>
            </a:r>
            <a:r>
              <a:rPr lang="en-US" altLang="ja-JP" sz="2400" baseline="-25000" dirty="0">
                <a:sym typeface="Symbol" panose="05050102010706020507" pitchFamily="18" charset="2"/>
              </a:rPr>
              <a:t>Music</a:t>
            </a:r>
            <a:r>
              <a:rPr lang="en-IN" altLang="ja-JP" sz="2400" baseline="-25000" dirty="0">
                <a:sym typeface="Symbol" panose="05050102010706020507" pitchFamily="18" charset="2"/>
              </a:rPr>
              <a:t>’</a:t>
            </a:r>
            <a:r>
              <a:rPr lang="en-US" altLang="ja-JP" sz="2400" baseline="-25000" dirty="0">
                <a:sym typeface="Symbol" panose="05050102010706020507" pitchFamily="18" charset="2"/>
              </a:rPr>
              <a:t></a:t>
            </a:r>
            <a:r>
              <a:rPr lang="en-US" altLang="ja-JP" sz="2400" i="1" baseline="-25000" dirty="0">
                <a:sym typeface="Symbol" panose="05050102010706020507" pitchFamily="18" charset="2"/>
              </a:rPr>
              <a:t>year</a:t>
            </a:r>
            <a:r>
              <a:rPr lang="en-US" altLang="ja-JP" sz="2400" baseline="-25000" dirty="0">
                <a:sym typeface="Symbol" panose="05050102010706020507" pitchFamily="18" charset="2"/>
              </a:rPr>
              <a:t> = 2017</a:t>
            </a:r>
            <a:r>
              <a:rPr lang="en-US" altLang="ja-JP" sz="2400" dirty="0">
                <a:sym typeface="Symbol" panose="05050102010706020507" pitchFamily="18" charset="2"/>
              </a:rPr>
              <a:t>(</a:t>
            </a:r>
            <a:r>
              <a:rPr lang="en-US" altLang="ja-JP" sz="2400" b="1" dirty="0">
                <a:solidFill>
                  <a:srgbClr val="FF0000"/>
                </a:solidFill>
                <a:sym typeface="Symbol" panose="05050102010706020507" pitchFamily="18" charset="2"/>
              </a:rPr>
              <a:t>(</a:t>
            </a:r>
            <a:r>
              <a:rPr lang="en-US" altLang="ja-JP" sz="2400" b="1" i="1" dirty="0">
                <a:solidFill>
                  <a:srgbClr val="FF0000"/>
                </a:solidFill>
                <a:sym typeface="Symbol" panose="05050102010706020507" pitchFamily="18" charset="2"/>
              </a:rPr>
              <a:t>instructor </a:t>
            </a:r>
            <a:r>
              <a:rPr lang="en-IN" altLang="en-US" sz="2400" b="1" dirty="0">
                <a:solidFill>
                  <a:srgbClr val="FF0000"/>
                </a:solidFill>
                <a:ea typeface="MS PGothic" panose="020B0600070205080204" pitchFamily="34" charset="-128"/>
              </a:rPr>
              <a:t>⨝</a:t>
            </a:r>
            <a:r>
              <a:rPr lang="en-US" altLang="en-US" sz="2400" b="1" i="1" dirty="0">
                <a:solidFill>
                  <a:srgbClr val="FF0000"/>
                </a:solidFill>
                <a:ea typeface="MS PGothic" panose="020B0600070205080204" pitchFamily="34" charset="-128"/>
              </a:rPr>
              <a:t> </a:t>
            </a:r>
            <a:r>
              <a:rPr lang="en-US" altLang="ja-JP" sz="2400" b="1" i="1" dirty="0">
                <a:solidFill>
                  <a:srgbClr val="FF0000"/>
                </a:solidFill>
                <a:sym typeface="Symbol" panose="05050102010706020507" pitchFamily="18" charset="2"/>
              </a:rPr>
              <a:t>teaches)</a:t>
            </a:r>
            <a:r>
              <a:rPr lang="en-IN" altLang="en-US" sz="2400" b="1" dirty="0">
                <a:solidFill>
                  <a:srgbClr val="FF0000"/>
                </a:solidFill>
                <a:ea typeface="MS PGothic" panose="020B0600070205080204" pitchFamily="34" charset="-128"/>
              </a:rPr>
              <a:t> </a:t>
            </a:r>
            <a:r>
              <a:rPr lang="en-IN" altLang="en-US" sz="2400" dirty="0">
                <a:ea typeface="MS PGothic" panose="020B0600070205080204" pitchFamily="34" charset="-128"/>
              </a:rPr>
              <a:t>⨝</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baseline="-25000" dirty="0" err="1">
                <a:sym typeface="Symbol" panose="05050102010706020507" pitchFamily="18" charset="2"/>
              </a:rPr>
              <a:t>course_id</a:t>
            </a:r>
            <a:r>
              <a:rPr lang="en-US" altLang="ja-JP" sz="2400" i="1" baseline="-25000" dirty="0">
                <a:sym typeface="Symbol" panose="05050102010706020507" pitchFamily="18" charset="2"/>
              </a:rPr>
              <a:t>, title</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dirty="0">
                <a:sym typeface="Symbol" panose="05050102010706020507" pitchFamily="18" charset="2"/>
              </a:rPr>
              <a:t>course</a:t>
            </a:r>
            <a:r>
              <a:rPr lang="en-US" altLang="ja-JP" sz="2400" dirty="0">
                <a:sym typeface="Symbol" panose="05050102010706020507" pitchFamily="18" charset="2"/>
              </a:rPr>
              <a:t>)))</a:t>
            </a:r>
            <a:endParaRPr lang="en-US" altLang="ja-JP" sz="2400" dirty="0">
              <a:sym typeface="Symbol" panose="05050102010706020507" pitchFamily="18" charset="2"/>
            </a:endParaRPr>
          </a:p>
        </p:txBody>
      </p:sp>
      <p:sp>
        <p:nvSpPr>
          <p:cNvPr id="291" name="任意多边形: 形状 290"/>
          <p:cNvSpPr/>
          <p:nvPr/>
        </p:nvSpPr>
        <p:spPr>
          <a:xfrm flipV="1">
            <a:off x="9113707" y="1117952"/>
            <a:ext cx="26540" cy="449125"/>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292" name="任意多边形: 形状 291"/>
          <p:cNvSpPr/>
          <p:nvPr/>
        </p:nvSpPr>
        <p:spPr>
          <a:xfrm flipV="1">
            <a:off x="8385634" y="3096131"/>
            <a:ext cx="546467" cy="393068"/>
          </a:xfrm>
          <a:custGeom>
            <a:avLst/>
            <a:gdLst>
              <a:gd name="connsiteX0" fmla="*/ 473652 w 475837"/>
              <a:gd name="connsiteY0" fmla="*/ 313422 h 314485"/>
              <a:gd name="connsiteX1" fmla="*/ -2186 w 475837"/>
              <a:gd name="connsiteY1" fmla="*/ -1063 h 314485"/>
            </a:gdLst>
            <a:ahLst/>
            <a:cxnLst>
              <a:cxn ang="0">
                <a:pos x="connsiteX0" y="connsiteY0"/>
              </a:cxn>
              <a:cxn ang="0">
                <a:pos x="connsiteX1" y="connsiteY1"/>
              </a:cxn>
            </a:cxnLst>
            <a:rect l="l" t="t" r="r" b="b"/>
            <a:pathLst>
              <a:path w="475837" h="314485">
                <a:moveTo>
                  <a:pt x="473652" y="313422"/>
                </a:moveTo>
                <a:lnTo>
                  <a:pt x="-2186" y="-1063"/>
                </a:lnTo>
              </a:path>
            </a:pathLst>
          </a:custGeom>
          <a:noFill/>
          <a:ln w="11545" cap="flat">
            <a:solidFill>
              <a:srgbClr val="231F20"/>
            </a:solidFill>
            <a:prstDash val="solid"/>
            <a:miter/>
          </a:ln>
        </p:spPr>
        <p:txBody>
          <a:bodyPr rtlCol="0" anchor="ctr"/>
          <a:lstStyle/>
          <a:p>
            <a:endParaRPr lang="zh-CN" altLang="en-US"/>
          </a:p>
        </p:txBody>
      </p:sp>
      <p:sp>
        <p:nvSpPr>
          <p:cNvPr id="293" name="任意多边形: 形状 292"/>
          <p:cNvSpPr/>
          <p:nvPr/>
        </p:nvSpPr>
        <p:spPr>
          <a:xfrm flipV="1">
            <a:off x="7467600" y="3051152"/>
            <a:ext cx="2990975" cy="1168315"/>
          </a:xfrm>
          <a:custGeom>
            <a:avLst/>
            <a:gdLst>
              <a:gd name="connsiteX0" fmla="*/ 1713177 w 2604398"/>
              <a:gd name="connsiteY0" fmla="*/ 933811 h 934743"/>
              <a:gd name="connsiteX1" fmla="*/ 2602110 w 2604398"/>
              <a:gd name="connsiteY1" fmla="*/ 592109 h 934743"/>
              <a:gd name="connsiteX2" fmla="*/ 617433 w 2604398"/>
              <a:gd name="connsiteY2" fmla="*/ 349644 h 934743"/>
              <a:gd name="connsiteX3" fmla="*/ -2289 w 2604398"/>
              <a:gd name="connsiteY3" fmla="*/ -933 h 934743"/>
              <a:gd name="connsiteX4" fmla="*/ 967806 w 2604398"/>
              <a:gd name="connsiteY4" fmla="*/ 340422 h 934743"/>
              <a:gd name="connsiteX5" fmla="*/ 1551591 w 2604398"/>
              <a:gd name="connsiteY5" fmla="*/ 8200 h 93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4398" h="934743">
                <a:moveTo>
                  <a:pt x="1713177" y="933811"/>
                </a:moveTo>
                <a:lnTo>
                  <a:pt x="2602110" y="592109"/>
                </a:lnTo>
                <a:moveTo>
                  <a:pt x="617433" y="349644"/>
                </a:moveTo>
                <a:lnTo>
                  <a:pt x="-2289" y="-933"/>
                </a:lnTo>
                <a:moveTo>
                  <a:pt x="967806" y="340422"/>
                </a:moveTo>
                <a:lnTo>
                  <a:pt x="1551591" y="8200"/>
                </a:lnTo>
              </a:path>
            </a:pathLst>
          </a:custGeom>
          <a:noFill/>
          <a:ln w="11545" cap="flat">
            <a:solidFill>
              <a:srgbClr val="231F20"/>
            </a:solidFill>
            <a:prstDash val="solid"/>
            <a:miter/>
          </a:ln>
        </p:spPr>
        <p:txBody>
          <a:bodyPr rtlCol="0" anchor="ctr"/>
          <a:lstStyle/>
          <a:p>
            <a:endParaRPr lang="zh-CN" altLang="en-US"/>
          </a:p>
        </p:txBody>
      </p:sp>
      <p:sp>
        <p:nvSpPr>
          <p:cNvPr id="294" name="任意多边形: 形状 293"/>
          <p:cNvSpPr/>
          <p:nvPr/>
        </p:nvSpPr>
        <p:spPr>
          <a:xfrm flipH="1" flipV="1">
            <a:off x="10731242" y="3925121"/>
            <a:ext cx="45719" cy="288642"/>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295" name="任意多边形: 形状 294"/>
          <p:cNvSpPr/>
          <p:nvPr/>
        </p:nvSpPr>
        <p:spPr>
          <a:xfrm>
            <a:off x="9018032" y="844432"/>
            <a:ext cx="155096" cy="234115"/>
          </a:xfrm>
          <a:custGeom>
            <a:avLst/>
            <a:gdLst>
              <a:gd name="connsiteX0" fmla="*/ 258 w 135050"/>
              <a:gd name="connsiteY0" fmla="*/ 8 h 187310"/>
              <a:gd name="connsiteX1" fmla="*/ 258 w 135050"/>
              <a:gd name="connsiteY1" fmla="*/ 3985 h 187310"/>
              <a:gd name="connsiteX2" fmla="*/ 5313 w 135050"/>
              <a:gd name="connsiteY2" fmla="*/ 3985 h 187310"/>
              <a:gd name="connsiteX3" fmla="*/ 19035 w 135050"/>
              <a:gd name="connsiteY3" fmla="*/ 20619 h 187310"/>
              <a:gd name="connsiteX4" fmla="*/ 19035 w 135050"/>
              <a:gd name="connsiteY4" fmla="*/ 167069 h 187310"/>
              <a:gd name="connsiteX5" fmla="*/ 5313 w 135050"/>
              <a:gd name="connsiteY5" fmla="*/ 183341 h 187310"/>
              <a:gd name="connsiteX6" fmla="*/ 619 w 135050"/>
              <a:gd name="connsiteY6" fmla="*/ 183341 h 187310"/>
              <a:gd name="connsiteX7" fmla="*/ 619 w 135050"/>
              <a:gd name="connsiteY7" fmla="*/ 187318 h 187310"/>
              <a:gd name="connsiteX8" fmla="*/ 56950 w 135050"/>
              <a:gd name="connsiteY8" fmla="*/ 187318 h 187310"/>
              <a:gd name="connsiteX9" fmla="*/ 56950 w 135050"/>
              <a:gd name="connsiteY9" fmla="*/ 183341 h 187310"/>
              <a:gd name="connsiteX10" fmla="*/ 51895 w 135050"/>
              <a:gd name="connsiteY10" fmla="*/ 183341 h 187310"/>
              <a:gd name="connsiteX11" fmla="*/ 38534 w 135050"/>
              <a:gd name="connsiteY11" fmla="*/ 167069 h 187310"/>
              <a:gd name="connsiteX12" fmla="*/ 38534 w 135050"/>
              <a:gd name="connsiteY12" fmla="*/ 20619 h 187310"/>
              <a:gd name="connsiteX13" fmla="*/ 52256 w 135050"/>
              <a:gd name="connsiteY13" fmla="*/ 3985 h 187310"/>
              <a:gd name="connsiteX14" fmla="*/ 83671 w 135050"/>
              <a:gd name="connsiteY14" fmla="*/ 3985 h 187310"/>
              <a:gd name="connsiteX15" fmla="*/ 97393 w 135050"/>
              <a:gd name="connsiteY15" fmla="*/ 20619 h 187310"/>
              <a:gd name="connsiteX16" fmla="*/ 97393 w 135050"/>
              <a:gd name="connsiteY16" fmla="*/ 167069 h 187310"/>
              <a:gd name="connsiteX17" fmla="*/ 83671 w 135050"/>
              <a:gd name="connsiteY17" fmla="*/ 183341 h 187310"/>
              <a:gd name="connsiteX18" fmla="*/ 78977 w 135050"/>
              <a:gd name="connsiteY18" fmla="*/ 183341 h 187310"/>
              <a:gd name="connsiteX19" fmla="*/ 78977 w 135050"/>
              <a:gd name="connsiteY19" fmla="*/ 187318 h 187310"/>
              <a:gd name="connsiteX20" fmla="*/ 134947 w 135050"/>
              <a:gd name="connsiteY20" fmla="*/ 187318 h 187310"/>
              <a:gd name="connsiteX21" fmla="*/ 134947 w 135050"/>
              <a:gd name="connsiteY21" fmla="*/ 183341 h 187310"/>
              <a:gd name="connsiteX22" fmla="*/ 130253 w 135050"/>
              <a:gd name="connsiteY22" fmla="*/ 183341 h 187310"/>
              <a:gd name="connsiteX23" fmla="*/ 116892 w 135050"/>
              <a:gd name="connsiteY23" fmla="*/ 167069 h 187310"/>
              <a:gd name="connsiteX24" fmla="*/ 116892 w 135050"/>
              <a:gd name="connsiteY24" fmla="*/ 20619 h 187310"/>
              <a:gd name="connsiteX25" fmla="*/ 130614 w 135050"/>
              <a:gd name="connsiteY25" fmla="*/ 3985 h 187310"/>
              <a:gd name="connsiteX26" fmla="*/ 135308 w 135050"/>
              <a:gd name="connsiteY26" fmla="*/ 3985 h 187310"/>
              <a:gd name="connsiteX27" fmla="*/ 135308 w 135050"/>
              <a:gd name="connsiteY27" fmla="*/ 8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258" y="8"/>
                </a:moveTo>
                <a:lnTo>
                  <a:pt x="258" y="3985"/>
                </a:lnTo>
                <a:lnTo>
                  <a:pt x="5313" y="3985"/>
                </a:lnTo>
                <a:cubicBezTo>
                  <a:pt x="17230" y="3985"/>
                  <a:pt x="19035" y="6155"/>
                  <a:pt x="19035" y="20619"/>
                </a:cubicBezTo>
                <a:lnTo>
                  <a:pt x="19035" y="167069"/>
                </a:lnTo>
                <a:cubicBezTo>
                  <a:pt x="19035" y="181533"/>
                  <a:pt x="17230" y="183341"/>
                  <a:pt x="5313" y="183341"/>
                </a:cubicBezTo>
                <a:lnTo>
                  <a:pt x="619" y="183341"/>
                </a:lnTo>
                <a:lnTo>
                  <a:pt x="619" y="187318"/>
                </a:lnTo>
                <a:lnTo>
                  <a:pt x="56950" y="187318"/>
                </a:lnTo>
                <a:lnTo>
                  <a:pt x="56950" y="183341"/>
                </a:lnTo>
                <a:lnTo>
                  <a:pt x="51895" y="183341"/>
                </a:lnTo>
                <a:cubicBezTo>
                  <a:pt x="40340" y="183341"/>
                  <a:pt x="38534" y="181171"/>
                  <a:pt x="38534" y="167069"/>
                </a:cubicBezTo>
                <a:lnTo>
                  <a:pt x="38534" y="20619"/>
                </a:lnTo>
                <a:cubicBezTo>
                  <a:pt x="38534" y="6155"/>
                  <a:pt x="40340" y="3985"/>
                  <a:pt x="52256" y="3985"/>
                </a:cubicBezTo>
                <a:lnTo>
                  <a:pt x="83671" y="3985"/>
                </a:lnTo>
                <a:cubicBezTo>
                  <a:pt x="95226" y="3985"/>
                  <a:pt x="97393" y="6155"/>
                  <a:pt x="97393" y="20619"/>
                </a:cubicBezTo>
                <a:lnTo>
                  <a:pt x="97393" y="167069"/>
                </a:lnTo>
                <a:cubicBezTo>
                  <a:pt x="97393" y="181533"/>
                  <a:pt x="95226" y="183341"/>
                  <a:pt x="83671" y="183341"/>
                </a:cubicBezTo>
                <a:lnTo>
                  <a:pt x="78977" y="183341"/>
                </a:lnTo>
                <a:lnTo>
                  <a:pt x="78977" y="187318"/>
                </a:lnTo>
                <a:lnTo>
                  <a:pt x="134947" y="187318"/>
                </a:lnTo>
                <a:lnTo>
                  <a:pt x="134947" y="183341"/>
                </a:lnTo>
                <a:lnTo>
                  <a:pt x="130253" y="183341"/>
                </a:lnTo>
                <a:cubicBezTo>
                  <a:pt x="118698" y="183341"/>
                  <a:pt x="116892" y="181171"/>
                  <a:pt x="116892" y="167069"/>
                </a:cubicBezTo>
                <a:lnTo>
                  <a:pt x="116892" y="20619"/>
                </a:lnTo>
                <a:cubicBezTo>
                  <a:pt x="116892" y="6155"/>
                  <a:pt x="118698" y="3985"/>
                  <a:pt x="130614" y="3985"/>
                </a:cubicBezTo>
                <a:lnTo>
                  <a:pt x="135308" y="3985"/>
                </a:lnTo>
                <a:lnTo>
                  <a:pt x="135308" y="8"/>
                </a:lnTo>
                <a:close/>
              </a:path>
            </a:pathLst>
          </a:custGeom>
          <a:solidFill>
            <a:srgbClr val="000000"/>
          </a:solidFill>
          <a:ln w="23090" cap="flat">
            <a:noFill/>
            <a:prstDash val="solid"/>
            <a:miter/>
          </a:ln>
        </p:spPr>
        <p:txBody>
          <a:bodyPr rtlCol="0" anchor="ctr"/>
          <a:lstStyle/>
          <a:p>
            <a:endParaRPr lang="zh-CN" altLang="en-US"/>
          </a:p>
        </p:txBody>
      </p:sp>
      <p:grpSp>
        <p:nvGrpSpPr>
          <p:cNvPr id="296" name="Graphic 2"/>
          <p:cNvGrpSpPr/>
          <p:nvPr/>
        </p:nvGrpSpPr>
        <p:grpSpPr>
          <a:xfrm>
            <a:off x="9202873" y="968721"/>
            <a:ext cx="742532" cy="159542"/>
            <a:chOff x="8779618" y="2714205"/>
            <a:chExt cx="646561" cy="127646"/>
          </a:xfrm>
        </p:grpSpPr>
        <p:sp>
          <p:nvSpPr>
            <p:cNvPr id="297" name="任意多边形: 形状 296"/>
            <p:cNvSpPr/>
            <p:nvPr/>
          </p:nvSpPr>
          <p:spPr>
            <a:xfrm>
              <a:off x="8779618" y="2750727"/>
              <a:ext cx="69330" cy="74128"/>
            </a:xfrm>
            <a:custGeom>
              <a:avLst/>
              <a:gdLst>
                <a:gd name="connsiteX0" fmla="*/ 33847 w 69330"/>
                <a:gd name="connsiteY0" fmla="*/ 11 h 74128"/>
                <a:gd name="connsiteX1" fmla="*/ 11820 w 69330"/>
                <a:gd name="connsiteY1" fmla="*/ 2180 h 74128"/>
                <a:gd name="connsiteX2" fmla="*/ 10737 w 69330"/>
                <a:gd name="connsiteY2" fmla="*/ 5434 h 74128"/>
                <a:gd name="connsiteX3" fmla="*/ 12542 w 69330"/>
                <a:gd name="connsiteY3" fmla="*/ 5073 h 74128"/>
                <a:gd name="connsiteX4" fmla="*/ 15431 w 69330"/>
                <a:gd name="connsiteY4" fmla="*/ 4711 h 74128"/>
                <a:gd name="connsiteX5" fmla="*/ 19042 w 69330"/>
                <a:gd name="connsiteY5" fmla="*/ 7966 h 74128"/>
                <a:gd name="connsiteX6" fmla="*/ 17598 w 69330"/>
                <a:gd name="connsiteY6" fmla="*/ 14836 h 74128"/>
                <a:gd name="connsiteX7" fmla="*/ 265 w 69330"/>
                <a:gd name="connsiteY7" fmla="*/ 72331 h 74128"/>
                <a:gd name="connsiteX8" fmla="*/ 12181 w 69330"/>
                <a:gd name="connsiteY8" fmla="*/ 72331 h 74128"/>
                <a:gd name="connsiteX9" fmla="*/ 17236 w 69330"/>
                <a:gd name="connsiteY9" fmla="*/ 53528 h 74128"/>
                <a:gd name="connsiteX10" fmla="*/ 32402 w 69330"/>
                <a:gd name="connsiteY10" fmla="*/ 26769 h 74128"/>
                <a:gd name="connsiteX11" fmla="*/ 52624 w 69330"/>
                <a:gd name="connsiteY11" fmla="*/ 9774 h 74128"/>
                <a:gd name="connsiteX12" fmla="*/ 56596 w 69330"/>
                <a:gd name="connsiteY12" fmla="*/ 14475 h 74128"/>
                <a:gd name="connsiteX13" fmla="*/ 55513 w 69330"/>
                <a:gd name="connsiteY13" fmla="*/ 22068 h 74128"/>
                <a:gd name="connsiteX14" fmla="*/ 42874 w 69330"/>
                <a:gd name="connsiteY14" fmla="*/ 62930 h 74128"/>
                <a:gd name="connsiteX15" fmla="*/ 41791 w 69330"/>
                <a:gd name="connsiteY15" fmla="*/ 67630 h 74128"/>
                <a:gd name="connsiteX16" fmla="*/ 48652 w 69330"/>
                <a:gd name="connsiteY16" fmla="*/ 74139 h 74128"/>
                <a:gd name="connsiteX17" fmla="*/ 69595 w 69330"/>
                <a:gd name="connsiteY17" fmla="*/ 58590 h 74128"/>
                <a:gd name="connsiteX18" fmla="*/ 68151 w 69330"/>
                <a:gd name="connsiteY18" fmla="*/ 57144 h 74128"/>
                <a:gd name="connsiteX19" fmla="*/ 56957 w 69330"/>
                <a:gd name="connsiteY19" fmla="*/ 66546 h 74128"/>
                <a:gd name="connsiteX20" fmla="*/ 54790 w 69330"/>
                <a:gd name="connsiteY20" fmla="*/ 64376 h 74128"/>
                <a:gd name="connsiteX21" fmla="*/ 55513 w 69330"/>
                <a:gd name="connsiteY21" fmla="*/ 60760 h 74128"/>
                <a:gd name="connsiteX22" fmla="*/ 67068 w 69330"/>
                <a:gd name="connsiteY22" fmla="*/ 20260 h 74128"/>
                <a:gd name="connsiteX23" fmla="*/ 68512 w 69330"/>
                <a:gd name="connsiteY23" fmla="*/ 10859 h 74128"/>
                <a:gd name="connsiteX24" fmla="*/ 59846 w 69330"/>
                <a:gd name="connsiteY24" fmla="*/ 734 h 74128"/>
                <a:gd name="connsiteX25" fmla="*/ 23014 w 69330"/>
                <a:gd name="connsiteY25" fmla="*/ 3400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847" y="11"/>
                  </a:moveTo>
                  <a:cubicBezTo>
                    <a:pt x="23736" y="1457"/>
                    <a:pt x="21931" y="1457"/>
                    <a:pt x="11820" y="2180"/>
                  </a:cubicBezTo>
                  <a:lnTo>
                    <a:pt x="10737" y="5434"/>
                  </a:lnTo>
                  <a:lnTo>
                    <a:pt x="12542" y="5073"/>
                  </a:lnTo>
                  <a:cubicBezTo>
                    <a:pt x="13625" y="5073"/>
                    <a:pt x="14709" y="4711"/>
                    <a:pt x="15431" y="4711"/>
                  </a:cubicBezTo>
                  <a:cubicBezTo>
                    <a:pt x="17236" y="4711"/>
                    <a:pt x="19042" y="6519"/>
                    <a:pt x="19042" y="7966"/>
                  </a:cubicBezTo>
                  <a:cubicBezTo>
                    <a:pt x="19042" y="8689"/>
                    <a:pt x="18681" y="11582"/>
                    <a:pt x="17598" y="14836"/>
                  </a:cubicBezTo>
                  <a:lnTo>
                    <a:pt x="265" y="72331"/>
                  </a:lnTo>
                  <a:lnTo>
                    <a:pt x="12181" y="72331"/>
                  </a:lnTo>
                  <a:lnTo>
                    <a:pt x="17236" y="53528"/>
                  </a:lnTo>
                  <a:cubicBezTo>
                    <a:pt x="20125" y="44488"/>
                    <a:pt x="24097" y="37256"/>
                    <a:pt x="32402" y="26769"/>
                  </a:cubicBezTo>
                  <a:cubicBezTo>
                    <a:pt x="42152" y="14836"/>
                    <a:pt x="47930" y="9774"/>
                    <a:pt x="52624" y="9774"/>
                  </a:cubicBezTo>
                  <a:cubicBezTo>
                    <a:pt x="54790" y="9774"/>
                    <a:pt x="56596" y="11943"/>
                    <a:pt x="56596" y="14475"/>
                  </a:cubicBezTo>
                  <a:cubicBezTo>
                    <a:pt x="56596" y="16283"/>
                    <a:pt x="56235" y="19537"/>
                    <a:pt x="55513" y="22068"/>
                  </a:cubicBezTo>
                  <a:lnTo>
                    <a:pt x="42874" y="62930"/>
                  </a:lnTo>
                  <a:cubicBezTo>
                    <a:pt x="42152" y="64376"/>
                    <a:pt x="41791" y="66546"/>
                    <a:pt x="41791" y="67630"/>
                  </a:cubicBezTo>
                  <a:cubicBezTo>
                    <a:pt x="41791" y="71246"/>
                    <a:pt x="44680" y="74139"/>
                    <a:pt x="48652" y="74139"/>
                  </a:cubicBezTo>
                  <a:cubicBezTo>
                    <a:pt x="54790" y="74139"/>
                    <a:pt x="62012" y="69077"/>
                    <a:pt x="69595" y="58590"/>
                  </a:cubicBezTo>
                  <a:lnTo>
                    <a:pt x="68151" y="57144"/>
                  </a:lnTo>
                  <a:cubicBezTo>
                    <a:pt x="63818" y="62930"/>
                    <a:pt x="59124" y="66546"/>
                    <a:pt x="56957" y="66546"/>
                  </a:cubicBezTo>
                  <a:cubicBezTo>
                    <a:pt x="55874" y="66546"/>
                    <a:pt x="54790" y="65461"/>
                    <a:pt x="54790" y="64376"/>
                  </a:cubicBezTo>
                  <a:cubicBezTo>
                    <a:pt x="54790" y="63291"/>
                    <a:pt x="55152" y="62206"/>
                    <a:pt x="55513" y="60760"/>
                  </a:cubicBezTo>
                  <a:lnTo>
                    <a:pt x="67068" y="20260"/>
                  </a:lnTo>
                  <a:cubicBezTo>
                    <a:pt x="68151" y="17006"/>
                    <a:pt x="68512" y="14113"/>
                    <a:pt x="68512" y="10859"/>
                  </a:cubicBezTo>
                  <a:cubicBezTo>
                    <a:pt x="68512" y="4711"/>
                    <a:pt x="65262" y="734"/>
                    <a:pt x="59846" y="734"/>
                  </a:cubicBezTo>
                  <a:cubicBezTo>
                    <a:pt x="50096" y="734"/>
                    <a:pt x="39624" y="10135"/>
                    <a:pt x="23014" y="34001"/>
                  </a:cubicBezTo>
                  <a:close/>
                </a:path>
              </a:pathLst>
            </a:custGeom>
            <a:solidFill>
              <a:srgbClr val="000000"/>
            </a:solidFill>
            <a:ln w="23090" cap="flat">
              <a:noFill/>
              <a:prstDash val="solid"/>
              <a:miter/>
            </a:ln>
          </p:spPr>
          <p:txBody>
            <a:bodyPr rtlCol="0" anchor="ctr"/>
            <a:lstStyle/>
            <a:p>
              <a:endParaRPr lang="zh-CN" altLang="en-US"/>
            </a:p>
          </p:txBody>
        </p:sp>
        <p:sp>
          <p:nvSpPr>
            <p:cNvPr id="298" name="任意多边形: 形状 297"/>
            <p:cNvSpPr/>
            <p:nvPr/>
          </p:nvSpPr>
          <p:spPr>
            <a:xfrm>
              <a:off x="8859496" y="2751450"/>
              <a:ext cx="70413" cy="74128"/>
            </a:xfrm>
            <a:custGeom>
              <a:avLst/>
              <a:gdLst>
                <a:gd name="connsiteX0" fmla="*/ 66710 w 70413"/>
                <a:gd name="connsiteY0" fmla="*/ 54974 h 74128"/>
                <a:gd name="connsiteX1" fmla="*/ 54794 w 70413"/>
                <a:gd name="connsiteY1" fmla="*/ 65461 h 74128"/>
                <a:gd name="connsiteX2" fmla="*/ 52988 w 70413"/>
                <a:gd name="connsiteY2" fmla="*/ 63653 h 74128"/>
                <a:gd name="connsiteX3" fmla="*/ 54072 w 70413"/>
                <a:gd name="connsiteY3" fmla="*/ 59314 h 74128"/>
                <a:gd name="connsiteX4" fmla="*/ 70682 w 70413"/>
                <a:gd name="connsiteY4" fmla="*/ 734 h 74128"/>
                <a:gd name="connsiteX5" fmla="*/ 58405 w 70413"/>
                <a:gd name="connsiteY5" fmla="*/ 2180 h 74128"/>
                <a:gd name="connsiteX6" fmla="*/ 56238 w 70413"/>
                <a:gd name="connsiteY6" fmla="*/ 10859 h 74128"/>
                <a:gd name="connsiteX7" fmla="*/ 44322 w 70413"/>
                <a:gd name="connsiteY7" fmla="*/ 11 h 74128"/>
                <a:gd name="connsiteX8" fmla="*/ 268 w 70413"/>
                <a:gd name="connsiteY8" fmla="*/ 56059 h 74128"/>
                <a:gd name="connsiteX9" fmla="*/ 14351 w 70413"/>
                <a:gd name="connsiteY9" fmla="*/ 73416 h 74128"/>
                <a:gd name="connsiteX10" fmla="*/ 30239 w 70413"/>
                <a:gd name="connsiteY10" fmla="*/ 67269 h 74128"/>
                <a:gd name="connsiteX11" fmla="*/ 43961 w 70413"/>
                <a:gd name="connsiteY11" fmla="*/ 52443 h 74128"/>
                <a:gd name="connsiteX12" fmla="*/ 43239 w 70413"/>
                <a:gd name="connsiteY12" fmla="*/ 56059 h 74128"/>
                <a:gd name="connsiteX13" fmla="*/ 41072 w 70413"/>
                <a:gd name="connsiteY13" fmla="*/ 66907 h 74128"/>
                <a:gd name="connsiteX14" fmla="*/ 47572 w 70413"/>
                <a:gd name="connsiteY14" fmla="*/ 74139 h 74128"/>
                <a:gd name="connsiteX15" fmla="*/ 68877 w 70413"/>
                <a:gd name="connsiteY15" fmla="*/ 57144 h 74128"/>
                <a:gd name="connsiteX16" fmla="*/ 44683 w 70413"/>
                <a:gd name="connsiteY16" fmla="*/ 4711 h 74128"/>
                <a:gd name="connsiteX17" fmla="*/ 53350 w 70413"/>
                <a:gd name="connsiteY17" fmla="*/ 14836 h 74128"/>
                <a:gd name="connsiteX18" fmla="*/ 36739 w 70413"/>
                <a:gd name="connsiteY18" fmla="*/ 54974 h 74128"/>
                <a:gd name="connsiteX19" fmla="*/ 21573 w 70413"/>
                <a:gd name="connsiteY19" fmla="*/ 64014 h 74128"/>
                <a:gd name="connsiteX20" fmla="*/ 12907 w 70413"/>
                <a:gd name="connsiteY20" fmla="*/ 53166 h 74128"/>
                <a:gd name="connsiteX21" fmla="*/ 26267 w 70413"/>
                <a:gd name="connsiteY21" fmla="*/ 18091 h 74128"/>
                <a:gd name="connsiteX22" fmla="*/ 44683 w 70413"/>
                <a:gd name="connsiteY22" fmla="*/ 471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0" y="54974"/>
                  </a:moveTo>
                  <a:cubicBezTo>
                    <a:pt x="62016" y="61845"/>
                    <a:pt x="58044" y="65461"/>
                    <a:pt x="54794" y="65461"/>
                  </a:cubicBezTo>
                  <a:cubicBezTo>
                    <a:pt x="53711" y="65461"/>
                    <a:pt x="52988" y="64738"/>
                    <a:pt x="52988" y="63653"/>
                  </a:cubicBezTo>
                  <a:cubicBezTo>
                    <a:pt x="52988" y="62930"/>
                    <a:pt x="52988" y="62568"/>
                    <a:pt x="54072" y="59314"/>
                  </a:cubicBezTo>
                  <a:lnTo>
                    <a:pt x="70682" y="734"/>
                  </a:lnTo>
                  <a:lnTo>
                    <a:pt x="58405" y="2180"/>
                  </a:lnTo>
                  <a:lnTo>
                    <a:pt x="56238" y="10859"/>
                  </a:lnTo>
                  <a:cubicBezTo>
                    <a:pt x="54794" y="3988"/>
                    <a:pt x="50461" y="11"/>
                    <a:pt x="44322" y="11"/>
                  </a:cubicBezTo>
                  <a:cubicBezTo>
                    <a:pt x="25184" y="11"/>
                    <a:pt x="268" y="31470"/>
                    <a:pt x="268" y="56059"/>
                  </a:cubicBezTo>
                  <a:cubicBezTo>
                    <a:pt x="268" y="66546"/>
                    <a:pt x="6046" y="73416"/>
                    <a:pt x="14351" y="73416"/>
                  </a:cubicBezTo>
                  <a:cubicBezTo>
                    <a:pt x="19045" y="73416"/>
                    <a:pt x="25184" y="71246"/>
                    <a:pt x="30239" y="67269"/>
                  </a:cubicBezTo>
                  <a:cubicBezTo>
                    <a:pt x="34934" y="64014"/>
                    <a:pt x="37822" y="60760"/>
                    <a:pt x="43961" y="52443"/>
                  </a:cubicBezTo>
                  <a:cubicBezTo>
                    <a:pt x="43961" y="53889"/>
                    <a:pt x="43239" y="55698"/>
                    <a:pt x="43239" y="56059"/>
                  </a:cubicBezTo>
                  <a:cubicBezTo>
                    <a:pt x="41072" y="64376"/>
                    <a:pt x="41072" y="64376"/>
                    <a:pt x="41072" y="66907"/>
                  </a:cubicBezTo>
                  <a:cubicBezTo>
                    <a:pt x="41072" y="71246"/>
                    <a:pt x="43600" y="74139"/>
                    <a:pt x="47572" y="74139"/>
                  </a:cubicBezTo>
                  <a:cubicBezTo>
                    <a:pt x="54072" y="74139"/>
                    <a:pt x="60572" y="68715"/>
                    <a:pt x="68877" y="57144"/>
                  </a:cubicBezTo>
                  <a:close/>
                  <a:moveTo>
                    <a:pt x="44683" y="4711"/>
                  </a:moveTo>
                  <a:cubicBezTo>
                    <a:pt x="50100" y="4711"/>
                    <a:pt x="53350" y="8689"/>
                    <a:pt x="53350" y="14836"/>
                  </a:cubicBezTo>
                  <a:cubicBezTo>
                    <a:pt x="53350" y="26769"/>
                    <a:pt x="46128" y="44488"/>
                    <a:pt x="36739" y="54974"/>
                  </a:cubicBezTo>
                  <a:cubicBezTo>
                    <a:pt x="31684" y="60760"/>
                    <a:pt x="25906" y="64014"/>
                    <a:pt x="21573" y="64014"/>
                  </a:cubicBezTo>
                  <a:cubicBezTo>
                    <a:pt x="15796" y="64014"/>
                    <a:pt x="12907" y="60398"/>
                    <a:pt x="12907" y="53166"/>
                  </a:cubicBezTo>
                  <a:cubicBezTo>
                    <a:pt x="12907" y="43403"/>
                    <a:pt x="17601" y="30747"/>
                    <a:pt x="26267" y="18091"/>
                  </a:cubicBezTo>
                  <a:cubicBezTo>
                    <a:pt x="32406" y="9412"/>
                    <a:pt x="38545" y="4711"/>
                    <a:pt x="44683" y="4711"/>
                  </a:cubicBezTo>
                  <a:close/>
                </a:path>
              </a:pathLst>
            </a:custGeom>
            <a:solidFill>
              <a:srgbClr val="000000"/>
            </a:solidFill>
            <a:ln w="23090" cap="flat">
              <a:noFill/>
              <a:prstDash val="solid"/>
              <a:miter/>
            </a:ln>
          </p:spPr>
          <p:txBody>
            <a:bodyPr rtlCol="0" anchor="ctr"/>
            <a:lstStyle/>
            <a:p>
              <a:endParaRPr lang="zh-CN" altLang="en-US"/>
            </a:p>
          </p:txBody>
        </p:sp>
        <p:sp>
          <p:nvSpPr>
            <p:cNvPr id="299" name="任意多边形: 形状 298"/>
            <p:cNvSpPr/>
            <p:nvPr/>
          </p:nvSpPr>
          <p:spPr>
            <a:xfrm>
              <a:off x="8938353" y="2750004"/>
              <a:ext cx="109412" cy="73767"/>
            </a:xfrm>
            <a:custGeom>
              <a:avLst/>
              <a:gdLst>
                <a:gd name="connsiteX0" fmla="*/ 33132 w 109412"/>
                <a:gd name="connsiteY0" fmla="*/ 11 h 73767"/>
                <a:gd name="connsiteX1" fmla="*/ 11105 w 109412"/>
                <a:gd name="connsiteY1" fmla="*/ 2903 h 73767"/>
                <a:gd name="connsiteX2" fmla="*/ 10382 w 109412"/>
                <a:gd name="connsiteY2" fmla="*/ 6158 h 73767"/>
                <a:gd name="connsiteX3" fmla="*/ 12188 w 109412"/>
                <a:gd name="connsiteY3" fmla="*/ 5796 h 73767"/>
                <a:gd name="connsiteX4" fmla="*/ 14716 w 109412"/>
                <a:gd name="connsiteY4" fmla="*/ 5434 h 73767"/>
                <a:gd name="connsiteX5" fmla="*/ 18327 w 109412"/>
                <a:gd name="connsiteY5" fmla="*/ 8689 h 73767"/>
                <a:gd name="connsiteX6" fmla="*/ 17604 w 109412"/>
                <a:gd name="connsiteY6" fmla="*/ 13390 h 73767"/>
                <a:gd name="connsiteX7" fmla="*/ 272 w 109412"/>
                <a:gd name="connsiteY7" fmla="*/ 73055 h 73767"/>
                <a:gd name="connsiteX8" fmla="*/ 12188 w 109412"/>
                <a:gd name="connsiteY8" fmla="*/ 73055 h 73767"/>
                <a:gd name="connsiteX9" fmla="*/ 17243 w 109412"/>
                <a:gd name="connsiteY9" fmla="*/ 54613 h 73767"/>
                <a:gd name="connsiteX10" fmla="*/ 32770 w 109412"/>
                <a:gd name="connsiteY10" fmla="*/ 26407 h 73767"/>
                <a:gd name="connsiteX11" fmla="*/ 52631 w 109412"/>
                <a:gd name="connsiteY11" fmla="*/ 9412 h 73767"/>
                <a:gd name="connsiteX12" fmla="*/ 56603 w 109412"/>
                <a:gd name="connsiteY12" fmla="*/ 13751 h 73767"/>
                <a:gd name="connsiteX13" fmla="*/ 55881 w 109412"/>
                <a:gd name="connsiteY13" fmla="*/ 18814 h 73767"/>
                <a:gd name="connsiteX14" fmla="*/ 40354 w 109412"/>
                <a:gd name="connsiteY14" fmla="*/ 73055 h 73767"/>
                <a:gd name="connsiteX15" fmla="*/ 52270 w 109412"/>
                <a:gd name="connsiteY15" fmla="*/ 73055 h 73767"/>
                <a:gd name="connsiteX16" fmla="*/ 57686 w 109412"/>
                <a:gd name="connsiteY16" fmla="*/ 54251 h 73767"/>
                <a:gd name="connsiteX17" fmla="*/ 71769 w 109412"/>
                <a:gd name="connsiteY17" fmla="*/ 27492 h 73767"/>
                <a:gd name="connsiteX18" fmla="*/ 92351 w 109412"/>
                <a:gd name="connsiteY18" fmla="*/ 9412 h 73767"/>
                <a:gd name="connsiteX19" fmla="*/ 96685 w 109412"/>
                <a:gd name="connsiteY19" fmla="*/ 14113 h 73767"/>
                <a:gd name="connsiteX20" fmla="*/ 95962 w 109412"/>
                <a:gd name="connsiteY20" fmla="*/ 18814 h 73767"/>
                <a:gd name="connsiteX21" fmla="*/ 83324 w 109412"/>
                <a:gd name="connsiteY21" fmla="*/ 62206 h 73767"/>
                <a:gd name="connsiteX22" fmla="*/ 82241 w 109412"/>
                <a:gd name="connsiteY22" fmla="*/ 66907 h 73767"/>
                <a:gd name="connsiteX23" fmla="*/ 89101 w 109412"/>
                <a:gd name="connsiteY23" fmla="*/ 73778 h 73767"/>
                <a:gd name="connsiteX24" fmla="*/ 109684 w 109412"/>
                <a:gd name="connsiteY24" fmla="*/ 58229 h 73767"/>
                <a:gd name="connsiteX25" fmla="*/ 107878 w 109412"/>
                <a:gd name="connsiteY25" fmla="*/ 56421 h 73767"/>
                <a:gd name="connsiteX26" fmla="*/ 96685 w 109412"/>
                <a:gd name="connsiteY26" fmla="*/ 65822 h 73767"/>
                <a:gd name="connsiteX27" fmla="*/ 94879 w 109412"/>
                <a:gd name="connsiteY27" fmla="*/ 63653 h 73767"/>
                <a:gd name="connsiteX28" fmla="*/ 95601 w 109412"/>
                <a:gd name="connsiteY28" fmla="*/ 60398 h 73767"/>
                <a:gd name="connsiteX29" fmla="*/ 106434 w 109412"/>
                <a:gd name="connsiteY29" fmla="*/ 22430 h 73767"/>
                <a:gd name="connsiteX30" fmla="*/ 108601 w 109412"/>
                <a:gd name="connsiteY30" fmla="*/ 9774 h 73767"/>
                <a:gd name="connsiteX31" fmla="*/ 99934 w 109412"/>
                <a:gd name="connsiteY31" fmla="*/ 11 h 73767"/>
                <a:gd name="connsiteX32" fmla="*/ 63464 w 109412"/>
                <a:gd name="connsiteY32" fmla="*/ 33640 h 73767"/>
                <a:gd name="connsiteX33" fmla="*/ 67797 w 109412"/>
                <a:gd name="connsiteY33" fmla="*/ 18814 h 73767"/>
                <a:gd name="connsiteX34" fmla="*/ 69241 w 109412"/>
                <a:gd name="connsiteY34" fmla="*/ 9774 h 73767"/>
                <a:gd name="connsiteX35" fmla="*/ 60575 w 109412"/>
                <a:gd name="connsiteY35" fmla="*/ 11 h 73767"/>
                <a:gd name="connsiteX36" fmla="*/ 23021 w 109412"/>
                <a:gd name="connsiteY36" fmla="*/ 35448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132" y="11"/>
                  </a:moveTo>
                  <a:cubicBezTo>
                    <a:pt x="23021" y="1818"/>
                    <a:pt x="21577" y="1818"/>
                    <a:pt x="11105" y="2903"/>
                  </a:cubicBezTo>
                  <a:lnTo>
                    <a:pt x="10382" y="6158"/>
                  </a:lnTo>
                  <a:lnTo>
                    <a:pt x="12188" y="5796"/>
                  </a:lnTo>
                  <a:cubicBezTo>
                    <a:pt x="13271" y="5796"/>
                    <a:pt x="13993" y="5434"/>
                    <a:pt x="14716" y="5434"/>
                  </a:cubicBezTo>
                  <a:cubicBezTo>
                    <a:pt x="16882" y="5434"/>
                    <a:pt x="18327" y="6881"/>
                    <a:pt x="18327" y="8689"/>
                  </a:cubicBezTo>
                  <a:cubicBezTo>
                    <a:pt x="18327" y="9412"/>
                    <a:pt x="18327" y="11220"/>
                    <a:pt x="17604" y="13390"/>
                  </a:cubicBezTo>
                  <a:lnTo>
                    <a:pt x="272" y="73055"/>
                  </a:lnTo>
                  <a:lnTo>
                    <a:pt x="12188" y="73055"/>
                  </a:lnTo>
                  <a:lnTo>
                    <a:pt x="17243" y="54613"/>
                  </a:lnTo>
                  <a:cubicBezTo>
                    <a:pt x="20132" y="44849"/>
                    <a:pt x="24104" y="37617"/>
                    <a:pt x="32770" y="26407"/>
                  </a:cubicBezTo>
                  <a:cubicBezTo>
                    <a:pt x="41798" y="15198"/>
                    <a:pt x="48298" y="9412"/>
                    <a:pt x="52631" y="9412"/>
                  </a:cubicBezTo>
                  <a:cubicBezTo>
                    <a:pt x="55158" y="9412"/>
                    <a:pt x="56603" y="11220"/>
                    <a:pt x="56603" y="13751"/>
                  </a:cubicBezTo>
                  <a:cubicBezTo>
                    <a:pt x="56603" y="15198"/>
                    <a:pt x="56242" y="17367"/>
                    <a:pt x="55881" y="18814"/>
                  </a:cubicBezTo>
                  <a:lnTo>
                    <a:pt x="40354" y="73055"/>
                  </a:lnTo>
                  <a:lnTo>
                    <a:pt x="52270" y="73055"/>
                  </a:lnTo>
                  <a:lnTo>
                    <a:pt x="57686" y="54251"/>
                  </a:lnTo>
                  <a:cubicBezTo>
                    <a:pt x="60936" y="43403"/>
                    <a:pt x="63102" y="39064"/>
                    <a:pt x="71769" y="27492"/>
                  </a:cubicBezTo>
                  <a:cubicBezTo>
                    <a:pt x="82241" y="14113"/>
                    <a:pt x="87657" y="9412"/>
                    <a:pt x="92351" y="9412"/>
                  </a:cubicBezTo>
                  <a:cubicBezTo>
                    <a:pt x="94518" y="9412"/>
                    <a:pt x="96685" y="11582"/>
                    <a:pt x="96685" y="14113"/>
                  </a:cubicBezTo>
                  <a:cubicBezTo>
                    <a:pt x="96685" y="15559"/>
                    <a:pt x="96323" y="16644"/>
                    <a:pt x="95962" y="18814"/>
                  </a:cubicBezTo>
                  <a:lnTo>
                    <a:pt x="83324" y="62206"/>
                  </a:lnTo>
                  <a:cubicBezTo>
                    <a:pt x="82602" y="64738"/>
                    <a:pt x="82241" y="65822"/>
                    <a:pt x="82241" y="66907"/>
                  </a:cubicBezTo>
                  <a:cubicBezTo>
                    <a:pt x="82241" y="70885"/>
                    <a:pt x="85129" y="73778"/>
                    <a:pt x="89101" y="73778"/>
                  </a:cubicBezTo>
                  <a:cubicBezTo>
                    <a:pt x="95601" y="73778"/>
                    <a:pt x="102462" y="68715"/>
                    <a:pt x="109684" y="58229"/>
                  </a:cubicBezTo>
                  <a:lnTo>
                    <a:pt x="107878" y="56421"/>
                  </a:lnTo>
                  <a:cubicBezTo>
                    <a:pt x="103906" y="61845"/>
                    <a:pt x="99212" y="65822"/>
                    <a:pt x="96685" y="65822"/>
                  </a:cubicBezTo>
                  <a:cubicBezTo>
                    <a:pt x="95962" y="65822"/>
                    <a:pt x="94879" y="64738"/>
                    <a:pt x="94879" y="63653"/>
                  </a:cubicBezTo>
                  <a:cubicBezTo>
                    <a:pt x="94879" y="62930"/>
                    <a:pt x="95240" y="61845"/>
                    <a:pt x="95601" y="60398"/>
                  </a:cubicBezTo>
                  <a:lnTo>
                    <a:pt x="106434" y="22430"/>
                  </a:lnTo>
                  <a:cubicBezTo>
                    <a:pt x="107878" y="17367"/>
                    <a:pt x="108601" y="12667"/>
                    <a:pt x="108601" y="9774"/>
                  </a:cubicBezTo>
                  <a:cubicBezTo>
                    <a:pt x="108601" y="4350"/>
                    <a:pt x="104990" y="11"/>
                    <a:pt x="99934" y="11"/>
                  </a:cubicBezTo>
                  <a:cubicBezTo>
                    <a:pt x="89824" y="11"/>
                    <a:pt x="78991" y="10135"/>
                    <a:pt x="63464" y="33640"/>
                  </a:cubicBezTo>
                  <a:lnTo>
                    <a:pt x="67797" y="18814"/>
                  </a:lnTo>
                  <a:cubicBezTo>
                    <a:pt x="68880" y="15559"/>
                    <a:pt x="69241" y="12305"/>
                    <a:pt x="69241" y="9774"/>
                  </a:cubicBezTo>
                  <a:cubicBezTo>
                    <a:pt x="69241" y="4350"/>
                    <a:pt x="65269" y="11"/>
                    <a:pt x="60575" y="11"/>
                  </a:cubicBezTo>
                  <a:cubicBezTo>
                    <a:pt x="50464" y="11"/>
                    <a:pt x="38548" y="11220"/>
                    <a:pt x="23021" y="35448"/>
                  </a:cubicBezTo>
                  <a:close/>
                </a:path>
              </a:pathLst>
            </a:custGeom>
            <a:solidFill>
              <a:srgbClr val="000000"/>
            </a:solidFill>
            <a:ln w="23090" cap="flat">
              <a:noFill/>
              <a:prstDash val="solid"/>
              <a:miter/>
            </a:ln>
          </p:spPr>
          <p:txBody>
            <a:bodyPr rtlCol="0" anchor="ctr"/>
            <a:lstStyle/>
            <a:p>
              <a:endParaRPr lang="zh-CN" altLang="en-US"/>
            </a:p>
          </p:txBody>
        </p:sp>
        <p:sp>
          <p:nvSpPr>
            <p:cNvPr id="300" name="任意多边形: 形状 299"/>
            <p:cNvSpPr/>
            <p:nvPr/>
          </p:nvSpPr>
          <p:spPr>
            <a:xfrm>
              <a:off x="9059072" y="2750727"/>
              <a:ext cx="59580" cy="74490"/>
            </a:xfrm>
            <a:custGeom>
              <a:avLst/>
              <a:gdLst>
                <a:gd name="connsiteX0" fmla="*/ 49386 w 59580"/>
                <a:gd name="connsiteY0" fmla="*/ 55336 h 74490"/>
                <a:gd name="connsiteX1" fmla="*/ 28443 w 59580"/>
                <a:gd name="connsiteY1" fmla="*/ 66184 h 74490"/>
                <a:gd name="connsiteX2" fmla="*/ 13276 w 59580"/>
                <a:gd name="connsiteY2" fmla="*/ 49550 h 74490"/>
                <a:gd name="connsiteX3" fmla="*/ 13999 w 59580"/>
                <a:gd name="connsiteY3" fmla="*/ 41233 h 74490"/>
                <a:gd name="connsiteX4" fmla="*/ 41442 w 59580"/>
                <a:gd name="connsiteY4" fmla="*/ 35448 h 74490"/>
                <a:gd name="connsiteX5" fmla="*/ 59858 w 59580"/>
                <a:gd name="connsiteY5" fmla="*/ 11943 h 74490"/>
                <a:gd name="connsiteX6" fmla="*/ 44692 w 59580"/>
                <a:gd name="connsiteY6" fmla="*/ 11 h 74490"/>
                <a:gd name="connsiteX7" fmla="*/ 277 w 59580"/>
                <a:gd name="connsiteY7" fmla="*/ 50273 h 74490"/>
                <a:gd name="connsiteX8" fmla="*/ 21582 w 59580"/>
                <a:gd name="connsiteY8" fmla="*/ 74501 h 74490"/>
                <a:gd name="connsiteX9" fmla="*/ 52636 w 59580"/>
                <a:gd name="connsiteY9" fmla="*/ 57506 h 74490"/>
                <a:gd name="connsiteX10" fmla="*/ 15082 w 59580"/>
                <a:gd name="connsiteY10" fmla="*/ 36894 h 74490"/>
                <a:gd name="connsiteX11" fmla="*/ 41803 w 59580"/>
                <a:gd name="connsiteY11" fmla="*/ 4711 h 74490"/>
                <a:gd name="connsiteX12" fmla="*/ 48303 w 59580"/>
                <a:gd name="connsiteY12" fmla="*/ 11582 h 74490"/>
                <a:gd name="connsiteX13" fmla="*/ 42525 w 59580"/>
                <a:gd name="connsiteY13" fmla="*/ 25323 h 74490"/>
                <a:gd name="connsiteX14" fmla="*/ 21582 w 59580"/>
                <a:gd name="connsiteY14" fmla="*/ 36532 h 74490"/>
                <a:gd name="connsiteX15" fmla="*/ 15082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6" y="55336"/>
                  </a:moveTo>
                  <a:cubicBezTo>
                    <a:pt x="42525" y="62930"/>
                    <a:pt x="35665" y="66184"/>
                    <a:pt x="28443" y="66184"/>
                  </a:cubicBezTo>
                  <a:cubicBezTo>
                    <a:pt x="19776" y="66184"/>
                    <a:pt x="13276" y="59314"/>
                    <a:pt x="13276" y="49550"/>
                  </a:cubicBezTo>
                  <a:cubicBezTo>
                    <a:pt x="13276" y="47019"/>
                    <a:pt x="13638" y="44126"/>
                    <a:pt x="13999" y="41233"/>
                  </a:cubicBezTo>
                  <a:cubicBezTo>
                    <a:pt x="26637" y="40510"/>
                    <a:pt x="33859" y="39064"/>
                    <a:pt x="41442" y="35448"/>
                  </a:cubicBezTo>
                  <a:cubicBezTo>
                    <a:pt x="52636" y="30385"/>
                    <a:pt x="59858" y="20984"/>
                    <a:pt x="59858" y="11943"/>
                  </a:cubicBezTo>
                  <a:cubicBezTo>
                    <a:pt x="59858" y="5073"/>
                    <a:pt x="53358" y="11"/>
                    <a:pt x="44692" y="11"/>
                  </a:cubicBezTo>
                  <a:cubicBezTo>
                    <a:pt x="23026" y="11"/>
                    <a:pt x="277" y="26046"/>
                    <a:pt x="277" y="50273"/>
                  </a:cubicBezTo>
                  <a:cubicBezTo>
                    <a:pt x="277" y="64738"/>
                    <a:pt x="8943" y="74501"/>
                    <a:pt x="21582" y="74501"/>
                  </a:cubicBezTo>
                  <a:cubicBezTo>
                    <a:pt x="31692" y="74501"/>
                    <a:pt x="40359" y="69438"/>
                    <a:pt x="52636" y="57506"/>
                  </a:cubicBezTo>
                  <a:close/>
                  <a:moveTo>
                    <a:pt x="15082" y="36894"/>
                  </a:moveTo>
                  <a:cubicBezTo>
                    <a:pt x="20498" y="18452"/>
                    <a:pt x="32054" y="4711"/>
                    <a:pt x="41803" y="4711"/>
                  </a:cubicBezTo>
                  <a:cubicBezTo>
                    <a:pt x="45414" y="4711"/>
                    <a:pt x="48303" y="7604"/>
                    <a:pt x="48303" y="11582"/>
                  </a:cubicBezTo>
                  <a:cubicBezTo>
                    <a:pt x="48303" y="15921"/>
                    <a:pt x="46136" y="20984"/>
                    <a:pt x="42525" y="25323"/>
                  </a:cubicBezTo>
                  <a:cubicBezTo>
                    <a:pt x="37109" y="31108"/>
                    <a:pt x="30248" y="35086"/>
                    <a:pt x="21582" y="36532"/>
                  </a:cubicBezTo>
                  <a:cubicBezTo>
                    <a:pt x="20137" y="36532"/>
                    <a:pt x="17971" y="36894"/>
                    <a:pt x="15082" y="36894"/>
                  </a:cubicBezTo>
                  <a:close/>
                </a:path>
              </a:pathLst>
            </a:custGeom>
            <a:solidFill>
              <a:srgbClr val="000000"/>
            </a:solidFill>
            <a:ln w="23090" cap="flat">
              <a:noFill/>
              <a:prstDash val="solid"/>
              <a:miter/>
            </a:ln>
          </p:spPr>
          <p:txBody>
            <a:bodyPr rtlCol="0" anchor="ctr"/>
            <a:lstStyle/>
            <a:p>
              <a:endParaRPr lang="zh-CN" altLang="en-US"/>
            </a:p>
          </p:txBody>
        </p:sp>
        <p:sp>
          <p:nvSpPr>
            <p:cNvPr id="301" name="任意多边形: 形状 300"/>
            <p:cNvSpPr/>
            <p:nvPr/>
          </p:nvSpPr>
          <p:spPr>
            <a:xfrm>
              <a:off x="9116807" y="2808222"/>
              <a:ext cx="23471" cy="33629"/>
            </a:xfrm>
            <a:custGeom>
              <a:avLst/>
              <a:gdLst>
                <a:gd name="connsiteX0" fmla="*/ 3169 w 23471"/>
                <a:gd name="connsiteY0" fmla="*/ 33640 h 33629"/>
                <a:gd name="connsiteX1" fmla="*/ 23751 w 23471"/>
                <a:gd name="connsiteY1" fmla="*/ 9412 h 33629"/>
                <a:gd name="connsiteX2" fmla="*/ 15446 w 23471"/>
                <a:gd name="connsiteY2" fmla="*/ 11 h 33629"/>
                <a:gd name="connsiteX3" fmla="*/ 7502 w 23471"/>
                <a:gd name="connsiteY3" fmla="*/ 7966 h 33629"/>
                <a:gd name="connsiteX4" fmla="*/ 9668 w 23471"/>
                <a:gd name="connsiteY4" fmla="*/ 12667 h 33629"/>
                <a:gd name="connsiteX5" fmla="*/ 12918 w 23471"/>
                <a:gd name="connsiteY5" fmla="*/ 18091 h 33629"/>
                <a:gd name="connsiteX6" fmla="*/ 280 w 23471"/>
                <a:gd name="connsiteY6" fmla="*/ 30024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169" y="33640"/>
                  </a:moveTo>
                  <a:cubicBezTo>
                    <a:pt x="15807" y="27854"/>
                    <a:pt x="23751" y="18452"/>
                    <a:pt x="23751" y="9412"/>
                  </a:cubicBezTo>
                  <a:cubicBezTo>
                    <a:pt x="23751" y="4350"/>
                    <a:pt x="19779" y="11"/>
                    <a:pt x="15446" y="11"/>
                  </a:cubicBezTo>
                  <a:cubicBezTo>
                    <a:pt x="11113" y="11"/>
                    <a:pt x="7502" y="3988"/>
                    <a:pt x="7502" y="7966"/>
                  </a:cubicBezTo>
                  <a:cubicBezTo>
                    <a:pt x="7502" y="9774"/>
                    <a:pt x="8224" y="11582"/>
                    <a:pt x="9668" y="12667"/>
                  </a:cubicBezTo>
                  <a:cubicBezTo>
                    <a:pt x="12196" y="15198"/>
                    <a:pt x="12918" y="16283"/>
                    <a:pt x="12918" y="18091"/>
                  </a:cubicBezTo>
                  <a:cubicBezTo>
                    <a:pt x="12918" y="22068"/>
                    <a:pt x="8585" y="26046"/>
                    <a:pt x="280" y="30024"/>
                  </a:cubicBezTo>
                  <a:close/>
                </a:path>
              </a:pathLst>
            </a:custGeom>
            <a:solidFill>
              <a:srgbClr val="000000"/>
            </a:solidFill>
            <a:ln w="23090" cap="flat">
              <a:noFill/>
              <a:prstDash val="solid"/>
              <a:miter/>
            </a:ln>
          </p:spPr>
          <p:txBody>
            <a:bodyPr rtlCol="0" anchor="ctr"/>
            <a:lstStyle/>
            <a:p>
              <a:endParaRPr lang="zh-CN" altLang="en-US"/>
            </a:p>
          </p:txBody>
        </p:sp>
        <p:sp>
          <p:nvSpPr>
            <p:cNvPr id="302" name="任意多边形: 形状 301"/>
            <p:cNvSpPr/>
            <p:nvPr/>
          </p:nvSpPr>
          <p:spPr>
            <a:xfrm>
              <a:off x="9155074" y="282304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03" name="任意多边形: 形状 302"/>
            <p:cNvSpPr/>
            <p:nvPr/>
          </p:nvSpPr>
          <p:spPr>
            <a:xfrm>
              <a:off x="9202017" y="2734816"/>
              <a:ext cx="39720" cy="90400"/>
            </a:xfrm>
            <a:custGeom>
              <a:avLst/>
              <a:gdLst>
                <a:gd name="connsiteX0" fmla="*/ 28088 w 39720"/>
                <a:gd name="connsiteY0" fmla="*/ 22791 h 90400"/>
                <a:gd name="connsiteX1" fmla="*/ 38559 w 39720"/>
                <a:gd name="connsiteY1" fmla="*/ 22791 h 90400"/>
                <a:gd name="connsiteX2" fmla="*/ 40004 w 39720"/>
                <a:gd name="connsiteY2" fmla="*/ 17729 h 90400"/>
                <a:gd name="connsiteX3" fmla="*/ 29532 w 39720"/>
                <a:gd name="connsiteY3" fmla="*/ 17729 h 90400"/>
                <a:gd name="connsiteX4" fmla="*/ 34587 w 39720"/>
                <a:gd name="connsiteY4" fmla="*/ 11 h 90400"/>
                <a:gd name="connsiteX5" fmla="*/ 30976 w 39720"/>
                <a:gd name="connsiteY5" fmla="*/ 11 h 90400"/>
                <a:gd name="connsiteX6" fmla="*/ 6422 w 39720"/>
                <a:gd name="connsiteY6" fmla="*/ 17729 h 90400"/>
                <a:gd name="connsiteX7" fmla="*/ 5338 w 39720"/>
                <a:gd name="connsiteY7" fmla="*/ 22791 h 90400"/>
                <a:gd name="connsiteX8" fmla="*/ 16532 w 39720"/>
                <a:gd name="connsiteY8" fmla="*/ 22791 h 90400"/>
                <a:gd name="connsiteX9" fmla="*/ 2450 w 39720"/>
                <a:gd name="connsiteY9" fmla="*/ 71608 h 90400"/>
                <a:gd name="connsiteX10" fmla="*/ 283 w 39720"/>
                <a:gd name="connsiteY10" fmla="*/ 82456 h 90400"/>
                <a:gd name="connsiteX11" fmla="*/ 8227 w 39720"/>
                <a:gd name="connsiteY11" fmla="*/ 90411 h 90400"/>
                <a:gd name="connsiteX12" fmla="*/ 28810 w 39720"/>
                <a:gd name="connsiteY12" fmla="*/ 73778 h 90400"/>
                <a:gd name="connsiteX13" fmla="*/ 27004 w 39720"/>
                <a:gd name="connsiteY13" fmla="*/ 71608 h 90400"/>
                <a:gd name="connsiteX14" fmla="*/ 14727 w 39720"/>
                <a:gd name="connsiteY14" fmla="*/ 82456 h 90400"/>
                <a:gd name="connsiteX15" fmla="*/ 12199 w 39720"/>
                <a:gd name="connsiteY15" fmla="*/ 80287 h 90400"/>
                <a:gd name="connsiteX16" fmla="*/ 14005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88" y="22791"/>
                  </a:moveTo>
                  <a:lnTo>
                    <a:pt x="38559" y="22791"/>
                  </a:lnTo>
                  <a:lnTo>
                    <a:pt x="40004" y="17729"/>
                  </a:lnTo>
                  <a:lnTo>
                    <a:pt x="29532" y="17729"/>
                  </a:lnTo>
                  <a:lnTo>
                    <a:pt x="34587" y="11"/>
                  </a:lnTo>
                  <a:lnTo>
                    <a:pt x="30976" y="11"/>
                  </a:lnTo>
                  <a:cubicBezTo>
                    <a:pt x="22310" y="11220"/>
                    <a:pt x="16171" y="15559"/>
                    <a:pt x="6422" y="17729"/>
                  </a:cubicBezTo>
                  <a:lnTo>
                    <a:pt x="5338" y="22791"/>
                  </a:lnTo>
                  <a:lnTo>
                    <a:pt x="16532" y="22791"/>
                  </a:lnTo>
                  <a:lnTo>
                    <a:pt x="2450" y="71608"/>
                  </a:lnTo>
                  <a:cubicBezTo>
                    <a:pt x="1366" y="75586"/>
                    <a:pt x="283" y="80287"/>
                    <a:pt x="283" y="82456"/>
                  </a:cubicBezTo>
                  <a:cubicBezTo>
                    <a:pt x="283" y="87157"/>
                    <a:pt x="3533" y="90411"/>
                    <a:pt x="8227" y="90411"/>
                  </a:cubicBezTo>
                  <a:cubicBezTo>
                    <a:pt x="14366" y="90411"/>
                    <a:pt x="20866" y="84987"/>
                    <a:pt x="28810" y="73778"/>
                  </a:cubicBezTo>
                  <a:lnTo>
                    <a:pt x="27004" y="71608"/>
                  </a:lnTo>
                  <a:cubicBezTo>
                    <a:pt x="21949" y="78117"/>
                    <a:pt x="17255" y="82456"/>
                    <a:pt x="14727" y="82456"/>
                  </a:cubicBezTo>
                  <a:cubicBezTo>
                    <a:pt x="13644" y="82456"/>
                    <a:pt x="12199" y="81371"/>
                    <a:pt x="12199" y="80287"/>
                  </a:cubicBezTo>
                  <a:cubicBezTo>
                    <a:pt x="12199" y="79202"/>
                    <a:pt x="12199" y="79202"/>
                    <a:pt x="14005" y="72693"/>
                  </a:cubicBezTo>
                  <a:close/>
                </a:path>
              </a:pathLst>
            </a:custGeom>
            <a:solidFill>
              <a:srgbClr val="000000"/>
            </a:solidFill>
            <a:ln w="23090" cap="flat">
              <a:noFill/>
              <a:prstDash val="solid"/>
              <a:miter/>
            </a:ln>
          </p:spPr>
          <p:txBody>
            <a:bodyPr rtlCol="0" anchor="ctr"/>
            <a:lstStyle/>
            <a:p>
              <a:endParaRPr lang="zh-CN" altLang="en-US"/>
            </a:p>
          </p:txBody>
        </p:sp>
        <p:sp>
          <p:nvSpPr>
            <p:cNvPr id="304" name="任意多边形: 形状 303"/>
            <p:cNvSpPr/>
            <p:nvPr/>
          </p:nvSpPr>
          <p:spPr>
            <a:xfrm>
              <a:off x="9244288" y="2723245"/>
              <a:ext cx="36831" cy="102333"/>
            </a:xfrm>
            <a:custGeom>
              <a:avLst/>
              <a:gdLst>
                <a:gd name="connsiteX0" fmla="*/ 26645 w 36831"/>
                <a:gd name="connsiteY0" fmla="*/ 82818 h 102333"/>
                <a:gd name="connsiteX1" fmla="*/ 15090 w 36831"/>
                <a:gd name="connsiteY1" fmla="*/ 93666 h 102333"/>
                <a:gd name="connsiteX2" fmla="*/ 12923 w 36831"/>
                <a:gd name="connsiteY2" fmla="*/ 91496 h 102333"/>
                <a:gd name="connsiteX3" fmla="*/ 13284 w 36831"/>
                <a:gd name="connsiteY3" fmla="*/ 88965 h 102333"/>
                <a:gd name="connsiteX4" fmla="*/ 30978 w 36831"/>
                <a:gd name="connsiteY4" fmla="*/ 27131 h 102333"/>
                <a:gd name="connsiteX5" fmla="*/ 7146 w 36831"/>
                <a:gd name="connsiteY5" fmla="*/ 31108 h 102333"/>
                <a:gd name="connsiteX6" fmla="*/ 6424 w 36831"/>
                <a:gd name="connsiteY6" fmla="*/ 34363 h 102333"/>
                <a:gd name="connsiteX7" fmla="*/ 11479 w 36831"/>
                <a:gd name="connsiteY7" fmla="*/ 33640 h 102333"/>
                <a:gd name="connsiteX8" fmla="*/ 15812 w 36831"/>
                <a:gd name="connsiteY8" fmla="*/ 37617 h 102333"/>
                <a:gd name="connsiteX9" fmla="*/ 14729 w 36831"/>
                <a:gd name="connsiteY9" fmla="*/ 44488 h 102333"/>
                <a:gd name="connsiteX10" fmla="*/ 1368 w 36831"/>
                <a:gd name="connsiteY10" fmla="*/ 90411 h 102333"/>
                <a:gd name="connsiteX11" fmla="*/ 285 w 36831"/>
                <a:gd name="connsiteY11" fmla="*/ 96197 h 102333"/>
                <a:gd name="connsiteX12" fmla="*/ 7146 w 36831"/>
                <a:gd name="connsiteY12" fmla="*/ 102344 h 102333"/>
                <a:gd name="connsiteX13" fmla="*/ 27728 w 36831"/>
                <a:gd name="connsiteY13" fmla="*/ 86434 h 102333"/>
                <a:gd name="connsiteX14" fmla="*/ 29173 w 36831"/>
                <a:gd name="connsiteY14" fmla="*/ 11 h 102333"/>
                <a:gd name="connsiteX15" fmla="*/ 20506 w 36831"/>
                <a:gd name="connsiteY15" fmla="*/ 7966 h 102333"/>
                <a:gd name="connsiteX16" fmla="*/ 28812 w 36831"/>
                <a:gd name="connsiteY16" fmla="*/ 16283 h 102333"/>
                <a:gd name="connsiteX17" fmla="*/ 37117 w 36831"/>
                <a:gd name="connsiteY17" fmla="*/ 7966 h 102333"/>
                <a:gd name="connsiteX18" fmla="*/ 29173 w 36831"/>
                <a:gd name="connsiteY18" fmla="*/ 11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45" y="82818"/>
                  </a:moveTo>
                  <a:cubicBezTo>
                    <a:pt x="22673" y="88965"/>
                    <a:pt x="17618" y="93666"/>
                    <a:pt x="15090" y="93666"/>
                  </a:cubicBezTo>
                  <a:cubicBezTo>
                    <a:pt x="14007" y="93666"/>
                    <a:pt x="12923" y="92581"/>
                    <a:pt x="12923" y="91496"/>
                  </a:cubicBezTo>
                  <a:cubicBezTo>
                    <a:pt x="12923" y="90773"/>
                    <a:pt x="12923" y="90050"/>
                    <a:pt x="13284" y="88965"/>
                  </a:cubicBezTo>
                  <a:lnTo>
                    <a:pt x="30978" y="27131"/>
                  </a:lnTo>
                  <a:cubicBezTo>
                    <a:pt x="23034" y="29300"/>
                    <a:pt x="14368" y="30747"/>
                    <a:pt x="7146" y="31108"/>
                  </a:cubicBezTo>
                  <a:lnTo>
                    <a:pt x="6424" y="34363"/>
                  </a:lnTo>
                  <a:cubicBezTo>
                    <a:pt x="8951" y="34001"/>
                    <a:pt x="10396" y="33640"/>
                    <a:pt x="11479" y="33640"/>
                  </a:cubicBezTo>
                  <a:cubicBezTo>
                    <a:pt x="14729" y="33640"/>
                    <a:pt x="15812" y="34724"/>
                    <a:pt x="15812" y="37617"/>
                  </a:cubicBezTo>
                  <a:cubicBezTo>
                    <a:pt x="15812" y="39064"/>
                    <a:pt x="15451" y="40872"/>
                    <a:pt x="14729" y="44488"/>
                  </a:cubicBezTo>
                  <a:lnTo>
                    <a:pt x="1368" y="90411"/>
                  </a:lnTo>
                  <a:cubicBezTo>
                    <a:pt x="646" y="92581"/>
                    <a:pt x="285" y="94751"/>
                    <a:pt x="285" y="96197"/>
                  </a:cubicBezTo>
                  <a:cubicBezTo>
                    <a:pt x="285" y="99452"/>
                    <a:pt x="3535" y="102344"/>
                    <a:pt x="7146" y="102344"/>
                  </a:cubicBezTo>
                  <a:cubicBezTo>
                    <a:pt x="12201" y="102344"/>
                    <a:pt x="19423" y="96559"/>
                    <a:pt x="27728" y="86434"/>
                  </a:cubicBezTo>
                  <a:close/>
                  <a:moveTo>
                    <a:pt x="29173" y="11"/>
                  </a:moveTo>
                  <a:cubicBezTo>
                    <a:pt x="24478" y="11"/>
                    <a:pt x="20506" y="3627"/>
                    <a:pt x="20506" y="7966"/>
                  </a:cubicBezTo>
                  <a:cubicBezTo>
                    <a:pt x="20506" y="12667"/>
                    <a:pt x="24478" y="16283"/>
                    <a:pt x="28812" y="16283"/>
                  </a:cubicBezTo>
                  <a:cubicBezTo>
                    <a:pt x="33506" y="16283"/>
                    <a:pt x="37117" y="12667"/>
                    <a:pt x="37117" y="7966"/>
                  </a:cubicBezTo>
                  <a:cubicBezTo>
                    <a:pt x="37117" y="3627"/>
                    <a:pt x="33506" y="11"/>
                    <a:pt x="29173" y="11"/>
                  </a:cubicBezTo>
                  <a:close/>
                </a:path>
              </a:pathLst>
            </a:custGeom>
            <a:solidFill>
              <a:srgbClr val="000000"/>
            </a:solidFill>
            <a:ln w="23090" cap="flat">
              <a:noFill/>
              <a:prstDash val="solid"/>
              <a:miter/>
            </a:ln>
          </p:spPr>
          <p:txBody>
            <a:bodyPr rtlCol="0" anchor="ctr"/>
            <a:lstStyle/>
            <a:p>
              <a:endParaRPr lang="zh-CN" altLang="en-US"/>
            </a:p>
          </p:txBody>
        </p:sp>
        <p:sp>
          <p:nvSpPr>
            <p:cNvPr id="305" name="任意多边形: 形状 304"/>
            <p:cNvSpPr/>
            <p:nvPr/>
          </p:nvSpPr>
          <p:spPr>
            <a:xfrm>
              <a:off x="9285652" y="2734816"/>
              <a:ext cx="39720" cy="90400"/>
            </a:xfrm>
            <a:custGeom>
              <a:avLst/>
              <a:gdLst>
                <a:gd name="connsiteX0" fmla="*/ 28091 w 39720"/>
                <a:gd name="connsiteY0" fmla="*/ 22791 h 90400"/>
                <a:gd name="connsiteX1" fmla="*/ 38563 w 39720"/>
                <a:gd name="connsiteY1" fmla="*/ 22791 h 90400"/>
                <a:gd name="connsiteX2" fmla="*/ 40007 w 39720"/>
                <a:gd name="connsiteY2" fmla="*/ 17729 h 90400"/>
                <a:gd name="connsiteX3" fmla="*/ 29536 w 39720"/>
                <a:gd name="connsiteY3" fmla="*/ 17729 h 90400"/>
                <a:gd name="connsiteX4" fmla="*/ 34591 w 39720"/>
                <a:gd name="connsiteY4" fmla="*/ 11 h 90400"/>
                <a:gd name="connsiteX5" fmla="*/ 30980 w 39720"/>
                <a:gd name="connsiteY5" fmla="*/ 11 h 90400"/>
                <a:gd name="connsiteX6" fmla="*/ 6425 w 39720"/>
                <a:gd name="connsiteY6" fmla="*/ 17729 h 90400"/>
                <a:gd name="connsiteX7" fmla="*/ 5342 w 39720"/>
                <a:gd name="connsiteY7" fmla="*/ 22791 h 90400"/>
                <a:gd name="connsiteX8" fmla="*/ 16536 w 39720"/>
                <a:gd name="connsiteY8" fmla="*/ 22791 h 90400"/>
                <a:gd name="connsiteX9" fmla="*/ 2453 w 39720"/>
                <a:gd name="connsiteY9" fmla="*/ 71608 h 90400"/>
                <a:gd name="connsiteX10" fmla="*/ 287 w 39720"/>
                <a:gd name="connsiteY10" fmla="*/ 82456 h 90400"/>
                <a:gd name="connsiteX11" fmla="*/ 8231 w 39720"/>
                <a:gd name="connsiteY11" fmla="*/ 90411 h 90400"/>
                <a:gd name="connsiteX12" fmla="*/ 28813 w 39720"/>
                <a:gd name="connsiteY12" fmla="*/ 73778 h 90400"/>
                <a:gd name="connsiteX13" fmla="*/ 27008 w 39720"/>
                <a:gd name="connsiteY13" fmla="*/ 71608 h 90400"/>
                <a:gd name="connsiteX14" fmla="*/ 14731 w 39720"/>
                <a:gd name="connsiteY14" fmla="*/ 82456 h 90400"/>
                <a:gd name="connsiteX15" fmla="*/ 12203 w 39720"/>
                <a:gd name="connsiteY15" fmla="*/ 80287 h 90400"/>
                <a:gd name="connsiteX16" fmla="*/ 14008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91" y="22791"/>
                  </a:moveTo>
                  <a:lnTo>
                    <a:pt x="38563" y="22791"/>
                  </a:lnTo>
                  <a:lnTo>
                    <a:pt x="40007" y="17729"/>
                  </a:lnTo>
                  <a:lnTo>
                    <a:pt x="29536" y="17729"/>
                  </a:lnTo>
                  <a:lnTo>
                    <a:pt x="34591" y="11"/>
                  </a:lnTo>
                  <a:lnTo>
                    <a:pt x="30980" y="11"/>
                  </a:lnTo>
                  <a:cubicBezTo>
                    <a:pt x="22314" y="11220"/>
                    <a:pt x="16175" y="15559"/>
                    <a:pt x="6425" y="17729"/>
                  </a:cubicBezTo>
                  <a:lnTo>
                    <a:pt x="5342" y="22791"/>
                  </a:lnTo>
                  <a:lnTo>
                    <a:pt x="16536" y="22791"/>
                  </a:lnTo>
                  <a:lnTo>
                    <a:pt x="2453" y="71608"/>
                  </a:lnTo>
                  <a:cubicBezTo>
                    <a:pt x="1370" y="75586"/>
                    <a:pt x="287" y="80287"/>
                    <a:pt x="287" y="82456"/>
                  </a:cubicBezTo>
                  <a:cubicBezTo>
                    <a:pt x="287" y="87157"/>
                    <a:pt x="3537" y="90411"/>
                    <a:pt x="8231" y="90411"/>
                  </a:cubicBezTo>
                  <a:cubicBezTo>
                    <a:pt x="14369" y="90411"/>
                    <a:pt x="20869" y="84987"/>
                    <a:pt x="28813" y="73778"/>
                  </a:cubicBezTo>
                  <a:lnTo>
                    <a:pt x="27008" y="71608"/>
                  </a:lnTo>
                  <a:cubicBezTo>
                    <a:pt x="21952" y="78117"/>
                    <a:pt x="17258" y="82456"/>
                    <a:pt x="14731" y="82456"/>
                  </a:cubicBezTo>
                  <a:cubicBezTo>
                    <a:pt x="13647" y="82456"/>
                    <a:pt x="12203" y="81371"/>
                    <a:pt x="12203" y="80287"/>
                  </a:cubicBezTo>
                  <a:cubicBezTo>
                    <a:pt x="12203" y="79202"/>
                    <a:pt x="12203" y="79202"/>
                    <a:pt x="14008" y="72693"/>
                  </a:cubicBezTo>
                  <a:close/>
                </a:path>
              </a:pathLst>
            </a:custGeom>
            <a:solidFill>
              <a:srgbClr val="000000"/>
            </a:solidFill>
            <a:ln w="23090" cap="flat">
              <a:noFill/>
              <a:prstDash val="solid"/>
              <a:miter/>
            </a:ln>
          </p:spPr>
          <p:txBody>
            <a:bodyPr rtlCol="0" anchor="ctr"/>
            <a:lstStyle/>
            <a:p>
              <a:endParaRPr lang="zh-CN" altLang="en-US"/>
            </a:p>
          </p:txBody>
        </p:sp>
        <p:sp>
          <p:nvSpPr>
            <p:cNvPr id="306" name="任意多边形: 形状 305"/>
            <p:cNvSpPr/>
            <p:nvPr/>
          </p:nvSpPr>
          <p:spPr>
            <a:xfrm>
              <a:off x="9327563" y="2714205"/>
              <a:ext cx="41164" cy="111012"/>
            </a:xfrm>
            <a:custGeom>
              <a:avLst/>
              <a:gdLst>
                <a:gd name="connsiteX0" fmla="*/ 25926 w 41164"/>
                <a:gd name="connsiteY0" fmla="*/ 93666 h 111012"/>
                <a:gd name="connsiteX1" fmla="*/ 14732 w 41164"/>
                <a:gd name="connsiteY1" fmla="*/ 103068 h 111012"/>
                <a:gd name="connsiteX2" fmla="*/ 12566 w 41164"/>
                <a:gd name="connsiteY2" fmla="*/ 100898 h 111012"/>
                <a:gd name="connsiteX3" fmla="*/ 12927 w 41164"/>
                <a:gd name="connsiteY3" fmla="*/ 99090 h 111012"/>
                <a:gd name="connsiteX4" fmla="*/ 41454 w 41164"/>
                <a:gd name="connsiteY4" fmla="*/ 11 h 111012"/>
                <a:gd name="connsiteX5" fmla="*/ 19427 w 41164"/>
                <a:gd name="connsiteY5" fmla="*/ 3265 h 111012"/>
                <a:gd name="connsiteX6" fmla="*/ 18705 w 41164"/>
                <a:gd name="connsiteY6" fmla="*/ 6158 h 111012"/>
                <a:gd name="connsiteX7" fmla="*/ 20149 w 41164"/>
                <a:gd name="connsiteY7" fmla="*/ 6158 h 111012"/>
                <a:gd name="connsiteX8" fmla="*/ 23038 w 41164"/>
                <a:gd name="connsiteY8" fmla="*/ 5796 h 111012"/>
                <a:gd name="connsiteX9" fmla="*/ 26649 w 41164"/>
                <a:gd name="connsiteY9" fmla="*/ 9051 h 111012"/>
                <a:gd name="connsiteX10" fmla="*/ 25926 w 41164"/>
                <a:gd name="connsiteY10" fmla="*/ 13751 h 111012"/>
                <a:gd name="connsiteX11" fmla="*/ 1372 w 41164"/>
                <a:gd name="connsiteY11" fmla="*/ 99090 h 111012"/>
                <a:gd name="connsiteX12" fmla="*/ 289 w 41164"/>
                <a:gd name="connsiteY12" fmla="*/ 104153 h 111012"/>
                <a:gd name="connsiteX13" fmla="*/ 7149 w 41164"/>
                <a:gd name="connsiteY13" fmla="*/ 111023 h 111012"/>
                <a:gd name="connsiteX14" fmla="*/ 27732 w 41164"/>
                <a:gd name="connsiteY14" fmla="*/ 95836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26" y="93666"/>
                  </a:moveTo>
                  <a:cubicBezTo>
                    <a:pt x="18705" y="102345"/>
                    <a:pt x="17260" y="103068"/>
                    <a:pt x="14732" y="103068"/>
                  </a:cubicBezTo>
                  <a:cubicBezTo>
                    <a:pt x="13649" y="103068"/>
                    <a:pt x="12566" y="102345"/>
                    <a:pt x="12566" y="100898"/>
                  </a:cubicBezTo>
                  <a:cubicBezTo>
                    <a:pt x="12566" y="100537"/>
                    <a:pt x="12927" y="99813"/>
                    <a:pt x="12927" y="99090"/>
                  </a:cubicBezTo>
                  <a:lnTo>
                    <a:pt x="41454" y="11"/>
                  </a:lnTo>
                  <a:cubicBezTo>
                    <a:pt x="31343" y="1819"/>
                    <a:pt x="29898" y="2180"/>
                    <a:pt x="19427" y="3265"/>
                  </a:cubicBezTo>
                  <a:lnTo>
                    <a:pt x="18705" y="6158"/>
                  </a:lnTo>
                  <a:lnTo>
                    <a:pt x="20149" y="6158"/>
                  </a:lnTo>
                  <a:cubicBezTo>
                    <a:pt x="21593" y="6158"/>
                    <a:pt x="22316" y="5796"/>
                    <a:pt x="23038" y="5796"/>
                  </a:cubicBezTo>
                  <a:cubicBezTo>
                    <a:pt x="24843" y="5796"/>
                    <a:pt x="26649" y="7243"/>
                    <a:pt x="26649" y="9051"/>
                  </a:cubicBezTo>
                  <a:cubicBezTo>
                    <a:pt x="26649" y="9774"/>
                    <a:pt x="26287" y="11220"/>
                    <a:pt x="25926" y="13751"/>
                  </a:cubicBezTo>
                  <a:lnTo>
                    <a:pt x="1372" y="99090"/>
                  </a:lnTo>
                  <a:cubicBezTo>
                    <a:pt x="289" y="102345"/>
                    <a:pt x="289" y="103068"/>
                    <a:pt x="289" y="104153"/>
                  </a:cubicBezTo>
                  <a:cubicBezTo>
                    <a:pt x="289" y="108130"/>
                    <a:pt x="3177" y="111023"/>
                    <a:pt x="7149" y="111023"/>
                  </a:cubicBezTo>
                  <a:cubicBezTo>
                    <a:pt x="13288" y="111023"/>
                    <a:pt x="17621" y="107769"/>
                    <a:pt x="27732" y="95836"/>
                  </a:cubicBezTo>
                  <a:close/>
                </a:path>
              </a:pathLst>
            </a:custGeom>
            <a:solidFill>
              <a:srgbClr val="000000"/>
            </a:solidFill>
            <a:ln w="23090" cap="flat">
              <a:noFill/>
              <a:prstDash val="solid"/>
              <a:miter/>
            </a:ln>
          </p:spPr>
          <p:txBody>
            <a:bodyPr rtlCol="0" anchor="ctr"/>
            <a:lstStyle/>
            <a:p>
              <a:endParaRPr lang="zh-CN" altLang="en-US"/>
            </a:p>
          </p:txBody>
        </p:sp>
        <p:sp>
          <p:nvSpPr>
            <p:cNvPr id="307" name="任意多边形: 形状 306"/>
            <p:cNvSpPr/>
            <p:nvPr/>
          </p:nvSpPr>
          <p:spPr>
            <a:xfrm>
              <a:off x="9366599" y="2750727"/>
              <a:ext cx="59580" cy="74490"/>
            </a:xfrm>
            <a:custGeom>
              <a:avLst/>
              <a:gdLst>
                <a:gd name="connsiteX0" fmla="*/ 49399 w 59580"/>
                <a:gd name="connsiteY0" fmla="*/ 55336 h 74490"/>
                <a:gd name="connsiteX1" fmla="*/ 28456 w 59580"/>
                <a:gd name="connsiteY1" fmla="*/ 66184 h 74490"/>
                <a:gd name="connsiteX2" fmla="*/ 13290 w 59580"/>
                <a:gd name="connsiteY2" fmla="*/ 49550 h 74490"/>
                <a:gd name="connsiteX3" fmla="*/ 14012 w 59580"/>
                <a:gd name="connsiteY3" fmla="*/ 41233 h 74490"/>
                <a:gd name="connsiteX4" fmla="*/ 41455 w 59580"/>
                <a:gd name="connsiteY4" fmla="*/ 35448 h 74490"/>
                <a:gd name="connsiteX5" fmla="*/ 59871 w 59580"/>
                <a:gd name="connsiteY5" fmla="*/ 11943 h 74490"/>
                <a:gd name="connsiteX6" fmla="*/ 44705 w 59580"/>
                <a:gd name="connsiteY6" fmla="*/ 11 h 74490"/>
                <a:gd name="connsiteX7" fmla="*/ 290 w 59580"/>
                <a:gd name="connsiteY7" fmla="*/ 50273 h 74490"/>
                <a:gd name="connsiteX8" fmla="*/ 21595 w 59580"/>
                <a:gd name="connsiteY8" fmla="*/ 74501 h 74490"/>
                <a:gd name="connsiteX9" fmla="*/ 52649 w 59580"/>
                <a:gd name="connsiteY9" fmla="*/ 57506 h 74490"/>
                <a:gd name="connsiteX10" fmla="*/ 15095 w 59580"/>
                <a:gd name="connsiteY10" fmla="*/ 36894 h 74490"/>
                <a:gd name="connsiteX11" fmla="*/ 41816 w 59580"/>
                <a:gd name="connsiteY11" fmla="*/ 4711 h 74490"/>
                <a:gd name="connsiteX12" fmla="*/ 48316 w 59580"/>
                <a:gd name="connsiteY12" fmla="*/ 11582 h 74490"/>
                <a:gd name="connsiteX13" fmla="*/ 42539 w 59580"/>
                <a:gd name="connsiteY13" fmla="*/ 25323 h 74490"/>
                <a:gd name="connsiteX14" fmla="*/ 21595 w 59580"/>
                <a:gd name="connsiteY14" fmla="*/ 36532 h 74490"/>
                <a:gd name="connsiteX15" fmla="*/ 15095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99" y="55336"/>
                  </a:moveTo>
                  <a:cubicBezTo>
                    <a:pt x="42539" y="62930"/>
                    <a:pt x="35678" y="66184"/>
                    <a:pt x="28456" y="66184"/>
                  </a:cubicBezTo>
                  <a:cubicBezTo>
                    <a:pt x="19790" y="66184"/>
                    <a:pt x="13290" y="59314"/>
                    <a:pt x="13290" y="49550"/>
                  </a:cubicBezTo>
                  <a:cubicBezTo>
                    <a:pt x="13290" y="47019"/>
                    <a:pt x="13651" y="44126"/>
                    <a:pt x="14012" y="41233"/>
                  </a:cubicBezTo>
                  <a:cubicBezTo>
                    <a:pt x="26650" y="40510"/>
                    <a:pt x="33872" y="39064"/>
                    <a:pt x="41455" y="35448"/>
                  </a:cubicBezTo>
                  <a:cubicBezTo>
                    <a:pt x="52649" y="30385"/>
                    <a:pt x="59871" y="20984"/>
                    <a:pt x="59871" y="11943"/>
                  </a:cubicBezTo>
                  <a:cubicBezTo>
                    <a:pt x="59871" y="5073"/>
                    <a:pt x="53371" y="11"/>
                    <a:pt x="44705" y="11"/>
                  </a:cubicBezTo>
                  <a:cubicBezTo>
                    <a:pt x="23039" y="11"/>
                    <a:pt x="290" y="26046"/>
                    <a:pt x="290" y="50273"/>
                  </a:cubicBezTo>
                  <a:cubicBezTo>
                    <a:pt x="290" y="64738"/>
                    <a:pt x="8957" y="74501"/>
                    <a:pt x="21595" y="74501"/>
                  </a:cubicBezTo>
                  <a:cubicBezTo>
                    <a:pt x="31706" y="74501"/>
                    <a:pt x="40372" y="69438"/>
                    <a:pt x="52649" y="57506"/>
                  </a:cubicBezTo>
                  <a:close/>
                  <a:moveTo>
                    <a:pt x="15095" y="36894"/>
                  </a:moveTo>
                  <a:cubicBezTo>
                    <a:pt x="20512" y="18452"/>
                    <a:pt x="32067" y="4711"/>
                    <a:pt x="41816" y="4711"/>
                  </a:cubicBezTo>
                  <a:cubicBezTo>
                    <a:pt x="45427" y="4711"/>
                    <a:pt x="48316" y="7604"/>
                    <a:pt x="48316" y="11582"/>
                  </a:cubicBezTo>
                  <a:cubicBezTo>
                    <a:pt x="48316" y="15921"/>
                    <a:pt x="46149" y="20984"/>
                    <a:pt x="42539" y="25323"/>
                  </a:cubicBezTo>
                  <a:cubicBezTo>
                    <a:pt x="37122" y="31108"/>
                    <a:pt x="30261" y="35086"/>
                    <a:pt x="21595" y="36532"/>
                  </a:cubicBezTo>
                  <a:cubicBezTo>
                    <a:pt x="20151" y="36532"/>
                    <a:pt x="17984" y="36894"/>
                    <a:pt x="15095" y="36894"/>
                  </a:cubicBezTo>
                  <a:close/>
                </a:path>
              </a:pathLst>
            </a:custGeom>
            <a:solidFill>
              <a:srgbClr val="000000"/>
            </a:solidFill>
            <a:ln w="23090" cap="flat">
              <a:noFill/>
              <a:prstDash val="solid"/>
              <a:miter/>
            </a:ln>
          </p:spPr>
          <p:txBody>
            <a:bodyPr rtlCol="0" anchor="ctr"/>
            <a:lstStyle/>
            <a:p>
              <a:endParaRPr lang="zh-CN" altLang="en-US"/>
            </a:p>
          </p:txBody>
        </p:sp>
      </p:grpSp>
      <p:sp>
        <p:nvSpPr>
          <p:cNvPr id="308" name="任意多边形: 形状 307"/>
          <p:cNvSpPr/>
          <p:nvPr/>
        </p:nvSpPr>
        <p:spPr>
          <a:xfrm>
            <a:off x="10401159" y="3550683"/>
            <a:ext cx="155096" cy="234115"/>
          </a:xfrm>
          <a:custGeom>
            <a:avLst/>
            <a:gdLst>
              <a:gd name="connsiteX0" fmla="*/ 310 w 135050"/>
              <a:gd name="connsiteY0" fmla="*/ 60 h 187310"/>
              <a:gd name="connsiteX1" fmla="*/ 310 w 135050"/>
              <a:gd name="connsiteY1" fmla="*/ 4038 h 187310"/>
              <a:gd name="connsiteX2" fmla="*/ 5365 w 135050"/>
              <a:gd name="connsiteY2" fmla="*/ 4038 h 187310"/>
              <a:gd name="connsiteX3" fmla="*/ 19087 w 135050"/>
              <a:gd name="connsiteY3" fmla="*/ 20672 h 187310"/>
              <a:gd name="connsiteX4" fmla="*/ 19087 w 135050"/>
              <a:gd name="connsiteY4" fmla="*/ 167121 h 187310"/>
              <a:gd name="connsiteX5" fmla="*/ 5365 w 135050"/>
              <a:gd name="connsiteY5" fmla="*/ 183394 h 187310"/>
              <a:gd name="connsiteX6" fmla="*/ 671 w 135050"/>
              <a:gd name="connsiteY6" fmla="*/ 183394 h 187310"/>
              <a:gd name="connsiteX7" fmla="*/ 671 w 135050"/>
              <a:gd name="connsiteY7" fmla="*/ 187371 h 187310"/>
              <a:gd name="connsiteX8" fmla="*/ 57002 w 135050"/>
              <a:gd name="connsiteY8" fmla="*/ 187371 h 187310"/>
              <a:gd name="connsiteX9" fmla="*/ 57002 w 135050"/>
              <a:gd name="connsiteY9" fmla="*/ 183394 h 187310"/>
              <a:gd name="connsiteX10" fmla="*/ 51947 w 135050"/>
              <a:gd name="connsiteY10" fmla="*/ 183394 h 187310"/>
              <a:gd name="connsiteX11" fmla="*/ 38586 w 135050"/>
              <a:gd name="connsiteY11" fmla="*/ 167121 h 187310"/>
              <a:gd name="connsiteX12" fmla="*/ 38586 w 135050"/>
              <a:gd name="connsiteY12" fmla="*/ 20672 h 187310"/>
              <a:gd name="connsiteX13" fmla="*/ 52308 w 135050"/>
              <a:gd name="connsiteY13" fmla="*/ 4038 h 187310"/>
              <a:gd name="connsiteX14" fmla="*/ 83723 w 135050"/>
              <a:gd name="connsiteY14" fmla="*/ 4038 h 187310"/>
              <a:gd name="connsiteX15" fmla="*/ 97445 w 135050"/>
              <a:gd name="connsiteY15" fmla="*/ 20672 h 187310"/>
              <a:gd name="connsiteX16" fmla="*/ 97445 w 135050"/>
              <a:gd name="connsiteY16" fmla="*/ 167121 h 187310"/>
              <a:gd name="connsiteX17" fmla="*/ 83723 w 135050"/>
              <a:gd name="connsiteY17" fmla="*/ 183394 h 187310"/>
              <a:gd name="connsiteX18" fmla="*/ 79029 w 135050"/>
              <a:gd name="connsiteY18" fmla="*/ 183394 h 187310"/>
              <a:gd name="connsiteX19" fmla="*/ 79029 w 135050"/>
              <a:gd name="connsiteY19" fmla="*/ 187371 h 187310"/>
              <a:gd name="connsiteX20" fmla="*/ 134999 w 135050"/>
              <a:gd name="connsiteY20" fmla="*/ 187371 h 187310"/>
              <a:gd name="connsiteX21" fmla="*/ 134999 w 135050"/>
              <a:gd name="connsiteY21" fmla="*/ 183394 h 187310"/>
              <a:gd name="connsiteX22" fmla="*/ 130305 w 135050"/>
              <a:gd name="connsiteY22" fmla="*/ 183394 h 187310"/>
              <a:gd name="connsiteX23" fmla="*/ 116944 w 135050"/>
              <a:gd name="connsiteY23" fmla="*/ 167121 h 187310"/>
              <a:gd name="connsiteX24" fmla="*/ 116944 w 135050"/>
              <a:gd name="connsiteY24" fmla="*/ 20672 h 187310"/>
              <a:gd name="connsiteX25" fmla="*/ 130666 w 135050"/>
              <a:gd name="connsiteY25" fmla="*/ 4038 h 187310"/>
              <a:gd name="connsiteX26" fmla="*/ 135360 w 135050"/>
              <a:gd name="connsiteY26" fmla="*/ 4038 h 187310"/>
              <a:gd name="connsiteX27" fmla="*/ 135360 w 135050"/>
              <a:gd name="connsiteY27" fmla="*/ 6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310" y="60"/>
                </a:moveTo>
                <a:lnTo>
                  <a:pt x="310" y="4038"/>
                </a:lnTo>
                <a:lnTo>
                  <a:pt x="5365" y="4038"/>
                </a:lnTo>
                <a:cubicBezTo>
                  <a:pt x="17281" y="4038"/>
                  <a:pt x="19087" y="6207"/>
                  <a:pt x="19087" y="20672"/>
                </a:cubicBezTo>
                <a:lnTo>
                  <a:pt x="19087" y="167121"/>
                </a:lnTo>
                <a:cubicBezTo>
                  <a:pt x="19087" y="181585"/>
                  <a:pt x="17281" y="183394"/>
                  <a:pt x="5365" y="183394"/>
                </a:cubicBezTo>
                <a:lnTo>
                  <a:pt x="671" y="183394"/>
                </a:lnTo>
                <a:lnTo>
                  <a:pt x="671" y="187371"/>
                </a:lnTo>
                <a:lnTo>
                  <a:pt x="57002" y="187371"/>
                </a:lnTo>
                <a:lnTo>
                  <a:pt x="57002" y="183394"/>
                </a:lnTo>
                <a:lnTo>
                  <a:pt x="51947" y="183394"/>
                </a:lnTo>
                <a:cubicBezTo>
                  <a:pt x="40392" y="183394"/>
                  <a:pt x="38586" y="181224"/>
                  <a:pt x="38586" y="167121"/>
                </a:cubicBezTo>
                <a:lnTo>
                  <a:pt x="38586" y="20672"/>
                </a:lnTo>
                <a:cubicBezTo>
                  <a:pt x="38586" y="6207"/>
                  <a:pt x="40392" y="4038"/>
                  <a:pt x="52308" y="4038"/>
                </a:cubicBezTo>
                <a:lnTo>
                  <a:pt x="83723" y="4038"/>
                </a:lnTo>
                <a:cubicBezTo>
                  <a:pt x="95278" y="4038"/>
                  <a:pt x="97445" y="6207"/>
                  <a:pt x="97445" y="20672"/>
                </a:cubicBezTo>
                <a:lnTo>
                  <a:pt x="97445" y="167121"/>
                </a:lnTo>
                <a:cubicBezTo>
                  <a:pt x="97445" y="181585"/>
                  <a:pt x="95278" y="183394"/>
                  <a:pt x="83723" y="183394"/>
                </a:cubicBezTo>
                <a:lnTo>
                  <a:pt x="79029" y="183394"/>
                </a:lnTo>
                <a:lnTo>
                  <a:pt x="79029" y="187371"/>
                </a:lnTo>
                <a:lnTo>
                  <a:pt x="134999" y="187371"/>
                </a:lnTo>
                <a:lnTo>
                  <a:pt x="134999" y="183394"/>
                </a:lnTo>
                <a:lnTo>
                  <a:pt x="130305" y="183394"/>
                </a:lnTo>
                <a:cubicBezTo>
                  <a:pt x="118750" y="183394"/>
                  <a:pt x="116944" y="181224"/>
                  <a:pt x="116944" y="167121"/>
                </a:cubicBezTo>
                <a:lnTo>
                  <a:pt x="116944" y="20672"/>
                </a:lnTo>
                <a:cubicBezTo>
                  <a:pt x="116944" y="6207"/>
                  <a:pt x="118750" y="4038"/>
                  <a:pt x="130666" y="4038"/>
                </a:cubicBezTo>
                <a:lnTo>
                  <a:pt x="135360" y="4038"/>
                </a:lnTo>
                <a:lnTo>
                  <a:pt x="135360" y="60"/>
                </a:lnTo>
                <a:close/>
              </a:path>
            </a:pathLst>
          </a:custGeom>
          <a:solidFill>
            <a:srgbClr val="000000"/>
          </a:solidFill>
          <a:ln w="23090" cap="flat">
            <a:noFill/>
            <a:prstDash val="solid"/>
            <a:miter/>
          </a:ln>
        </p:spPr>
        <p:txBody>
          <a:bodyPr rtlCol="0" anchor="ctr"/>
          <a:lstStyle/>
          <a:p>
            <a:endParaRPr lang="zh-CN" altLang="en-US"/>
          </a:p>
        </p:txBody>
      </p:sp>
      <p:grpSp>
        <p:nvGrpSpPr>
          <p:cNvPr id="309" name="Graphic 2"/>
          <p:cNvGrpSpPr/>
          <p:nvPr/>
        </p:nvGrpSpPr>
        <p:grpSpPr>
          <a:xfrm>
            <a:off x="10587244" y="3719716"/>
            <a:ext cx="309567" cy="94007"/>
            <a:chOff x="9979425" y="3970399"/>
            <a:chExt cx="269556" cy="75213"/>
          </a:xfrm>
        </p:grpSpPr>
        <p:sp>
          <p:nvSpPr>
            <p:cNvPr id="310" name="任意多边形: 形状 309"/>
            <p:cNvSpPr/>
            <p:nvPr/>
          </p:nvSpPr>
          <p:spPr>
            <a:xfrm>
              <a:off x="9979425" y="3971484"/>
              <a:ext cx="57414" cy="73767"/>
            </a:xfrm>
            <a:custGeom>
              <a:avLst/>
              <a:gdLst>
                <a:gd name="connsiteX0" fmla="*/ 47981 w 57414"/>
                <a:gd name="connsiteY0" fmla="*/ 54304 h 73767"/>
                <a:gd name="connsiteX1" fmla="*/ 27399 w 57414"/>
                <a:gd name="connsiteY1" fmla="*/ 66960 h 73767"/>
                <a:gd name="connsiteX2" fmla="*/ 12955 w 57414"/>
                <a:gd name="connsiteY2" fmla="*/ 49241 h 73767"/>
                <a:gd name="connsiteX3" fmla="*/ 42565 w 57414"/>
                <a:gd name="connsiteY3" fmla="*/ 3679 h 73767"/>
                <a:gd name="connsiteX4" fmla="*/ 48704 w 57414"/>
                <a:gd name="connsiteY4" fmla="*/ 8019 h 73767"/>
                <a:gd name="connsiteX5" fmla="*/ 46176 w 57414"/>
                <a:gd name="connsiteY5" fmla="*/ 11996 h 73767"/>
                <a:gd name="connsiteX6" fmla="*/ 43648 w 57414"/>
                <a:gd name="connsiteY6" fmla="*/ 17782 h 73767"/>
                <a:gd name="connsiteX7" fmla="*/ 49426 w 57414"/>
                <a:gd name="connsiteY7" fmla="*/ 23206 h 73767"/>
                <a:gd name="connsiteX8" fmla="*/ 57731 w 57414"/>
                <a:gd name="connsiteY8" fmla="*/ 12358 h 73767"/>
                <a:gd name="connsiteX9" fmla="*/ 43287 w 57414"/>
                <a:gd name="connsiteY9" fmla="*/ 63 h 73767"/>
                <a:gd name="connsiteX10" fmla="*/ 317 w 57414"/>
                <a:gd name="connsiteY10" fmla="*/ 49965 h 73767"/>
                <a:gd name="connsiteX11" fmla="*/ 5733 w 57414"/>
                <a:gd name="connsiteY11" fmla="*/ 67322 h 73767"/>
                <a:gd name="connsiteX12" fmla="*/ 20538 w 57414"/>
                <a:gd name="connsiteY12" fmla="*/ 73831 h 73767"/>
                <a:gd name="connsiteX13" fmla="*/ 50870 w 57414"/>
                <a:gd name="connsiteY13" fmla="*/ 557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981" y="54304"/>
                  </a:moveTo>
                  <a:cubicBezTo>
                    <a:pt x="42204" y="62259"/>
                    <a:pt x="34982" y="66960"/>
                    <a:pt x="27399" y="66960"/>
                  </a:cubicBezTo>
                  <a:cubicBezTo>
                    <a:pt x="19094" y="66960"/>
                    <a:pt x="12955" y="59728"/>
                    <a:pt x="12955" y="49241"/>
                  </a:cubicBezTo>
                  <a:cubicBezTo>
                    <a:pt x="12955" y="27184"/>
                    <a:pt x="28482" y="3679"/>
                    <a:pt x="42565" y="3679"/>
                  </a:cubicBezTo>
                  <a:cubicBezTo>
                    <a:pt x="45815" y="3679"/>
                    <a:pt x="48704" y="5849"/>
                    <a:pt x="48704" y="8019"/>
                  </a:cubicBezTo>
                  <a:cubicBezTo>
                    <a:pt x="48704" y="9465"/>
                    <a:pt x="48343" y="9827"/>
                    <a:pt x="46176" y="11996"/>
                  </a:cubicBezTo>
                  <a:cubicBezTo>
                    <a:pt x="44732" y="13804"/>
                    <a:pt x="43648" y="15974"/>
                    <a:pt x="43648" y="17782"/>
                  </a:cubicBezTo>
                  <a:cubicBezTo>
                    <a:pt x="43648" y="20675"/>
                    <a:pt x="46176" y="23206"/>
                    <a:pt x="49426" y="23206"/>
                  </a:cubicBezTo>
                  <a:cubicBezTo>
                    <a:pt x="53759" y="23206"/>
                    <a:pt x="57731" y="18143"/>
                    <a:pt x="57731" y="12358"/>
                  </a:cubicBezTo>
                  <a:cubicBezTo>
                    <a:pt x="57731" y="5487"/>
                    <a:pt x="51231" y="63"/>
                    <a:pt x="43287" y="63"/>
                  </a:cubicBezTo>
                  <a:cubicBezTo>
                    <a:pt x="21983" y="63"/>
                    <a:pt x="317" y="25376"/>
                    <a:pt x="317" y="49965"/>
                  </a:cubicBezTo>
                  <a:cubicBezTo>
                    <a:pt x="317" y="57197"/>
                    <a:pt x="2122" y="63344"/>
                    <a:pt x="5733" y="67322"/>
                  </a:cubicBezTo>
                  <a:cubicBezTo>
                    <a:pt x="9705" y="71299"/>
                    <a:pt x="15483" y="73831"/>
                    <a:pt x="20538" y="73831"/>
                  </a:cubicBezTo>
                  <a:cubicBezTo>
                    <a:pt x="31371" y="73831"/>
                    <a:pt x="43287" y="66960"/>
                    <a:pt x="50870" y="55750"/>
                  </a:cubicBezTo>
                  <a:close/>
                </a:path>
              </a:pathLst>
            </a:custGeom>
            <a:solidFill>
              <a:srgbClr val="000000"/>
            </a:solidFill>
            <a:ln w="23090" cap="flat">
              <a:noFill/>
              <a:prstDash val="solid"/>
              <a:miter/>
            </a:ln>
          </p:spPr>
          <p:txBody>
            <a:bodyPr rtlCol="0" anchor="ctr"/>
            <a:lstStyle/>
            <a:p>
              <a:endParaRPr lang="zh-CN" altLang="en-US"/>
            </a:p>
          </p:txBody>
        </p:sp>
        <p:sp>
          <p:nvSpPr>
            <p:cNvPr id="311" name="任意多边形: 形状 310"/>
            <p:cNvSpPr/>
            <p:nvPr/>
          </p:nvSpPr>
          <p:spPr>
            <a:xfrm>
              <a:off x="10041259" y="3971122"/>
              <a:ext cx="63553" cy="74128"/>
            </a:xfrm>
            <a:custGeom>
              <a:avLst/>
              <a:gdLst>
                <a:gd name="connsiteX0" fmla="*/ 42207 w 63553"/>
                <a:gd name="connsiteY0" fmla="*/ 63 h 74128"/>
                <a:gd name="connsiteX1" fmla="*/ 319 w 63553"/>
                <a:gd name="connsiteY1" fmla="*/ 48156 h 74128"/>
                <a:gd name="connsiteX2" fmla="*/ 21985 w 63553"/>
                <a:gd name="connsiteY2" fmla="*/ 74192 h 74128"/>
                <a:gd name="connsiteX3" fmla="*/ 46540 w 63553"/>
                <a:gd name="connsiteY3" fmla="*/ 62982 h 74128"/>
                <a:gd name="connsiteX4" fmla="*/ 63872 w 63553"/>
                <a:gd name="connsiteY4" fmla="*/ 26099 h 74128"/>
                <a:gd name="connsiteX5" fmla="*/ 42207 w 63553"/>
                <a:gd name="connsiteY5" fmla="*/ 63 h 74128"/>
                <a:gd name="connsiteX6" fmla="*/ 40762 w 63553"/>
                <a:gd name="connsiteY6" fmla="*/ 4041 h 74128"/>
                <a:gd name="connsiteX7" fmla="*/ 51595 w 63553"/>
                <a:gd name="connsiteY7" fmla="*/ 19590 h 74128"/>
                <a:gd name="connsiteX8" fmla="*/ 41123 w 63553"/>
                <a:gd name="connsiteY8" fmla="*/ 56112 h 74128"/>
                <a:gd name="connsiteX9" fmla="*/ 23430 w 63553"/>
                <a:gd name="connsiteY9" fmla="*/ 70214 h 74128"/>
                <a:gd name="connsiteX10" fmla="*/ 11875 w 63553"/>
                <a:gd name="connsiteY10" fmla="*/ 54665 h 74128"/>
                <a:gd name="connsiteX11" fmla="*/ 23430 w 63553"/>
                <a:gd name="connsiteY11" fmla="*/ 16335 h 74128"/>
                <a:gd name="connsiteX12" fmla="*/ 40762 w 63553"/>
                <a:gd name="connsiteY12" fmla="*/ 404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207" y="63"/>
                  </a:moveTo>
                  <a:cubicBezTo>
                    <a:pt x="21263" y="63"/>
                    <a:pt x="319" y="23929"/>
                    <a:pt x="319" y="48156"/>
                  </a:cubicBezTo>
                  <a:cubicBezTo>
                    <a:pt x="319" y="63706"/>
                    <a:pt x="8986" y="74192"/>
                    <a:pt x="21985" y="74192"/>
                  </a:cubicBezTo>
                  <a:cubicBezTo>
                    <a:pt x="29568" y="74192"/>
                    <a:pt x="38235" y="70214"/>
                    <a:pt x="46540" y="62982"/>
                  </a:cubicBezTo>
                  <a:cubicBezTo>
                    <a:pt x="57373" y="53581"/>
                    <a:pt x="63872" y="39840"/>
                    <a:pt x="63872" y="26099"/>
                  </a:cubicBezTo>
                  <a:cubicBezTo>
                    <a:pt x="63872" y="10911"/>
                    <a:pt x="54845" y="63"/>
                    <a:pt x="42207" y="63"/>
                  </a:cubicBezTo>
                  <a:close/>
                  <a:moveTo>
                    <a:pt x="40762" y="4041"/>
                  </a:moveTo>
                  <a:cubicBezTo>
                    <a:pt x="46901" y="4041"/>
                    <a:pt x="51595" y="10550"/>
                    <a:pt x="51595" y="19590"/>
                  </a:cubicBezTo>
                  <a:cubicBezTo>
                    <a:pt x="51595" y="30438"/>
                    <a:pt x="47262" y="45264"/>
                    <a:pt x="41123" y="56112"/>
                  </a:cubicBezTo>
                  <a:cubicBezTo>
                    <a:pt x="36068" y="65514"/>
                    <a:pt x="29929" y="70214"/>
                    <a:pt x="23430" y="70214"/>
                  </a:cubicBezTo>
                  <a:cubicBezTo>
                    <a:pt x="16208" y="70214"/>
                    <a:pt x="11875" y="64067"/>
                    <a:pt x="11875" y="54665"/>
                  </a:cubicBezTo>
                  <a:cubicBezTo>
                    <a:pt x="11875" y="42733"/>
                    <a:pt x="16569" y="26822"/>
                    <a:pt x="23430" y="16335"/>
                  </a:cubicBezTo>
                  <a:cubicBezTo>
                    <a:pt x="28124" y="8380"/>
                    <a:pt x="34624" y="4041"/>
                    <a:pt x="40762" y="4041"/>
                  </a:cubicBezTo>
                  <a:close/>
                </a:path>
              </a:pathLst>
            </a:custGeom>
            <a:solidFill>
              <a:srgbClr val="000000"/>
            </a:solidFill>
            <a:ln w="23090" cap="flat">
              <a:noFill/>
              <a:prstDash val="solid"/>
              <a:miter/>
            </a:ln>
          </p:spPr>
          <p:txBody>
            <a:bodyPr rtlCol="0" anchor="ctr"/>
            <a:lstStyle/>
            <a:p>
              <a:endParaRPr lang="zh-CN" altLang="en-US"/>
            </a:p>
          </p:txBody>
        </p:sp>
        <p:sp>
          <p:nvSpPr>
            <p:cNvPr id="312" name="任意多边形: 形状 311"/>
            <p:cNvSpPr/>
            <p:nvPr/>
          </p:nvSpPr>
          <p:spPr>
            <a:xfrm>
              <a:off x="10115500" y="3971845"/>
              <a:ext cx="69330" cy="73767"/>
            </a:xfrm>
            <a:custGeom>
              <a:avLst/>
              <a:gdLst>
                <a:gd name="connsiteX0" fmla="*/ 69653 w 69330"/>
                <a:gd name="connsiteY0" fmla="*/ 1510 h 73767"/>
                <a:gd name="connsiteX1" fmla="*/ 57737 w 69330"/>
                <a:gd name="connsiteY1" fmla="*/ 1510 h 73767"/>
                <a:gd name="connsiteX2" fmla="*/ 53765 w 69330"/>
                <a:gd name="connsiteY2" fmla="*/ 15251 h 73767"/>
                <a:gd name="connsiteX3" fmla="*/ 37877 w 69330"/>
                <a:gd name="connsiteY3" fmla="*/ 48156 h 73767"/>
                <a:gd name="connsiteX4" fmla="*/ 19100 w 69330"/>
                <a:gd name="connsiteY4" fmla="*/ 64429 h 73767"/>
                <a:gd name="connsiteX5" fmla="*/ 14044 w 69330"/>
                <a:gd name="connsiteY5" fmla="*/ 59728 h 73767"/>
                <a:gd name="connsiteX6" fmla="*/ 15128 w 69330"/>
                <a:gd name="connsiteY6" fmla="*/ 53581 h 73767"/>
                <a:gd name="connsiteX7" fmla="*/ 27044 w 69330"/>
                <a:gd name="connsiteY7" fmla="*/ 12358 h 73767"/>
                <a:gd name="connsiteX8" fmla="*/ 28127 w 69330"/>
                <a:gd name="connsiteY8" fmla="*/ 6210 h 73767"/>
                <a:gd name="connsiteX9" fmla="*/ 21627 w 69330"/>
                <a:gd name="connsiteY9" fmla="*/ 63 h 73767"/>
                <a:gd name="connsiteX10" fmla="*/ 323 w 69330"/>
                <a:gd name="connsiteY10" fmla="*/ 16335 h 73767"/>
                <a:gd name="connsiteX11" fmla="*/ 2128 w 69330"/>
                <a:gd name="connsiteY11" fmla="*/ 18143 h 73767"/>
                <a:gd name="connsiteX12" fmla="*/ 4295 w 69330"/>
                <a:gd name="connsiteY12" fmla="*/ 15251 h 73767"/>
                <a:gd name="connsiteX13" fmla="*/ 12961 w 69330"/>
                <a:gd name="connsiteY13" fmla="*/ 8380 h 73767"/>
                <a:gd name="connsiteX14" fmla="*/ 15850 w 69330"/>
                <a:gd name="connsiteY14" fmla="*/ 10911 h 73767"/>
                <a:gd name="connsiteX15" fmla="*/ 15128 w 69330"/>
                <a:gd name="connsiteY15" fmla="*/ 14166 h 73767"/>
                <a:gd name="connsiteX16" fmla="*/ 2850 w 69330"/>
                <a:gd name="connsiteY16" fmla="*/ 57558 h 73767"/>
                <a:gd name="connsiteX17" fmla="*/ 2128 w 69330"/>
                <a:gd name="connsiteY17" fmla="*/ 62621 h 73767"/>
                <a:gd name="connsiteX18" fmla="*/ 10433 w 69330"/>
                <a:gd name="connsiteY18" fmla="*/ 73830 h 73767"/>
                <a:gd name="connsiteX19" fmla="*/ 27405 w 69330"/>
                <a:gd name="connsiteY19" fmla="*/ 64429 h 73767"/>
                <a:gd name="connsiteX20" fmla="*/ 46904 w 69330"/>
                <a:gd name="connsiteY20" fmla="*/ 39116 h 73767"/>
                <a:gd name="connsiteX21" fmla="*/ 40765 w 69330"/>
                <a:gd name="connsiteY21" fmla="*/ 60451 h 73767"/>
                <a:gd name="connsiteX22" fmla="*/ 39321 w 69330"/>
                <a:gd name="connsiteY22" fmla="*/ 68045 h 73767"/>
                <a:gd name="connsiteX23" fmla="*/ 45460 w 69330"/>
                <a:gd name="connsiteY23" fmla="*/ 73830 h 73767"/>
                <a:gd name="connsiteX24" fmla="*/ 66042 w 69330"/>
                <a:gd name="connsiteY24" fmla="*/ 59366 h 73767"/>
                <a:gd name="connsiteX25" fmla="*/ 64598 w 69330"/>
                <a:gd name="connsiteY25" fmla="*/ 57558 h 73767"/>
                <a:gd name="connsiteX26" fmla="*/ 54126 w 69330"/>
                <a:gd name="connsiteY26" fmla="*/ 65875 h 73767"/>
                <a:gd name="connsiteX27" fmla="*/ 52321 w 69330"/>
                <a:gd name="connsiteY27" fmla="*/ 63706 h 73767"/>
                <a:gd name="connsiteX28" fmla="*/ 52682 w 69330"/>
                <a:gd name="connsiteY28" fmla="*/ 62259 h 73767"/>
                <a:gd name="connsiteX29" fmla="*/ 53404 w 69330"/>
                <a:gd name="connsiteY29" fmla="*/ 58643 h 73767"/>
                <a:gd name="connsiteX30" fmla="*/ 54487 w 69330"/>
                <a:gd name="connsiteY30" fmla="*/ 5466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653" y="1510"/>
                  </a:moveTo>
                  <a:lnTo>
                    <a:pt x="57737" y="1510"/>
                  </a:lnTo>
                  <a:lnTo>
                    <a:pt x="53765" y="15251"/>
                  </a:lnTo>
                  <a:cubicBezTo>
                    <a:pt x="49432" y="31161"/>
                    <a:pt x="47265" y="34777"/>
                    <a:pt x="37877" y="48156"/>
                  </a:cubicBezTo>
                  <a:cubicBezTo>
                    <a:pt x="29933" y="58643"/>
                    <a:pt x="23433" y="64429"/>
                    <a:pt x="19100" y="64429"/>
                  </a:cubicBezTo>
                  <a:cubicBezTo>
                    <a:pt x="15850" y="64429"/>
                    <a:pt x="14044" y="62982"/>
                    <a:pt x="14044" y="59728"/>
                  </a:cubicBezTo>
                  <a:cubicBezTo>
                    <a:pt x="14044" y="58281"/>
                    <a:pt x="14405" y="56473"/>
                    <a:pt x="15128" y="53581"/>
                  </a:cubicBezTo>
                  <a:lnTo>
                    <a:pt x="27044" y="12358"/>
                  </a:lnTo>
                  <a:cubicBezTo>
                    <a:pt x="27405" y="10550"/>
                    <a:pt x="28127" y="7657"/>
                    <a:pt x="28127" y="6210"/>
                  </a:cubicBezTo>
                  <a:cubicBezTo>
                    <a:pt x="28127" y="2594"/>
                    <a:pt x="25238" y="63"/>
                    <a:pt x="21627" y="63"/>
                  </a:cubicBezTo>
                  <a:cubicBezTo>
                    <a:pt x="15489" y="63"/>
                    <a:pt x="10794" y="3318"/>
                    <a:pt x="323" y="16335"/>
                  </a:cubicBezTo>
                  <a:lnTo>
                    <a:pt x="2128" y="18143"/>
                  </a:lnTo>
                  <a:lnTo>
                    <a:pt x="4295" y="15251"/>
                  </a:lnTo>
                  <a:cubicBezTo>
                    <a:pt x="9350" y="9465"/>
                    <a:pt x="10794" y="8380"/>
                    <a:pt x="12961" y="8380"/>
                  </a:cubicBezTo>
                  <a:cubicBezTo>
                    <a:pt x="14405" y="8380"/>
                    <a:pt x="15850" y="9465"/>
                    <a:pt x="15850" y="10911"/>
                  </a:cubicBezTo>
                  <a:cubicBezTo>
                    <a:pt x="15850" y="11996"/>
                    <a:pt x="15489" y="12719"/>
                    <a:pt x="15128" y="14166"/>
                  </a:cubicBezTo>
                  <a:lnTo>
                    <a:pt x="2850" y="57558"/>
                  </a:lnTo>
                  <a:cubicBezTo>
                    <a:pt x="2128" y="59005"/>
                    <a:pt x="2128" y="60813"/>
                    <a:pt x="2128" y="62621"/>
                  </a:cubicBezTo>
                  <a:cubicBezTo>
                    <a:pt x="2128" y="69853"/>
                    <a:pt x="5378" y="73830"/>
                    <a:pt x="10433" y="73830"/>
                  </a:cubicBezTo>
                  <a:cubicBezTo>
                    <a:pt x="15489" y="73830"/>
                    <a:pt x="20905" y="70938"/>
                    <a:pt x="27405" y="64429"/>
                  </a:cubicBezTo>
                  <a:cubicBezTo>
                    <a:pt x="33544" y="58643"/>
                    <a:pt x="38238" y="52857"/>
                    <a:pt x="46904" y="39116"/>
                  </a:cubicBezTo>
                  <a:lnTo>
                    <a:pt x="40765" y="60451"/>
                  </a:lnTo>
                  <a:cubicBezTo>
                    <a:pt x="40043" y="63344"/>
                    <a:pt x="39321" y="66237"/>
                    <a:pt x="39321" y="68045"/>
                  </a:cubicBezTo>
                  <a:cubicBezTo>
                    <a:pt x="39321" y="71299"/>
                    <a:pt x="42210" y="73830"/>
                    <a:pt x="45460" y="73830"/>
                  </a:cubicBezTo>
                  <a:cubicBezTo>
                    <a:pt x="51598" y="73830"/>
                    <a:pt x="59542" y="68406"/>
                    <a:pt x="66042" y="59366"/>
                  </a:cubicBezTo>
                  <a:lnTo>
                    <a:pt x="64598" y="57558"/>
                  </a:lnTo>
                  <a:cubicBezTo>
                    <a:pt x="59903" y="62982"/>
                    <a:pt x="56292" y="65875"/>
                    <a:pt x="54126" y="65875"/>
                  </a:cubicBezTo>
                  <a:cubicBezTo>
                    <a:pt x="53404" y="65875"/>
                    <a:pt x="52321" y="64790"/>
                    <a:pt x="52321" y="63706"/>
                  </a:cubicBezTo>
                  <a:cubicBezTo>
                    <a:pt x="52321" y="63344"/>
                    <a:pt x="52321" y="62982"/>
                    <a:pt x="52682" y="62259"/>
                  </a:cubicBezTo>
                  <a:cubicBezTo>
                    <a:pt x="52682" y="62259"/>
                    <a:pt x="53043" y="60813"/>
                    <a:pt x="53404" y="58643"/>
                  </a:cubicBezTo>
                  <a:cubicBezTo>
                    <a:pt x="53765" y="57558"/>
                    <a:pt x="54126" y="56112"/>
                    <a:pt x="54487" y="54665"/>
                  </a:cubicBezTo>
                  <a:close/>
                </a:path>
              </a:pathLst>
            </a:custGeom>
            <a:solidFill>
              <a:srgbClr val="000000"/>
            </a:solidFill>
            <a:ln w="23090" cap="flat">
              <a:noFill/>
              <a:prstDash val="solid"/>
              <a:miter/>
            </a:ln>
          </p:spPr>
          <p:txBody>
            <a:bodyPr rtlCol="0" anchor="ctr"/>
            <a:lstStyle/>
            <a:p>
              <a:endParaRPr lang="zh-CN" altLang="en-US"/>
            </a:p>
          </p:txBody>
        </p:sp>
        <p:sp>
          <p:nvSpPr>
            <p:cNvPr id="313" name="任意多边形: 形状 312"/>
            <p:cNvSpPr/>
            <p:nvPr/>
          </p:nvSpPr>
          <p:spPr>
            <a:xfrm>
              <a:off x="10193373" y="3970399"/>
              <a:ext cx="55608" cy="73044"/>
            </a:xfrm>
            <a:custGeom>
              <a:avLst/>
              <a:gdLst>
                <a:gd name="connsiteX0" fmla="*/ 32464 w 55608"/>
                <a:gd name="connsiteY0" fmla="*/ 63 h 73044"/>
                <a:gd name="connsiteX1" fmla="*/ 9353 w 55608"/>
                <a:gd name="connsiteY1" fmla="*/ 2956 h 73044"/>
                <a:gd name="connsiteX2" fmla="*/ 8631 w 55608"/>
                <a:gd name="connsiteY2" fmla="*/ 6572 h 73044"/>
                <a:gd name="connsiteX3" fmla="*/ 12242 w 55608"/>
                <a:gd name="connsiteY3" fmla="*/ 5849 h 73044"/>
                <a:gd name="connsiteX4" fmla="*/ 15131 w 55608"/>
                <a:gd name="connsiteY4" fmla="*/ 5487 h 73044"/>
                <a:gd name="connsiteX5" fmla="*/ 18381 w 55608"/>
                <a:gd name="connsiteY5" fmla="*/ 8742 h 73044"/>
                <a:gd name="connsiteX6" fmla="*/ 16937 w 55608"/>
                <a:gd name="connsiteY6" fmla="*/ 15612 h 73044"/>
                <a:gd name="connsiteX7" fmla="*/ 326 w 55608"/>
                <a:gd name="connsiteY7" fmla="*/ 73107 h 73044"/>
                <a:gd name="connsiteX8" fmla="*/ 12964 w 55608"/>
                <a:gd name="connsiteY8" fmla="*/ 73107 h 73044"/>
                <a:gd name="connsiteX9" fmla="*/ 31019 w 55608"/>
                <a:gd name="connsiteY9" fmla="*/ 27545 h 73044"/>
                <a:gd name="connsiteX10" fmla="*/ 41491 w 55608"/>
                <a:gd name="connsiteY10" fmla="*/ 13081 h 73044"/>
                <a:gd name="connsiteX11" fmla="*/ 42935 w 55608"/>
                <a:gd name="connsiteY11" fmla="*/ 15612 h 73044"/>
                <a:gd name="connsiteX12" fmla="*/ 47991 w 55608"/>
                <a:gd name="connsiteY12" fmla="*/ 19951 h 73044"/>
                <a:gd name="connsiteX13" fmla="*/ 55935 w 55608"/>
                <a:gd name="connsiteY13" fmla="*/ 8742 h 73044"/>
                <a:gd name="connsiteX14" fmla="*/ 49435 w 55608"/>
                <a:gd name="connsiteY14" fmla="*/ 63 h 73044"/>
                <a:gd name="connsiteX15" fmla="*/ 22714 w 55608"/>
                <a:gd name="connsiteY15" fmla="*/ 35139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64" y="63"/>
                  </a:moveTo>
                  <a:cubicBezTo>
                    <a:pt x="22353" y="1871"/>
                    <a:pt x="20909" y="1871"/>
                    <a:pt x="9353" y="2956"/>
                  </a:cubicBezTo>
                  <a:lnTo>
                    <a:pt x="8631" y="6572"/>
                  </a:lnTo>
                  <a:cubicBezTo>
                    <a:pt x="10437" y="6210"/>
                    <a:pt x="11881" y="5849"/>
                    <a:pt x="12242" y="5849"/>
                  </a:cubicBezTo>
                  <a:cubicBezTo>
                    <a:pt x="13326" y="5849"/>
                    <a:pt x="14409" y="5487"/>
                    <a:pt x="15131" y="5487"/>
                  </a:cubicBezTo>
                  <a:cubicBezTo>
                    <a:pt x="16937" y="5487"/>
                    <a:pt x="18381" y="6934"/>
                    <a:pt x="18381" y="8742"/>
                  </a:cubicBezTo>
                  <a:cubicBezTo>
                    <a:pt x="18381" y="9465"/>
                    <a:pt x="18020" y="11996"/>
                    <a:pt x="16937" y="15612"/>
                  </a:cubicBezTo>
                  <a:lnTo>
                    <a:pt x="326" y="73107"/>
                  </a:lnTo>
                  <a:lnTo>
                    <a:pt x="12964" y="73107"/>
                  </a:lnTo>
                  <a:cubicBezTo>
                    <a:pt x="16214" y="59366"/>
                    <a:pt x="22714" y="43456"/>
                    <a:pt x="31019" y="27545"/>
                  </a:cubicBezTo>
                  <a:cubicBezTo>
                    <a:pt x="34269" y="21036"/>
                    <a:pt x="40408" y="13081"/>
                    <a:pt x="41491" y="13081"/>
                  </a:cubicBezTo>
                  <a:cubicBezTo>
                    <a:pt x="42213" y="13081"/>
                    <a:pt x="42574" y="13804"/>
                    <a:pt x="42935" y="15612"/>
                  </a:cubicBezTo>
                  <a:cubicBezTo>
                    <a:pt x="43297" y="18143"/>
                    <a:pt x="45102" y="19951"/>
                    <a:pt x="47991" y="19951"/>
                  </a:cubicBezTo>
                  <a:cubicBezTo>
                    <a:pt x="51963" y="19951"/>
                    <a:pt x="55935" y="14166"/>
                    <a:pt x="55935" y="8742"/>
                  </a:cubicBezTo>
                  <a:cubicBezTo>
                    <a:pt x="55935" y="3679"/>
                    <a:pt x="53407" y="63"/>
                    <a:pt x="49435" y="63"/>
                  </a:cubicBezTo>
                  <a:cubicBezTo>
                    <a:pt x="42574" y="63"/>
                    <a:pt x="32103" y="13804"/>
                    <a:pt x="22714" y="351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314" name="Graphic 2"/>
          <p:cNvGrpSpPr/>
          <p:nvPr/>
        </p:nvGrpSpPr>
        <p:grpSpPr>
          <a:xfrm>
            <a:off x="10890024" y="3674972"/>
            <a:ext cx="719411" cy="162705"/>
            <a:chOff x="10243071" y="3934600"/>
            <a:chExt cx="626429" cy="130177"/>
          </a:xfrm>
        </p:grpSpPr>
        <p:sp>
          <p:nvSpPr>
            <p:cNvPr id="315" name="任意多边形: 形状 314"/>
            <p:cNvSpPr/>
            <p:nvPr/>
          </p:nvSpPr>
          <p:spPr>
            <a:xfrm>
              <a:off x="10243071" y="3971122"/>
              <a:ext cx="54525" cy="74490"/>
            </a:xfrm>
            <a:custGeom>
              <a:avLst/>
              <a:gdLst>
                <a:gd name="connsiteX0" fmla="*/ 54854 w 54525"/>
                <a:gd name="connsiteY0" fmla="*/ 786 h 74490"/>
                <a:gd name="connsiteX1" fmla="*/ 52326 w 54525"/>
                <a:gd name="connsiteY1" fmla="*/ 786 h 74490"/>
                <a:gd name="connsiteX2" fmla="*/ 47632 w 54525"/>
                <a:gd name="connsiteY2" fmla="*/ 4402 h 74490"/>
                <a:gd name="connsiteX3" fmla="*/ 44743 w 54525"/>
                <a:gd name="connsiteY3" fmla="*/ 3318 h 74490"/>
                <a:gd name="connsiteX4" fmla="*/ 33549 w 54525"/>
                <a:gd name="connsiteY4" fmla="*/ 63 h 74490"/>
                <a:gd name="connsiteX5" fmla="*/ 15494 w 54525"/>
                <a:gd name="connsiteY5" fmla="*/ 18143 h 74490"/>
                <a:gd name="connsiteX6" fmla="*/ 25966 w 54525"/>
                <a:gd name="connsiteY6" fmla="*/ 39840 h 74490"/>
                <a:gd name="connsiteX7" fmla="*/ 35355 w 54525"/>
                <a:gd name="connsiteY7" fmla="*/ 57197 h 74490"/>
                <a:gd name="connsiteX8" fmla="*/ 22355 w 54525"/>
                <a:gd name="connsiteY8" fmla="*/ 70576 h 74490"/>
                <a:gd name="connsiteX9" fmla="*/ 7550 w 54525"/>
                <a:gd name="connsiteY9" fmla="*/ 49603 h 74490"/>
                <a:gd name="connsiteX10" fmla="*/ 5023 w 54525"/>
                <a:gd name="connsiteY10" fmla="*/ 49603 h 74490"/>
                <a:gd name="connsiteX11" fmla="*/ 328 w 54525"/>
                <a:gd name="connsiteY11" fmla="*/ 74192 h 74490"/>
                <a:gd name="connsiteX12" fmla="*/ 3578 w 54525"/>
                <a:gd name="connsiteY12" fmla="*/ 74192 h 74490"/>
                <a:gd name="connsiteX13" fmla="*/ 7911 w 54525"/>
                <a:gd name="connsiteY13" fmla="*/ 70938 h 74490"/>
                <a:gd name="connsiteX14" fmla="*/ 11161 w 54525"/>
                <a:gd name="connsiteY14" fmla="*/ 71661 h 74490"/>
                <a:gd name="connsiteX15" fmla="*/ 24522 w 54525"/>
                <a:gd name="connsiteY15" fmla="*/ 74554 h 74490"/>
                <a:gd name="connsiteX16" fmla="*/ 46188 w 54525"/>
                <a:gd name="connsiteY16" fmla="*/ 53581 h 74490"/>
                <a:gd name="connsiteX17" fmla="*/ 34633 w 54525"/>
                <a:gd name="connsiteY17" fmla="*/ 30799 h 74490"/>
                <a:gd name="connsiteX18" fmla="*/ 25605 w 54525"/>
                <a:gd name="connsiteY18" fmla="*/ 14166 h 74490"/>
                <a:gd name="connsiteX19" fmla="*/ 34994 w 54525"/>
                <a:gd name="connsiteY19" fmla="*/ 4402 h 74490"/>
                <a:gd name="connsiteX20" fmla="*/ 48354 w 54525"/>
                <a:gd name="connsiteY20" fmla="*/ 20675 h 74490"/>
                <a:gd name="connsiteX21" fmla="*/ 47993 w 54525"/>
                <a:gd name="connsiteY21" fmla="*/ 23929 h 74490"/>
                <a:gd name="connsiteX22" fmla="*/ 50882 w 54525"/>
                <a:gd name="connsiteY22" fmla="*/ 23929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854" y="786"/>
                  </a:moveTo>
                  <a:lnTo>
                    <a:pt x="52326" y="786"/>
                  </a:lnTo>
                  <a:cubicBezTo>
                    <a:pt x="50882" y="3318"/>
                    <a:pt x="49437" y="4402"/>
                    <a:pt x="47632" y="4402"/>
                  </a:cubicBezTo>
                  <a:cubicBezTo>
                    <a:pt x="47271" y="4402"/>
                    <a:pt x="46188" y="4041"/>
                    <a:pt x="44743" y="3318"/>
                  </a:cubicBezTo>
                  <a:cubicBezTo>
                    <a:pt x="40771" y="1148"/>
                    <a:pt x="37160" y="63"/>
                    <a:pt x="33549" y="63"/>
                  </a:cubicBezTo>
                  <a:cubicBezTo>
                    <a:pt x="23439" y="63"/>
                    <a:pt x="15494" y="8380"/>
                    <a:pt x="15494" y="18143"/>
                  </a:cubicBezTo>
                  <a:cubicBezTo>
                    <a:pt x="15494" y="25376"/>
                    <a:pt x="17661" y="29715"/>
                    <a:pt x="25966" y="39840"/>
                  </a:cubicBezTo>
                  <a:cubicBezTo>
                    <a:pt x="32466" y="47433"/>
                    <a:pt x="35355" y="52496"/>
                    <a:pt x="35355" y="57197"/>
                  </a:cubicBezTo>
                  <a:cubicBezTo>
                    <a:pt x="35355" y="64429"/>
                    <a:pt x="29216" y="70576"/>
                    <a:pt x="22355" y="70576"/>
                  </a:cubicBezTo>
                  <a:cubicBezTo>
                    <a:pt x="13689" y="70576"/>
                    <a:pt x="7550" y="62259"/>
                    <a:pt x="7550" y="49603"/>
                  </a:cubicBezTo>
                  <a:lnTo>
                    <a:pt x="5023" y="49603"/>
                  </a:lnTo>
                  <a:lnTo>
                    <a:pt x="328" y="74192"/>
                  </a:lnTo>
                  <a:lnTo>
                    <a:pt x="3578" y="74192"/>
                  </a:lnTo>
                  <a:cubicBezTo>
                    <a:pt x="4662" y="72022"/>
                    <a:pt x="6106" y="70938"/>
                    <a:pt x="7911" y="70938"/>
                  </a:cubicBezTo>
                  <a:cubicBezTo>
                    <a:pt x="8995" y="70938"/>
                    <a:pt x="10078" y="71299"/>
                    <a:pt x="11161" y="71661"/>
                  </a:cubicBezTo>
                  <a:cubicBezTo>
                    <a:pt x="18744" y="74192"/>
                    <a:pt x="20189" y="74554"/>
                    <a:pt x="24522" y="74554"/>
                  </a:cubicBezTo>
                  <a:cubicBezTo>
                    <a:pt x="36438" y="74554"/>
                    <a:pt x="46188" y="65152"/>
                    <a:pt x="46188" y="53581"/>
                  </a:cubicBezTo>
                  <a:cubicBezTo>
                    <a:pt x="46188" y="46349"/>
                    <a:pt x="43660" y="41286"/>
                    <a:pt x="34633" y="30799"/>
                  </a:cubicBezTo>
                  <a:cubicBezTo>
                    <a:pt x="27411" y="22121"/>
                    <a:pt x="25605" y="18867"/>
                    <a:pt x="25605" y="14166"/>
                  </a:cubicBezTo>
                  <a:cubicBezTo>
                    <a:pt x="25605" y="8742"/>
                    <a:pt x="29577" y="4402"/>
                    <a:pt x="34994" y="4402"/>
                  </a:cubicBezTo>
                  <a:cubicBezTo>
                    <a:pt x="42577" y="4402"/>
                    <a:pt x="48354" y="11635"/>
                    <a:pt x="48354" y="20675"/>
                  </a:cubicBezTo>
                  <a:cubicBezTo>
                    <a:pt x="48354" y="21398"/>
                    <a:pt x="48354" y="22483"/>
                    <a:pt x="47993" y="23929"/>
                  </a:cubicBezTo>
                  <a:lnTo>
                    <a:pt x="50882" y="23929"/>
                  </a:lnTo>
                  <a:close/>
                </a:path>
              </a:pathLst>
            </a:custGeom>
            <a:solidFill>
              <a:srgbClr val="000000"/>
            </a:solidFill>
            <a:ln w="23090" cap="flat">
              <a:noFill/>
              <a:prstDash val="solid"/>
              <a:miter/>
            </a:ln>
          </p:spPr>
          <p:txBody>
            <a:bodyPr rtlCol="0" anchor="ctr"/>
            <a:lstStyle/>
            <a:p>
              <a:endParaRPr lang="zh-CN" altLang="en-US"/>
            </a:p>
          </p:txBody>
        </p:sp>
        <p:sp>
          <p:nvSpPr>
            <p:cNvPr id="316" name="任意多边形: 形状 315"/>
            <p:cNvSpPr/>
            <p:nvPr/>
          </p:nvSpPr>
          <p:spPr>
            <a:xfrm>
              <a:off x="10304547" y="3971122"/>
              <a:ext cx="59580" cy="74490"/>
            </a:xfrm>
            <a:custGeom>
              <a:avLst/>
              <a:gdLst>
                <a:gd name="connsiteX0" fmla="*/ 49440 w 59580"/>
                <a:gd name="connsiteY0" fmla="*/ 55389 h 74490"/>
                <a:gd name="connsiteX1" fmla="*/ 28496 w 59580"/>
                <a:gd name="connsiteY1" fmla="*/ 66237 h 74490"/>
                <a:gd name="connsiteX2" fmla="*/ 13330 w 59580"/>
                <a:gd name="connsiteY2" fmla="*/ 49603 h 74490"/>
                <a:gd name="connsiteX3" fmla="*/ 14053 w 59580"/>
                <a:gd name="connsiteY3" fmla="*/ 41286 h 74490"/>
                <a:gd name="connsiteX4" fmla="*/ 41496 w 59580"/>
                <a:gd name="connsiteY4" fmla="*/ 35500 h 74490"/>
                <a:gd name="connsiteX5" fmla="*/ 59912 w 59580"/>
                <a:gd name="connsiteY5" fmla="*/ 11996 h 74490"/>
                <a:gd name="connsiteX6" fmla="*/ 44746 w 59580"/>
                <a:gd name="connsiteY6" fmla="*/ 63 h 74490"/>
                <a:gd name="connsiteX7" fmla="*/ 331 w 59580"/>
                <a:gd name="connsiteY7" fmla="*/ 50326 h 74490"/>
                <a:gd name="connsiteX8" fmla="*/ 21636 w 59580"/>
                <a:gd name="connsiteY8" fmla="*/ 74554 h 74490"/>
                <a:gd name="connsiteX9" fmla="*/ 52690 w 59580"/>
                <a:gd name="connsiteY9" fmla="*/ 57558 h 74490"/>
                <a:gd name="connsiteX10" fmla="*/ 15136 w 59580"/>
                <a:gd name="connsiteY10" fmla="*/ 36947 h 74490"/>
                <a:gd name="connsiteX11" fmla="*/ 41857 w 59580"/>
                <a:gd name="connsiteY11" fmla="*/ 4764 h 74490"/>
                <a:gd name="connsiteX12" fmla="*/ 48357 w 59580"/>
                <a:gd name="connsiteY12" fmla="*/ 11635 h 74490"/>
                <a:gd name="connsiteX13" fmla="*/ 42579 w 59580"/>
                <a:gd name="connsiteY13" fmla="*/ 25376 h 74490"/>
                <a:gd name="connsiteX14" fmla="*/ 21636 w 59580"/>
                <a:gd name="connsiteY14" fmla="*/ 36585 h 74490"/>
                <a:gd name="connsiteX15" fmla="*/ 15136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40" y="55389"/>
                  </a:moveTo>
                  <a:cubicBezTo>
                    <a:pt x="42579" y="62982"/>
                    <a:pt x="35718" y="66237"/>
                    <a:pt x="28496" y="66237"/>
                  </a:cubicBezTo>
                  <a:cubicBezTo>
                    <a:pt x="19830" y="66237"/>
                    <a:pt x="13330" y="59366"/>
                    <a:pt x="13330" y="49603"/>
                  </a:cubicBezTo>
                  <a:cubicBezTo>
                    <a:pt x="13330" y="47072"/>
                    <a:pt x="13691" y="44179"/>
                    <a:pt x="14053" y="41286"/>
                  </a:cubicBezTo>
                  <a:cubicBezTo>
                    <a:pt x="26691" y="40563"/>
                    <a:pt x="33913" y="39116"/>
                    <a:pt x="41496" y="35500"/>
                  </a:cubicBezTo>
                  <a:cubicBezTo>
                    <a:pt x="52690" y="30438"/>
                    <a:pt x="59912" y="21036"/>
                    <a:pt x="59912" y="11996"/>
                  </a:cubicBezTo>
                  <a:cubicBezTo>
                    <a:pt x="59912" y="5126"/>
                    <a:pt x="53412" y="63"/>
                    <a:pt x="44746" y="63"/>
                  </a:cubicBezTo>
                  <a:cubicBezTo>
                    <a:pt x="23080" y="63"/>
                    <a:pt x="331" y="26099"/>
                    <a:pt x="331" y="50326"/>
                  </a:cubicBezTo>
                  <a:cubicBezTo>
                    <a:pt x="331" y="64790"/>
                    <a:pt x="8997" y="74554"/>
                    <a:pt x="21636" y="74554"/>
                  </a:cubicBezTo>
                  <a:cubicBezTo>
                    <a:pt x="31746" y="74554"/>
                    <a:pt x="40413" y="69491"/>
                    <a:pt x="52690" y="57558"/>
                  </a:cubicBezTo>
                  <a:close/>
                  <a:moveTo>
                    <a:pt x="15136" y="36947"/>
                  </a:moveTo>
                  <a:cubicBezTo>
                    <a:pt x="20552" y="18505"/>
                    <a:pt x="32107" y="4764"/>
                    <a:pt x="41857" y="4764"/>
                  </a:cubicBezTo>
                  <a:cubicBezTo>
                    <a:pt x="45468" y="4764"/>
                    <a:pt x="48357" y="7657"/>
                    <a:pt x="48357" y="11635"/>
                  </a:cubicBezTo>
                  <a:cubicBezTo>
                    <a:pt x="48357" y="15974"/>
                    <a:pt x="46190" y="21036"/>
                    <a:pt x="42579" y="25376"/>
                  </a:cubicBezTo>
                  <a:cubicBezTo>
                    <a:pt x="37163" y="31161"/>
                    <a:pt x="30302" y="35139"/>
                    <a:pt x="21636" y="36585"/>
                  </a:cubicBezTo>
                  <a:cubicBezTo>
                    <a:pt x="20191" y="36585"/>
                    <a:pt x="18025" y="36947"/>
                    <a:pt x="15136" y="36947"/>
                  </a:cubicBezTo>
                  <a:close/>
                </a:path>
              </a:pathLst>
            </a:custGeom>
            <a:solidFill>
              <a:srgbClr val="000000"/>
            </a:solidFill>
            <a:ln w="23090" cap="flat">
              <a:noFill/>
              <a:prstDash val="solid"/>
              <a:miter/>
            </a:ln>
          </p:spPr>
          <p:txBody>
            <a:bodyPr rtlCol="0" anchor="ctr"/>
            <a:lstStyle/>
            <a:p>
              <a:endParaRPr lang="zh-CN" altLang="en-US"/>
            </a:p>
          </p:txBody>
        </p:sp>
        <p:sp>
          <p:nvSpPr>
            <p:cNvPr id="317" name="任意多边形: 形状 316"/>
            <p:cNvSpPr/>
            <p:nvPr/>
          </p:nvSpPr>
          <p:spPr>
            <a:xfrm>
              <a:off x="10375282" y="4057546"/>
              <a:ext cx="73663" cy="7232"/>
            </a:xfrm>
            <a:custGeom>
              <a:avLst/>
              <a:gdLst>
                <a:gd name="connsiteX0" fmla="*/ 334 w 73663"/>
                <a:gd name="connsiteY0" fmla="*/ 63 h 7232"/>
                <a:gd name="connsiteX1" fmla="*/ 334 w 73663"/>
                <a:gd name="connsiteY1" fmla="*/ 7295 h 7232"/>
                <a:gd name="connsiteX2" fmla="*/ 73997 w 73663"/>
                <a:gd name="connsiteY2" fmla="*/ 7295 h 7232"/>
                <a:gd name="connsiteX3" fmla="*/ 73997 w 73663"/>
                <a:gd name="connsiteY3" fmla="*/ 63 h 7232"/>
              </a:gdLst>
              <a:ahLst/>
              <a:cxnLst>
                <a:cxn ang="0">
                  <a:pos x="connsiteX0" y="connsiteY0"/>
                </a:cxn>
                <a:cxn ang="0">
                  <a:pos x="connsiteX1" y="connsiteY1"/>
                </a:cxn>
                <a:cxn ang="0">
                  <a:pos x="connsiteX2" y="connsiteY2"/>
                </a:cxn>
                <a:cxn ang="0">
                  <a:pos x="connsiteX3" y="connsiteY3"/>
                </a:cxn>
              </a:cxnLst>
              <a:rect l="l" t="t" r="r" b="b"/>
              <a:pathLst>
                <a:path w="73663" h="7232">
                  <a:moveTo>
                    <a:pt x="334" y="63"/>
                  </a:moveTo>
                  <a:lnTo>
                    <a:pt x="334" y="7295"/>
                  </a:lnTo>
                  <a:lnTo>
                    <a:pt x="73997" y="7295"/>
                  </a:lnTo>
                  <a:lnTo>
                    <a:pt x="73997" y="63"/>
                  </a:lnTo>
                  <a:close/>
                </a:path>
              </a:pathLst>
            </a:custGeom>
            <a:solidFill>
              <a:srgbClr val="000000"/>
            </a:solidFill>
            <a:ln w="23090" cap="flat">
              <a:noFill/>
              <a:prstDash val="solid"/>
              <a:miter/>
            </a:ln>
          </p:spPr>
          <p:txBody>
            <a:bodyPr rtlCol="0" anchor="ctr"/>
            <a:lstStyle/>
            <a:p>
              <a:endParaRPr lang="zh-CN" altLang="en-US"/>
            </a:p>
          </p:txBody>
        </p:sp>
        <p:sp>
          <p:nvSpPr>
            <p:cNvPr id="318" name="任意多边形: 形状 317"/>
            <p:cNvSpPr/>
            <p:nvPr/>
          </p:nvSpPr>
          <p:spPr>
            <a:xfrm>
              <a:off x="10452556" y="3943640"/>
              <a:ext cx="36831" cy="102333"/>
            </a:xfrm>
            <a:custGeom>
              <a:avLst/>
              <a:gdLst>
                <a:gd name="connsiteX0" fmla="*/ 26697 w 36831"/>
                <a:gd name="connsiteY0" fmla="*/ 82871 h 102333"/>
                <a:gd name="connsiteX1" fmla="*/ 15142 w 36831"/>
                <a:gd name="connsiteY1" fmla="*/ 93719 h 102333"/>
                <a:gd name="connsiteX2" fmla="*/ 12976 w 36831"/>
                <a:gd name="connsiteY2" fmla="*/ 91549 h 102333"/>
                <a:gd name="connsiteX3" fmla="*/ 13337 w 36831"/>
                <a:gd name="connsiteY3" fmla="*/ 89018 h 102333"/>
                <a:gd name="connsiteX4" fmla="*/ 31030 w 36831"/>
                <a:gd name="connsiteY4" fmla="*/ 27183 h 102333"/>
                <a:gd name="connsiteX5" fmla="*/ 7198 w 36831"/>
                <a:gd name="connsiteY5" fmla="*/ 31161 h 102333"/>
                <a:gd name="connsiteX6" fmla="*/ 6476 w 36831"/>
                <a:gd name="connsiteY6" fmla="*/ 34415 h 102333"/>
                <a:gd name="connsiteX7" fmla="*/ 11531 w 36831"/>
                <a:gd name="connsiteY7" fmla="*/ 33692 h 102333"/>
                <a:gd name="connsiteX8" fmla="*/ 15864 w 36831"/>
                <a:gd name="connsiteY8" fmla="*/ 37670 h 102333"/>
                <a:gd name="connsiteX9" fmla="*/ 14781 w 36831"/>
                <a:gd name="connsiteY9" fmla="*/ 44540 h 102333"/>
                <a:gd name="connsiteX10" fmla="*/ 1421 w 36831"/>
                <a:gd name="connsiteY10" fmla="*/ 90464 h 102333"/>
                <a:gd name="connsiteX11" fmla="*/ 337 w 36831"/>
                <a:gd name="connsiteY11" fmla="*/ 96250 h 102333"/>
                <a:gd name="connsiteX12" fmla="*/ 7198 w 36831"/>
                <a:gd name="connsiteY12" fmla="*/ 102397 h 102333"/>
                <a:gd name="connsiteX13" fmla="*/ 27781 w 36831"/>
                <a:gd name="connsiteY13" fmla="*/ 86487 h 102333"/>
                <a:gd name="connsiteX14" fmla="*/ 29225 w 36831"/>
                <a:gd name="connsiteY14" fmla="*/ 63 h 102333"/>
                <a:gd name="connsiteX15" fmla="*/ 20559 w 36831"/>
                <a:gd name="connsiteY15" fmla="*/ 8019 h 102333"/>
                <a:gd name="connsiteX16" fmla="*/ 28864 w 36831"/>
                <a:gd name="connsiteY16" fmla="*/ 16335 h 102333"/>
                <a:gd name="connsiteX17" fmla="*/ 37169 w 36831"/>
                <a:gd name="connsiteY17" fmla="*/ 8019 h 102333"/>
                <a:gd name="connsiteX18" fmla="*/ 2922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97" y="82871"/>
                  </a:moveTo>
                  <a:cubicBezTo>
                    <a:pt x="22725" y="89018"/>
                    <a:pt x="17670" y="93719"/>
                    <a:pt x="15142" y="93719"/>
                  </a:cubicBezTo>
                  <a:cubicBezTo>
                    <a:pt x="14059" y="93719"/>
                    <a:pt x="12976" y="92634"/>
                    <a:pt x="12976" y="91549"/>
                  </a:cubicBezTo>
                  <a:cubicBezTo>
                    <a:pt x="12976" y="90826"/>
                    <a:pt x="12976" y="90103"/>
                    <a:pt x="13337" y="89018"/>
                  </a:cubicBezTo>
                  <a:lnTo>
                    <a:pt x="31030" y="27183"/>
                  </a:lnTo>
                  <a:cubicBezTo>
                    <a:pt x="23086" y="29353"/>
                    <a:pt x="14420" y="30799"/>
                    <a:pt x="7198" y="31161"/>
                  </a:cubicBezTo>
                  <a:lnTo>
                    <a:pt x="6476" y="34415"/>
                  </a:lnTo>
                  <a:cubicBezTo>
                    <a:pt x="9004" y="34054"/>
                    <a:pt x="10448" y="33692"/>
                    <a:pt x="11531" y="33692"/>
                  </a:cubicBezTo>
                  <a:cubicBezTo>
                    <a:pt x="14781" y="33692"/>
                    <a:pt x="15864" y="34777"/>
                    <a:pt x="15864" y="37670"/>
                  </a:cubicBezTo>
                  <a:cubicBezTo>
                    <a:pt x="15864" y="39116"/>
                    <a:pt x="15503" y="40924"/>
                    <a:pt x="14781" y="44540"/>
                  </a:cubicBezTo>
                  <a:lnTo>
                    <a:pt x="1421" y="90464"/>
                  </a:lnTo>
                  <a:cubicBezTo>
                    <a:pt x="698" y="92634"/>
                    <a:pt x="337" y="94803"/>
                    <a:pt x="337" y="96250"/>
                  </a:cubicBezTo>
                  <a:cubicBezTo>
                    <a:pt x="337" y="99504"/>
                    <a:pt x="3587" y="102397"/>
                    <a:pt x="7198" y="102397"/>
                  </a:cubicBezTo>
                  <a:cubicBezTo>
                    <a:pt x="12253" y="102397"/>
                    <a:pt x="19475" y="96611"/>
                    <a:pt x="27781" y="86487"/>
                  </a:cubicBezTo>
                  <a:close/>
                  <a:moveTo>
                    <a:pt x="29225" y="63"/>
                  </a:moveTo>
                  <a:cubicBezTo>
                    <a:pt x="24531" y="63"/>
                    <a:pt x="20559" y="3679"/>
                    <a:pt x="20559" y="8019"/>
                  </a:cubicBezTo>
                  <a:cubicBezTo>
                    <a:pt x="20559" y="12719"/>
                    <a:pt x="24531" y="16335"/>
                    <a:pt x="28864" y="16335"/>
                  </a:cubicBezTo>
                  <a:cubicBezTo>
                    <a:pt x="33558" y="16335"/>
                    <a:pt x="37169" y="12719"/>
                    <a:pt x="37169" y="8019"/>
                  </a:cubicBezTo>
                  <a:cubicBezTo>
                    <a:pt x="37169" y="3679"/>
                    <a:pt x="33558" y="63"/>
                    <a:pt x="29225" y="63"/>
                  </a:cubicBezTo>
                  <a:close/>
                </a:path>
              </a:pathLst>
            </a:custGeom>
            <a:solidFill>
              <a:srgbClr val="000000"/>
            </a:solidFill>
            <a:ln w="23090" cap="flat">
              <a:noFill/>
              <a:prstDash val="solid"/>
              <a:miter/>
            </a:ln>
          </p:spPr>
          <p:txBody>
            <a:bodyPr rtlCol="0" anchor="ctr"/>
            <a:lstStyle/>
            <a:p>
              <a:endParaRPr lang="zh-CN" altLang="en-US"/>
            </a:p>
          </p:txBody>
        </p:sp>
        <p:sp>
          <p:nvSpPr>
            <p:cNvPr id="319" name="任意多边形: 形状 318"/>
            <p:cNvSpPr/>
            <p:nvPr/>
          </p:nvSpPr>
          <p:spPr>
            <a:xfrm>
              <a:off x="10490309" y="3934600"/>
              <a:ext cx="80524" cy="111374"/>
            </a:xfrm>
            <a:custGeom>
              <a:avLst/>
              <a:gdLst>
                <a:gd name="connsiteX0" fmla="*/ 43310 w 80524"/>
                <a:gd name="connsiteY0" fmla="*/ 93357 h 111374"/>
                <a:gd name="connsiteX1" fmla="*/ 41143 w 80524"/>
                <a:gd name="connsiteY1" fmla="*/ 104567 h 111374"/>
                <a:gd name="connsiteX2" fmla="*/ 46920 w 80524"/>
                <a:gd name="connsiteY2" fmla="*/ 111437 h 111374"/>
                <a:gd name="connsiteX3" fmla="*/ 69669 w 80524"/>
                <a:gd name="connsiteY3" fmla="*/ 94442 h 111374"/>
                <a:gd name="connsiteX4" fmla="*/ 67142 w 80524"/>
                <a:gd name="connsiteY4" fmla="*/ 92634 h 111374"/>
                <a:gd name="connsiteX5" fmla="*/ 54503 w 80524"/>
                <a:gd name="connsiteY5" fmla="*/ 102759 h 111374"/>
                <a:gd name="connsiteX6" fmla="*/ 51615 w 80524"/>
                <a:gd name="connsiteY6" fmla="*/ 100589 h 111374"/>
                <a:gd name="connsiteX7" fmla="*/ 52698 w 80524"/>
                <a:gd name="connsiteY7" fmla="*/ 95165 h 111374"/>
                <a:gd name="connsiteX8" fmla="*/ 80864 w 80524"/>
                <a:gd name="connsiteY8" fmla="*/ 63 h 111374"/>
                <a:gd name="connsiteX9" fmla="*/ 58114 w 80524"/>
                <a:gd name="connsiteY9" fmla="*/ 3318 h 111374"/>
                <a:gd name="connsiteX10" fmla="*/ 57392 w 80524"/>
                <a:gd name="connsiteY10" fmla="*/ 6211 h 111374"/>
                <a:gd name="connsiteX11" fmla="*/ 59198 w 80524"/>
                <a:gd name="connsiteY11" fmla="*/ 6211 h 111374"/>
                <a:gd name="connsiteX12" fmla="*/ 62447 w 80524"/>
                <a:gd name="connsiteY12" fmla="*/ 5849 h 111374"/>
                <a:gd name="connsiteX13" fmla="*/ 66781 w 80524"/>
                <a:gd name="connsiteY13" fmla="*/ 9465 h 111374"/>
                <a:gd name="connsiteX14" fmla="*/ 66058 w 80524"/>
                <a:gd name="connsiteY14" fmla="*/ 13081 h 111374"/>
                <a:gd name="connsiteX15" fmla="*/ 58114 w 80524"/>
                <a:gd name="connsiteY15" fmla="*/ 42009 h 111374"/>
                <a:gd name="connsiteX16" fmla="*/ 46920 w 80524"/>
                <a:gd name="connsiteY16" fmla="*/ 36947 h 111374"/>
                <a:gd name="connsiteX17" fmla="*/ 339 w 80524"/>
                <a:gd name="connsiteY17" fmla="*/ 90826 h 111374"/>
                <a:gd name="connsiteX18" fmla="*/ 14422 w 80524"/>
                <a:gd name="connsiteY18" fmla="*/ 111076 h 111374"/>
                <a:gd name="connsiteX19" fmla="*/ 30671 w 80524"/>
                <a:gd name="connsiteY19" fmla="*/ 104205 h 111374"/>
                <a:gd name="connsiteX20" fmla="*/ 44393 w 80524"/>
                <a:gd name="connsiteY20" fmla="*/ 88295 h 111374"/>
                <a:gd name="connsiteX21" fmla="*/ 45476 w 80524"/>
                <a:gd name="connsiteY21" fmla="*/ 41286 h 111374"/>
                <a:gd name="connsiteX22" fmla="*/ 54142 w 80524"/>
                <a:gd name="connsiteY22" fmla="*/ 49965 h 111374"/>
                <a:gd name="connsiteX23" fmla="*/ 42226 w 80524"/>
                <a:gd name="connsiteY23" fmla="*/ 83594 h 111374"/>
                <a:gd name="connsiteX24" fmla="*/ 22005 w 80524"/>
                <a:gd name="connsiteY24" fmla="*/ 101312 h 111374"/>
                <a:gd name="connsiteX25" fmla="*/ 14422 w 80524"/>
                <a:gd name="connsiteY25" fmla="*/ 89380 h 111374"/>
                <a:gd name="connsiteX26" fmla="*/ 24893 w 80524"/>
                <a:gd name="connsiteY26" fmla="*/ 57558 h 111374"/>
                <a:gd name="connsiteX27" fmla="*/ 45476 w 80524"/>
                <a:gd name="connsiteY27" fmla="*/ 41286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310" y="93357"/>
                  </a:moveTo>
                  <a:cubicBezTo>
                    <a:pt x="41143" y="102036"/>
                    <a:pt x="41143" y="102036"/>
                    <a:pt x="41143" y="104567"/>
                  </a:cubicBezTo>
                  <a:cubicBezTo>
                    <a:pt x="41143" y="108545"/>
                    <a:pt x="43310" y="111437"/>
                    <a:pt x="46920" y="111437"/>
                  </a:cubicBezTo>
                  <a:cubicBezTo>
                    <a:pt x="53781" y="111437"/>
                    <a:pt x="60642" y="106375"/>
                    <a:pt x="69669" y="94442"/>
                  </a:cubicBezTo>
                  <a:lnTo>
                    <a:pt x="67142" y="92634"/>
                  </a:lnTo>
                  <a:cubicBezTo>
                    <a:pt x="61364" y="99866"/>
                    <a:pt x="58114" y="102759"/>
                    <a:pt x="54503" y="102759"/>
                  </a:cubicBezTo>
                  <a:cubicBezTo>
                    <a:pt x="52698" y="102759"/>
                    <a:pt x="51615" y="101674"/>
                    <a:pt x="51615" y="100589"/>
                  </a:cubicBezTo>
                  <a:cubicBezTo>
                    <a:pt x="51615" y="99504"/>
                    <a:pt x="51976" y="97335"/>
                    <a:pt x="52698" y="95165"/>
                  </a:cubicBezTo>
                  <a:lnTo>
                    <a:pt x="80864" y="63"/>
                  </a:lnTo>
                  <a:cubicBezTo>
                    <a:pt x="71114" y="2233"/>
                    <a:pt x="69308" y="2595"/>
                    <a:pt x="58114" y="3318"/>
                  </a:cubicBezTo>
                  <a:lnTo>
                    <a:pt x="57392" y="6211"/>
                  </a:lnTo>
                  <a:lnTo>
                    <a:pt x="59198" y="6211"/>
                  </a:lnTo>
                  <a:cubicBezTo>
                    <a:pt x="60642" y="6211"/>
                    <a:pt x="61725" y="5849"/>
                    <a:pt x="62447" y="5849"/>
                  </a:cubicBezTo>
                  <a:cubicBezTo>
                    <a:pt x="64614" y="5849"/>
                    <a:pt x="66781" y="7657"/>
                    <a:pt x="66781" y="9465"/>
                  </a:cubicBezTo>
                  <a:cubicBezTo>
                    <a:pt x="66781" y="10188"/>
                    <a:pt x="66420" y="11273"/>
                    <a:pt x="66058" y="13081"/>
                  </a:cubicBezTo>
                  <a:lnTo>
                    <a:pt x="58114" y="42009"/>
                  </a:lnTo>
                  <a:cubicBezTo>
                    <a:pt x="54142" y="38032"/>
                    <a:pt x="51254" y="36947"/>
                    <a:pt x="46920" y="36947"/>
                  </a:cubicBezTo>
                  <a:cubicBezTo>
                    <a:pt x="25616" y="36947"/>
                    <a:pt x="339" y="66237"/>
                    <a:pt x="339" y="90826"/>
                  </a:cubicBezTo>
                  <a:cubicBezTo>
                    <a:pt x="339" y="102759"/>
                    <a:pt x="6116" y="111076"/>
                    <a:pt x="14422" y="111076"/>
                  </a:cubicBezTo>
                  <a:cubicBezTo>
                    <a:pt x="19116" y="111076"/>
                    <a:pt x="25616" y="108183"/>
                    <a:pt x="30671" y="104205"/>
                  </a:cubicBezTo>
                  <a:cubicBezTo>
                    <a:pt x="35365" y="100228"/>
                    <a:pt x="38615" y="96250"/>
                    <a:pt x="44393" y="88295"/>
                  </a:cubicBezTo>
                  <a:close/>
                  <a:moveTo>
                    <a:pt x="45476" y="41286"/>
                  </a:moveTo>
                  <a:cubicBezTo>
                    <a:pt x="50892" y="41286"/>
                    <a:pt x="54142" y="44541"/>
                    <a:pt x="54142" y="49965"/>
                  </a:cubicBezTo>
                  <a:cubicBezTo>
                    <a:pt x="54142" y="57558"/>
                    <a:pt x="48726" y="73107"/>
                    <a:pt x="42226" y="83594"/>
                  </a:cubicBezTo>
                  <a:cubicBezTo>
                    <a:pt x="36449" y="93357"/>
                    <a:pt x="27060" y="101312"/>
                    <a:pt x="22005" y="101312"/>
                  </a:cubicBezTo>
                  <a:cubicBezTo>
                    <a:pt x="17310" y="101312"/>
                    <a:pt x="14422" y="96973"/>
                    <a:pt x="14422" y="89380"/>
                  </a:cubicBezTo>
                  <a:cubicBezTo>
                    <a:pt x="14422" y="80339"/>
                    <a:pt x="18394" y="68406"/>
                    <a:pt x="24893" y="57558"/>
                  </a:cubicBezTo>
                  <a:cubicBezTo>
                    <a:pt x="31754" y="47072"/>
                    <a:pt x="38976" y="41286"/>
                    <a:pt x="45476" y="41286"/>
                  </a:cubicBezTo>
                  <a:close/>
                </a:path>
              </a:pathLst>
            </a:custGeom>
            <a:solidFill>
              <a:srgbClr val="000000"/>
            </a:solidFill>
            <a:ln w="23090" cap="flat">
              <a:noFill/>
              <a:prstDash val="solid"/>
              <a:miter/>
            </a:ln>
          </p:spPr>
          <p:txBody>
            <a:bodyPr rtlCol="0" anchor="ctr"/>
            <a:lstStyle/>
            <a:p>
              <a:endParaRPr lang="zh-CN" altLang="en-US"/>
            </a:p>
          </p:txBody>
        </p:sp>
        <p:sp>
          <p:nvSpPr>
            <p:cNvPr id="320" name="任意多边形: 形状 319"/>
            <p:cNvSpPr/>
            <p:nvPr/>
          </p:nvSpPr>
          <p:spPr>
            <a:xfrm>
              <a:off x="10560128" y="4028617"/>
              <a:ext cx="23471" cy="33629"/>
            </a:xfrm>
            <a:custGeom>
              <a:avLst/>
              <a:gdLst>
                <a:gd name="connsiteX0" fmla="*/ 3231 w 23471"/>
                <a:gd name="connsiteY0" fmla="*/ 33692 h 33629"/>
                <a:gd name="connsiteX1" fmla="*/ 23814 w 23471"/>
                <a:gd name="connsiteY1" fmla="*/ 9465 h 33629"/>
                <a:gd name="connsiteX2" fmla="*/ 15508 w 23471"/>
                <a:gd name="connsiteY2" fmla="*/ 63 h 33629"/>
                <a:gd name="connsiteX3" fmla="*/ 7564 w 23471"/>
                <a:gd name="connsiteY3" fmla="*/ 8019 h 33629"/>
                <a:gd name="connsiteX4" fmla="*/ 9731 w 23471"/>
                <a:gd name="connsiteY4" fmla="*/ 12719 h 33629"/>
                <a:gd name="connsiteX5" fmla="*/ 12981 w 23471"/>
                <a:gd name="connsiteY5" fmla="*/ 18143 h 33629"/>
                <a:gd name="connsiteX6" fmla="*/ 342 w 23471"/>
                <a:gd name="connsiteY6" fmla="*/ 3007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231" y="33692"/>
                  </a:moveTo>
                  <a:cubicBezTo>
                    <a:pt x="15869" y="27907"/>
                    <a:pt x="23814" y="18505"/>
                    <a:pt x="23814" y="9465"/>
                  </a:cubicBezTo>
                  <a:cubicBezTo>
                    <a:pt x="23814" y="4402"/>
                    <a:pt x="19841" y="63"/>
                    <a:pt x="15508" y="63"/>
                  </a:cubicBezTo>
                  <a:cubicBezTo>
                    <a:pt x="11175" y="63"/>
                    <a:pt x="7564" y="4041"/>
                    <a:pt x="7564" y="8019"/>
                  </a:cubicBezTo>
                  <a:cubicBezTo>
                    <a:pt x="7564" y="9827"/>
                    <a:pt x="8286" y="11635"/>
                    <a:pt x="9731" y="12719"/>
                  </a:cubicBezTo>
                  <a:cubicBezTo>
                    <a:pt x="12258" y="15251"/>
                    <a:pt x="12981" y="16335"/>
                    <a:pt x="12981" y="18143"/>
                  </a:cubicBezTo>
                  <a:cubicBezTo>
                    <a:pt x="12981" y="22121"/>
                    <a:pt x="8647" y="26099"/>
                    <a:pt x="342" y="30076"/>
                  </a:cubicBezTo>
                  <a:close/>
                </a:path>
              </a:pathLst>
            </a:custGeom>
            <a:solidFill>
              <a:srgbClr val="000000"/>
            </a:solidFill>
            <a:ln w="23090" cap="flat">
              <a:noFill/>
              <a:prstDash val="solid"/>
              <a:miter/>
            </a:ln>
          </p:spPr>
          <p:txBody>
            <a:bodyPr rtlCol="0" anchor="ctr"/>
            <a:lstStyle/>
            <a:p>
              <a:endParaRPr lang="zh-CN" altLang="en-US"/>
            </a:p>
          </p:txBody>
        </p:sp>
        <p:sp>
          <p:nvSpPr>
            <p:cNvPr id="321" name="任意多边形: 形状 320"/>
            <p:cNvSpPr/>
            <p:nvPr/>
          </p:nvSpPr>
          <p:spPr>
            <a:xfrm>
              <a:off x="10598396" y="4043443"/>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22" name="任意多边形: 形状 321"/>
            <p:cNvSpPr/>
            <p:nvPr/>
          </p:nvSpPr>
          <p:spPr>
            <a:xfrm>
              <a:off x="10645338" y="3955212"/>
              <a:ext cx="39720" cy="90400"/>
            </a:xfrm>
            <a:custGeom>
              <a:avLst/>
              <a:gdLst>
                <a:gd name="connsiteX0" fmla="*/ 28150 w 39720"/>
                <a:gd name="connsiteY0" fmla="*/ 22844 h 90400"/>
                <a:gd name="connsiteX1" fmla="*/ 38622 w 39720"/>
                <a:gd name="connsiteY1" fmla="*/ 22844 h 90400"/>
                <a:gd name="connsiteX2" fmla="*/ 40066 w 39720"/>
                <a:gd name="connsiteY2" fmla="*/ 17782 h 90400"/>
                <a:gd name="connsiteX3" fmla="*/ 29594 w 39720"/>
                <a:gd name="connsiteY3" fmla="*/ 17782 h 90400"/>
                <a:gd name="connsiteX4" fmla="*/ 34650 w 39720"/>
                <a:gd name="connsiteY4" fmla="*/ 63 h 90400"/>
                <a:gd name="connsiteX5" fmla="*/ 31039 w 39720"/>
                <a:gd name="connsiteY5" fmla="*/ 63 h 90400"/>
                <a:gd name="connsiteX6" fmla="*/ 6484 w 39720"/>
                <a:gd name="connsiteY6" fmla="*/ 17782 h 90400"/>
                <a:gd name="connsiteX7" fmla="*/ 5401 w 39720"/>
                <a:gd name="connsiteY7" fmla="*/ 22844 h 90400"/>
                <a:gd name="connsiteX8" fmla="*/ 16595 w 39720"/>
                <a:gd name="connsiteY8" fmla="*/ 22844 h 90400"/>
                <a:gd name="connsiteX9" fmla="*/ 2512 w 39720"/>
                <a:gd name="connsiteY9" fmla="*/ 71661 h 90400"/>
                <a:gd name="connsiteX10" fmla="*/ 346 w 39720"/>
                <a:gd name="connsiteY10" fmla="*/ 82509 h 90400"/>
                <a:gd name="connsiteX11" fmla="*/ 8290 w 39720"/>
                <a:gd name="connsiteY11" fmla="*/ 90464 h 90400"/>
                <a:gd name="connsiteX12" fmla="*/ 28872 w 39720"/>
                <a:gd name="connsiteY12" fmla="*/ 73830 h 90400"/>
                <a:gd name="connsiteX13" fmla="*/ 27067 w 39720"/>
                <a:gd name="connsiteY13" fmla="*/ 71661 h 90400"/>
                <a:gd name="connsiteX14" fmla="*/ 14789 w 39720"/>
                <a:gd name="connsiteY14" fmla="*/ 82509 h 90400"/>
                <a:gd name="connsiteX15" fmla="*/ 12262 w 39720"/>
                <a:gd name="connsiteY15" fmla="*/ 80339 h 90400"/>
                <a:gd name="connsiteX16" fmla="*/ 14067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0" y="22844"/>
                  </a:moveTo>
                  <a:lnTo>
                    <a:pt x="38622" y="22844"/>
                  </a:lnTo>
                  <a:lnTo>
                    <a:pt x="40066" y="17782"/>
                  </a:lnTo>
                  <a:lnTo>
                    <a:pt x="29594" y="17782"/>
                  </a:lnTo>
                  <a:lnTo>
                    <a:pt x="34650" y="63"/>
                  </a:lnTo>
                  <a:lnTo>
                    <a:pt x="31039" y="63"/>
                  </a:lnTo>
                  <a:cubicBezTo>
                    <a:pt x="22372" y="11273"/>
                    <a:pt x="16234" y="15612"/>
                    <a:pt x="6484" y="17782"/>
                  </a:cubicBezTo>
                  <a:lnTo>
                    <a:pt x="5401" y="22844"/>
                  </a:lnTo>
                  <a:lnTo>
                    <a:pt x="16595" y="22844"/>
                  </a:lnTo>
                  <a:lnTo>
                    <a:pt x="2512" y="71661"/>
                  </a:lnTo>
                  <a:cubicBezTo>
                    <a:pt x="1429" y="75638"/>
                    <a:pt x="346" y="80339"/>
                    <a:pt x="346" y="82509"/>
                  </a:cubicBezTo>
                  <a:cubicBezTo>
                    <a:pt x="346" y="87210"/>
                    <a:pt x="3595" y="90464"/>
                    <a:pt x="8290" y="90464"/>
                  </a:cubicBezTo>
                  <a:cubicBezTo>
                    <a:pt x="14428" y="90464"/>
                    <a:pt x="20928" y="85040"/>
                    <a:pt x="28872" y="73830"/>
                  </a:cubicBezTo>
                  <a:lnTo>
                    <a:pt x="27067" y="71661"/>
                  </a:lnTo>
                  <a:cubicBezTo>
                    <a:pt x="22011" y="78170"/>
                    <a:pt x="17317" y="82509"/>
                    <a:pt x="14789" y="82509"/>
                  </a:cubicBezTo>
                  <a:cubicBezTo>
                    <a:pt x="13706" y="82509"/>
                    <a:pt x="12262" y="81424"/>
                    <a:pt x="12262" y="80339"/>
                  </a:cubicBezTo>
                  <a:cubicBezTo>
                    <a:pt x="12262" y="79255"/>
                    <a:pt x="12262" y="79255"/>
                    <a:pt x="14067" y="72746"/>
                  </a:cubicBezTo>
                  <a:close/>
                </a:path>
              </a:pathLst>
            </a:custGeom>
            <a:solidFill>
              <a:srgbClr val="000000"/>
            </a:solidFill>
            <a:ln w="23090" cap="flat">
              <a:noFill/>
              <a:prstDash val="solid"/>
              <a:miter/>
            </a:ln>
          </p:spPr>
          <p:txBody>
            <a:bodyPr rtlCol="0" anchor="ctr"/>
            <a:lstStyle/>
            <a:p>
              <a:endParaRPr lang="zh-CN" altLang="en-US"/>
            </a:p>
          </p:txBody>
        </p:sp>
        <p:sp>
          <p:nvSpPr>
            <p:cNvPr id="323" name="任意多边形: 形状 322"/>
            <p:cNvSpPr/>
            <p:nvPr/>
          </p:nvSpPr>
          <p:spPr>
            <a:xfrm>
              <a:off x="10687609" y="3943640"/>
              <a:ext cx="36831" cy="102333"/>
            </a:xfrm>
            <a:custGeom>
              <a:avLst/>
              <a:gdLst>
                <a:gd name="connsiteX0" fmla="*/ 26707 w 36831"/>
                <a:gd name="connsiteY0" fmla="*/ 82871 h 102333"/>
                <a:gd name="connsiteX1" fmla="*/ 15152 w 36831"/>
                <a:gd name="connsiteY1" fmla="*/ 93719 h 102333"/>
                <a:gd name="connsiteX2" fmla="*/ 12986 w 36831"/>
                <a:gd name="connsiteY2" fmla="*/ 91549 h 102333"/>
                <a:gd name="connsiteX3" fmla="*/ 13347 w 36831"/>
                <a:gd name="connsiteY3" fmla="*/ 89018 h 102333"/>
                <a:gd name="connsiteX4" fmla="*/ 31041 w 36831"/>
                <a:gd name="connsiteY4" fmla="*/ 27183 h 102333"/>
                <a:gd name="connsiteX5" fmla="*/ 7208 w 36831"/>
                <a:gd name="connsiteY5" fmla="*/ 31161 h 102333"/>
                <a:gd name="connsiteX6" fmla="*/ 6486 w 36831"/>
                <a:gd name="connsiteY6" fmla="*/ 34415 h 102333"/>
                <a:gd name="connsiteX7" fmla="*/ 11541 w 36831"/>
                <a:gd name="connsiteY7" fmla="*/ 33692 h 102333"/>
                <a:gd name="connsiteX8" fmla="*/ 15875 w 36831"/>
                <a:gd name="connsiteY8" fmla="*/ 37670 h 102333"/>
                <a:gd name="connsiteX9" fmla="*/ 14791 w 36831"/>
                <a:gd name="connsiteY9" fmla="*/ 44540 h 102333"/>
                <a:gd name="connsiteX10" fmla="*/ 1431 w 36831"/>
                <a:gd name="connsiteY10" fmla="*/ 90464 h 102333"/>
                <a:gd name="connsiteX11" fmla="*/ 347 w 36831"/>
                <a:gd name="connsiteY11" fmla="*/ 96250 h 102333"/>
                <a:gd name="connsiteX12" fmla="*/ 7208 w 36831"/>
                <a:gd name="connsiteY12" fmla="*/ 102397 h 102333"/>
                <a:gd name="connsiteX13" fmla="*/ 27791 w 36831"/>
                <a:gd name="connsiteY13" fmla="*/ 86487 h 102333"/>
                <a:gd name="connsiteX14" fmla="*/ 29235 w 36831"/>
                <a:gd name="connsiteY14" fmla="*/ 63 h 102333"/>
                <a:gd name="connsiteX15" fmla="*/ 20569 w 36831"/>
                <a:gd name="connsiteY15" fmla="*/ 8019 h 102333"/>
                <a:gd name="connsiteX16" fmla="*/ 28874 w 36831"/>
                <a:gd name="connsiteY16" fmla="*/ 16335 h 102333"/>
                <a:gd name="connsiteX17" fmla="*/ 37179 w 36831"/>
                <a:gd name="connsiteY17" fmla="*/ 8019 h 102333"/>
                <a:gd name="connsiteX18" fmla="*/ 2923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707" y="82871"/>
                  </a:moveTo>
                  <a:cubicBezTo>
                    <a:pt x="22735" y="89018"/>
                    <a:pt x="17680" y="93719"/>
                    <a:pt x="15152" y="93719"/>
                  </a:cubicBezTo>
                  <a:cubicBezTo>
                    <a:pt x="14069" y="93719"/>
                    <a:pt x="12986" y="92634"/>
                    <a:pt x="12986" y="91549"/>
                  </a:cubicBezTo>
                  <a:cubicBezTo>
                    <a:pt x="12986" y="90826"/>
                    <a:pt x="12986" y="90103"/>
                    <a:pt x="13347" y="89018"/>
                  </a:cubicBezTo>
                  <a:lnTo>
                    <a:pt x="31041" y="27183"/>
                  </a:lnTo>
                  <a:cubicBezTo>
                    <a:pt x="23096" y="29353"/>
                    <a:pt x="14430" y="30799"/>
                    <a:pt x="7208" y="31161"/>
                  </a:cubicBezTo>
                  <a:lnTo>
                    <a:pt x="6486" y="34415"/>
                  </a:lnTo>
                  <a:cubicBezTo>
                    <a:pt x="9014" y="34054"/>
                    <a:pt x="10458" y="33692"/>
                    <a:pt x="11541" y="33692"/>
                  </a:cubicBezTo>
                  <a:cubicBezTo>
                    <a:pt x="14791" y="33692"/>
                    <a:pt x="15875" y="34777"/>
                    <a:pt x="15875" y="37670"/>
                  </a:cubicBezTo>
                  <a:cubicBezTo>
                    <a:pt x="15875" y="39116"/>
                    <a:pt x="15513" y="40924"/>
                    <a:pt x="14791" y="44540"/>
                  </a:cubicBezTo>
                  <a:lnTo>
                    <a:pt x="1431" y="90464"/>
                  </a:lnTo>
                  <a:cubicBezTo>
                    <a:pt x="708" y="92634"/>
                    <a:pt x="347" y="94803"/>
                    <a:pt x="347" y="96250"/>
                  </a:cubicBezTo>
                  <a:cubicBezTo>
                    <a:pt x="347" y="99504"/>
                    <a:pt x="3597" y="102397"/>
                    <a:pt x="7208" y="102397"/>
                  </a:cubicBezTo>
                  <a:cubicBezTo>
                    <a:pt x="12264" y="102397"/>
                    <a:pt x="19485" y="96611"/>
                    <a:pt x="27791" y="86487"/>
                  </a:cubicBezTo>
                  <a:close/>
                  <a:moveTo>
                    <a:pt x="29235" y="63"/>
                  </a:moveTo>
                  <a:cubicBezTo>
                    <a:pt x="24541" y="63"/>
                    <a:pt x="20569" y="3679"/>
                    <a:pt x="20569" y="8019"/>
                  </a:cubicBezTo>
                  <a:cubicBezTo>
                    <a:pt x="20569" y="12719"/>
                    <a:pt x="24541" y="16335"/>
                    <a:pt x="28874" y="16335"/>
                  </a:cubicBezTo>
                  <a:cubicBezTo>
                    <a:pt x="33568" y="16335"/>
                    <a:pt x="37179" y="12719"/>
                    <a:pt x="37179" y="8019"/>
                  </a:cubicBezTo>
                  <a:cubicBezTo>
                    <a:pt x="37179" y="3679"/>
                    <a:pt x="33568" y="63"/>
                    <a:pt x="29235" y="63"/>
                  </a:cubicBezTo>
                  <a:close/>
                </a:path>
              </a:pathLst>
            </a:custGeom>
            <a:solidFill>
              <a:srgbClr val="000000"/>
            </a:solidFill>
            <a:ln w="23090" cap="flat">
              <a:noFill/>
              <a:prstDash val="solid"/>
              <a:miter/>
            </a:ln>
          </p:spPr>
          <p:txBody>
            <a:bodyPr rtlCol="0" anchor="ctr"/>
            <a:lstStyle/>
            <a:p>
              <a:endParaRPr lang="zh-CN" altLang="en-US"/>
            </a:p>
          </p:txBody>
        </p:sp>
        <p:sp>
          <p:nvSpPr>
            <p:cNvPr id="324" name="任意多边形: 形状 323"/>
            <p:cNvSpPr/>
            <p:nvPr/>
          </p:nvSpPr>
          <p:spPr>
            <a:xfrm>
              <a:off x="10728974" y="3955212"/>
              <a:ext cx="39720" cy="90400"/>
            </a:xfrm>
            <a:custGeom>
              <a:avLst/>
              <a:gdLst>
                <a:gd name="connsiteX0" fmla="*/ 28154 w 39720"/>
                <a:gd name="connsiteY0" fmla="*/ 22844 h 90400"/>
                <a:gd name="connsiteX1" fmla="*/ 38625 w 39720"/>
                <a:gd name="connsiteY1" fmla="*/ 22844 h 90400"/>
                <a:gd name="connsiteX2" fmla="*/ 40070 w 39720"/>
                <a:gd name="connsiteY2" fmla="*/ 17782 h 90400"/>
                <a:gd name="connsiteX3" fmla="*/ 29598 w 39720"/>
                <a:gd name="connsiteY3" fmla="*/ 17782 h 90400"/>
                <a:gd name="connsiteX4" fmla="*/ 34653 w 39720"/>
                <a:gd name="connsiteY4" fmla="*/ 63 h 90400"/>
                <a:gd name="connsiteX5" fmla="*/ 31042 w 39720"/>
                <a:gd name="connsiteY5" fmla="*/ 63 h 90400"/>
                <a:gd name="connsiteX6" fmla="*/ 6488 w 39720"/>
                <a:gd name="connsiteY6" fmla="*/ 17782 h 90400"/>
                <a:gd name="connsiteX7" fmla="*/ 5404 w 39720"/>
                <a:gd name="connsiteY7" fmla="*/ 22844 h 90400"/>
                <a:gd name="connsiteX8" fmla="*/ 16598 w 39720"/>
                <a:gd name="connsiteY8" fmla="*/ 22844 h 90400"/>
                <a:gd name="connsiteX9" fmla="*/ 2516 w 39720"/>
                <a:gd name="connsiteY9" fmla="*/ 71661 h 90400"/>
                <a:gd name="connsiteX10" fmla="*/ 349 w 39720"/>
                <a:gd name="connsiteY10" fmla="*/ 82509 h 90400"/>
                <a:gd name="connsiteX11" fmla="*/ 8293 w 39720"/>
                <a:gd name="connsiteY11" fmla="*/ 90464 h 90400"/>
                <a:gd name="connsiteX12" fmla="*/ 28876 w 39720"/>
                <a:gd name="connsiteY12" fmla="*/ 73830 h 90400"/>
                <a:gd name="connsiteX13" fmla="*/ 27070 w 39720"/>
                <a:gd name="connsiteY13" fmla="*/ 71661 h 90400"/>
                <a:gd name="connsiteX14" fmla="*/ 14793 w 39720"/>
                <a:gd name="connsiteY14" fmla="*/ 82509 h 90400"/>
                <a:gd name="connsiteX15" fmla="*/ 12265 w 39720"/>
                <a:gd name="connsiteY15" fmla="*/ 80339 h 90400"/>
                <a:gd name="connsiteX16" fmla="*/ 14071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4" y="22844"/>
                  </a:moveTo>
                  <a:lnTo>
                    <a:pt x="38625" y="22844"/>
                  </a:lnTo>
                  <a:lnTo>
                    <a:pt x="40070" y="17782"/>
                  </a:lnTo>
                  <a:lnTo>
                    <a:pt x="29598" y="17782"/>
                  </a:lnTo>
                  <a:lnTo>
                    <a:pt x="34653" y="63"/>
                  </a:lnTo>
                  <a:lnTo>
                    <a:pt x="31042" y="63"/>
                  </a:lnTo>
                  <a:cubicBezTo>
                    <a:pt x="22376" y="11273"/>
                    <a:pt x="16237" y="15612"/>
                    <a:pt x="6488" y="17782"/>
                  </a:cubicBezTo>
                  <a:lnTo>
                    <a:pt x="5404" y="22844"/>
                  </a:lnTo>
                  <a:lnTo>
                    <a:pt x="16598" y="22844"/>
                  </a:lnTo>
                  <a:lnTo>
                    <a:pt x="2516" y="71661"/>
                  </a:lnTo>
                  <a:cubicBezTo>
                    <a:pt x="1432" y="75638"/>
                    <a:pt x="349" y="80339"/>
                    <a:pt x="349" y="82509"/>
                  </a:cubicBezTo>
                  <a:cubicBezTo>
                    <a:pt x="349" y="87210"/>
                    <a:pt x="3599" y="90464"/>
                    <a:pt x="8293" y="90464"/>
                  </a:cubicBezTo>
                  <a:cubicBezTo>
                    <a:pt x="14432" y="90464"/>
                    <a:pt x="20932" y="85040"/>
                    <a:pt x="28876" y="73830"/>
                  </a:cubicBezTo>
                  <a:lnTo>
                    <a:pt x="27070" y="71661"/>
                  </a:lnTo>
                  <a:cubicBezTo>
                    <a:pt x="22015" y="78170"/>
                    <a:pt x="17321" y="82509"/>
                    <a:pt x="14793" y="82509"/>
                  </a:cubicBezTo>
                  <a:cubicBezTo>
                    <a:pt x="13710" y="82509"/>
                    <a:pt x="12265" y="81424"/>
                    <a:pt x="12265" y="80339"/>
                  </a:cubicBezTo>
                  <a:cubicBezTo>
                    <a:pt x="12265" y="79255"/>
                    <a:pt x="12265" y="79255"/>
                    <a:pt x="14071" y="72746"/>
                  </a:cubicBezTo>
                  <a:close/>
                </a:path>
              </a:pathLst>
            </a:custGeom>
            <a:solidFill>
              <a:srgbClr val="000000"/>
            </a:solidFill>
            <a:ln w="23090" cap="flat">
              <a:noFill/>
              <a:prstDash val="solid"/>
              <a:miter/>
            </a:ln>
          </p:spPr>
          <p:txBody>
            <a:bodyPr rtlCol="0" anchor="ctr"/>
            <a:lstStyle/>
            <a:p>
              <a:endParaRPr lang="zh-CN" altLang="en-US"/>
            </a:p>
          </p:txBody>
        </p:sp>
        <p:sp>
          <p:nvSpPr>
            <p:cNvPr id="325" name="任意多边形: 形状 324"/>
            <p:cNvSpPr/>
            <p:nvPr/>
          </p:nvSpPr>
          <p:spPr>
            <a:xfrm>
              <a:off x="10770884" y="3934600"/>
              <a:ext cx="41164" cy="111012"/>
            </a:xfrm>
            <a:custGeom>
              <a:avLst/>
              <a:gdLst>
                <a:gd name="connsiteX0" fmla="*/ 25989 w 41164"/>
                <a:gd name="connsiteY0" fmla="*/ 93719 h 111012"/>
                <a:gd name="connsiteX1" fmla="*/ 14795 w 41164"/>
                <a:gd name="connsiteY1" fmla="*/ 103120 h 111012"/>
                <a:gd name="connsiteX2" fmla="*/ 12628 w 41164"/>
                <a:gd name="connsiteY2" fmla="*/ 100951 h 111012"/>
                <a:gd name="connsiteX3" fmla="*/ 12989 w 41164"/>
                <a:gd name="connsiteY3" fmla="*/ 99143 h 111012"/>
                <a:gd name="connsiteX4" fmla="*/ 41516 w 41164"/>
                <a:gd name="connsiteY4" fmla="*/ 63 h 111012"/>
                <a:gd name="connsiteX5" fmla="*/ 19489 w 41164"/>
                <a:gd name="connsiteY5" fmla="*/ 3318 h 111012"/>
                <a:gd name="connsiteX6" fmla="*/ 18767 w 41164"/>
                <a:gd name="connsiteY6" fmla="*/ 6211 h 111012"/>
                <a:gd name="connsiteX7" fmla="*/ 20211 w 41164"/>
                <a:gd name="connsiteY7" fmla="*/ 6211 h 111012"/>
                <a:gd name="connsiteX8" fmla="*/ 23100 w 41164"/>
                <a:gd name="connsiteY8" fmla="*/ 5849 h 111012"/>
                <a:gd name="connsiteX9" fmla="*/ 26711 w 41164"/>
                <a:gd name="connsiteY9" fmla="*/ 9103 h 111012"/>
                <a:gd name="connsiteX10" fmla="*/ 25989 w 41164"/>
                <a:gd name="connsiteY10" fmla="*/ 13804 h 111012"/>
                <a:gd name="connsiteX11" fmla="*/ 1434 w 41164"/>
                <a:gd name="connsiteY11" fmla="*/ 99143 h 111012"/>
                <a:gd name="connsiteX12" fmla="*/ 351 w 41164"/>
                <a:gd name="connsiteY12" fmla="*/ 104205 h 111012"/>
                <a:gd name="connsiteX13" fmla="*/ 7212 w 41164"/>
                <a:gd name="connsiteY13" fmla="*/ 111076 h 111012"/>
                <a:gd name="connsiteX14" fmla="*/ 27794 w 41164"/>
                <a:gd name="connsiteY14" fmla="*/ 9588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89" y="93719"/>
                  </a:moveTo>
                  <a:cubicBezTo>
                    <a:pt x="18767" y="102397"/>
                    <a:pt x="17323" y="103120"/>
                    <a:pt x="14795" y="103120"/>
                  </a:cubicBezTo>
                  <a:cubicBezTo>
                    <a:pt x="13712" y="103120"/>
                    <a:pt x="12628" y="102397"/>
                    <a:pt x="12628" y="100951"/>
                  </a:cubicBezTo>
                  <a:cubicBezTo>
                    <a:pt x="12628" y="100589"/>
                    <a:pt x="12989" y="99866"/>
                    <a:pt x="12989" y="99143"/>
                  </a:cubicBezTo>
                  <a:lnTo>
                    <a:pt x="41516" y="63"/>
                  </a:lnTo>
                  <a:cubicBezTo>
                    <a:pt x="31405" y="1871"/>
                    <a:pt x="29961" y="2233"/>
                    <a:pt x="19489" y="3318"/>
                  </a:cubicBezTo>
                  <a:lnTo>
                    <a:pt x="18767" y="6211"/>
                  </a:lnTo>
                  <a:lnTo>
                    <a:pt x="20211" y="6211"/>
                  </a:lnTo>
                  <a:cubicBezTo>
                    <a:pt x="21656" y="6211"/>
                    <a:pt x="22378" y="5849"/>
                    <a:pt x="23100" y="5849"/>
                  </a:cubicBezTo>
                  <a:cubicBezTo>
                    <a:pt x="24906" y="5849"/>
                    <a:pt x="26711" y="7295"/>
                    <a:pt x="26711" y="9103"/>
                  </a:cubicBezTo>
                  <a:cubicBezTo>
                    <a:pt x="26711" y="9827"/>
                    <a:pt x="26350" y="11273"/>
                    <a:pt x="25989" y="13804"/>
                  </a:cubicBezTo>
                  <a:lnTo>
                    <a:pt x="1434" y="99143"/>
                  </a:lnTo>
                  <a:cubicBezTo>
                    <a:pt x="351" y="102397"/>
                    <a:pt x="351" y="103120"/>
                    <a:pt x="351" y="104205"/>
                  </a:cubicBezTo>
                  <a:cubicBezTo>
                    <a:pt x="351" y="108183"/>
                    <a:pt x="3240" y="111076"/>
                    <a:pt x="7212" y="111076"/>
                  </a:cubicBezTo>
                  <a:cubicBezTo>
                    <a:pt x="13350" y="111076"/>
                    <a:pt x="17684" y="107821"/>
                    <a:pt x="27794" y="95888"/>
                  </a:cubicBezTo>
                  <a:close/>
                </a:path>
              </a:pathLst>
            </a:custGeom>
            <a:solidFill>
              <a:srgbClr val="000000"/>
            </a:solidFill>
            <a:ln w="23090" cap="flat">
              <a:noFill/>
              <a:prstDash val="solid"/>
              <a:miter/>
            </a:ln>
          </p:spPr>
          <p:txBody>
            <a:bodyPr rtlCol="0" anchor="ctr"/>
            <a:lstStyle/>
            <a:p>
              <a:endParaRPr lang="zh-CN" altLang="en-US"/>
            </a:p>
          </p:txBody>
        </p:sp>
        <p:sp>
          <p:nvSpPr>
            <p:cNvPr id="326" name="任意多边形: 形状 325"/>
            <p:cNvSpPr/>
            <p:nvPr/>
          </p:nvSpPr>
          <p:spPr>
            <a:xfrm>
              <a:off x="10809920" y="3971122"/>
              <a:ext cx="59580" cy="74490"/>
            </a:xfrm>
            <a:custGeom>
              <a:avLst/>
              <a:gdLst>
                <a:gd name="connsiteX0" fmla="*/ 49462 w 59580"/>
                <a:gd name="connsiteY0" fmla="*/ 55389 h 74490"/>
                <a:gd name="connsiteX1" fmla="*/ 28518 w 59580"/>
                <a:gd name="connsiteY1" fmla="*/ 66237 h 74490"/>
                <a:gd name="connsiteX2" fmla="*/ 13352 w 59580"/>
                <a:gd name="connsiteY2" fmla="*/ 49603 h 74490"/>
                <a:gd name="connsiteX3" fmla="*/ 14074 w 59580"/>
                <a:gd name="connsiteY3" fmla="*/ 41286 h 74490"/>
                <a:gd name="connsiteX4" fmla="*/ 41518 w 59580"/>
                <a:gd name="connsiteY4" fmla="*/ 35500 h 74490"/>
                <a:gd name="connsiteX5" fmla="*/ 59934 w 59580"/>
                <a:gd name="connsiteY5" fmla="*/ 11996 h 74490"/>
                <a:gd name="connsiteX6" fmla="*/ 44768 w 59580"/>
                <a:gd name="connsiteY6" fmla="*/ 63 h 74490"/>
                <a:gd name="connsiteX7" fmla="*/ 353 w 59580"/>
                <a:gd name="connsiteY7" fmla="*/ 50326 h 74490"/>
                <a:gd name="connsiteX8" fmla="*/ 21657 w 59580"/>
                <a:gd name="connsiteY8" fmla="*/ 74554 h 74490"/>
                <a:gd name="connsiteX9" fmla="*/ 52712 w 59580"/>
                <a:gd name="connsiteY9" fmla="*/ 57558 h 74490"/>
                <a:gd name="connsiteX10" fmla="*/ 15158 w 59580"/>
                <a:gd name="connsiteY10" fmla="*/ 36947 h 74490"/>
                <a:gd name="connsiteX11" fmla="*/ 41879 w 59580"/>
                <a:gd name="connsiteY11" fmla="*/ 4764 h 74490"/>
                <a:gd name="connsiteX12" fmla="*/ 48379 w 59580"/>
                <a:gd name="connsiteY12" fmla="*/ 11635 h 74490"/>
                <a:gd name="connsiteX13" fmla="*/ 42601 w 59580"/>
                <a:gd name="connsiteY13" fmla="*/ 25376 h 74490"/>
                <a:gd name="connsiteX14" fmla="*/ 21657 w 59580"/>
                <a:gd name="connsiteY14" fmla="*/ 36585 h 74490"/>
                <a:gd name="connsiteX15" fmla="*/ 15158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62" y="55389"/>
                  </a:moveTo>
                  <a:cubicBezTo>
                    <a:pt x="42601" y="62982"/>
                    <a:pt x="35740" y="66237"/>
                    <a:pt x="28518" y="66237"/>
                  </a:cubicBezTo>
                  <a:cubicBezTo>
                    <a:pt x="19852" y="66237"/>
                    <a:pt x="13352" y="59366"/>
                    <a:pt x="13352" y="49603"/>
                  </a:cubicBezTo>
                  <a:cubicBezTo>
                    <a:pt x="13352" y="47072"/>
                    <a:pt x="13713" y="44179"/>
                    <a:pt x="14074" y="41286"/>
                  </a:cubicBezTo>
                  <a:cubicBezTo>
                    <a:pt x="26713" y="40563"/>
                    <a:pt x="33935" y="39116"/>
                    <a:pt x="41518" y="35500"/>
                  </a:cubicBezTo>
                  <a:cubicBezTo>
                    <a:pt x="52712" y="30438"/>
                    <a:pt x="59934" y="21036"/>
                    <a:pt x="59934" y="11996"/>
                  </a:cubicBezTo>
                  <a:cubicBezTo>
                    <a:pt x="59934" y="5126"/>
                    <a:pt x="53434" y="63"/>
                    <a:pt x="44768" y="63"/>
                  </a:cubicBezTo>
                  <a:cubicBezTo>
                    <a:pt x="23102" y="63"/>
                    <a:pt x="353" y="26099"/>
                    <a:pt x="353" y="50326"/>
                  </a:cubicBezTo>
                  <a:cubicBezTo>
                    <a:pt x="353" y="64790"/>
                    <a:pt x="9019" y="74554"/>
                    <a:pt x="21657" y="74554"/>
                  </a:cubicBezTo>
                  <a:cubicBezTo>
                    <a:pt x="31768" y="74554"/>
                    <a:pt x="40434" y="69491"/>
                    <a:pt x="52712" y="57558"/>
                  </a:cubicBezTo>
                  <a:close/>
                  <a:moveTo>
                    <a:pt x="15158" y="36947"/>
                  </a:moveTo>
                  <a:cubicBezTo>
                    <a:pt x="20574" y="18505"/>
                    <a:pt x="32129" y="4764"/>
                    <a:pt x="41879" y="4764"/>
                  </a:cubicBezTo>
                  <a:cubicBezTo>
                    <a:pt x="45490" y="4764"/>
                    <a:pt x="48379" y="7657"/>
                    <a:pt x="48379" y="11635"/>
                  </a:cubicBezTo>
                  <a:cubicBezTo>
                    <a:pt x="48379" y="15974"/>
                    <a:pt x="46212" y="21036"/>
                    <a:pt x="42601" y="25376"/>
                  </a:cubicBezTo>
                  <a:cubicBezTo>
                    <a:pt x="37185" y="31161"/>
                    <a:pt x="30324" y="35139"/>
                    <a:pt x="21657" y="36585"/>
                  </a:cubicBezTo>
                  <a:cubicBezTo>
                    <a:pt x="20213" y="36585"/>
                    <a:pt x="18046" y="36947"/>
                    <a:pt x="15158" y="36947"/>
                  </a:cubicBezTo>
                  <a:close/>
                </a:path>
              </a:pathLst>
            </a:custGeom>
            <a:solidFill>
              <a:srgbClr val="000000"/>
            </a:solidFill>
            <a:ln w="23090" cap="flat">
              <a:noFill/>
              <a:prstDash val="solid"/>
              <a:miter/>
            </a:ln>
          </p:spPr>
          <p:txBody>
            <a:bodyPr rtlCol="0" anchor="ctr"/>
            <a:lstStyle/>
            <a:p>
              <a:endParaRPr lang="zh-CN" altLang="en-US"/>
            </a:p>
          </p:txBody>
        </p:sp>
      </p:grpSp>
      <p:grpSp>
        <p:nvGrpSpPr>
          <p:cNvPr id="327" name="Graphic 2"/>
          <p:cNvGrpSpPr/>
          <p:nvPr/>
        </p:nvGrpSpPr>
        <p:grpSpPr>
          <a:xfrm>
            <a:off x="7010400" y="4363107"/>
            <a:ext cx="248866" cy="164513"/>
            <a:chOff x="6822070" y="5095682"/>
            <a:chExt cx="216701" cy="131623"/>
          </a:xfrm>
          <a:solidFill>
            <a:schemeClr val="accent2"/>
          </a:solidFill>
        </p:grpSpPr>
        <p:sp>
          <p:nvSpPr>
            <p:cNvPr id="328" name="任意多边形: 形状 327"/>
            <p:cNvSpPr/>
            <p:nvPr/>
          </p:nvSpPr>
          <p:spPr>
            <a:xfrm>
              <a:off x="6822070" y="5095682"/>
              <a:ext cx="46942" cy="131623"/>
            </a:xfrm>
            <a:custGeom>
              <a:avLst/>
              <a:gdLst>
                <a:gd name="connsiteX0" fmla="*/ 33762 w 46942"/>
                <a:gd name="connsiteY0" fmla="*/ 106788 h 131623"/>
                <a:gd name="connsiteX1" fmla="*/ 19318 w 46942"/>
                <a:gd name="connsiteY1" fmla="*/ 120528 h 131623"/>
                <a:gd name="connsiteX2" fmla="*/ 16068 w 46942"/>
                <a:gd name="connsiteY2" fmla="*/ 117636 h 131623"/>
                <a:gd name="connsiteX3" fmla="*/ 16790 w 46942"/>
                <a:gd name="connsiteY3" fmla="*/ 114743 h 131623"/>
                <a:gd name="connsiteX4" fmla="*/ 39178 w 46942"/>
                <a:gd name="connsiteY4" fmla="*/ 35190 h 131623"/>
                <a:gd name="connsiteX5" fmla="*/ 8846 w 46942"/>
                <a:gd name="connsiteY5" fmla="*/ 40252 h 131623"/>
                <a:gd name="connsiteX6" fmla="*/ 7763 w 46942"/>
                <a:gd name="connsiteY6" fmla="*/ 44230 h 131623"/>
                <a:gd name="connsiteX7" fmla="*/ 14263 w 46942"/>
                <a:gd name="connsiteY7" fmla="*/ 43507 h 131623"/>
                <a:gd name="connsiteX8" fmla="*/ 20040 w 46942"/>
                <a:gd name="connsiteY8" fmla="*/ 48208 h 131623"/>
                <a:gd name="connsiteX9" fmla="*/ 18235 w 46942"/>
                <a:gd name="connsiteY9" fmla="*/ 57248 h 131623"/>
                <a:gd name="connsiteX10" fmla="*/ 1263 w 46942"/>
                <a:gd name="connsiteY10" fmla="*/ 116551 h 131623"/>
                <a:gd name="connsiteX11" fmla="*/ 180 w 46942"/>
                <a:gd name="connsiteY11" fmla="*/ 123783 h 131623"/>
                <a:gd name="connsiteX12" fmla="*/ 8846 w 46942"/>
                <a:gd name="connsiteY12" fmla="*/ 131738 h 131623"/>
                <a:gd name="connsiteX13" fmla="*/ 35206 w 46942"/>
                <a:gd name="connsiteY13" fmla="*/ 111127 h 131623"/>
                <a:gd name="connsiteX14" fmla="*/ 37012 w 46942"/>
                <a:gd name="connsiteY14" fmla="*/ 114 h 131623"/>
                <a:gd name="connsiteX15" fmla="*/ 26179 w 46942"/>
                <a:gd name="connsiteY15" fmla="*/ 10601 h 131623"/>
                <a:gd name="connsiteX16" fmla="*/ 36651 w 46942"/>
                <a:gd name="connsiteY16" fmla="*/ 21087 h 131623"/>
                <a:gd name="connsiteX17" fmla="*/ 47123 w 46942"/>
                <a:gd name="connsiteY17" fmla="*/ 10601 h 131623"/>
                <a:gd name="connsiteX18" fmla="*/ 37012 w 46942"/>
                <a:gd name="connsiteY18" fmla="*/ 114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762" y="106788"/>
                  </a:moveTo>
                  <a:cubicBezTo>
                    <a:pt x="28346" y="114743"/>
                    <a:pt x="22207" y="120528"/>
                    <a:pt x="19318" y="120528"/>
                  </a:cubicBezTo>
                  <a:cubicBezTo>
                    <a:pt x="17513" y="120528"/>
                    <a:pt x="16068" y="119082"/>
                    <a:pt x="16068" y="117636"/>
                  </a:cubicBezTo>
                  <a:cubicBezTo>
                    <a:pt x="16068" y="116912"/>
                    <a:pt x="16429" y="115828"/>
                    <a:pt x="16790" y="114743"/>
                  </a:cubicBezTo>
                  <a:lnTo>
                    <a:pt x="39178" y="35190"/>
                  </a:lnTo>
                  <a:cubicBezTo>
                    <a:pt x="29068" y="37721"/>
                    <a:pt x="17874" y="39891"/>
                    <a:pt x="8846" y="40252"/>
                  </a:cubicBezTo>
                  <a:lnTo>
                    <a:pt x="7763" y="44230"/>
                  </a:lnTo>
                  <a:cubicBezTo>
                    <a:pt x="11013" y="43868"/>
                    <a:pt x="12818" y="43507"/>
                    <a:pt x="14263" y="43507"/>
                  </a:cubicBezTo>
                  <a:cubicBezTo>
                    <a:pt x="18235" y="43507"/>
                    <a:pt x="20040" y="44953"/>
                    <a:pt x="20040" y="48208"/>
                  </a:cubicBezTo>
                  <a:cubicBezTo>
                    <a:pt x="20040" y="50739"/>
                    <a:pt x="19679" y="52547"/>
                    <a:pt x="18235" y="57248"/>
                  </a:cubicBezTo>
                  <a:lnTo>
                    <a:pt x="1263" y="116551"/>
                  </a:lnTo>
                  <a:cubicBezTo>
                    <a:pt x="541" y="119444"/>
                    <a:pt x="180" y="121975"/>
                    <a:pt x="180" y="123783"/>
                  </a:cubicBezTo>
                  <a:cubicBezTo>
                    <a:pt x="180" y="127761"/>
                    <a:pt x="4152" y="131738"/>
                    <a:pt x="8846" y="131738"/>
                  </a:cubicBezTo>
                  <a:cubicBezTo>
                    <a:pt x="15346" y="131738"/>
                    <a:pt x="24374" y="124506"/>
                    <a:pt x="35206" y="111127"/>
                  </a:cubicBezTo>
                  <a:close/>
                  <a:moveTo>
                    <a:pt x="37012" y="114"/>
                  </a:moveTo>
                  <a:cubicBezTo>
                    <a:pt x="30873" y="114"/>
                    <a:pt x="26179" y="4815"/>
                    <a:pt x="26179" y="10601"/>
                  </a:cubicBezTo>
                  <a:cubicBezTo>
                    <a:pt x="26179" y="16387"/>
                    <a:pt x="30873" y="21087"/>
                    <a:pt x="36651" y="21087"/>
                  </a:cubicBezTo>
                  <a:cubicBezTo>
                    <a:pt x="42428" y="21087"/>
                    <a:pt x="47123" y="16387"/>
                    <a:pt x="47123" y="10601"/>
                  </a:cubicBezTo>
                  <a:cubicBezTo>
                    <a:pt x="47123" y="4815"/>
                    <a:pt x="42428" y="114"/>
                    <a:pt x="37012" y="114"/>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29" name="任意多边形: 形状 328"/>
            <p:cNvSpPr/>
            <p:nvPr/>
          </p:nvSpPr>
          <p:spPr>
            <a:xfrm>
              <a:off x="6870971" y="5131119"/>
              <a:ext cx="88829" cy="95101"/>
            </a:xfrm>
            <a:custGeom>
              <a:avLst/>
              <a:gdLst>
                <a:gd name="connsiteX0" fmla="*/ 43153 w 88829"/>
                <a:gd name="connsiteY0" fmla="*/ 114 h 95101"/>
                <a:gd name="connsiteX1" fmla="*/ 14626 w 88829"/>
                <a:gd name="connsiteY1" fmla="*/ 3007 h 95101"/>
                <a:gd name="connsiteX2" fmla="*/ 13543 w 88829"/>
                <a:gd name="connsiteY2" fmla="*/ 6985 h 95101"/>
                <a:gd name="connsiteX3" fmla="*/ 15709 w 88829"/>
                <a:gd name="connsiteY3" fmla="*/ 6623 h 95101"/>
                <a:gd name="connsiteX4" fmla="*/ 19320 w 88829"/>
                <a:gd name="connsiteY4" fmla="*/ 6262 h 95101"/>
                <a:gd name="connsiteX5" fmla="*/ 24376 w 88829"/>
                <a:gd name="connsiteY5" fmla="*/ 10239 h 95101"/>
                <a:gd name="connsiteX6" fmla="*/ 22209 w 88829"/>
                <a:gd name="connsiteY6" fmla="*/ 19279 h 95101"/>
                <a:gd name="connsiteX7" fmla="*/ 182 w 88829"/>
                <a:gd name="connsiteY7" fmla="*/ 93047 h 95101"/>
                <a:gd name="connsiteX8" fmla="*/ 15348 w 88829"/>
                <a:gd name="connsiteY8" fmla="*/ 93047 h 95101"/>
                <a:gd name="connsiteX9" fmla="*/ 22209 w 88829"/>
                <a:gd name="connsiteY9" fmla="*/ 69181 h 95101"/>
                <a:gd name="connsiteX10" fmla="*/ 41347 w 88829"/>
                <a:gd name="connsiteY10" fmla="*/ 34467 h 95101"/>
                <a:gd name="connsiteX11" fmla="*/ 67346 w 88829"/>
                <a:gd name="connsiteY11" fmla="*/ 12770 h 95101"/>
                <a:gd name="connsiteX12" fmla="*/ 72763 w 88829"/>
                <a:gd name="connsiteY12" fmla="*/ 18556 h 95101"/>
                <a:gd name="connsiteX13" fmla="*/ 70957 w 88829"/>
                <a:gd name="connsiteY13" fmla="*/ 28319 h 95101"/>
                <a:gd name="connsiteX14" fmla="*/ 54708 w 88829"/>
                <a:gd name="connsiteY14" fmla="*/ 80752 h 95101"/>
                <a:gd name="connsiteX15" fmla="*/ 53625 w 88829"/>
                <a:gd name="connsiteY15" fmla="*/ 86899 h 95101"/>
                <a:gd name="connsiteX16" fmla="*/ 62291 w 88829"/>
                <a:gd name="connsiteY16" fmla="*/ 95216 h 95101"/>
                <a:gd name="connsiteX17" fmla="*/ 89012 w 88829"/>
                <a:gd name="connsiteY17" fmla="*/ 75690 h 95101"/>
                <a:gd name="connsiteX18" fmla="*/ 87207 w 88829"/>
                <a:gd name="connsiteY18" fmla="*/ 73520 h 95101"/>
                <a:gd name="connsiteX19" fmla="*/ 73124 w 88829"/>
                <a:gd name="connsiteY19" fmla="*/ 85453 h 95101"/>
                <a:gd name="connsiteX20" fmla="*/ 70235 w 88829"/>
                <a:gd name="connsiteY20" fmla="*/ 82560 h 95101"/>
                <a:gd name="connsiteX21" fmla="*/ 71318 w 88829"/>
                <a:gd name="connsiteY21" fmla="*/ 78221 h 95101"/>
                <a:gd name="connsiteX22" fmla="*/ 86123 w 88829"/>
                <a:gd name="connsiteY22" fmla="*/ 26150 h 95101"/>
                <a:gd name="connsiteX23" fmla="*/ 87929 w 88829"/>
                <a:gd name="connsiteY23" fmla="*/ 14217 h 95101"/>
                <a:gd name="connsiteX24" fmla="*/ 76374 w 88829"/>
                <a:gd name="connsiteY24" fmla="*/ 837 h 95101"/>
                <a:gd name="connsiteX25" fmla="*/ 29431 w 88829"/>
                <a:gd name="connsiteY25" fmla="*/ 4386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3153" y="114"/>
                  </a:moveTo>
                  <a:cubicBezTo>
                    <a:pt x="30153" y="1922"/>
                    <a:pt x="27987" y="1922"/>
                    <a:pt x="14626" y="3007"/>
                  </a:cubicBezTo>
                  <a:lnTo>
                    <a:pt x="13543" y="6985"/>
                  </a:lnTo>
                  <a:lnTo>
                    <a:pt x="15709" y="6623"/>
                  </a:lnTo>
                  <a:cubicBezTo>
                    <a:pt x="17154" y="6262"/>
                    <a:pt x="18598" y="6262"/>
                    <a:pt x="19320" y="6262"/>
                  </a:cubicBezTo>
                  <a:cubicBezTo>
                    <a:pt x="22209" y="6262"/>
                    <a:pt x="24376" y="8431"/>
                    <a:pt x="24376" y="10239"/>
                  </a:cubicBezTo>
                  <a:cubicBezTo>
                    <a:pt x="24376" y="11324"/>
                    <a:pt x="23654" y="14578"/>
                    <a:pt x="22209" y="19279"/>
                  </a:cubicBezTo>
                  <a:lnTo>
                    <a:pt x="182" y="93047"/>
                  </a:lnTo>
                  <a:lnTo>
                    <a:pt x="15348" y="93047"/>
                  </a:lnTo>
                  <a:lnTo>
                    <a:pt x="22209" y="69181"/>
                  </a:lnTo>
                  <a:cubicBezTo>
                    <a:pt x="25459" y="57609"/>
                    <a:pt x="30876" y="47846"/>
                    <a:pt x="41347" y="34467"/>
                  </a:cubicBezTo>
                  <a:cubicBezTo>
                    <a:pt x="53625" y="19279"/>
                    <a:pt x="61208" y="12770"/>
                    <a:pt x="67346" y="12770"/>
                  </a:cubicBezTo>
                  <a:cubicBezTo>
                    <a:pt x="70235" y="12770"/>
                    <a:pt x="72763" y="15302"/>
                    <a:pt x="72763" y="18556"/>
                  </a:cubicBezTo>
                  <a:cubicBezTo>
                    <a:pt x="72763" y="21087"/>
                    <a:pt x="72041" y="25065"/>
                    <a:pt x="70957" y="28319"/>
                  </a:cubicBezTo>
                  <a:lnTo>
                    <a:pt x="54708" y="80752"/>
                  </a:lnTo>
                  <a:cubicBezTo>
                    <a:pt x="53986" y="82922"/>
                    <a:pt x="53625" y="85453"/>
                    <a:pt x="53625" y="86899"/>
                  </a:cubicBezTo>
                  <a:cubicBezTo>
                    <a:pt x="53625" y="91962"/>
                    <a:pt x="57235" y="95216"/>
                    <a:pt x="62291" y="95216"/>
                  </a:cubicBezTo>
                  <a:cubicBezTo>
                    <a:pt x="70235" y="95216"/>
                    <a:pt x="79262" y="88707"/>
                    <a:pt x="89012" y="75690"/>
                  </a:cubicBezTo>
                  <a:lnTo>
                    <a:pt x="87207" y="73520"/>
                  </a:lnTo>
                  <a:cubicBezTo>
                    <a:pt x="81429" y="80752"/>
                    <a:pt x="76012" y="85453"/>
                    <a:pt x="73124" y="85453"/>
                  </a:cubicBezTo>
                  <a:cubicBezTo>
                    <a:pt x="71679" y="85453"/>
                    <a:pt x="70235" y="84006"/>
                    <a:pt x="70235" y="82560"/>
                  </a:cubicBezTo>
                  <a:cubicBezTo>
                    <a:pt x="70235" y="81475"/>
                    <a:pt x="70596" y="80029"/>
                    <a:pt x="71318" y="78221"/>
                  </a:cubicBezTo>
                  <a:lnTo>
                    <a:pt x="86123" y="26150"/>
                  </a:lnTo>
                  <a:cubicBezTo>
                    <a:pt x="87207" y="22172"/>
                    <a:pt x="87929" y="18194"/>
                    <a:pt x="87929" y="14217"/>
                  </a:cubicBezTo>
                  <a:cubicBezTo>
                    <a:pt x="87929" y="5900"/>
                    <a:pt x="83596" y="837"/>
                    <a:pt x="76374" y="837"/>
                  </a:cubicBezTo>
                  <a:cubicBezTo>
                    <a:pt x="64096" y="837"/>
                    <a:pt x="50736" y="13132"/>
                    <a:pt x="29431" y="43868"/>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30" name="任意多边形: 形状 329"/>
            <p:cNvSpPr/>
            <p:nvPr/>
          </p:nvSpPr>
          <p:spPr>
            <a:xfrm>
              <a:off x="6969080" y="5131119"/>
              <a:ext cx="69691" cy="95463"/>
            </a:xfrm>
            <a:custGeom>
              <a:avLst/>
              <a:gdLst>
                <a:gd name="connsiteX0" fmla="*/ 69878 w 69691"/>
                <a:gd name="connsiteY0" fmla="*/ 837 h 95463"/>
                <a:gd name="connsiteX1" fmla="*/ 66990 w 69691"/>
                <a:gd name="connsiteY1" fmla="*/ 837 h 95463"/>
                <a:gd name="connsiteX2" fmla="*/ 60851 w 69691"/>
                <a:gd name="connsiteY2" fmla="*/ 5538 h 95463"/>
                <a:gd name="connsiteX3" fmla="*/ 57240 w 69691"/>
                <a:gd name="connsiteY3" fmla="*/ 4453 h 95463"/>
                <a:gd name="connsiteX4" fmla="*/ 42435 w 69691"/>
                <a:gd name="connsiteY4" fmla="*/ 114 h 95463"/>
                <a:gd name="connsiteX5" fmla="*/ 19325 w 69691"/>
                <a:gd name="connsiteY5" fmla="*/ 23619 h 95463"/>
                <a:gd name="connsiteX6" fmla="*/ 33047 w 69691"/>
                <a:gd name="connsiteY6" fmla="*/ 51101 h 95463"/>
                <a:gd name="connsiteX7" fmla="*/ 44963 w 69691"/>
                <a:gd name="connsiteY7" fmla="*/ 73520 h 95463"/>
                <a:gd name="connsiteX8" fmla="*/ 27991 w 69691"/>
                <a:gd name="connsiteY8" fmla="*/ 90877 h 95463"/>
                <a:gd name="connsiteX9" fmla="*/ 9214 w 69691"/>
                <a:gd name="connsiteY9" fmla="*/ 63757 h 95463"/>
                <a:gd name="connsiteX10" fmla="*/ 5964 w 69691"/>
                <a:gd name="connsiteY10" fmla="*/ 63757 h 95463"/>
                <a:gd name="connsiteX11" fmla="*/ 187 w 69691"/>
                <a:gd name="connsiteY11" fmla="*/ 95578 h 95463"/>
                <a:gd name="connsiteX12" fmla="*/ 4159 w 69691"/>
                <a:gd name="connsiteY12" fmla="*/ 95578 h 95463"/>
                <a:gd name="connsiteX13" fmla="*/ 9936 w 69691"/>
                <a:gd name="connsiteY13" fmla="*/ 91239 h 95463"/>
                <a:gd name="connsiteX14" fmla="*/ 13908 w 69691"/>
                <a:gd name="connsiteY14" fmla="*/ 92323 h 95463"/>
                <a:gd name="connsiteX15" fmla="*/ 30880 w 69691"/>
                <a:gd name="connsiteY15" fmla="*/ 95578 h 95463"/>
                <a:gd name="connsiteX16" fmla="*/ 59046 w 69691"/>
                <a:gd name="connsiteY16" fmla="*/ 68819 h 95463"/>
                <a:gd name="connsiteX17" fmla="*/ 44240 w 69691"/>
                <a:gd name="connsiteY17" fmla="*/ 39891 h 95463"/>
                <a:gd name="connsiteX18" fmla="*/ 32324 w 69691"/>
                <a:gd name="connsiteY18" fmla="*/ 18194 h 95463"/>
                <a:gd name="connsiteX19" fmla="*/ 44240 w 69691"/>
                <a:gd name="connsiteY19" fmla="*/ 5900 h 95463"/>
                <a:gd name="connsiteX20" fmla="*/ 61573 w 69691"/>
                <a:gd name="connsiteY20" fmla="*/ 26511 h 95463"/>
                <a:gd name="connsiteX21" fmla="*/ 61573 w 69691"/>
                <a:gd name="connsiteY21" fmla="*/ 30851 h 95463"/>
                <a:gd name="connsiteX22" fmla="*/ 64823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78" y="837"/>
                  </a:moveTo>
                  <a:lnTo>
                    <a:pt x="66990" y="837"/>
                  </a:lnTo>
                  <a:cubicBezTo>
                    <a:pt x="64823" y="4092"/>
                    <a:pt x="63017" y="5538"/>
                    <a:pt x="60851" y="5538"/>
                  </a:cubicBezTo>
                  <a:cubicBezTo>
                    <a:pt x="60129" y="5538"/>
                    <a:pt x="58684" y="5177"/>
                    <a:pt x="57240" y="4453"/>
                  </a:cubicBezTo>
                  <a:cubicBezTo>
                    <a:pt x="52185" y="1561"/>
                    <a:pt x="47129" y="114"/>
                    <a:pt x="42435" y="114"/>
                  </a:cubicBezTo>
                  <a:cubicBezTo>
                    <a:pt x="29797" y="114"/>
                    <a:pt x="19325" y="10601"/>
                    <a:pt x="19325" y="23619"/>
                  </a:cubicBezTo>
                  <a:cubicBezTo>
                    <a:pt x="19325" y="32659"/>
                    <a:pt x="22214" y="38083"/>
                    <a:pt x="33047" y="51101"/>
                  </a:cubicBezTo>
                  <a:cubicBezTo>
                    <a:pt x="41352" y="60864"/>
                    <a:pt x="44963" y="67373"/>
                    <a:pt x="44963" y="73520"/>
                  </a:cubicBezTo>
                  <a:cubicBezTo>
                    <a:pt x="44963" y="82922"/>
                    <a:pt x="37019" y="90877"/>
                    <a:pt x="27991" y="90877"/>
                  </a:cubicBezTo>
                  <a:cubicBezTo>
                    <a:pt x="17158" y="90877"/>
                    <a:pt x="9575" y="80029"/>
                    <a:pt x="9214" y="63757"/>
                  </a:cubicBezTo>
                  <a:lnTo>
                    <a:pt x="5964" y="63757"/>
                  </a:lnTo>
                  <a:lnTo>
                    <a:pt x="187" y="95578"/>
                  </a:lnTo>
                  <a:lnTo>
                    <a:pt x="4159" y="95578"/>
                  </a:lnTo>
                  <a:cubicBezTo>
                    <a:pt x="5603" y="92323"/>
                    <a:pt x="7409" y="91239"/>
                    <a:pt x="9936" y="91239"/>
                  </a:cubicBezTo>
                  <a:cubicBezTo>
                    <a:pt x="11020" y="91239"/>
                    <a:pt x="12464" y="91600"/>
                    <a:pt x="13908" y="92323"/>
                  </a:cubicBezTo>
                  <a:cubicBezTo>
                    <a:pt x="23658" y="95216"/>
                    <a:pt x="25825" y="95578"/>
                    <a:pt x="30880" y="95578"/>
                  </a:cubicBezTo>
                  <a:cubicBezTo>
                    <a:pt x="46407" y="95578"/>
                    <a:pt x="59046" y="83645"/>
                    <a:pt x="59046" y="68819"/>
                  </a:cubicBezTo>
                  <a:cubicBezTo>
                    <a:pt x="59046" y="59779"/>
                    <a:pt x="55435" y="53270"/>
                    <a:pt x="44240" y="39891"/>
                  </a:cubicBezTo>
                  <a:cubicBezTo>
                    <a:pt x="34491" y="28319"/>
                    <a:pt x="32324" y="23980"/>
                    <a:pt x="32324" y="18194"/>
                  </a:cubicBezTo>
                  <a:cubicBezTo>
                    <a:pt x="32324" y="11324"/>
                    <a:pt x="37380" y="5900"/>
                    <a:pt x="44240" y="5900"/>
                  </a:cubicBezTo>
                  <a:cubicBezTo>
                    <a:pt x="53990" y="5900"/>
                    <a:pt x="61573" y="14578"/>
                    <a:pt x="61573" y="26511"/>
                  </a:cubicBezTo>
                  <a:cubicBezTo>
                    <a:pt x="61573" y="27596"/>
                    <a:pt x="61573" y="29043"/>
                    <a:pt x="61573" y="30851"/>
                  </a:cubicBezTo>
                  <a:lnTo>
                    <a:pt x="64823" y="30851"/>
                  </a:ln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grpSp>
      <p:grpSp>
        <p:nvGrpSpPr>
          <p:cNvPr id="331" name="Graphic 2"/>
          <p:cNvGrpSpPr/>
          <p:nvPr/>
        </p:nvGrpSpPr>
        <p:grpSpPr>
          <a:xfrm>
            <a:off x="7270987" y="4381638"/>
            <a:ext cx="141563" cy="145078"/>
            <a:chOff x="7048977" y="5110508"/>
            <a:chExt cx="123266" cy="116074"/>
          </a:xfrm>
          <a:solidFill>
            <a:schemeClr val="accent2"/>
          </a:solidFill>
        </p:grpSpPr>
        <p:sp>
          <p:nvSpPr>
            <p:cNvPr id="332" name="任意多边形: 形状 331"/>
            <p:cNvSpPr/>
            <p:nvPr/>
          </p:nvSpPr>
          <p:spPr>
            <a:xfrm>
              <a:off x="7048977" y="5110508"/>
              <a:ext cx="50914" cy="116074"/>
            </a:xfrm>
            <a:custGeom>
              <a:avLst/>
              <a:gdLst>
                <a:gd name="connsiteX0" fmla="*/ 35577 w 50914"/>
                <a:gd name="connsiteY0" fmla="*/ 29404 h 116074"/>
                <a:gd name="connsiteX1" fmla="*/ 49299 w 50914"/>
                <a:gd name="connsiteY1" fmla="*/ 29404 h 116074"/>
                <a:gd name="connsiteX2" fmla="*/ 51104 w 50914"/>
                <a:gd name="connsiteY2" fmla="*/ 22895 h 116074"/>
                <a:gd name="connsiteX3" fmla="*/ 37383 w 50914"/>
                <a:gd name="connsiteY3" fmla="*/ 22895 h 116074"/>
                <a:gd name="connsiteX4" fmla="*/ 44244 w 50914"/>
                <a:gd name="connsiteY4" fmla="*/ 114 h 116074"/>
                <a:gd name="connsiteX5" fmla="*/ 39188 w 50914"/>
                <a:gd name="connsiteY5" fmla="*/ 114 h 116074"/>
                <a:gd name="connsiteX6" fmla="*/ 8134 w 50914"/>
                <a:gd name="connsiteY6" fmla="*/ 22895 h 116074"/>
                <a:gd name="connsiteX7" fmla="*/ 6328 w 50914"/>
                <a:gd name="connsiteY7" fmla="*/ 29404 h 116074"/>
                <a:gd name="connsiteX8" fmla="*/ 20772 w 50914"/>
                <a:gd name="connsiteY8" fmla="*/ 29404 h 116074"/>
                <a:gd name="connsiteX9" fmla="*/ 2717 w 50914"/>
                <a:gd name="connsiteY9" fmla="*/ 92323 h 116074"/>
                <a:gd name="connsiteX10" fmla="*/ 190 w 50914"/>
                <a:gd name="connsiteY10" fmla="*/ 106064 h 116074"/>
                <a:gd name="connsiteX11" fmla="*/ 10300 w 50914"/>
                <a:gd name="connsiteY11" fmla="*/ 116189 h 116074"/>
                <a:gd name="connsiteX12" fmla="*/ 36299 w 50914"/>
                <a:gd name="connsiteY12" fmla="*/ 95216 h 116074"/>
                <a:gd name="connsiteX13" fmla="*/ 34133 w 50914"/>
                <a:gd name="connsiteY13" fmla="*/ 92323 h 116074"/>
                <a:gd name="connsiteX14" fmla="*/ 18606 w 50914"/>
                <a:gd name="connsiteY14" fmla="*/ 106426 h 116074"/>
                <a:gd name="connsiteX15" fmla="*/ 15356 w 50914"/>
                <a:gd name="connsiteY15" fmla="*/ 103171 h 116074"/>
                <a:gd name="connsiteX16" fmla="*/ 17161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77" y="29404"/>
                  </a:moveTo>
                  <a:lnTo>
                    <a:pt x="49299" y="29404"/>
                  </a:lnTo>
                  <a:lnTo>
                    <a:pt x="51104" y="22895"/>
                  </a:lnTo>
                  <a:lnTo>
                    <a:pt x="37383" y="22895"/>
                  </a:lnTo>
                  <a:lnTo>
                    <a:pt x="44244" y="114"/>
                  </a:lnTo>
                  <a:lnTo>
                    <a:pt x="39188" y="114"/>
                  </a:lnTo>
                  <a:cubicBezTo>
                    <a:pt x="27994" y="14578"/>
                    <a:pt x="20411" y="20364"/>
                    <a:pt x="8134" y="22895"/>
                  </a:cubicBezTo>
                  <a:lnTo>
                    <a:pt x="6328" y="29404"/>
                  </a:lnTo>
                  <a:lnTo>
                    <a:pt x="20772" y="29404"/>
                  </a:lnTo>
                  <a:lnTo>
                    <a:pt x="2717" y="92323"/>
                  </a:lnTo>
                  <a:cubicBezTo>
                    <a:pt x="912" y="97386"/>
                    <a:pt x="190" y="103171"/>
                    <a:pt x="190" y="106064"/>
                  </a:cubicBezTo>
                  <a:cubicBezTo>
                    <a:pt x="190" y="112211"/>
                    <a:pt x="4162" y="116189"/>
                    <a:pt x="10300" y="116189"/>
                  </a:cubicBezTo>
                  <a:cubicBezTo>
                    <a:pt x="18245" y="116189"/>
                    <a:pt x="26550" y="109680"/>
                    <a:pt x="36299" y="95216"/>
                  </a:cubicBezTo>
                  <a:lnTo>
                    <a:pt x="34133" y="92323"/>
                  </a:lnTo>
                  <a:cubicBezTo>
                    <a:pt x="27994" y="100640"/>
                    <a:pt x="21856" y="106426"/>
                    <a:pt x="18606" y="106426"/>
                  </a:cubicBezTo>
                  <a:cubicBezTo>
                    <a:pt x="16800" y="106426"/>
                    <a:pt x="15356" y="104979"/>
                    <a:pt x="15356" y="103171"/>
                  </a:cubicBezTo>
                  <a:cubicBezTo>
                    <a:pt x="15356" y="102087"/>
                    <a:pt x="15356" y="102087"/>
                    <a:pt x="17161" y="93770"/>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33" name="任意多边形: 形状 332"/>
            <p:cNvSpPr/>
            <p:nvPr/>
          </p:nvSpPr>
          <p:spPr>
            <a:xfrm>
              <a:off x="7100747" y="5130035"/>
              <a:ext cx="71497" cy="94017"/>
            </a:xfrm>
            <a:custGeom>
              <a:avLst/>
              <a:gdLst>
                <a:gd name="connsiteX0" fmla="*/ 41718 w 71497"/>
                <a:gd name="connsiteY0" fmla="*/ 476 h 94017"/>
                <a:gd name="connsiteX1" fmla="*/ 12108 w 71497"/>
                <a:gd name="connsiteY1" fmla="*/ 4092 h 94017"/>
                <a:gd name="connsiteX2" fmla="*/ 10664 w 71497"/>
                <a:gd name="connsiteY2" fmla="*/ 8431 h 94017"/>
                <a:gd name="connsiteX3" fmla="*/ 15719 w 71497"/>
                <a:gd name="connsiteY3" fmla="*/ 7708 h 94017"/>
                <a:gd name="connsiteX4" fmla="*/ 18969 w 71497"/>
                <a:gd name="connsiteY4" fmla="*/ 7346 h 94017"/>
                <a:gd name="connsiteX5" fmla="*/ 23663 w 71497"/>
                <a:gd name="connsiteY5" fmla="*/ 11324 h 94017"/>
                <a:gd name="connsiteX6" fmla="*/ 21497 w 71497"/>
                <a:gd name="connsiteY6" fmla="*/ 20364 h 94017"/>
                <a:gd name="connsiteX7" fmla="*/ 192 w 71497"/>
                <a:gd name="connsiteY7" fmla="*/ 94131 h 94017"/>
                <a:gd name="connsiteX8" fmla="*/ 16442 w 71497"/>
                <a:gd name="connsiteY8" fmla="*/ 94131 h 94017"/>
                <a:gd name="connsiteX9" fmla="*/ 39552 w 71497"/>
                <a:gd name="connsiteY9" fmla="*/ 35551 h 94017"/>
                <a:gd name="connsiteX10" fmla="*/ 53273 w 71497"/>
                <a:gd name="connsiteY10" fmla="*/ 16748 h 94017"/>
                <a:gd name="connsiteX11" fmla="*/ 54718 w 71497"/>
                <a:gd name="connsiteY11" fmla="*/ 20002 h 94017"/>
                <a:gd name="connsiteX12" fmla="*/ 61217 w 71497"/>
                <a:gd name="connsiteY12" fmla="*/ 25427 h 94017"/>
                <a:gd name="connsiteX13" fmla="*/ 71689 w 71497"/>
                <a:gd name="connsiteY13" fmla="*/ 11324 h 94017"/>
                <a:gd name="connsiteX14" fmla="*/ 63384 w 71497"/>
                <a:gd name="connsiteY14" fmla="*/ 114 h 94017"/>
                <a:gd name="connsiteX15" fmla="*/ 28719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18" y="476"/>
                  </a:moveTo>
                  <a:cubicBezTo>
                    <a:pt x="28719" y="2645"/>
                    <a:pt x="26552" y="2645"/>
                    <a:pt x="12108" y="4092"/>
                  </a:cubicBezTo>
                  <a:lnTo>
                    <a:pt x="10664" y="8431"/>
                  </a:lnTo>
                  <a:cubicBezTo>
                    <a:pt x="12831" y="8070"/>
                    <a:pt x="14997" y="7708"/>
                    <a:pt x="15719" y="7708"/>
                  </a:cubicBezTo>
                  <a:cubicBezTo>
                    <a:pt x="16803" y="7346"/>
                    <a:pt x="18247" y="7346"/>
                    <a:pt x="18969" y="7346"/>
                  </a:cubicBezTo>
                  <a:cubicBezTo>
                    <a:pt x="21136" y="7346"/>
                    <a:pt x="23663" y="9154"/>
                    <a:pt x="23663" y="11324"/>
                  </a:cubicBezTo>
                  <a:cubicBezTo>
                    <a:pt x="23663" y="12409"/>
                    <a:pt x="22580" y="15663"/>
                    <a:pt x="21497" y="20364"/>
                  </a:cubicBezTo>
                  <a:lnTo>
                    <a:pt x="192" y="94131"/>
                  </a:lnTo>
                  <a:lnTo>
                    <a:pt x="16442" y="94131"/>
                  </a:lnTo>
                  <a:cubicBezTo>
                    <a:pt x="20775" y="76774"/>
                    <a:pt x="28719" y="56163"/>
                    <a:pt x="39552" y="35551"/>
                  </a:cubicBezTo>
                  <a:cubicBezTo>
                    <a:pt x="43885" y="27234"/>
                    <a:pt x="51468" y="16748"/>
                    <a:pt x="53273" y="16748"/>
                  </a:cubicBezTo>
                  <a:cubicBezTo>
                    <a:pt x="53996" y="16748"/>
                    <a:pt x="54357" y="17833"/>
                    <a:pt x="54718" y="20002"/>
                  </a:cubicBezTo>
                  <a:cubicBezTo>
                    <a:pt x="55079" y="23618"/>
                    <a:pt x="57606" y="25427"/>
                    <a:pt x="61217" y="25427"/>
                  </a:cubicBezTo>
                  <a:cubicBezTo>
                    <a:pt x="66634" y="25427"/>
                    <a:pt x="71689" y="18556"/>
                    <a:pt x="71689" y="11324"/>
                  </a:cubicBezTo>
                  <a:cubicBezTo>
                    <a:pt x="71689" y="4815"/>
                    <a:pt x="68439" y="114"/>
                    <a:pt x="63384" y="114"/>
                  </a:cubicBezTo>
                  <a:cubicBezTo>
                    <a:pt x="54357" y="114"/>
                    <a:pt x="40996" y="17833"/>
                    <a:pt x="28719" y="45315"/>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grpSp>
      <p:grpSp>
        <p:nvGrpSpPr>
          <p:cNvPr id="334" name="Graphic 2"/>
          <p:cNvGrpSpPr/>
          <p:nvPr/>
        </p:nvGrpSpPr>
        <p:grpSpPr>
          <a:xfrm>
            <a:off x="7418971" y="4381638"/>
            <a:ext cx="268785" cy="145531"/>
            <a:chOff x="7177834" y="5110508"/>
            <a:chExt cx="234045" cy="116436"/>
          </a:xfrm>
          <a:solidFill>
            <a:schemeClr val="accent2"/>
          </a:solidFill>
        </p:grpSpPr>
        <p:sp>
          <p:nvSpPr>
            <p:cNvPr id="335" name="任意多边形: 形状 334"/>
            <p:cNvSpPr/>
            <p:nvPr/>
          </p:nvSpPr>
          <p:spPr>
            <a:xfrm>
              <a:off x="7177834" y="5131842"/>
              <a:ext cx="89190" cy="95101"/>
            </a:xfrm>
            <a:custGeom>
              <a:avLst/>
              <a:gdLst>
                <a:gd name="connsiteX0" fmla="*/ 89386 w 89190"/>
                <a:gd name="connsiteY0" fmla="*/ 2284 h 95101"/>
                <a:gd name="connsiteX1" fmla="*/ 73859 w 89190"/>
                <a:gd name="connsiteY1" fmla="*/ 2284 h 95101"/>
                <a:gd name="connsiteX2" fmla="*/ 69165 w 89190"/>
                <a:gd name="connsiteY2" fmla="*/ 19641 h 95101"/>
                <a:gd name="connsiteX3" fmla="*/ 48221 w 89190"/>
                <a:gd name="connsiteY3" fmla="*/ 61949 h 95101"/>
                <a:gd name="connsiteX4" fmla="*/ 24389 w 89190"/>
                <a:gd name="connsiteY4" fmla="*/ 83283 h 95101"/>
                <a:gd name="connsiteX5" fmla="*/ 17889 w 89190"/>
                <a:gd name="connsiteY5" fmla="*/ 77136 h 95101"/>
                <a:gd name="connsiteX6" fmla="*/ 19334 w 89190"/>
                <a:gd name="connsiteY6" fmla="*/ 69181 h 95101"/>
                <a:gd name="connsiteX7" fmla="*/ 34500 w 89190"/>
                <a:gd name="connsiteY7" fmla="*/ 16025 h 95101"/>
                <a:gd name="connsiteX8" fmla="*/ 35583 w 89190"/>
                <a:gd name="connsiteY8" fmla="*/ 8070 h 95101"/>
                <a:gd name="connsiteX9" fmla="*/ 27278 w 89190"/>
                <a:gd name="connsiteY9" fmla="*/ 114 h 95101"/>
                <a:gd name="connsiteX10" fmla="*/ 195 w 89190"/>
                <a:gd name="connsiteY10" fmla="*/ 21087 h 95101"/>
                <a:gd name="connsiteX11" fmla="*/ 2362 w 89190"/>
                <a:gd name="connsiteY11" fmla="*/ 23257 h 95101"/>
                <a:gd name="connsiteX12" fmla="*/ 5251 w 89190"/>
                <a:gd name="connsiteY12" fmla="*/ 20003 h 95101"/>
                <a:gd name="connsiteX13" fmla="*/ 16445 w 89190"/>
                <a:gd name="connsiteY13" fmla="*/ 10962 h 95101"/>
                <a:gd name="connsiteX14" fmla="*/ 20056 w 89190"/>
                <a:gd name="connsiteY14" fmla="*/ 14217 h 95101"/>
                <a:gd name="connsiteX15" fmla="*/ 19334 w 89190"/>
                <a:gd name="connsiteY15" fmla="*/ 18556 h 95101"/>
                <a:gd name="connsiteX16" fmla="*/ 3445 w 89190"/>
                <a:gd name="connsiteY16" fmla="*/ 73882 h 95101"/>
                <a:gd name="connsiteX17" fmla="*/ 2362 w 89190"/>
                <a:gd name="connsiteY17" fmla="*/ 80752 h 95101"/>
                <a:gd name="connsiteX18" fmla="*/ 13195 w 89190"/>
                <a:gd name="connsiteY18" fmla="*/ 95216 h 95101"/>
                <a:gd name="connsiteX19" fmla="*/ 35222 w 89190"/>
                <a:gd name="connsiteY19" fmla="*/ 83283 h 95101"/>
                <a:gd name="connsiteX20" fmla="*/ 60137 w 89190"/>
                <a:gd name="connsiteY20" fmla="*/ 50739 h 95101"/>
                <a:gd name="connsiteX21" fmla="*/ 52193 w 89190"/>
                <a:gd name="connsiteY21" fmla="*/ 77859 h 95101"/>
                <a:gd name="connsiteX22" fmla="*/ 50388 w 89190"/>
                <a:gd name="connsiteY22" fmla="*/ 87623 h 95101"/>
                <a:gd name="connsiteX23" fmla="*/ 58332 w 89190"/>
                <a:gd name="connsiteY23" fmla="*/ 94855 h 95101"/>
                <a:gd name="connsiteX24" fmla="*/ 84692 w 89190"/>
                <a:gd name="connsiteY24" fmla="*/ 76774 h 95101"/>
                <a:gd name="connsiteX25" fmla="*/ 82887 w 89190"/>
                <a:gd name="connsiteY25" fmla="*/ 73882 h 95101"/>
                <a:gd name="connsiteX26" fmla="*/ 69526 w 89190"/>
                <a:gd name="connsiteY26" fmla="*/ 84730 h 95101"/>
                <a:gd name="connsiteX27" fmla="*/ 66998 w 89190"/>
                <a:gd name="connsiteY27" fmla="*/ 82198 h 95101"/>
                <a:gd name="connsiteX28" fmla="*/ 67359 w 89190"/>
                <a:gd name="connsiteY28" fmla="*/ 80390 h 95101"/>
                <a:gd name="connsiteX29" fmla="*/ 68443 w 89190"/>
                <a:gd name="connsiteY29" fmla="*/ 75328 h 95101"/>
                <a:gd name="connsiteX30" fmla="*/ 69526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86" y="2284"/>
                  </a:moveTo>
                  <a:lnTo>
                    <a:pt x="73859" y="2284"/>
                  </a:lnTo>
                  <a:lnTo>
                    <a:pt x="69165" y="19641"/>
                  </a:lnTo>
                  <a:cubicBezTo>
                    <a:pt x="63026" y="39891"/>
                    <a:pt x="60860" y="44953"/>
                    <a:pt x="48221" y="61949"/>
                  </a:cubicBezTo>
                  <a:cubicBezTo>
                    <a:pt x="38472" y="75690"/>
                    <a:pt x="29805" y="83283"/>
                    <a:pt x="24389" y="83283"/>
                  </a:cubicBezTo>
                  <a:cubicBezTo>
                    <a:pt x="20056" y="83283"/>
                    <a:pt x="17889" y="81114"/>
                    <a:pt x="17889" y="77136"/>
                  </a:cubicBezTo>
                  <a:cubicBezTo>
                    <a:pt x="17889" y="75328"/>
                    <a:pt x="18250" y="72797"/>
                    <a:pt x="19334" y="69181"/>
                  </a:cubicBezTo>
                  <a:lnTo>
                    <a:pt x="34500" y="16025"/>
                  </a:lnTo>
                  <a:cubicBezTo>
                    <a:pt x="35222" y="13855"/>
                    <a:pt x="35583" y="9878"/>
                    <a:pt x="35583" y="8070"/>
                  </a:cubicBezTo>
                  <a:cubicBezTo>
                    <a:pt x="35583" y="3369"/>
                    <a:pt x="32333" y="114"/>
                    <a:pt x="27278" y="114"/>
                  </a:cubicBezTo>
                  <a:cubicBezTo>
                    <a:pt x="19334" y="114"/>
                    <a:pt x="13556" y="4815"/>
                    <a:pt x="195" y="21087"/>
                  </a:cubicBezTo>
                  <a:lnTo>
                    <a:pt x="2362" y="23257"/>
                  </a:lnTo>
                  <a:lnTo>
                    <a:pt x="5251" y="20003"/>
                  </a:lnTo>
                  <a:cubicBezTo>
                    <a:pt x="11750" y="12409"/>
                    <a:pt x="13556" y="10962"/>
                    <a:pt x="16445" y="10962"/>
                  </a:cubicBezTo>
                  <a:cubicBezTo>
                    <a:pt x="18250" y="10962"/>
                    <a:pt x="20056" y="12409"/>
                    <a:pt x="20056" y="14217"/>
                  </a:cubicBezTo>
                  <a:cubicBezTo>
                    <a:pt x="20056" y="15302"/>
                    <a:pt x="19695" y="16748"/>
                    <a:pt x="19334" y="18556"/>
                  </a:cubicBezTo>
                  <a:lnTo>
                    <a:pt x="3445" y="73882"/>
                  </a:lnTo>
                  <a:cubicBezTo>
                    <a:pt x="2723" y="76051"/>
                    <a:pt x="2362" y="78221"/>
                    <a:pt x="2362" y="80752"/>
                  </a:cubicBezTo>
                  <a:cubicBezTo>
                    <a:pt x="2362" y="89792"/>
                    <a:pt x="6695" y="95216"/>
                    <a:pt x="13195" y="95216"/>
                  </a:cubicBezTo>
                  <a:cubicBezTo>
                    <a:pt x="19334" y="95216"/>
                    <a:pt x="26556" y="91239"/>
                    <a:pt x="35222" y="83283"/>
                  </a:cubicBezTo>
                  <a:cubicBezTo>
                    <a:pt x="42805" y="75690"/>
                    <a:pt x="48943" y="68096"/>
                    <a:pt x="60137" y="50739"/>
                  </a:cubicBezTo>
                  <a:lnTo>
                    <a:pt x="52193" y="77859"/>
                  </a:lnTo>
                  <a:cubicBezTo>
                    <a:pt x="51110" y="81837"/>
                    <a:pt x="50388" y="85091"/>
                    <a:pt x="50388" y="87623"/>
                  </a:cubicBezTo>
                  <a:cubicBezTo>
                    <a:pt x="50388" y="91600"/>
                    <a:pt x="53638" y="94855"/>
                    <a:pt x="58332" y="94855"/>
                  </a:cubicBezTo>
                  <a:cubicBezTo>
                    <a:pt x="65915" y="94855"/>
                    <a:pt x="76026" y="87984"/>
                    <a:pt x="84692" y="76774"/>
                  </a:cubicBezTo>
                  <a:lnTo>
                    <a:pt x="82887" y="73882"/>
                  </a:lnTo>
                  <a:cubicBezTo>
                    <a:pt x="76748" y="81114"/>
                    <a:pt x="72415" y="84730"/>
                    <a:pt x="69526" y="84730"/>
                  </a:cubicBezTo>
                  <a:cubicBezTo>
                    <a:pt x="68081" y="84730"/>
                    <a:pt x="66998" y="83645"/>
                    <a:pt x="66998" y="82198"/>
                  </a:cubicBezTo>
                  <a:cubicBezTo>
                    <a:pt x="66998" y="81837"/>
                    <a:pt x="66998" y="81114"/>
                    <a:pt x="67359" y="80390"/>
                  </a:cubicBezTo>
                  <a:cubicBezTo>
                    <a:pt x="67359" y="80029"/>
                    <a:pt x="67720" y="78221"/>
                    <a:pt x="68443" y="75328"/>
                  </a:cubicBezTo>
                  <a:cubicBezTo>
                    <a:pt x="68804" y="74243"/>
                    <a:pt x="69165" y="72435"/>
                    <a:pt x="69526" y="70627"/>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36" name="任意多边形: 形状 335"/>
            <p:cNvSpPr/>
            <p:nvPr/>
          </p:nvSpPr>
          <p:spPr>
            <a:xfrm>
              <a:off x="7278678" y="5131481"/>
              <a:ext cx="74024" cy="95101"/>
            </a:xfrm>
            <a:custGeom>
              <a:avLst/>
              <a:gdLst>
                <a:gd name="connsiteX0" fmla="*/ 61586 w 74024"/>
                <a:gd name="connsiteY0" fmla="*/ 69904 h 95101"/>
                <a:gd name="connsiteX1" fmla="*/ 35226 w 74024"/>
                <a:gd name="connsiteY1" fmla="*/ 86176 h 95101"/>
                <a:gd name="connsiteX2" fmla="*/ 16449 w 74024"/>
                <a:gd name="connsiteY2" fmla="*/ 63395 h 95101"/>
                <a:gd name="connsiteX3" fmla="*/ 54725 w 74024"/>
                <a:gd name="connsiteY3" fmla="*/ 4815 h 95101"/>
                <a:gd name="connsiteX4" fmla="*/ 62670 w 74024"/>
                <a:gd name="connsiteY4" fmla="*/ 10601 h 95101"/>
                <a:gd name="connsiteX5" fmla="*/ 59420 w 74024"/>
                <a:gd name="connsiteY5" fmla="*/ 15663 h 95101"/>
                <a:gd name="connsiteX6" fmla="*/ 56170 w 74024"/>
                <a:gd name="connsiteY6" fmla="*/ 22895 h 95101"/>
                <a:gd name="connsiteX7" fmla="*/ 63392 w 74024"/>
                <a:gd name="connsiteY7" fmla="*/ 29766 h 95101"/>
                <a:gd name="connsiteX8" fmla="*/ 74225 w 74024"/>
                <a:gd name="connsiteY8" fmla="*/ 16025 h 95101"/>
                <a:gd name="connsiteX9" fmla="*/ 55809 w 74024"/>
                <a:gd name="connsiteY9" fmla="*/ 114 h 95101"/>
                <a:gd name="connsiteX10" fmla="*/ 200 w 74024"/>
                <a:gd name="connsiteY10" fmla="*/ 64480 h 95101"/>
                <a:gd name="connsiteX11" fmla="*/ 7422 w 74024"/>
                <a:gd name="connsiteY11" fmla="*/ 86538 h 95101"/>
                <a:gd name="connsiteX12" fmla="*/ 26560 w 74024"/>
                <a:gd name="connsiteY12" fmla="*/ 95216 h 95101"/>
                <a:gd name="connsiteX13" fmla="*/ 65558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586" y="69904"/>
                  </a:moveTo>
                  <a:cubicBezTo>
                    <a:pt x="54364" y="80029"/>
                    <a:pt x="44976" y="86176"/>
                    <a:pt x="35226" y="86176"/>
                  </a:cubicBezTo>
                  <a:cubicBezTo>
                    <a:pt x="24393" y="86176"/>
                    <a:pt x="16449" y="76774"/>
                    <a:pt x="16449" y="63395"/>
                  </a:cubicBezTo>
                  <a:cubicBezTo>
                    <a:pt x="16449" y="35190"/>
                    <a:pt x="36310" y="4815"/>
                    <a:pt x="54725" y="4815"/>
                  </a:cubicBezTo>
                  <a:cubicBezTo>
                    <a:pt x="58698" y="4815"/>
                    <a:pt x="62670" y="7708"/>
                    <a:pt x="62670" y="10601"/>
                  </a:cubicBezTo>
                  <a:cubicBezTo>
                    <a:pt x="62670" y="12409"/>
                    <a:pt x="62309" y="12770"/>
                    <a:pt x="59420" y="15663"/>
                  </a:cubicBezTo>
                  <a:cubicBezTo>
                    <a:pt x="57253" y="17833"/>
                    <a:pt x="56170" y="20364"/>
                    <a:pt x="56170" y="22895"/>
                  </a:cubicBezTo>
                  <a:cubicBezTo>
                    <a:pt x="56170" y="26511"/>
                    <a:pt x="59420" y="29766"/>
                    <a:pt x="63392" y="29766"/>
                  </a:cubicBezTo>
                  <a:cubicBezTo>
                    <a:pt x="69169" y="29766"/>
                    <a:pt x="74225" y="23257"/>
                    <a:pt x="74225" y="16025"/>
                  </a:cubicBezTo>
                  <a:cubicBezTo>
                    <a:pt x="74225" y="7346"/>
                    <a:pt x="65919" y="114"/>
                    <a:pt x="55809" y="114"/>
                  </a:cubicBezTo>
                  <a:cubicBezTo>
                    <a:pt x="28365" y="114"/>
                    <a:pt x="200" y="32659"/>
                    <a:pt x="200" y="64480"/>
                  </a:cubicBezTo>
                  <a:cubicBezTo>
                    <a:pt x="200" y="73520"/>
                    <a:pt x="2728" y="81475"/>
                    <a:pt x="7422" y="86538"/>
                  </a:cubicBezTo>
                  <a:cubicBezTo>
                    <a:pt x="12116" y="91600"/>
                    <a:pt x="19699" y="95216"/>
                    <a:pt x="26560" y="95216"/>
                  </a:cubicBezTo>
                  <a:cubicBezTo>
                    <a:pt x="40282" y="95216"/>
                    <a:pt x="55448" y="86176"/>
                    <a:pt x="65558" y="71712"/>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37" name="任意多边形: 形状 336"/>
            <p:cNvSpPr/>
            <p:nvPr/>
          </p:nvSpPr>
          <p:spPr>
            <a:xfrm>
              <a:off x="7360964" y="5110508"/>
              <a:ext cx="50914" cy="116074"/>
            </a:xfrm>
            <a:custGeom>
              <a:avLst/>
              <a:gdLst>
                <a:gd name="connsiteX0" fmla="*/ 35591 w 50914"/>
                <a:gd name="connsiteY0" fmla="*/ 29404 h 116074"/>
                <a:gd name="connsiteX1" fmla="*/ 49312 w 50914"/>
                <a:gd name="connsiteY1" fmla="*/ 29404 h 116074"/>
                <a:gd name="connsiteX2" fmla="*/ 51118 w 50914"/>
                <a:gd name="connsiteY2" fmla="*/ 22895 h 116074"/>
                <a:gd name="connsiteX3" fmla="*/ 37396 w 50914"/>
                <a:gd name="connsiteY3" fmla="*/ 22895 h 116074"/>
                <a:gd name="connsiteX4" fmla="*/ 44257 w 50914"/>
                <a:gd name="connsiteY4" fmla="*/ 114 h 116074"/>
                <a:gd name="connsiteX5" fmla="*/ 39202 w 50914"/>
                <a:gd name="connsiteY5" fmla="*/ 114 h 116074"/>
                <a:gd name="connsiteX6" fmla="*/ 8147 w 50914"/>
                <a:gd name="connsiteY6" fmla="*/ 22895 h 116074"/>
                <a:gd name="connsiteX7" fmla="*/ 6342 w 50914"/>
                <a:gd name="connsiteY7" fmla="*/ 29404 h 116074"/>
                <a:gd name="connsiteX8" fmla="*/ 20786 w 50914"/>
                <a:gd name="connsiteY8" fmla="*/ 29404 h 116074"/>
                <a:gd name="connsiteX9" fmla="*/ 2731 w 50914"/>
                <a:gd name="connsiteY9" fmla="*/ 92323 h 116074"/>
                <a:gd name="connsiteX10" fmla="*/ 203 w 50914"/>
                <a:gd name="connsiteY10" fmla="*/ 106064 h 116074"/>
                <a:gd name="connsiteX11" fmla="*/ 10314 w 50914"/>
                <a:gd name="connsiteY11" fmla="*/ 116189 h 116074"/>
                <a:gd name="connsiteX12" fmla="*/ 36313 w 50914"/>
                <a:gd name="connsiteY12" fmla="*/ 95216 h 116074"/>
                <a:gd name="connsiteX13" fmla="*/ 34146 w 50914"/>
                <a:gd name="connsiteY13" fmla="*/ 92323 h 116074"/>
                <a:gd name="connsiteX14" fmla="*/ 18619 w 50914"/>
                <a:gd name="connsiteY14" fmla="*/ 106426 h 116074"/>
                <a:gd name="connsiteX15" fmla="*/ 15369 w 50914"/>
                <a:gd name="connsiteY15" fmla="*/ 103171 h 116074"/>
                <a:gd name="connsiteX16" fmla="*/ 17175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91" y="29404"/>
                  </a:moveTo>
                  <a:lnTo>
                    <a:pt x="49312" y="29404"/>
                  </a:lnTo>
                  <a:lnTo>
                    <a:pt x="51118" y="22895"/>
                  </a:lnTo>
                  <a:lnTo>
                    <a:pt x="37396" y="22895"/>
                  </a:lnTo>
                  <a:lnTo>
                    <a:pt x="44257" y="114"/>
                  </a:lnTo>
                  <a:lnTo>
                    <a:pt x="39202" y="114"/>
                  </a:lnTo>
                  <a:cubicBezTo>
                    <a:pt x="28008" y="14578"/>
                    <a:pt x="20425" y="20364"/>
                    <a:pt x="8147" y="22895"/>
                  </a:cubicBezTo>
                  <a:lnTo>
                    <a:pt x="6342" y="29404"/>
                  </a:lnTo>
                  <a:lnTo>
                    <a:pt x="20786" y="29404"/>
                  </a:lnTo>
                  <a:lnTo>
                    <a:pt x="2731" y="92323"/>
                  </a:lnTo>
                  <a:cubicBezTo>
                    <a:pt x="925" y="97386"/>
                    <a:pt x="203" y="103171"/>
                    <a:pt x="203" y="106064"/>
                  </a:cubicBezTo>
                  <a:cubicBezTo>
                    <a:pt x="203" y="112211"/>
                    <a:pt x="4175" y="116189"/>
                    <a:pt x="10314" y="116189"/>
                  </a:cubicBezTo>
                  <a:cubicBezTo>
                    <a:pt x="18258" y="116189"/>
                    <a:pt x="26563" y="109680"/>
                    <a:pt x="36313" y="95216"/>
                  </a:cubicBezTo>
                  <a:lnTo>
                    <a:pt x="34146" y="92323"/>
                  </a:lnTo>
                  <a:cubicBezTo>
                    <a:pt x="28008" y="100640"/>
                    <a:pt x="21869" y="106426"/>
                    <a:pt x="18619" y="106426"/>
                  </a:cubicBezTo>
                  <a:cubicBezTo>
                    <a:pt x="16814" y="106426"/>
                    <a:pt x="15369" y="104979"/>
                    <a:pt x="15369" y="103171"/>
                  </a:cubicBezTo>
                  <a:cubicBezTo>
                    <a:pt x="15369" y="102087"/>
                    <a:pt x="15369" y="102087"/>
                    <a:pt x="17175" y="93770"/>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grpSp>
      <p:grpSp>
        <p:nvGrpSpPr>
          <p:cNvPr id="338" name="Graphic 2"/>
          <p:cNvGrpSpPr/>
          <p:nvPr/>
        </p:nvGrpSpPr>
        <p:grpSpPr>
          <a:xfrm>
            <a:off x="7687530" y="4406044"/>
            <a:ext cx="187939" cy="120221"/>
            <a:chOff x="7411682" y="5130035"/>
            <a:chExt cx="163648" cy="96186"/>
          </a:xfrm>
          <a:solidFill>
            <a:schemeClr val="accent2"/>
          </a:solidFill>
        </p:grpSpPr>
        <p:sp>
          <p:nvSpPr>
            <p:cNvPr id="339" name="任意多边形: 形状 338"/>
            <p:cNvSpPr/>
            <p:nvPr/>
          </p:nvSpPr>
          <p:spPr>
            <a:xfrm>
              <a:off x="7411682" y="5131119"/>
              <a:ext cx="81246" cy="95101"/>
            </a:xfrm>
            <a:custGeom>
              <a:avLst/>
              <a:gdLst>
                <a:gd name="connsiteX0" fmla="*/ 54009 w 81246"/>
                <a:gd name="connsiteY0" fmla="*/ 114 h 95101"/>
                <a:gd name="connsiteX1" fmla="*/ 206 w 81246"/>
                <a:gd name="connsiteY1" fmla="*/ 61949 h 95101"/>
                <a:gd name="connsiteX2" fmla="*/ 27649 w 81246"/>
                <a:gd name="connsiteY2" fmla="*/ 95216 h 95101"/>
                <a:gd name="connsiteX3" fmla="*/ 59425 w 81246"/>
                <a:gd name="connsiteY3" fmla="*/ 81114 h 95101"/>
                <a:gd name="connsiteX4" fmla="*/ 81452 w 81246"/>
                <a:gd name="connsiteY4" fmla="*/ 33744 h 95101"/>
                <a:gd name="connsiteX5" fmla="*/ 54009 w 81246"/>
                <a:gd name="connsiteY5" fmla="*/ 114 h 95101"/>
                <a:gd name="connsiteX6" fmla="*/ 51842 w 81246"/>
                <a:gd name="connsiteY6" fmla="*/ 5538 h 95101"/>
                <a:gd name="connsiteX7" fmla="*/ 65925 w 81246"/>
                <a:gd name="connsiteY7" fmla="*/ 25427 h 95101"/>
                <a:gd name="connsiteX8" fmla="*/ 52565 w 81246"/>
                <a:gd name="connsiteY8" fmla="*/ 72074 h 95101"/>
                <a:gd name="connsiteX9" fmla="*/ 29454 w 81246"/>
                <a:gd name="connsiteY9" fmla="*/ 90154 h 95101"/>
                <a:gd name="connsiteX10" fmla="*/ 15011 w 81246"/>
                <a:gd name="connsiteY10" fmla="*/ 70266 h 95101"/>
                <a:gd name="connsiteX11" fmla="*/ 29454 w 81246"/>
                <a:gd name="connsiteY11" fmla="*/ 21087 h 95101"/>
                <a:gd name="connsiteX12" fmla="*/ 51842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009" y="114"/>
                  </a:moveTo>
                  <a:cubicBezTo>
                    <a:pt x="27288" y="114"/>
                    <a:pt x="206" y="30851"/>
                    <a:pt x="206" y="61949"/>
                  </a:cubicBezTo>
                  <a:cubicBezTo>
                    <a:pt x="206" y="81837"/>
                    <a:pt x="11038" y="95216"/>
                    <a:pt x="27649" y="95216"/>
                  </a:cubicBezTo>
                  <a:cubicBezTo>
                    <a:pt x="37760" y="95216"/>
                    <a:pt x="48593" y="90515"/>
                    <a:pt x="59425" y="81114"/>
                  </a:cubicBezTo>
                  <a:cubicBezTo>
                    <a:pt x="73147" y="68819"/>
                    <a:pt x="81452" y="51101"/>
                    <a:pt x="81452" y="33744"/>
                  </a:cubicBezTo>
                  <a:cubicBezTo>
                    <a:pt x="81452" y="14217"/>
                    <a:pt x="69897" y="114"/>
                    <a:pt x="54009" y="114"/>
                  </a:cubicBezTo>
                  <a:close/>
                  <a:moveTo>
                    <a:pt x="51842" y="5538"/>
                  </a:moveTo>
                  <a:cubicBezTo>
                    <a:pt x="60148" y="5538"/>
                    <a:pt x="65925" y="13855"/>
                    <a:pt x="65925" y="25427"/>
                  </a:cubicBezTo>
                  <a:cubicBezTo>
                    <a:pt x="65925" y="38806"/>
                    <a:pt x="60509" y="57971"/>
                    <a:pt x="52565" y="72074"/>
                  </a:cubicBezTo>
                  <a:cubicBezTo>
                    <a:pt x="46065" y="84006"/>
                    <a:pt x="38482" y="90154"/>
                    <a:pt x="29454" y="90154"/>
                  </a:cubicBezTo>
                  <a:cubicBezTo>
                    <a:pt x="20788" y="90154"/>
                    <a:pt x="15011" y="82560"/>
                    <a:pt x="15011" y="70266"/>
                  </a:cubicBezTo>
                  <a:cubicBezTo>
                    <a:pt x="15011" y="54717"/>
                    <a:pt x="21149" y="34467"/>
                    <a:pt x="29454" y="21087"/>
                  </a:cubicBezTo>
                  <a:cubicBezTo>
                    <a:pt x="35954" y="10601"/>
                    <a:pt x="43898" y="5538"/>
                    <a:pt x="51842" y="5538"/>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40" name="任意多边形: 形状 339"/>
            <p:cNvSpPr/>
            <p:nvPr/>
          </p:nvSpPr>
          <p:spPr>
            <a:xfrm>
              <a:off x="7503834" y="5130035"/>
              <a:ext cx="71497" cy="94017"/>
            </a:xfrm>
            <a:custGeom>
              <a:avLst/>
              <a:gdLst>
                <a:gd name="connsiteX0" fmla="*/ 41736 w 71497"/>
                <a:gd name="connsiteY0" fmla="*/ 476 h 94017"/>
                <a:gd name="connsiteX1" fmla="*/ 12126 w 71497"/>
                <a:gd name="connsiteY1" fmla="*/ 4092 h 94017"/>
                <a:gd name="connsiteX2" fmla="*/ 10681 w 71497"/>
                <a:gd name="connsiteY2" fmla="*/ 8431 h 94017"/>
                <a:gd name="connsiteX3" fmla="*/ 15737 w 71497"/>
                <a:gd name="connsiteY3" fmla="*/ 7708 h 94017"/>
                <a:gd name="connsiteX4" fmla="*/ 18987 w 71497"/>
                <a:gd name="connsiteY4" fmla="*/ 7346 h 94017"/>
                <a:gd name="connsiteX5" fmla="*/ 23681 w 71497"/>
                <a:gd name="connsiteY5" fmla="*/ 11324 h 94017"/>
                <a:gd name="connsiteX6" fmla="*/ 21514 w 71497"/>
                <a:gd name="connsiteY6" fmla="*/ 20364 h 94017"/>
                <a:gd name="connsiteX7" fmla="*/ 210 w 71497"/>
                <a:gd name="connsiteY7" fmla="*/ 94131 h 94017"/>
                <a:gd name="connsiteX8" fmla="*/ 16459 w 71497"/>
                <a:gd name="connsiteY8" fmla="*/ 94131 h 94017"/>
                <a:gd name="connsiteX9" fmla="*/ 39569 w 71497"/>
                <a:gd name="connsiteY9" fmla="*/ 35551 h 94017"/>
                <a:gd name="connsiteX10" fmla="*/ 53291 w 71497"/>
                <a:gd name="connsiteY10" fmla="*/ 16748 h 94017"/>
                <a:gd name="connsiteX11" fmla="*/ 54735 w 71497"/>
                <a:gd name="connsiteY11" fmla="*/ 20002 h 94017"/>
                <a:gd name="connsiteX12" fmla="*/ 61235 w 71497"/>
                <a:gd name="connsiteY12" fmla="*/ 25427 h 94017"/>
                <a:gd name="connsiteX13" fmla="*/ 71707 w 71497"/>
                <a:gd name="connsiteY13" fmla="*/ 11324 h 94017"/>
                <a:gd name="connsiteX14" fmla="*/ 63401 w 71497"/>
                <a:gd name="connsiteY14" fmla="*/ 114 h 94017"/>
                <a:gd name="connsiteX15" fmla="*/ 28736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36" y="476"/>
                  </a:moveTo>
                  <a:cubicBezTo>
                    <a:pt x="28736" y="2645"/>
                    <a:pt x="26570" y="2645"/>
                    <a:pt x="12126" y="4092"/>
                  </a:cubicBezTo>
                  <a:lnTo>
                    <a:pt x="10681" y="8431"/>
                  </a:lnTo>
                  <a:cubicBezTo>
                    <a:pt x="12848" y="8070"/>
                    <a:pt x="15015" y="7708"/>
                    <a:pt x="15737" y="7708"/>
                  </a:cubicBezTo>
                  <a:cubicBezTo>
                    <a:pt x="16820" y="7346"/>
                    <a:pt x="18264" y="7346"/>
                    <a:pt x="18987" y="7346"/>
                  </a:cubicBezTo>
                  <a:cubicBezTo>
                    <a:pt x="21153" y="7346"/>
                    <a:pt x="23681" y="9154"/>
                    <a:pt x="23681" y="11324"/>
                  </a:cubicBezTo>
                  <a:cubicBezTo>
                    <a:pt x="23681" y="12409"/>
                    <a:pt x="22598" y="15663"/>
                    <a:pt x="21514" y="20364"/>
                  </a:cubicBezTo>
                  <a:lnTo>
                    <a:pt x="210" y="94131"/>
                  </a:lnTo>
                  <a:lnTo>
                    <a:pt x="16459" y="94131"/>
                  </a:lnTo>
                  <a:cubicBezTo>
                    <a:pt x="20792" y="76774"/>
                    <a:pt x="28736" y="56163"/>
                    <a:pt x="39569" y="35551"/>
                  </a:cubicBezTo>
                  <a:cubicBezTo>
                    <a:pt x="43902" y="27234"/>
                    <a:pt x="51485" y="16748"/>
                    <a:pt x="53291" y="16748"/>
                  </a:cubicBezTo>
                  <a:cubicBezTo>
                    <a:pt x="54013" y="16748"/>
                    <a:pt x="54374" y="17833"/>
                    <a:pt x="54735" y="20002"/>
                  </a:cubicBezTo>
                  <a:cubicBezTo>
                    <a:pt x="55096" y="23618"/>
                    <a:pt x="57624" y="25427"/>
                    <a:pt x="61235" y="25427"/>
                  </a:cubicBezTo>
                  <a:cubicBezTo>
                    <a:pt x="66651" y="25427"/>
                    <a:pt x="71707" y="18556"/>
                    <a:pt x="71707" y="11324"/>
                  </a:cubicBezTo>
                  <a:cubicBezTo>
                    <a:pt x="71707" y="4815"/>
                    <a:pt x="68457" y="114"/>
                    <a:pt x="63401" y="114"/>
                  </a:cubicBezTo>
                  <a:cubicBezTo>
                    <a:pt x="54374" y="114"/>
                    <a:pt x="41014" y="17833"/>
                    <a:pt x="28736" y="45315"/>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grpSp>
      <p:sp>
        <p:nvSpPr>
          <p:cNvPr id="341" name="任意多边形: 形状 340"/>
          <p:cNvSpPr/>
          <p:nvPr/>
        </p:nvSpPr>
        <p:spPr>
          <a:xfrm>
            <a:off x="9202873" y="4381666"/>
            <a:ext cx="58471" cy="145078"/>
          </a:xfrm>
          <a:custGeom>
            <a:avLst/>
            <a:gdLst>
              <a:gd name="connsiteX0" fmla="*/ 35641 w 50914"/>
              <a:gd name="connsiteY0" fmla="*/ 29404 h 116074"/>
              <a:gd name="connsiteX1" fmla="*/ 49363 w 50914"/>
              <a:gd name="connsiteY1" fmla="*/ 29404 h 116074"/>
              <a:gd name="connsiteX2" fmla="*/ 51169 w 50914"/>
              <a:gd name="connsiteY2" fmla="*/ 22895 h 116074"/>
              <a:gd name="connsiteX3" fmla="*/ 37447 w 50914"/>
              <a:gd name="connsiteY3" fmla="*/ 22895 h 116074"/>
              <a:gd name="connsiteX4" fmla="*/ 44308 w 50914"/>
              <a:gd name="connsiteY4" fmla="*/ 114 h 116074"/>
              <a:gd name="connsiteX5" fmla="*/ 39252 w 50914"/>
              <a:gd name="connsiteY5" fmla="*/ 114 h 116074"/>
              <a:gd name="connsiteX6" fmla="*/ 8198 w 50914"/>
              <a:gd name="connsiteY6" fmla="*/ 22895 h 116074"/>
              <a:gd name="connsiteX7" fmla="*/ 6393 w 50914"/>
              <a:gd name="connsiteY7" fmla="*/ 29404 h 116074"/>
              <a:gd name="connsiteX8" fmla="*/ 20837 w 50914"/>
              <a:gd name="connsiteY8" fmla="*/ 29404 h 116074"/>
              <a:gd name="connsiteX9" fmla="*/ 2782 w 50914"/>
              <a:gd name="connsiteY9" fmla="*/ 92323 h 116074"/>
              <a:gd name="connsiteX10" fmla="*/ 254 w 50914"/>
              <a:gd name="connsiteY10" fmla="*/ 106064 h 116074"/>
              <a:gd name="connsiteX11" fmla="*/ 10365 w 50914"/>
              <a:gd name="connsiteY11" fmla="*/ 116189 h 116074"/>
              <a:gd name="connsiteX12" fmla="*/ 36364 w 50914"/>
              <a:gd name="connsiteY12" fmla="*/ 95216 h 116074"/>
              <a:gd name="connsiteX13" fmla="*/ 34197 w 50914"/>
              <a:gd name="connsiteY13" fmla="*/ 92323 h 116074"/>
              <a:gd name="connsiteX14" fmla="*/ 18670 w 50914"/>
              <a:gd name="connsiteY14" fmla="*/ 106426 h 116074"/>
              <a:gd name="connsiteX15" fmla="*/ 15420 w 50914"/>
              <a:gd name="connsiteY15" fmla="*/ 103171 h 116074"/>
              <a:gd name="connsiteX16" fmla="*/ 17226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641" y="29404"/>
                </a:moveTo>
                <a:lnTo>
                  <a:pt x="49363" y="29404"/>
                </a:lnTo>
                <a:lnTo>
                  <a:pt x="51169" y="22895"/>
                </a:lnTo>
                <a:lnTo>
                  <a:pt x="37447" y="22895"/>
                </a:lnTo>
                <a:lnTo>
                  <a:pt x="44308" y="114"/>
                </a:lnTo>
                <a:lnTo>
                  <a:pt x="39252" y="114"/>
                </a:lnTo>
                <a:cubicBezTo>
                  <a:pt x="28058" y="14578"/>
                  <a:pt x="20475" y="20364"/>
                  <a:pt x="8198" y="22895"/>
                </a:cubicBezTo>
                <a:lnTo>
                  <a:pt x="6393" y="29404"/>
                </a:lnTo>
                <a:lnTo>
                  <a:pt x="20837" y="29404"/>
                </a:lnTo>
                <a:lnTo>
                  <a:pt x="2782" y="92323"/>
                </a:lnTo>
                <a:cubicBezTo>
                  <a:pt x="976" y="97386"/>
                  <a:pt x="254" y="103171"/>
                  <a:pt x="254" y="106064"/>
                </a:cubicBezTo>
                <a:cubicBezTo>
                  <a:pt x="254" y="112211"/>
                  <a:pt x="4226" y="116189"/>
                  <a:pt x="10365" y="116189"/>
                </a:cubicBezTo>
                <a:cubicBezTo>
                  <a:pt x="18309" y="116189"/>
                  <a:pt x="26614" y="109680"/>
                  <a:pt x="36364" y="95216"/>
                </a:cubicBezTo>
                <a:lnTo>
                  <a:pt x="34197" y="92323"/>
                </a:lnTo>
                <a:cubicBezTo>
                  <a:pt x="28058" y="100640"/>
                  <a:pt x="21920" y="106426"/>
                  <a:pt x="18670" y="106426"/>
                </a:cubicBezTo>
                <a:cubicBezTo>
                  <a:pt x="16864" y="106426"/>
                  <a:pt x="15420" y="104979"/>
                  <a:pt x="15420" y="103171"/>
                </a:cubicBezTo>
                <a:cubicBezTo>
                  <a:pt x="15420" y="102087"/>
                  <a:pt x="15420" y="102087"/>
                  <a:pt x="17226" y="93770"/>
                </a:cubicBezTo>
                <a:close/>
              </a:path>
            </a:pathLst>
          </a:custGeom>
          <a:solidFill>
            <a:schemeClr val="accent2"/>
          </a:solidFill>
          <a:ln w="12700" cap="flat">
            <a:solidFill>
              <a:srgbClr val="FF0000"/>
            </a:solidFill>
            <a:prstDash val="solid"/>
            <a:miter/>
          </a:ln>
        </p:spPr>
        <p:txBody>
          <a:bodyPr rtlCol="0" anchor="ctr"/>
          <a:lstStyle/>
          <a:p>
            <a:endParaRPr lang="zh-CN" altLang="en-US">
              <a:solidFill>
                <a:srgbClr val="FF0000"/>
              </a:solidFill>
            </a:endParaRPr>
          </a:p>
        </p:txBody>
      </p:sp>
      <p:grpSp>
        <p:nvGrpSpPr>
          <p:cNvPr id="342" name="Graphic 2"/>
          <p:cNvGrpSpPr/>
          <p:nvPr/>
        </p:nvGrpSpPr>
        <p:grpSpPr>
          <a:xfrm>
            <a:off x="9260380" y="4407428"/>
            <a:ext cx="297777" cy="120221"/>
            <a:chOff x="8582191" y="5131142"/>
            <a:chExt cx="259290" cy="96186"/>
          </a:xfrm>
          <a:solidFill>
            <a:schemeClr val="accent2"/>
          </a:solidFill>
        </p:grpSpPr>
        <p:sp>
          <p:nvSpPr>
            <p:cNvPr id="343" name="任意多边形: 形状 342"/>
            <p:cNvSpPr/>
            <p:nvPr/>
          </p:nvSpPr>
          <p:spPr>
            <a:xfrm>
              <a:off x="8582191" y="5131142"/>
              <a:ext cx="76552" cy="95463"/>
            </a:xfrm>
            <a:custGeom>
              <a:avLst/>
              <a:gdLst>
                <a:gd name="connsiteX0" fmla="*/ 63809 w 76552"/>
                <a:gd name="connsiteY0" fmla="*/ 71350 h 95463"/>
                <a:gd name="connsiteX1" fmla="*/ 36366 w 76552"/>
                <a:gd name="connsiteY1" fmla="*/ 85453 h 95463"/>
                <a:gd name="connsiteX2" fmla="*/ 17228 w 76552"/>
                <a:gd name="connsiteY2" fmla="*/ 63757 h 95463"/>
                <a:gd name="connsiteX3" fmla="*/ 17950 w 76552"/>
                <a:gd name="connsiteY3" fmla="*/ 52908 h 95463"/>
                <a:gd name="connsiteX4" fmla="*/ 53338 w 76552"/>
                <a:gd name="connsiteY4" fmla="*/ 45676 h 95463"/>
                <a:gd name="connsiteX5" fmla="*/ 76809 w 76552"/>
                <a:gd name="connsiteY5" fmla="*/ 15302 h 95463"/>
                <a:gd name="connsiteX6" fmla="*/ 57309 w 76552"/>
                <a:gd name="connsiteY6" fmla="*/ 114 h 95463"/>
                <a:gd name="connsiteX7" fmla="*/ 256 w 76552"/>
                <a:gd name="connsiteY7" fmla="*/ 64480 h 95463"/>
                <a:gd name="connsiteX8" fmla="*/ 27700 w 76552"/>
                <a:gd name="connsiteY8" fmla="*/ 95578 h 95463"/>
                <a:gd name="connsiteX9" fmla="*/ 67420 w 76552"/>
                <a:gd name="connsiteY9" fmla="*/ 74243 h 95463"/>
                <a:gd name="connsiteX10" fmla="*/ 19033 w 76552"/>
                <a:gd name="connsiteY10" fmla="*/ 47484 h 95463"/>
                <a:gd name="connsiteX11" fmla="*/ 53699 w 76552"/>
                <a:gd name="connsiteY11" fmla="*/ 5900 h 95463"/>
                <a:gd name="connsiteX12" fmla="*/ 62004 w 76552"/>
                <a:gd name="connsiteY12" fmla="*/ 14578 h 95463"/>
                <a:gd name="connsiteX13" fmla="*/ 54421 w 76552"/>
                <a:gd name="connsiteY13" fmla="*/ 32297 h 95463"/>
                <a:gd name="connsiteX14" fmla="*/ 27700 w 76552"/>
                <a:gd name="connsiteY14" fmla="*/ 46761 h 95463"/>
                <a:gd name="connsiteX15" fmla="*/ 19033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09" y="71350"/>
                  </a:moveTo>
                  <a:cubicBezTo>
                    <a:pt x="54421" y="80752"/>
                    <a:pt x="45754" y="85453"/>
                    <a:pt x="36366" y="85453"/>
                  </a:cubicBezTo>
                  <a:cubicBezTo>
                    <a:pt x="25172" y="85453"/>
                    <a:pt x="17228" y="76413"/>
                    <a:pt x="17228" y="63757"/>
                  </a:cubicBezTo>
                  <a:cubicBezTo>
                    <a:pt x="17228" y="60502"/>
                    <a:pt x="17589" y="56886"/>
                    <a:pt x="17950" y="52908"/>
                  </a:cubicBezTo>
                  <a:cubicBezTo>
                    <a:pt x="34199" y="52185"/>
                    <a:pt x="43588" y="50377"/>
                    <a:pt x="53338" y="45676"/>
                  </a:cubicBezTo>
                  <a:cubicBezTo>
                    <a:pt x="67420" y="39167"/>
                    <a:pt x="76809" y="26873"/>
                    <a:pt x="76809" y="15302"/>
                  </a:cubicBezTo>
                  <a:cubicBezTo>
                    <a:pt x="76809" y="6623"/>
                    <a:pt x="68504" y="114"/>
                    <a:pt x="57309" y="114"/>
                  </a:cubicBezTo>
                  <a:cubicBezTo>
                    <a:pt x="29866" y="114"/>
                    <a:pt x="256" y="33382"/>
                    <a:pt x="256" y="64480"/>
                  </a:cubicBezTo>
                  <a:cubicBezTo>
                    <a:pt x="256" y="83283"/>
                    <a:pt x="11450" y="95578"/>
                    <a:pt x="27700" y="95578"/>
                  </a:cubicBezTo>
                  <a:cubicBezTo>
                    <a:pt x="40699" y="95578"/>
                    <a:pt x="51893" y="89431"/>
                    <a:pt x="67420" y="74243"/>
                  </a:cubicBezTo>
                  <a:close/>
                  <a:moveTo>
                    <a:pt x="19033" y="47484"/>
                  </a:moveTo>
                  <a:cubicBezTo>
                    <a:pt x="26255" y="23619"/>
                    <a:pt x="41060" y="5900"/>
                    <a:pt x="53699" y="5900"/>
                  </a:cubicBezTo>
                  <a:cubicBezTo>
                    <a:pt x="58393" y="5900"/>
                    <a:pt x="62004" y="9878"/>
                    <a:pt x="62004" y="14578"/>
                  </a:cubicBezTo>
                  <a:cubicBezTo>
                    <a:pt x="62004" y="20364"/>
                    <a:pt x="59115" y="26873"/>
                    <a:pt x="54421" y="32297"/>
                  </a:cubicBezTo>
                  <a:cubicBezTo>
                    <a:pt x="47921" y="40252"/>
                    <a:pt x="38894" y="44953"/>
                    <a:pt x="27700" y="46761"/>
                  </a:cubicBezTo>
                  <a:cubicBezTo>
                    <a:pt x="25894" y="47123"/>
                    <a:pt x="23366" y="47484"/>
                    <a:pt x="19033" y="47484"/>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44" name="任意多边形: 形状 343"/>
            <p:cNvSpPr/>
            <p:nvPr/>
          </p:nvSpPr>
          <p:spPr>
            <a:xfrm>
              <a:off x="8665191" y="5131866"/>
              <a:ext cx="90996" cy="95463"/>
            </a:xfrm>
            <a:custGeom>
              <a:avLst/>
              <a:gdLst>
                <a:gd name="connsiteX0" fmla="*/ 85840 w 90996"/>
                <a:gd name="connsiteY0" fmla="*/ 70989 h 95463"/>
                <a:gd name="connsiteX1" fmla="*/ 70674 w 90996"/>
                <a:gd name="connsiteY1" fmla="*/ 84368 h 95463"/>
                <a:gd name="connsiteX2" fmla="*/ 68146 w 90996"/>
                <a:gd name="connsiteY2" fmla="*/ 81837 h 95463"/>
                <a:gd name="connsiteX3" fmla="*/ 69590 w 90996"/>
                <a:gd name="connsiteY3" fmla="*/ 76774 h 95463"/>
                <a:gd name="connsiteX4" fmla="*/ 91256 w 90996"/>
                <a:gd name="connsiteY4" fmla="*/ 1199 h 95463"/>
                <a:gd name="connsiteX5" fmla="*/ 75368 w 90996"/>
                <a:gd name="connsiteY5" fmla="*/ 3007 h 95463"/>
                <a:gd name="connsiteX6" fmla="*/ 72118 w 90996"/>
                <a:gd name="connsiteY6" fmla="*/ 14578 h 95463"/>
                <a:gd name="connsiteX7" fmla="*/ 57313 w 90996"/>
                <a:gd name="connsiteY7" fmla="*/ 114 h 95463"/>
                <a:gd name="connsiteX8" fmla="*/ 260 w 90996"/>
                <a:gd name="connsiteY8" fmla="*/ 72074 h 95463"/>
                <a:gd name="connsiteX9" fmla="*/ 18315 w 90996"/>
                <a:gd name="connsiteY9" fmla="*/ 94855 h 95463"/>
                <a:gd name="connsiteX10" fmla="*/ 38897 w 90996"/>
                <a:gd name="connsiteY10" fmla="*/ 86899 h 95463"/>
                <a:gd name="connsiteX11" fmla="*/ 56591 w 90996"/>
                <a:gd name="connsiteY11" fmla="*/ 67734 h 95463"/>
                <a:gd name="connsiteX12" fmla="*/ 55869 w 90996"/>
                <a:gd name="connsiteY12" fmla="*/ 72435 h 95463"/>
                <a:gd name="connsiteX13" fmla="*/ 52619 w 90996"/>
                <a:gd name="connsiteY13" fmla="*/ 86176 h 95463"/>
                <a:gd name="connsiteX14" fmla="*/ 61285 w 90996"/>
                <a:gd name="connsiteY14" fmla="*/ 95578 h 95463"/>
                <a:gd name="connsiteX15" fmla="*/ 88367 w 90996"/>
                <a:gd name="connsiteY15" fmla="*/ 73882 h 95463"/>
                <a:gd name="connsiteX16" fmla="*/ 57674 w 90996"/>
                <a:gd name="connsiteY16" fmla="*/ 6262 h 95463"/>
                <a:gd name="connsiteX17" fmla="*/ 68507 w 90996"/>
                <a:gd name="connsiteY17" fmla="*/ 19279 h 95463"/>
                <a:gd name="connsiteX18" fmla="*/ 47564 w 90996"/>
                <a:gd name="connsiteY18" fmla="*/ 70989 h 95463"/>
                <a:gd name="connsiteX19" fmla="*/ 27703 w 90996"/>
                <a:gd name="connsiteY19" fmla="*/ 82922 h 95463"/>
                <a:gd name="connsiteX20" fmla="*/ 16509 w 90996"/>
                <a:gd name="connsiteY20" fmla="*/ 68458 h 95463"/>
                <a:gd name="connsiteX21" fmla="*/ 33842 w 90996"/>
                <a:gd name="connsiteY21" fmla="*/ 23619 h 95463"/>
                <a:gd name="connsiteX22" fmla="*/ 57674 w 90996"/>
                <a:gd name="connsiteY22" fmla="*/ 626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840" y="70989"/>
                  </a:moveTo>
                  <a:cubicBezTo>
                    <a:pt x="79701" y="79667"/>
                    <a:pt x="74285" y="84368"/>
                    <a:pt x="70674" y="84368"/>
                  </a:cubicBezTo>
                  <a:cubicBezTo>
                    <a:pt x="69229" y="84368"/>
                    <a:pt x="68146" y="83645"/>
                    <a:pt x="68146" y="81837"/>
                  </a:cubicBezTo>
                  <a:cubicBezTo>
                    <a:pt x="68146" y="81114"/>
                    <a:pt x="68146" y="80752"/>
                    <a:pt x="69590" y="76774"/>
                  </a:cubicBezTo>
                  <a:lnTo>
                    <a:pt x="91256" y="1199"/>
                  </a:lnTo>
                  <a:lnTo>
                    <a:pt x="75368" y="3007"/>
                  </a:lnTo>
                  <a:lnTo>
                    <a:pt x="72118" y="14578"/>
                  </a:lnTo>
                  <a:cubicBezTo>
                    <a:pt x="70313" y="5177"/>
                    <a:pt x="64896" y="114"/>
                    <a:pt x="57313" y="114"/>
                  </a:cubicBezTo>
                  <a:cubicBezTo>
                    <a:pt x="32398" y="114"/>
                    <a:pt x="260" y="40976"/>
                    <a:pt x="260" y="72074"/>
                  </a:cubicBezTo>
                  <a:cubicBezTo>
                    <a:pt x="260" y="85815"/>
                    <a:pt x="7843" y="94855"/>
                    <a:pt x="18315" y="94855"/>
                  </a:cubicBezTo>
                  <a:cubicBezTo>
                    <a:pt x="24454" y="94855"/>
                    <a:pt x="32036" y="91600"/>
                    <a:pt x="38897" y="86899"/>
                  </a:cubicBezTo>
                  <a:cubicBezTo>
                    <a:pt x="45036" y="82922"/>
                    <a:pt x="49008" y="78221"/>
                    <a:pt x="56591" y="67734"/>
                  </a:cubicBezTo>
                  <a:cubicBezTo>
                    <a:pt x="56230" y="69542"/>
                    <a:pt x="55869" y="71712"/>
                    <a:pt x="55869" y="72435"/>
                  </a:cubicBezTo>
                  <a:cubicBezTo>
                    <a:pt x="52619" y="83283"/>
                    <a:pt x="52619" y="83283"/>
                    <a:pt x="52619" y="86176"/>
                  </a:cubicBezTo>
                  <a:cubicBezTo>
                    <a:pt x="52619" y="91962"/>
                    <a:pt x="55869" y="95578"/>
                    <a:pt x="61285" y="95578"/>
                  </a:cubicBezTo>
                  <a:cubicBezTo>
                    <a:pt x="69590" y="95578"/>
                    <a:pt x="77896" y="88707"/>
                    <a:pt x="88367" y="73882"/>
                  </a:cubicBezTo>
                  <a:close/>
                  <a:moveTo>
                    <a:pt x="57674" y="6262"/>
                  </a:moveTo>
                  <a:cubicBezTo>
                    <a:pt x="64174" y="6262"/>
                    <a:pt x="68507" y="11324"/>
                    <a:pt x="68507" y="19279"/>
                  </a:cubicBezTo>
                  <a:cubicBezTo>
                    <a:pt x="68507" y="34828"/>
                    <a:pt x="59119" y="57609"/>
                    <a:pt x="47564" y="70989"/>
                  </a:cubicBezTo>
                  <a:cubicBezTo>
                    <a:pt x="41064" y="78221"/>
                    <a:pt x="33481" y="82922"/>
                    <a:pt x="27703" y="82922"/>
                  </a:cubicBezTo>
                  <a:cubicBezTo>
                    <a:pt x="20481" y="82922"/>
                    <a:pt x="16509" y="77859"/>
                    <a:pt x="16509" y="68458"/>
                  </a:cubicBezTo>
                  <a:cubicBezTo>
                    <a:pt x="16509" y="56163"/>
                    <a:pt x="23009" y="39529"/>
                    <a:pt x="33842" y="23619"/>
                  </a:cubicBezTo>
                  <a:cubicBezTo>
                    <a:pt x="41786" y="12047"/>
                    <a:pt x="49730" y="6262"/>
                    <a:pt x="57674" y="6262"/>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45" name="任意多边形: 形状 344"/>
            <p:cNvSpPr/>
            <p:nvPr/>
          </p:nvSpPr>
          <p:spPr>
            <a:xfrm>
              <a:off x="8767457" y="5131504"/>
              <a:ext cx="74024" cy="95101"/>
            </a:xfrm>
            <a:custGeom>
              <a:avLst/>
              <a:gdLst>
                <a:gd name="connsiteX0" fmla="*/ 61651 w 74024"/>
                <a:gd name="connsiteY0" fmla="*/ 69904 h 95101"/>
                <a:gd name="connsiteX1" fmla="*/ 35291 w 74024"/>
                <a:gd name="connsiteY1" fmla="*/ 86176 h 95101"/>
                <a:gd name="connsiteX2" fmla="*/ 16514 w 74024"/>
                <a:gd name="connsiteY2" fmla="*/ 63395 h 95101"/>
                <a:gd name="connsiteX3" fmla="*/ 54790 w 74024"/>
                <a:gd name="connsiteY3" fmla="*/ 4815 h 95101"/>
                <a:gd name="connsiteX4" fmla="*/ 62734 w 74024"/>
                <a:gd name="connsiteY4" fmla="*/ 10601 h 95101"/>
                <a:gd name="connsiteX5" fmla="*/ 59484 w 74024"/>
                <a:gd name="connsiteY5" fmla="*/ 15663 h 95101"/>
                <a:gd name="connsiteX6" fmla="*/ 56234 w 74024"/>
                <a:gd name="connsiteY6" fmla="*/ 22895 h 95101"/>
                <a:gd name="connsiteX7" fmla="*/ 63456 w 74024"/>
                <a:gd name="connsiteY7" fmla="*/ 29766 h 95101"/>
                <a:gd name="connsiteX8" fmla="*/ 74289 w 74024"/>
                <a:gd name="connsiteY8" fmla="*/ 16025 h 95101"/>
                <a:gd name="connsiteX9" fmla="*/ 55873 w 74024"/>
                <a:gd name="connsiteY9" fmla="*/ 114 h 95101"/>
                <a:gd name="connsiteX10" fmla="*/ 264 w 74024"/>
                <a:gd name="connsiteY10" fmla="*/ 64480 h 95101"/>
                <a:gd name="connsiteX11" fmla="*/ 7486 w 74024"/>
                <a:gd name="connsiteY11" fmla="*/ 86538 h 95101"/>
                <a:gd name="connsiteX12" fmla="*/ 26624 w 74024"/>
                <a:gd name="connsiteY12" fmla="*/ 95216 h 95101"/>
                <a:gd name="connsiteX13" fmla="*/ 65623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51" y="69904"/>
                  </a:moveTo>
                  <a:cubicBezTo>
                    <a:pt x="54429" y="80029"/>
                    <a:pt x="45040" y="86176"/>
                    <a:pt x="35291" y="86176"/>
                  </a:cubicBezTo>
                  <a:cubicBezTo>
                    <a:pt x="24458" y="86176"/>
                    <a:pt x="16514" y="76774"/>
                    <a:pt x="16514" y="63395"/>
                  </a:cubicBezTo>
                  <a:cubicBezTo>
                    <a:pt x="16514" y="35190"/>
                    <a:pt x="36374" y="4815"/>
                    <a:pt x="54790" y="4815"/>
                  </a:cubicBezTo>
                  <a:cubicBezTo>
                    <a:pt x="58762" y="4815"/>
                    <a:pt x="62734" y="7708"/>
                    <a:pt x="62734" y="10601"/>
                  </a:cubicBezTo>
                  <a:cubicBezTo>
                    <a:pt x="62734" y="12409"/>
                    <a:pt x="62373" y="12770"/>
                    <a:pt x="59484" y="15663"/>
                  </a:cubicBezTo>
                  <a:cubicBezTo>
                    <a:pt x="57318" y="17833"/>
                    <a:pt x="56234" y="20364"/>
                    <a:pt x="56234" y="22895"/>
                  </a:cubicBezTo>
                  <a:cubicBezTo>
                    <a:pt x="56234" y="26511"/>
                    <a:pt x="59484" y="29766"/>
                    <a:pt x="63456" y="29766"/>
                  </a:cubicBezTo>
                  <a:cubicBezTo>
                    <a:pt x="69234" y="29766"/>
                    <a:pt x="74289" y="23257"/>
                    <a:pt x="74289" y="16025"/>
                  </a:cubicBezTo>
                  <a:cubicBezTo>
                    <a:pt x="74289" y="7346"/>
                    <a:pt x="65984" y="114"/>
                    <a:pt x="55873" y="114"/>
                  </a:cubicBezTo>
                  <a:cubicBezTo>
                    <a:pt x="28430" y="114"/>
                    <a:pt x="264" y="32659"/>
                    <a:pt x="264" y="64480"/>
                  </a:cubicBezTo>
                  <a:cubicBezTo>
                    <a:pt x="264" y="73520"/>
                    <a:pt x="2792" y="81475"/>
                    <a:pt x="7486" y="86538"/>
                  </a:cubicBezTo>
                  <a:cubicBezTo>
                    <a:pt x="12180" y="91600"/>
                    <a:pt x="19764" y="95216"/>
                    <a:pt x="26624" y="95216"/>
                  </a:cubicBezTo>
                  <a:cubicBezTo>
                    <a:pt x="40346" y="95216"/>
                    <a:pt x="55512" y="86176"/>
                    <a:pt x="65623" y="71712"/>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grpSp>
      <p:grpSp>
        <p:nvGrpSpPr>
          <p:cNvPr id="346" name="Graphic 2"/>
          <p:cNvGrpSpPr/>
          <p:nvPr/>
        </p:nvGrpSpPr>
        <p:grpSpPr>
          <a:xfrm>
            <a:off x="9558708" y="4349126"/>
            <a:ext cx="289798" cy="178976"/>
            <a:chOff x="8841961" y="5084496"/>
            <a:chExt cx="252342" cy="143195"/>
          </a:xfrm>
          <a:solidFill>
            <a:schemeClr val="accent2"/>
          </a:solidFill>
        </p:grpSpPr>
        <p:sp>
          <p:nvSpPr>
            <p:cNvPr id="347" name="任意多边形: 形状 346"/>
            <p:cNvSpPr/>
            <p:nvPr/>
          </p:nvSpPr>
          <p:spPr>
            <a:xfrm>
              <a:off x="8841961" y="5084496"/>
              <a:ext cx="89190" cy="143195"/>
            </a:xfrm>
            <a:custGeom>
              <a:avLst/>
              <a:gdLst>
                <a:gd name="connsiteX0" fmla="*/ 56599 w 89190"/>
                <a:gd name="connsiteY0" fmla="*/ 114 h 143195"/>
                <a:gd name="connsiteX1" fmla="*/ 28433 w 89190"/>
                <a:gd name="connsiteY1" fmla="*/ 3730 h 143195"/>
                <a:gd name="connsiteX2" fmla="*/ 27350 w 89190"/>
                <a:gd name="connsiteY2" fmla="*/ 7708 h 143195"/>
                <a:gd name="connsiteX3" fmla="*/ 29517 w 89190"/>
                <a:gd name="connsiteY3" fmla="*/ 7708 h 143195"/>
                <a:gd name="connsiteX4" fmla="*/ 33127 w 89190"/>
                <a:gd name="connsiteY4" fmla="*/ 7346 h 143195"/>
                <a:gd name="connsiteX5" fmla="*/ 37822 w 89190"/>
                <a:gd name="connsiteY5" fmla="*/ 11324 h 143195"/>
                <a:gd name="connsiteX6" fmla="*/ 35294 w 89190"/>
                <a:gd name="connsiteY6" fmla="*/ 22895 h 143195"/>
                <a:gd name="connsiteX7" fmla="*/ 268 w 89190"/>
                <a:gd name="connsiteY7" fmla="*/ 139693 h 143195"/>
                <a:gd name="connsiteX8" fmla="*/ 15434 w 89190"/>
                <a:gd name="connsiteY8" fmla="*/ 139693 h 143195"/>
                <a:gd name="connsiteX9" fmla="*/ 18322 w 89190"/>
                <a:gd name="connsiteY9" fmla="*/ 129568 h 143195"/>
                <a:gd name="connsiteX10" fmla="*/ 41433 w 89190"/>
                <a:gd name="connsiteY10" fmla="*/ 82198 h 143195"/>
                <a:gd name="connsiteX11" fmla="*/ 68154 w 89190"/>
                <a:gd name="connsiteY11" fmla="*/ 59779 h 143195"/>
                <a:gd name="connsiteX12" fmla="*/ 72848 w 89190"/>
                <a:gd name="connsiteY12" fmla="*/ 65203 h 143195"/>
                <a:gd name="connsiteX13" fmla="*/ 70681 w 89190"/>
                <a:gd name="connsiteY13" fmla="*/ 74966 h 143195"/>
                <a:gd name="connsiteX14" fmla="*/ 56238 w 89190"/>
                <a:gd name="connsiteY14" fmla="*/ 125229 h 143195"/>
                <a:gd name="connsiteX15" fmla="*/ 54793 w 89190"/>
                <a:gd name="connsiteY15" fmla="*/ 134631 h 143195"/>
                <a:gd name="connsiteX16" fmla="*/ 62737 w 89190"/>
                <a:gd name="connsiteY16" fmla="*/ 143309 h 143195"/>
                <a:gd name="connsiteX17" fmla="*/ 78626 w 89190"/>
                <a:gd name="connsiteY17" fmla="*/ 134993 h 143195"/>
                <a:gd name="connsiteX18" fmla="*/ 89458 w 89190"/>
                <a:gd name="connsiteY18" fmla="*/ 122698 h 143195"/>
                <a:gd name="connsiteX19" fmla="*/ 86208 w 89190"/>
                <a:gd name="connsiteY19" fmla="*/ 121252 h 143195"/>
                <a:gd name="connsiteX20" fmla="*/ 72848 w 89190"/>
                <a:gd name="connsiteY20" fmla="*/ 133185 h 143195"/>
                <a:gd name="connsiteX21" fmla="*/ 69959 w 89190"/>
                <a:gd name="connsiteY21" fmla="*/ 129568 h 143195"/>
                <a:gd name="connsiteX22" fmla="*/ 71042 w 89190"/>
                <a:gd name="connsiteY22" fmla="*/ 125229 h 143195"/>
                <a:gd name="connsiteX23" fmla="*/ 85125 w 89190"/>
                <a:gd name="connsiteY23" fmla="*/ 76051 h 143195"/>
                <a:gd name="connsiteX24" fmla="*/ 88014 w 89190"/>
                <a:gd name="connsiteY24" fmla="*/ 60502 h 143195"/>
                <a:gd name="connsiteX25" fmla="*/ 76820 w 89190"/>
                <a:gd name="connsiteY25" fmla="*/ 48569 h 143195"/>
                <a:gd name="connsiteX26" fmla="*/ 54432 w 89190"/>
                <a:gd name="connsiteY26" fmla="*/ 61225 h 143195"/>
                <a:gd name="connsiteX27" fmla="*/ 29877 w 89190"/>
                <a:gd name="connsiteY27" fmla="*/ 90877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599" y="114"/>
                  </a:moveTo>
                  <a:cubicBezTo>
                    <a:pt x="43599" y="2284"/>
                    <a:pt x="41794" y="2284"/>
                    <a:pt x="28433" y="3730"/>
                  </a:cubicBezTo>
                  <a:lnTo>
                    <a:pt x="27350" y="7708"/>
                  </a:lnTo>
                  <a:lnTo>
                    <a:pt x="29517" y="7708"/>
                  </a:lnTo>
                  <a:cubicBezTo>
                    <a:pt x="30961" y="7346"/>
                    <a:pt x="32044" y="7346"/>
                    <a:pt x="33127" y="7346"/>
                  </a:cubicBezTo>
                  <a:cubicBezTo>
                    <a:pt x="35655" y="7346"/>
                    <a:pt x="37822" y="9154"/>
                    <a:pt x="37822" y="11324"/>
                  </a:cubicBezTo>
                  <a:cubicBezTo>
                    <a:pt x="37822" y="12770"/>
                    <a:pt x="36738" y="16748"/>
                    <a:pt x="35294" y="22895"/>
                  </a:cubicBezTo>
                  <a:lnTo>
                    <a:pt x="268" y="139693"/>
                  </a:lnTo>
                  <a:lnTo>
                    <a:pt x="15434" y="139693"/>
                  </a:lnTo>
                  <a:lnTo>
                    <a:pt x="18322" y="129568"/>
                  </a:lnTo>
                  <a:cubicBezTo>
                    <a:pt x="25544" y="105703"/>
                    <a:pt x="29155" y="98109"/>
                    <a:pt x="41433" y="82198"/>
                  </a:cubicBezTo>
                  <a:cubicBezTo>
                    <a:pt x="53349" y="67011"/>
                    <a:pt x="61654" y="59779"/>
                    <a:pt x="68154" y="59779"/>
                  </a:cubicBezTo>
                  <a:cubicBezTo>
                    <a:pt x="70681" y="59779"/>
                    <a:pt x="72848" y="62310"/>
                    <a:pt x="72848" y="65203"/>
                  </a:cubicBezTo>
                  <a:cubicBezTo>
                    <a:pt x="72848" y="67373"/>
                    <a:pt x="72487" y="68819"/>
                    <a:pt x="70681" y="74966"/>
                  </a:cubicBezTo>
                  <a:lnTo>
                    <a:pt x="56238" y="125229"/>
                  </a:lnTo>
                  <a:cubicBezTo>
                    <a:pt x="55154" y="129207"/>
                    <a:pt x="54793" y="132100"/>
                    <a:pt x="54793" y="134631"/>
                  </a:cubicBezTo>
                  <a:cubicBezTo>
                    <a:pt x="54793" y="139332"/>
                    <a:pt x="58043" y="143309"/>
                    <a:pt x="62737" y="143309"/>
                  </a:cubicBezTo>
                  <a:cubicBezTo>
                    <a:pt x="66709" y="143309"/>
                    <a:pt x="73931" y="139332"/>
                    <a:pt x="78626" y="134993"/>
                  </a:cubicBezTo>
                  <a:cubicBezTo>
                    <a:pt x="81875" y="132100"/>
                    <a:pt x="82959" y="130653"/>
                    <a:pt x="89458" y="122698"/>
                  </a:cubicBezTo>
                  <a:lnTo>
                    <a:pt x="86208" y="121252"/>
                  </a:lnTo>
                  <a:cubicBezTo>
                    <a:pt x="81875" y="127760"/>
                    <a:pt x="75737" y="133185"/>
                    <a:pt x="72848" y="133185"/>
                  </a:cubicBezTo>
                  <a:cubicBezTo>
                    <a:pt x="71404" y="133185"/>
                    <a:pt x="69959" y="131376"/>
                    <a:pt x="69959" y="129568"/>
                  </a:cubicBezTo>
                  <a:cubicBezTo>
                    <a:pt x="69959" y="128845"/>
                    <a:pt x="69959" y="128484"/>
                    <a:pt x="71042" y="125229"/>
                  </a:cubicBezTo>
                  <a:lnTo>
                    <a:pt x="85125" y="76051"/>
                  </a:lnTo>
                  <a:cubicBezTo>
                    <a:pt x="87292" y="68819"/>
                    <a:pt x="88014" y="64118"/>
                    <a:pt x="88014" y="60502"/>
                  </a:cubicBezTo>
                  <a:cubicBezTo>
                    <a:pt x="88014" y="53632"/>
                    <a:pt x="83681" y="48569"/>
                    <a:pt x="76820" y="48569"/>
                  </a:cubicBezTo>
                  <a:cubicBezTo>
                    <a:pt x="70320" y="48569"/>
                    <a:pt x="64182" y="52185"/>
                    <a:pt x="54432" y="61225"/>
                  </a:cubicBezTo>
                  <a:cubicBezTo>
                    <a:pt x="46849" y="68096"/>
                    <a:pt x="45044" y="70265"/>
                    <a:pt x="29877" y="90877"/>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48" name="任意多边形: 形状 347"/>
            <p:cNvSpPr/>
            <p:nvPr/>
          </p:nvSpPr>
          <p:spPr>
            <a:xfrm>
              <a:off x="8945945" y="5131142"/>
              <a:ext cx="76552" cy="95463"/>
            </a:xfrm>
            <a:custGeom>
              <a:avLst/>
              <a:gdLst>
                <a:gd name="connsiteX0" fmla="*/ 63825 w 76552"/>
                <a:gd name="connsiteY0" fmla="*/ 71350 h 95463"/>
                <a:gd name="connsiteX1" fmla="*/ 36382 w 76552"/>
                <a:gd name="connsiteY1" fmla="*/ 85453 h 95463"/>
                <a:gd name="connsiteX2" fmla="*/ 17244 w 76552"/>
                <a:gd name="connsiteY2" fmla="*/ 63757 h 95463"/>
                <a:gd name="connsiteX3" fmla="*/ 17966 w 76552"/>
                <a:gd name="connsiteY3" fmla="*/ 52908 h 95463"/>
                <a:gd name="connsiteX4" fmla="*/ 53353 w 76552"/>
                <a:gd name="connsiteY4" fmla="*/ 45676 h 95463"/>
                <a:gd name="connsiteX5" fmla="*/ 76824 w 76552"/>
                <a:gd name="connsiteY5" fmla="*/ 15302 h 95463"/>
                <a:gd name="connsiteX6" fmla="*/ 57325 w 76552"/>
                <a:gd name="connsiteY6" fmla="*/ 114 h 95463"/>
                <a:gd name="connsiteX7" fmla="*/ 272 w 76552"/>
                <a:gd name="connsiteY7" fmla="*/ 64480 h 95463"/>
                <a:gd name="connsiteX8" fmla="*/ 27715 w 76552"/>
                <a:gd name="connsiteY8" fmla="*/ 95578 h 95463"/>
                <a:gd name="connsiteX9" fmla="*/ 67436 w 76552"/>
                <a:gd name="connsiteY9" fmla="*/ 74243 h 95463"/>
                <a:gd name="connsiteX10" fmla="*/ 19049 w 76552"/>
                <a:gd name="connsiteY10" fmla="*/ 47484 h 95463"/>
                <a:gd name="connsiteX11" fmla="*/ 53714 w 76552"/>
                <a:gd name="connsiteY11" fmla="*/ 5900 h 95463"/>
                <a:gd name="connsiteX12" fmla="*/ 62020 w 76552"/>
                <a:gd name="connsiteY12" fmla="*/ 14578 h 95463"/>
                <a:gd name="connsiteX13" fmla="*/ 54436 w 76552"/>
                <a:gd name="connsiteY13" fmla="*/ 32297 h 95463"/>
                <a:gd name="connsiteX14" fmla="*/ 27715 w 76552"/>
                <a:gd name="connsiteY14" fmla="*/ 46761 h 95463"/>
                <a:gd name="connsiteX15" fmla="*/ 19049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25" y="71350"/>
                  </a:moveTo>
                  <a:cubicBezTo>
                    <a:pt x="54436" y="80752"/>
                    <a:pt x="45770" y="85453"/>
                    <a:pt x="36382" y="85453"/>
                  </a:cubicBezTo>
                  <a:cubicBezTo>
                    <a:pt x="25188" y="85453"/>
                    <a:pt x="17244" y="76413"/>
                    <a:pt x="17244" y="63757"/>
                  </a:cubicBezTo>
                  <a:cubicBezTo>
                    <a:pt x="17244" y="60502"/>
                    <a:pt x="17605" y="56886"/>
                    <a:pt x="17966" y="52908"/>
                  </a:cubicBezTo>
                  <a:cubicBezTo>
                    <a:pt x="34215" y="52185"/>
                    <a:pt x="43604" y="50377"/>
                    <a:pt x="53353" y="45676"/>
                  </a:cubicBezTo>
                  <a:cubicBezTo>
                    <a:pt x="67436" y="39167"/>
                    <a:pt x="76824" y="26873"/>
                    <a:pt x="76824" y="15302"/>
                  </a:cubicBezTo>
                  <a:cubicBezTo>
                    <a:pt x="76824" y="6623"/>
                    <a:pt x="68519" y="114"/>
                    <a:pt x="57325" y="114"/>
                  </a:cubicBezTo>
                  <a:cubicBezTo>
                    <a:pt x="29882" y="114"/>
                    <a:pt x="272" y="33382"/>
                    <a:pt x="272" y="64480"/>
                  </a:cubicBezTo>
                  <a:cubicBezTo>
                    <a:pt x="272" y="83283"/>
                    <a:pt x="11466" y="95578"/>
                    <a:pt x="27715" y="95578"/>
                  </a:cubicBezTo>
                  <a:cubicBezTo>
                    <a:pt x="40715" y="95578"/>
                    <a:pt x="51909" y="89431"/>
                    <a:pt x="67436" y="74243"/>
                  </a:cubicBezTo>
                  <a:close/>
                  <a:moveTo>
                    <a:pt x="19049" y="47484"/>
                  </a:moveTo>
                  <a:cubicBezTo>
                    <a:pt x="26271" y="23619"/>
                    <a:pt x="41076" y="5900"/>
                    <a:pt x="53714" y="5900"/>
                  </a:cubicBezTo>
                  <a:cubicBezTo>
                    <a:pt x="58409" y="5900"/>
                    <a:pt x="62020" y="9878"/>
                    <a:pt x="62020" y="14578"/>
                  </a:cubicBezTo>
                  <a:cubicBezTo>
                    <a:pt x="62020" y="20364"/>
                    <a:pt x="59131" y="26873"/>
                    <a:pt x="54436" y="32297"/>
                  </a:cubicBezTo>
                  <a:cubicBezTo>
                    <a:pt x="47937" y="40252"/>
                    <a:pt x="38909" y="44953"/>
                    <a:pt x="27715" y="46761"/>
                  </a:cubicBezTo>
                  <a:cubicBezTo>
                    <a:pt x="25910" y="47123"/>
                    <a:pt x="23382" y="47484"/>
                    <a:pt x="19049" y="47484"/>
                  </a:cubicBez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sp>
          <p:nvSpPr>
            <p:cNvPr id="349" name="任意多边形: 形状 348"/>
            <p:cNvSpPr/>
            <p:nvPr/>
          </p:nvSpPr>
          <p:spPr>
            <a:xfrm>
              <a:off x="9024612" y="5131142"/>
              <a:ext cx="69691" cy="95463"/>
            </a:xfrm>
            <a:custGeom>
              <a:avLst/>
              <a:gdLst>
                <a:gd name="connsiteX0" fmla="*/ 69967 w 69691"/>
                <a:gd name="connsiteY0" fmla="*/ 837 h 95463"/>
                <a:gd name="connsiteX1" fmla="*/ 67079 w 69691"/>
                <a:gd name="connsiteY1" fmla="*/ 837 h 95463"/>
                <a:gd name="connsiteX2" fmla="*/ 60940 w 69691"/>
                <a:gd name="connsiteY2" fmla="*/ 5538 h 95463"/>
                <a:gd name="connsiteX3" fmla="*/ 57329 w 69691"/>
                <a:gd name="connsiteY3" fmla="*/ 4453 h 95463"/>
                <a:gd name="connsiteX4" fmla="*/ 42524 w 69691"/>
                <a:gd name="connsiteY4" fmla="*/ 114 h 95463"/>
                <a:gd name="connsiteX5" fmla="*/ 19414 w 69691"/>
                <a:gd name="connsiteY5" fmla="*/ 23619 h 95463"/>
                <a:gd name="connsiteX6" fmla="*/ 33136 w 69691"/>
                <a:gd name="connsiteY6" fmla="*/ 51101 h 95463"/>
                <a:gd name="connsiteX7" fmla="*/ 45052 w 69691"/>
                <a:gd name="connsiteY7" fmla="*/ 73520 h 95463"/>
                <a:gd name="connsiteX8" fmla="*/ 28080 w 69691"/>
                <a:gd name="connsiteY8" fmla="*/ 90877 h 95463"/>
                <a:gd name="connsiteX9" fmla="*/ 9303 w 69691"/>
                <a:gd name="connsiteY9" fmla="*/ 63757 h 95463"/>
                <a:gd name="connsiteX10" fmla="*/ 6053 w 69691"/>
                <a:gd name="connsiteY10" fmla="*/ 63757 h 95463"/>
                <a:gd name="connsiteX11" fmla="*/ 276 w 69691"/>
                <a:gd name="connsiteY11" fmla="*/ 95578 h 95463"/>
                <a:gd name="connsiteX12" fmla="*/ 4248 w 69691"/>
                <a:gd name="connsiteY12" fmla="*/ 95578 h 95463"/>
                <a:gd name="connsiteX13" fmla="*/ 10025 w 69691"/>
                <a:gd name="connsiteY13" fmla="*/ 91239 h 95463"/>
                <a:gd name="connsiteX14" fmla="*/ 13997 w 69691"/>
                <a:gd name="connsiteY14" fmla="*/ 92323 h 95463"/>
                <a:gd name="connsiteX15" fmla="*/ 30969 w 69691"/>
                <a:gd name="connsiteY15" fmla="*/ 95578 h 95463"/>
                <a:gd name="connsiteX16" fmla="*/ 59134 w 69691"/>
                <a:gd name="connsiteY16" fmla="*/ 68819 h 95463"/>
                <a:gd name="connsiteX17" fmla="*/ 44329 w 69691"/>
                <a:gd name="connsiteY17" fmla="*/ 39891 h 95463"/>
                <a:gd name="connsiteX18" fmla="*/ 32413 w 69691"/>
                <a:gd name="connsiteY18" fmla="*/ 18194 h 95463"/>
                <a:gd name="connsiteX19" fmla="*/ 44329 w 69691"/>
                <a:gd name="connsiteY19" fmla="*/ 5900 h 95463"/>
                <a:gd name="connsiteX20" fmla="*/ 61662 w 69691"/>
                <a:gd name="connsiteY20" fmla="*/ 26511 h 95463"/>
                <a:gd name="connsiteX21" fmla="*/ 61662 w 69691"/>
                <a:gd name="connsiteY21" fmla="*/ 30851 h 95463"/>
                <a:gd name="connsiteX22" fmla="*/ 64912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967" y="837"/>
                  </a:moveTo>
                  <a:lnTo>
                    <a:pt x="67079" y="837"/>
                  </a:lnTo>
                  <a:cubicBezTo>
                    <a:pt x="64912" y="4092"/>
                    <a:pt x="63106" y="5538"/>
                    <a:pt x="60940" y="5538"/>
                  </a:cubicBezTo>
                  <a:cubicBezTo>
                    <a:pt x="60218" y="5538"/>
                    <a:pt x="58773" y="5177"/>
                    <a:pt x="57329" y="4453"/>
                  </a:cubicBezTo>
                  <a:cubicBezTo>
                    <a:pt x="52274" y="1561"/>
                    <a:pt x="47218" y="114"/>
                    <a:pt x="42524" y="114"/>
                  </a:cubicBezTo>
                  <a:cubicBezTo>
                    <a:pt x="29886" y="114"/>
                    <a:pt x="19414" y="10601"/>
                    <a:pt x="19414" y="23619"/>
                  </a:cubicBezTo>
                  <a:cubicBezTo>
                    <a:pt x="19414" y="32659"/>
                    <a:pt x="22303" y="38083"/>
                    <a:pt x="33136" y="51101"/>
                  </a:cubicBezTo>
                  <a:cubicBezTo>
                    <a:pt x="41441" y="60864"/>
                    <a:pt x="45052" y="67373"/>
                    <a:pt x="45052" y="73520"/>
                  </a:cubicBezTo>
                  <a:cubicBezTo>
                    <a:pt x="45052" y="82922"/>
                    <a:pt x="37107" y="90877"/>
                    <a:pt x="28080" y="90877"/>
                  </a:cubicBezTo>
                  <a:cubicBezTo>
                    <a:pt x="17247" y="90877"/>
                    <a:pt x="9664" y="80029"/>
                    <a:pt x="9303" y="63757"/>
                  </a:cubicBezTo>
                  <a:lnTo>
                    <a:pt x="6053" y="63757"/>
                  </a:lnTo>
                  <a:lnTo>
                    <a:pt x="276" y="95578"/>
                  </a:lnTo>
                  <a:lnTo>
                    <a:pt x="4248" y="95578"/>
                  </a:lnTo>
                  <a:cubicBezTo>
                    <a:pt x="5692" y="92323"/>
                    <a:pt x="7498" y="91239"/>
                    <a:pt x="10025" y="91239"/>
                  </a:cubicBezTo>
                  <a:cubicBezTo>
                    <a:pt x="11109" y="91239"/>
                    <a:pt x="12553" y="91600"/>
                    <a:pt x="13997" y="92323"/>
                  </a:cubicBezTo>
                  <a:cubicBezTo>
                    <a:pt x="23747" y="95216"/>
                    <a:pt x="25914" y="95578"/>
                    <a:pt x="30969" y="95578"/>
                  </a:cubicBezTo>
                  <a:cubicBezTo>
                    <a:pt x="46496" y="95578"/>
                    <a:pt x="59134" y="83645"/>
                    <a:pt x="59134" y="68819"/>
                  </a:cubicBezTo>
                  <a:cubicBezTo>
                    <a:pt x="59134" y="59779"/>
                    <a:pt x="55524" y="53270"/>
                    <a:pt x="44329" y="39891"/>
                  </a:cubicBezTo>
                  <a:cubicBezTo>
                    <a:pt x="34580" y="28319"/>
                    <a:pt x="32413" y="23980"/>
                    <a:pt x="32413" y="18194"/>
                  </a:cubicBezTo>
                  <a:cubicBezTo>
                    <a:pt x="32413" y="11324"/>
                    <a:pt x="37469" y="5900"/>
                    <a:pt x="44329" y="5900"/>
                  </a:cubicBezTo>
                  <a:cubicBezTo>
                    <a:pt x="54079" y="5900"/>
                    <a:pt x="61662" y="14578"/>
                    <a:pt x="61662" y="26511"/>
                  </a:cubicBezTo>
                  <a:cubicBezTo>
                    <a:pt x="61662" y="27596"/>
                    <a:pt x="61662" y="29043"/>
                    <a:pt x="61662" y="30851"/>
                  </a:cubicBezTo>
                  <a:lnTo>
                    <a:pt x="64912" y="30851"/>
                  </a:lnTo>
                  <a:close/>
                </a:path>
              </a:pathLst>
            </a:custGeom>
            <a:grpFill/>
            <a:ln w="12700" cap="flat">
              <a:solidFill>
                <a:srgbClr val="FF0000"/>
              </a:solidFill>
              <a:prstDash val="solid"/>
              <a:miter/>
            </a:ln>
          </p:spPr>
          <p:txBody>
            <a:bodyPr rtlCol="0" anchor="ctr"/>
            <a:lstStyle/>
            <a:p>
              <a:endParaRPr lang="zh-CN" altLang="en-US">
                <a:solidFill>
                  <a:srgbClr val="FF0000"/>
                </a:solidFill>
              </a:endParaRPr>
            </a:p>
          </p:txBody>
        </p:sp>
      </p:grpSp>
      <p:grpSp>
        <p:nvGrpSpPr>
          <p:cNvPr id="350" name="Graphic 2"/>
          <p:cNvGrpSpPr/>
          <p:nvPr/>
        </p:nvGrpSpPr>
        <p:grpSpPr>
          <a:xfrm>
            <a:off x="10497288" y="4406044"/>
            <a:ext cx="398252" cy="121124"/>
            <a:chOff x="9659231" y="5130035"/>
            <a:chExt cx="346779" cy="96909"/>
          </a:xfrm>
        </p:grpSpPr>
        <p:sp>
          <p:nvSpPr>
            <p:cNvPr id="351" name="任意多边形: 形状 350"/>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352" name="任意多边形: 形状 351"/>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353" name="任意多边形: 形状 352"/>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354" name="任意多边形: 形状 353"/>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355" name="Graphic 2"/>
          <p:cNvGrpSpPr/>
          <p:nvPr/>
        </p:nvGrpSpPr>
        <p:grpSpPr>
          <a:xfrm>
            <a:off x="10886991" y="4407399"/>
            <a:ext cx="178391" cy="119317"/>
            <a:chOff x="9998566" y="5131119"/>
            <a:chExt cx="155334" cy="95463"/>
          </a:xfrm>
        </p:grpSpPr>
        <p:sp>
          <p:nvSpPr>
            <p:cNvPr id="356" name="任意多边形: 形状 355"/>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357" name="任意多边形: 形状 356"/>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358" name="任意多边形: 形状 357"/>
          <p:cNvSpPr/>
          <p:nvPr/>
        </p:nvSpPr>
        <p:spPr>
          <a:xfrm flipV="1">
            <a:off x="8250437" y="3516215"/>
            <a:ext cx="232228" cy="218069"/>
          </a:xfrm>
          <a:custGeom>
            <a:avLst/>
            <a:gdLst>
              <a:gd name="connsiteX0" fmla="*/ -2086 w 202213"/>
              <a:gd name="connsiteY0" fmla="*/ 173536 h 174472"/>
              <a:gd name="connsiteX1" fmla="*/ 200127 w 202213"/>
              <a:gd name="connsiteY1" fmla="*/ -936 h 174472"/>
              <a:gd name="connsiteX2" fmla="*/ 200127 w 202213"/>
              <a:gd name="connsiteY2" fmla="*/ 173536 h 174472"/>
              <a:gd name="connsiteX3" fmla="*/ -2086 w 202213"/>
              <a:gd name="connsiteY3" fmla="*/ -34 h 174472"/>
            </a:gdLst>
            <a:ahLst/>
            <a:cxnLst>
              <a:cxn ang="0">
                <a:pos x="connsiteX0" y="connsiteY0"/>
              </a:cxn>
              <a:cxn ang="0">
                <a:pos x="connsiteX1" y="connsiteY1"/>
              </a:cxn>
              <a:cxn ang="0">
                <a:pos x="connsiteX2" y="connsiteY2"/>
              </a:cxn>
              <a:cxn ang="0">
                <a:pos x="connsiteX3" y="connsiteY3"/>
              </a:cxn>
            </a:cxnLst>
            <a:rect l="l" t="t" r="r" b="b"/>
            <a:pathLst>
              <a:path w="202213" h="174472">
                <a:moveTo>
                  <a:pt x="-2086" y="173536"/>
                </a:moveTo>
                <a:lnTo>
                  <a:pt x="200127" y="-936"/>
                </a:lnTo>
                <a:lnTo>
                  <a:pt x="200127" y="173536"/>
                </a:lnTo>
                <a:lnTo>
                  <a:pt x="-2086" y="-34"/>
                </a:lnTo>
                <a:close/>
              </a:path>
            </a:pathLst>
          </a:custGeom>
          <a:noFill/>
          <a:ln w="38100" cap="flat">
            <a:solidFill>
              <a:srgbClr val="C00000"/>
            </a:solidFill>
            <a:prstDash val="solid"/>
            <a:miter/>
          </a:ln>
        </p:spPr>
        <p:txBody>
          <a:bodyPr rtlCol="0" anchor="ctr"/>
          <a:lstStyle/>
          <a:p>
            <a:endParaRPr lang="zh-CN" altLang="en-US">
              <a:solidFill>
                <a:srgbClr val="FF0000"/>
              </a:solidFill>
            </a:endParaRPr>
          </a:p>
        </p:txBody>
      </p:sp>
      <p:sp>
        <p:nvSpPr>
          <p:cNvPr id="359" name="任意多边形: 形状 358"/>
          <p:cNvSpPr/>
          <p:nvPr/>
        </p:nvSpPr>
        <p:spPr>
          <a:xfrm flipV="1">
            <a:off x="9052144" y="2819400"/>
            <a:ext cx="232228" cy="218069"/>
          </a:xfrm>
          <a:custGeom>
            <a:avLst/>
            <a:gdLst>
              <a:gd name="connsiteX0" fmla="*/ -2358 w 202213"/>
              <a:gd name="connsiteY0" fmla="*/ 173271 h 174472"/>
              <a:gd name="connsiteX1" fmla="*/ 199855 w 202213"/>
              <a:gd name="connsiteY1" fmla="*/ -1201 h 174472"/>
              <a:gd name="connsiteX2" fmla="*/ 199855 w 202213"/>
              <a:gd name="connsiteY2" fmla="*/ 173271 h 174472"/>
              <a:gd name="connsiteX3" fmla="*/ -2358 w 202213"/>
              <a:gd name="connsiteY3" fmla="*/ -299 h 174472"/>
            </a:gdLst>
            <a:ahLst/>
            <a:cxnLst>
              <a:cxn ang="0">
                <a:pos x="connsiteX0" y="connsiteY0"/>
              </a:cxn>
              <a:cxn ang="0">
                <a:pos x="connsiteX1" y="connsiteY1"/>
              </a:cxn>
              <a:cxn ang="0">
                <a:pos x="connsiteX2" y="connsiteY2"/>
              </a:cxn>
              <a:cxn ang="0">
                <a:pos x="connsiteX3" y="connsiteY3"/>
              </a:cxn>
            </a:cxnLst>
            <a:rect l="l" t="t" r="r" b="b"/>
            <a:pathLst>
              <a:path w="202213" h="174472">
                <a:moveTo>
                  <a:pt x="-2358" y="173271"/>
                </a:moveTo>
                <a:lnTo>
                  <a:pt x="199855" y="-1201"/>
                </a:lnTo>
                <a:lnTo>
                  <a:pt x="199855" y="173271"/>
                </a:lnTo>
                <a:lnTo>
                  <a:pt x="-2358" y="-299"/>
                </a:lnTo>
                <a:close/>
              </a:path>
            </a:pathLst>
          </a:custGeom>
          <a:noFill/>
          <a:ln w="11545" cap="flat">
            <a:solidFill>
              <a:srgbClr val="231F20"/>
            </a:solidFill>
            <a:prstDash val="solid"/>
            <a:miter/>
          </a:ln>
        </p:spPr>
        <p:txBody>
          <a:bodyPr rtlCol="0" anchor="ctr"/>
          <a:lstStyle/>
          <a:p>
            <a:endParaRPr lang="zh-CN" altLang="en-US"/>
          </a:p>
        </p:txBody>
      </p:sp>
      <p:grpSp>
        <p:nvGrpSpPr>
          <p:cNvPr id="360" name="组合 359"/>
          <p:cNvGrpSpPr/>
          <p:nvPr/>
        </p:nvGrpSpPr>
        <p:grpSpPr>
          <a:xfrm>
            <a:off x="7072515" y="1652599"/>
            <a:ext cx="3099040" cy="1006326"/>
            <a:chOff x="7072515" y="1652599"/>
            <a:chExt cx="3099040" cy="1006326"/>
          </a:xfrm>
        </p:grpSpPr>
        <p:sp>
          <p:nvSpPr>
            <p:cNvPr id="361" name="任意多边形: 形状 360"/>
            <p:cNvSpPr/>
            <p:nvPr/>
          </p:nvSpPr>
          <p:spPr>
            <a:xfrm flipV="1">
              <a:off x="9157829" y="2209800"/>
              <a:ext cx="26540" cy="449125"/>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362" name="任意多边形: 形状 361"/>
            <p:cNvSpPr/>
            <p:nvPr/>
          </p:nvSpPr>
          <p:spPr>
            <a:xfrm>
              <a:off x="8449085" y="1652599"/>
              <a:ext cx="126733" cy="114156"/>
            </a:xfrm>
            <a:custGeom>
              <a:avLst/>
              <a:gdLst>
                <a:gd name="connsiteX0" fmla="*/ 97906 w 97857"/>
                <a:gd name="connsiteY0" fmla="*/ 39 h 97271"/>
                <a:gd name="connsiteX1" fmla="*/ 57102 w 97857"/>
                <a:gd name="connsiteY1" fmla="*/ 39 h 97271"/>
                <a:gd name="connsiteX2" fmla="*/ 23881 w 97857"/>
                <a:gd name="connsiteY2" fmla="*/ 7271 h 97271"/>
                <a:gd name="connsiteX3" fmla="*/ 49 w 97857"/>
                <a:gd name="connsiteY3" fmla="*/ 51025 h 97271"/>
                <a:gd name="connsiteX4" fmla="*/ 42658 w 97857"/>
                <a:gd name="connsiteY4" fmla="*/ 97311 h 97271"/>
                <a:gd name="connsiteX5" fmla="*/ 88156 w 97857"/>
                <a:gd name="connsiteY5" fmla="*/ 51748 h 97271"/>
                <a:gd name="connsiteX6" fmla="*/ 64324 w 97857"/>
                <a:gd name="connsiteY6" fmla="*/ 13780 h 97271"/>
                <a:gd name="connsiteX7" fmla="*/ 97906 w 97857"/>
                <a:gd name="connsiteY7" fmla="*/ 13780 h 97271"/>
                <a:gd name="connsiteX8" fmla="*/ 53852 w 97857"/>
                <a:gd name="connsiteY8" fmla="*/ 13780 h 97271"/>
                <a:gd name="connsiteX9" fmla="*/ 69740 w 97857"/>
                <a:gd name="connsiteY9" fmla="*/ 53195 h 97271"/>
                <a:gd name="connsiteX10" fmla="*/ 44103 w 97857"/>
                <a:gd name="connsiteY10" fmla="*/ 89717 h 97271"/>
                <a:gd name="connsiteX11" fmla="*/ 18465 w 97857"/>
                <a:gd name="connsiteY11" fmla="*/ 50302 h 97271"/>
                <a:gd name="connsiteX12" fmla="*/ 42297 w 97857"/>
                <a:gd name="connsiteY12" fmla="*/ 14503 h 97271"/>
                <a:gd name="connsiteX13" fmla="*/ 53852 w 97857"/>
                <a:gd name="connsiteY13" fmla="*/ 13780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7906" y="39"/>
                  </a:moveTo>
                  <a:lnTo>
                    <a:pt x="57102" y="39"/>
                  </a:lnTo>
                  <a:cubicBezTo>
                    <a:pt x="42297" y="39"/>
                    <a:pt x="32186" y="2209"/>
                    <a:pt x="23881" y="7271"/>
                  </a:cubicBezTo>
                  <a:cubicBezTo>
                    <a:pt x="9076" y="15950"/>
                    <a:pt x="49" y="32222"/>
                    <a:pt x="49" y="51025"/>
                  </a:cubicBezTo>
                  <a:cubicBezTo>
                    <a:pt x="49" y="77422"/>
                    <a:pt x="18465" y="97311"/>
                    <a:pt x="42658" y="97311"/>
                  </a:cubicBezTo>
                  <a:cubicBezTo>
                    <a:pt x="67574" y="97311"/>
                    <a:pt x="88156" y="76699"/>
                    <a:pt x="88156" y="51748"/>
                  </a:cubicBezTo>
                  <a:cubicBezTo>
                    <a:pt x="88156" y="34391"/>
                    <a:pt x="78768" y="19204"/>
                    <a:pt x="64324" y="13780"/>
                  </a:cubicBezTo>
                  <a:lnTo>
                    <a:pt x="97906" y="13780"/>
                  </a:lnTo>
                  <a:close/>
                  <a:moveTo>
                    <a:pt x="53852" y="13780"/>
                  </a:moveTo>
                  <a:cubicBezTo>
                    <a:pt x="64685" y="24267"/>
                    <a:pt x="69740" y="36561"/>
                    <a:pt x="69740" y="53195"/>
                  </a:cubicBezTo>
                  <a:cubicBezTo>
                    <a:pt x="69740" y="74530"/>
                    <a:pt x="59269" y="89717"/>
                    <a:pt x="44103" y="89717"/>
                  </a:cubicBezTo>
                  <a:cubicBezTo>
                    <a:pt x="29298" y="89717"/>
                    <a:pt x="18465" y="73083"/>
                    <a:pt x="18465" y="50302"/>
                  </a:cubicBezTo>
                  <a:cubicBezTo>
                    <a:pt x="18465" y="31499"/>
                    <a:pt x="27853" y="17396"/>
                    <a:pt x="42297" y="14503"/>
                  </a:cubicBezTo>
                  <a:cubicBezTo>
                    <a:pt x="45186" y="14142"/>
                    <a:pt x="49519" y="13780"/>
                    <a:pt x="53852" y="13780"/>
                  </a:cubicBezTo>
                  <a:close/>
                </a:path>
              </a:pathLst>
            </a:custGeom>
            <a:solidFill>
              <a:srgbClr val="000000"/>
            </a:solidFill>
            <a:ln w="23090" cap="flat">
              <a:noFill/>
              <a:prstDash val="solid"/>
              <a:miter/>
            </a:ln>
          </p:spPr>
          <p:txBody>
            <a:bodyPr rtlCol="0" anchor="ctr"/>
            <a:lstStyle/>
            <a:p>
              <a:endParaRPr lang="zh-CN" altLang="en-US"/>
            </a:p>
          </p:txBody>
        </p:sp>
        <p:grpSp>
          <p:nvGrpSpPr>
            <p:cNvPr id="363" name="Graphic 2"/>
            <p:cNvGrpSpPr/>
            <p:nvPr/>
          </p:nvGrpSpPr>
          <p:grpSpPr>
            <a:xfrm>
              <a:off x="8579500" y="1718802"/>
              <a:ext cx="269012" cy="159564"/>
              <a:chOff x="3889390" y="3442738"/>
              <a:chExt cx="207717" cy="135963"/>
            </a:xfrm>
          </p:grpSpPr>
          <p:sp>
            <p:nvSpPr>
              <p:cNvPr id="429" name="任意多边形: 形状 428"/>
              <p:cNvSpPr/>
              <p:nvPr/>
            </p:nvSpPr>
            <p:spPr>
              <a:xfrm>
                <a:off x="3889390" y="3442738"/>
                <a:ext cx="80524" cy="111374"/>
              </a:xfrm>
              <a:custGeom>
                <a:avLst/>
                <a:gdLst>
                  <a:gd name="connsiteX0" fmla="*/ 43024 w 80524"/>
                  <a:gd name="connsiteY0" fmla="*/ 93336 h 111374"/>
                  <a:gd name="connsiteX1" fmla="*/ 40857 w 80524"/>
                  <a:gd name="connsiteY1" fmla="*/ 104546 h 111374"/>
                  <a:gd name="connsiteX2" fmla="*/ 46635 w 80524"/>
                  <a:gd name="connsiteY2" fmla="*/ 111416 h 111374"/>
                  <a:gd name="connsiteX3" fmla="*/ 69384 w 80524"/>
                  <a:gd name="connsiteY3" fmla="*/ 94421 h 111374"/>
                  <a:gd name="connsiteX4" fmla="*/ 66856 w 80524"/>
                  <a:gd name="connsiteY4" fmla="*/ 92613 h 111374"/>
                  <a:gd name="connsiteX5" fmla="*/ 54218 w 80524"/>
                  <a:gd name="connsiteY5" fmla="*/ 102738 h 111374"/>
                  <a:gd name="connsiteX6" fmla="*/ 51329 w 80524"/>
                  <a:gd name="connsiteY6" fmla="*/ 100568 h 111374"/>
                  <a:gd name="connsiteX7" fmla="*/ 52412 w 80524"/>
                  <a:gd name="connsiteY7" fmla="*/ 95144 h 111374"/>
                  <a:gd name="connsiteX8" fmla="*/ 80578 w 80524"/>
                  <a:gd name="connsiteY8" fmla="*/ 42 h 111374"/>
                  <a:gd name="connsiteX9" fmla="*/ 57829 w 80524"/>
                  <a:gd name="connsiteY9" fmla="*/ 3297 h 111374"/>
                  <a:gd name="connsiteX10" fmla="*/ 57107 w 80524"/>
                  <a:gd name="connsiteY10" fmla="*/ 6189 h 111374"/>
                  <a:gd name="connsiteX11" fmla="*/ 58912 w 80524"/>
                  <a:gd name="connsiteY11" fmla="*/ 6189 h 111374"/>
                  <a:gd name="connsiteX12" fmla="*/ 62162 w 80524"/>
                  <a:gd name="connsiteY12" fmla="*/ 5828 h 111374"/>
                  <a:gd name="connsiteX13" fmla="*/ 66495 w 80524"/>
                  <a:gd name="connsiteY13" fmla="*/ 9444 h 111374"/>
                  <a:gd name="connsiteX14" fmla="*/ 65773 w 80524"/>
                  <a:gd name="connsiteY14" fmla="*/ 13060 h 111374"/>
                  <a:gd name="connsiteX15" fmla="*/ 57829 w 80524"/>
                  <a:gd name="connsiteY15" fmla="*/ 41988 h 111374"/>
                  <a:gd name="connsiteX16" fmla="*/ 46635 w 80524"/>
                  <a:gd name="connsiteY16" fmla="*/ 36926 h 111374"/>
                  <a:gd name="connsiteX17" fmla="*/ 53 w 80524"/>
                  <a:gd name="connsiteY17" fmla="*/ 90805 h 111374"/>
                  <a:gd name="connsiteX18" fmla="*/ 14136 w 80524"/>
                  <a:gd name="connsiteY18" fmla="*/ 111055 h 111374"/>
                  <a:gd name="connsiteX19" fmla="*/ 30385 w 80524"/>
                  <a:gd name="connsiteY19" fmla="*/ 104184 h 111374"/>
                  <a:gd name="connsiteX20" fmla="*/ 44107 w 80524"/>
                  <a:gd name="connsiteY20" fmla="*/ 88273 h 111374"/>
                  <a:gd name="connsiteX21" fmla="*/ 45190 w 80524"/>
                  <a:gd name="connsiteY21" fmla="*/ 41265 h 111374"/>
                  <a:gd name="connsiteX22" fmla="*/ 53857 w 80524"/>
                  <a:gd name="connsiteY22" fmla="*/ 49943 h 111374"/>
                  <a:gd name="connsiteX23" fmla="*/ 41940 w 80524"/>
                  <a:gd name="connsiteY23" fmla="*/ 83573 h 111374"/>
                  <a:gd name="connsiteX24" fmla="*/ 21719 w 80524"/>
                  <a:gd name="connsiteY24" fmla="*/ 101291 h 111374"/>
                  <a:gd name="connsiteX25" fmla="*/ 14136 w 80524"/>
                  <a:gd name="connsiteY25" fmla="*/ 89358 h 111374"/>
                  <a:gd name="connsiteX26" fmla="*/ 24608 w 80524"/>
                  <a:gd name="connsiteY26" fmla="*/ 57537 h 111374"/>
                  <a:gd name="connsiteX27" fmla="*/ 45190 w 80524"/>
                  <a:gd name="connsiteY27" fmla="*/ 41265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024" y="93336"/>
                    </a:moveTo>
                    <a:cubicBezTo>
                      <a:pt x="40857" y="102014"/>
                      <a:pt x="40857" y="102014"/>
                      <a:pt x="40857" y="104546"/>
                    </a:cubicBezTo>
                    <a:cubicBezTo>
                      <a:pt x="40857" y="108523"/>
                      <a:pt x="43024" y="111416"/>
                      <a:pt x="46635" y="111416"/>
                    </a:cubicBezTo>
                    <a:cubicBezTo>
                      <a:pt x="53496" y="111416"/>
                      <a:pt x="60356" y="106354"/>
                      <a:pt x="69384" y="94421"/>
                    </a:cubicBezTo>
                    <a:lnTo>
                      <a:pt x="66856" y="92613"/>
                    </a:lnTo>
                    <a:cubicBezTo>
                      <a:pt x="61079" y="99845"/>
                      <a:pt x="57829" y="102738"/>
                      <a:pt x="54218" y="102738"/>
                    </a:cubicBezTo>
                    <a:cubicBezTo>
                      <a:pt x="52412" y="102738"/>
                      <a:pt x="51329" y="101653"/>
                      <a:pt x="51329" y="100568"/>
                    </a:cubicBezTo>
                    <a:cubicBezTo>
                      <a:pt x="51329" y="99483"/>
                      <a:pt x="51690" y="97314"/>
                      <a:pt x="52412" y="95144"/>
                    </a:cubicBezTo>
                    <a:lnTo>
                      <a:pt x="80578" y="42"/>
                    </a:lnTo>
                    <a:cubicBezTo>
                      <a:pt x="70828" y="2212"/>
                      <a:pt x="69023" y="2573"/>
                      <a:pt x="57829" y="3297"/>
                    </a:cubicBezTo>
                    <a:lnTo>
                      <a:pt x="57107" y="6189"/>
                    </a:lnTo>
                    <a:lnTo>
                      <a:pt x="58912" y="6189"/>
                    </a:lnTo>
                    <a:cubicBezTo>
                      <a:pt x="60356" y="6189"/>
                      <a:pt x="61440" y="5828"/>
                      <a:pt x="62162" y="5828"/>
                    </a:cubicBezTo>
                    <a:cubicBezTo>
                      <a:pt x="64328" y="5828"/>
                      <a:pt x="66495" y="7636"/>
                      <a:pt x="66495" y="9444"/>
                    </a:cubicBezTo>
                    <a:cubicBezTo>
                      <a:pt x="66495" y="10167"/>
                      <a:pt x="66134" y="11252"/>
                      <a:pt x="65773" y="13060"/>
                    </a:cubicBezTo>
                    <a:lnTo>
                      <a:pt x="57829" y="41988"/>
                    </a:lnTo>
                    <a:cubicBezTo>
                      <a:pt x="53857" y="38011"/>
                      <a:pt x="50968" y="36926"/>
                      <a:pt x="46635" y="36926"/>
                    </a:cubicBezTo>
                    <a:cubicBezTo>
                      <a:pt x="25330" y="36926"/>
                      <a:pt x="53" y="66216"/>
                      <a:pt x="53" y="90805"/>
                    </a:cubicBezTo>
                    <a:cubicBezTo>
                      <a:pt x="53" y="102738"/>
                      <a:pt x="5831" y="111055"/>
                      <a:pt x="14136" y="111055"/>
                    </a:cubicBezTo>
                    <a:cubicBezTo>
                      <a:pt x="18830" y="111055"/>
                      <a:pt x="25330" y="108162"/>
                      <a:pt x="30385" y="104184"/>
                    </a:cubicBezTo>
                    <a:cubicBezTo>
                      <a:pt x="35080" y="100206"/>
                      <a:pt x="38330" y="96229"/>
                      <a:pt x="44107" y="88273"/>
                    </a:cubicBezTo>
                    <a:close/>
                    <a:moveTo>
                      <a:pt x="45190" y="41265"/>
                    </a:moveTo>
                    <a:cubicBezTo>
                      <a:pt x="50607" y="41265"/>
                      <a:pt x="53857" y="44519"/>
                      <a:pt x="53857" y="49943"/>
                    </a:cubicBezTo>
                    <a:cubicBezTo>
                      <a:pt x="53857" y="57537"/>
                      <a:pt x="48440" y="73086"/>
                      <a:pt x="41940" y="83573"/>
                    </a:cubicBezTo>
                    <a:cubicBezTo>
                      <a:pt x="36163" y="93336"/>
                      <a:pt x="26774" y="101291"/>
                      <a:pt x="21719" y="101291"/>
                    </a:cubicBezTo>
                    <a:cubicBezTo>
                      <a:pt x="17025" y="101291"/>
                      <a:pt x="14136" y="96952"/>
                      <a:pt x="14136" y="89358"/>
                    </a:cubicBezTo>
                    <a:cubicBezTo>
                      <a:pt x="14136" y="80318"/>
                      <a:pt x="18108" y="68385"/>
                      <a:pt x="24608" y="57537"/>
                    </a:cubicBezTo>
                    <a:cubicBezTo>
                      <a:pt x="31469" y="47050"/>
                      <a:pt x="38691" y="41265"/>
                      <a:pt x="45190" y="41265"/>
                    </a:cubicBezTo>
                    <a:close/>
                  </a:path>
                </a:pathLst>
              </a:custGeom>
              <a:solidFill>
                <a:srgbClr val="000000"/>
              </a:solidFill>
              <a:ln w="23090" cap="flat">
                <a:noFill/>
                <a:prstDash val="solid"/>
                <a:miter/>
              </a:ln>
            </p:spPr>
            <p:txBody>
              <a:bodyPr rtlCol="0" anchor="ctr"/>
              <a:lstStyle/>
              <a:p>
                <a:endParaRPr lang="zh-CN" altLang="en-US"/>
              </a:p>
            </p:txBody>
          </p:sp>
          <p:sp>
            <p:nvSpPr>
              <p:cNvPr id="430" name="任意多边形: 形状 429"/>
              <p:cNvSpPr/>
              <p:nvPr/>
            </p:nvSpPr>
            <p:spPr>
              <a:xfrm>
                <a:off x="3967153" y="3479260"/>
                <a:ext cx="59580" cy="74490"/>
              </a:xfrm>
              <a:custGeom>
                <a:avLst/>
                <a:gdLst>
                  <a:gd name="connsiteX0" fmla="*/ 49166 w 59580"/>
                  <a:gd name="connsiteY0" fmla="*/ 55367 h 74490"/>
                  <a:gd name="connsiteX1" fmla="*/ 28222 w 59580"/>
                  <a:gd name="connsiteY1" fmla="*/ 66216 h 74490"/>
                  <a:gd name="connsiteX2" fmla="*/ 13056 w 59580"/>
                  <a:gd name="connsiteY2" fmla="*/ 49582 h 74490"/>
                  <a:gd name="connsiteX3" fmla="*/ 13778 w 59580"/>
                  <a:gd name="connsiteY3" fmla="*/ 41265 h 74490"/>
                  <a:gd name="connsiteX4" fmla="*/ 41222 w 59580"/>
                  <a:gd name="connsiteY4" fmla="*/ 35479 h 74490"/>
                  <a:gd name="connsiteX5" fmla="*/ 59638 w 59580"/>
                  <a:gd name="connsiteY5" fmla="*/ 11975 h 74490"/>
                  <a:gd name="connsiteX6" fmla="*/ 44471 w 59580"/>
                  <a:gd name="connsiteY6" fmla="*/ 42 h 74490"/>
                  <a:gd name="connsiteX7" fmla="*/ 57 w 59580"/>
                  <a:gd name="connsiteY7" fmla="*/ 50305 h 74490"/>
                  <a:gd name="connsiteX8" fmla="*/ 21361 w 59580"/>
                  <a:gd name="connsiteY8" fmla="*/ 74532 h 74490"/>
                  <a:gd name="connsiteX9" fmla="*/ 52416 w 59580"/>
                  <a:gd name="connsiteY9" fmla="*/ 57537 h 74490"/>
                  <a:gd name="connsiteX10" fmla="*/ 14862 w 59580"/>
                  <a:gd name="connsiteY10" fmla="*/ 36926 h 74490"/>
                  <a:gd name="connsiteX11" fmla="*/ 41583 w 59580"/>
                  <a:gd name="connsiteY11" fmla="*/ 4743 h 74490"/>
                  <a:gd name="connsiteX12" fmla="*/ 48082 w 59580"/>
                  <a:gd name="connsiteY12" fmla="*/ 11613 h 74490"/>
                  <a:gd name="connsiteX13" fmla="*/ 42305 w 59580"/>
                  <a:gd name="connsiteY13" fmla="*/ 25354 h 74490"/>
                  <a:gd name="connsiteX14" fmla="*/ 21361 w 59580"/>
                  <a:gd name="connsiteY14" fmla="*/ 36564 h 74490"/>
                  <a:gd name="connsiteX15" fmla="*/ 14862 w 59580"/>
                  <a:gd name="connsiteY15" fmla="*/ 3692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66" y="55367"/>
                    </a:moveTo>
                    <a:cubicBezTo>
                      <a:pt x="42305" y="62961"/>
                      <a:pt x="35444" y="66216"/>
                      <a:pt x="28222" y="66216"/>
                    </a:cubicBezTo>
                    <a:cubicBezTo>
                      <a:pt x="19556" y="66216"/>
                      <a:pt x="13056" y="59345"/>
                      <a:pt x="13056" y="49582"/>
                    </a:cubicBezTo>
                    <a:cubicBezTo>
                      <a:pt x="13056" y="47050"/>
                      <a:pt x="13417" y="44158"/>
                      <a:pt x="13778" y="41265"/>
                    </a:cubicBezTo>
                    <a:cubicBezTo>
                      <a:pt x="26417" y="40542"/>
                      <a:pt x="33639" y="39095"/>
                      <a:pt x="41222" y="35479"/>
                    </a:cubicBezTo>
                    <a:cubicBezTo>
                      <a:pt x="52416" y="30417"/>
                      <a:pt x="59638" y="21015"/>
                      <a:pt x="59638" y="11975"/>
                    </a:cubicBezTo>
                    <a:cubicBezTo>
                      <a:pt x="59638" y="5104"/>
                      <a:pt x="53138" y="42"/>
                      <a:pt x="44471" y="42"/>
                    </a:cubicBezTo>
                    <a:cubicBezTo>
                      <a:pt x="22806" y="42"/>
                      <a:pt x="57" y="26077"/>
                      <a:pt x="57" y="50305"/>
                    </a:cubicBezTo>
                    <a:cubicBezTo>
                      <a:pt x="57" y="64769"/>
                      <a:pt x="8723" y="74532"/>
                      <a:pt x="21361" y="74532"/>
                    </a:cubicBezTo>
                    <a:cubicBezTo>
                      <a:pt x="31472" y="74532"/>
                      <a:pt x="40138" y="69470"/>
                      <a:pt x="52416" y="57537"/>
                    </a:cubicBezTo>
                    <a:close/>
                    <a:moveTo>
                      <a:pt x="14862" y="36926"/>
                    </a:moveTo>
                    <a:cubicBezTo>
                      <a:pt x="20278" y="18484"/>
                      <a:pt x="31833" y="4743"/>
                      <a:pt x="41583" y="4743"/>
                    </a:cubicBezTo>
                    <a:cubicBezTo>
                      <a:pt x="45194" y="4743"/>
                      <a:pt x="48082" y="7636"/>
                      <a:pt x="48082" y="11613"/>
                    </a:cubicBezTo>
                    <a:cubicBezTo>
                      <a:pt x="48082" y="15953"/>
                      <a:pt x="45916" y="21015"/>
                      <a:pt x="42305" y="25354"/>
                    </a:cubicBezTo>
                    <a:cubicBezTo>
                      <a:pt x="36889" y="31140"/>
                      <a:pt x="30028" y="35117"/>
                      <a:pt x="21361" y="36564"/>
                    </a:cubicBezTo>
                    <a:cubicBezTo>
                      <a:pt x="19917" y="36564"/>
                      <a:pt x="17750" y="36926"/>
                      <a:pt x="14862" y="36926"/>
                    </a:cubicBezTo>
                    <a:close/>
                  </a:path>
                </a:pathLst>
              </a:custGeom>
              <a:solidFill>
                <a:srgbClr val="000000"/>
              </a:solidFill>
              <a:ln w="23090" cap="flat">
                <a:noFill/>
                <a:prstDash val="solid"/>
                <a:miter/>
              </a:ln>
            </p:spPr>
            <p:txBody>
              <a:bodyPr rtlCol="0" anchor="ctr"/>
              <a:lstStyle/>
              <a:p>
                <a:endParaRPr lang="zh-CN" altLang="en-US"/>
              </a:p>
            </p:txBody>
          </p:sp>
          <p:sp>
            <p:nvSpPr>
              <p:cNvPr id="431" name="任意多边形: 形状 430"/>
              <p:cNvSpPr/>
              <p:nvPr/>
            </p:nvSpPr>
            <p:spPr>
              <a:xfrm>
                <a:off x="4015138" y="3479983"/>
                <a:ext cx="81968" cy="98717"/>
              </a:xfrm>
              <a:custGeom>
                <a:avLst/>
                <a:gdLst>
                  <a:gd name="connsiteX0" fmla="*/ 29308 w 81968"/>
                  <a:gd name="connsiteY0" fmla="*/ 70555 h 98717"/>
                  <a:gd name="connsiteX1" fmla="*/ 39780 w 81968"/>
                  <a:gd name="connsiteY1" fmla="*/ 73448 h 98717"/>
                  <a:gd name="connsiteX2" fmla="*/ 82028 w 81968"/>
                  <a:gd name="connsiteY2" fmla="*/ 21377 h 98717"/>
                  <a:gd name="connsiteX3" fmla="*/ 66501 w 81968"/>
                  <a:gd name="connsiteY3" fmla="*/ 42 h 98717"/>
                  <a:gd name="connsiteX4" fmla="*/ 44835 w 81968"/>
                  <a:gd name="connsiteY4" fmla="*/ 15591 h 98717"/>
                  <a:gd name="connsiteX5" fmla="*/ 49530 w 81968"/>
                  <a:gd name="connsiteY5" fmla="*/ 42 h 98717"/>
                  <a:gd name="connsiteX6" fmla="*/ 27142 w 81968"/>
                  <a:gd name="connsiteY6" fmla="*/ 3296 h 98717"/>
                  <a:gd name="connsiteX7" fmla="*/ 26420 w 81968"/>
                  <a:gd name="connsiteY7" fmla="*/ 6189 h 98717"/>
                  <a:gd name="connsiteX8" fmla="*/ 30753 w 81968"/>
                  <a:gd name="connsiteY8" fmla="*/ 5466 h 98717"/>
                  <a:gd name="connsiteX9" fmla="*/ 34725 w 81968"/>
                  <a:gd name="connsiteY9" fmla="*/ 10167 h 98717"/>
                  <a:gd name="connsiteX10" fmla="*/ 33641 w 81968"/>
                  <a:gd name="connsiteY10" fmla="*/ 15591 h 98717"/>
                  <a:gd name="connsiteX11" fmla="*/ 15226 w 81968"/>
                  <a:gd name="connsiteY11" fmla="*/ 80680 h 98717"/>
                  <a:gd name="connsiteX12" fmla="*/ 5115 w 81968"/>
                  <a:gd name="connsiteY12" fmla="*/ 95867 h 98717"/>
                  <a:gd name="connsiteX13" fmla="*/ 782 w 81968"/>
                  <a:gd name="connsiteY13" fmla="*/ 95867 h 98717"/>
                  <a:gd name="connsiteX14" fmla="*/ 59 w 81968"/>
                  <a:gd name="connsiteY14" fmla="*/ 98760 h 98717"/>
                  <a:gd name="connsiteX15" fmla="*/ 34364 w 81968"/>
                  <a:gd name="connsiteY15" fmla="*/ 98760 h 98717"/>
                  <a:gd name="connsiteX16" fmla="*/ 35086 w 81968"/>
                  <a:gd name="connsiteY16" fmla="*/ 95867 h 98717"/>
                  <a:gd name="connsiteX17" fmla="*/ 27503 w 81968"/>
                  <a:gd name="connsiteY17" fmla="*/ 95867 h 98717"/>
                  <a:gd name="connsiteX18" fmla="*/ 23170 w 81968"/>
                  <a:gd name="connsiteY18" fmla="*/ 92613 h 98717"/>
                  <a:gd name="connsiteX19" fmla="*/ 24253 w 81968"/>
                  <a:gd name="connsiteY19" fmla="*/ 88273 h 98717"/>
                  <a:gd name="connsiteX20" fmla="*/ 39058 w 81968"/>
                  <a:gd name="connsiteY20" fmla="*/ 35479 h 98717"/>
                  <a:gd name="connsiteX21" fmla="*/ 48446 w 81968"/>
                  <a:gd name="connsiteY21" fmla="*/ 15591 h 98717"/>
                  <a:gd name="connsiteX22" fmla="*/ 61446 w 81968"/>
                  <a:gd name="connsiteY22" fmla="*/ 7997 h 98717"/>
                  <a:gd name="connsiteX23" fmla="*/ 69390 w 81968"/>
                  <a:gd name="connsiteY23" fmla="*/ 21015 h 98717"/>
                  <a:gd name="connsiteX24" fmla="*/ 40141 w 81968"/>
                  <a:gd name="connsiteY24" fmla="*/ 69832 h 98717"/>
                  <a:gd name="connsiteX25" fmla="*/ 30753 w 81968"/>
                  <a:gd name="connsiteY25" fmla="*/ 65131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308" y="70555"/>
                    </a:moveTo>
                    <a:cubicBezTo>
                      <a:pt x="33280" y="72724"/>
                      <a:pt x="35808" y="73448"/>
                      <a:pt x="39780" y="73448"/>
                    </a:cubicBezTo>
                    <a:cubicBezTo>
                      <a:pt x="60001" y="73448"/>
                      <a:pt x="82028" y="46689"/>
                      <a:pt x="82028" y="21377"/>
                    </a:cubicBezTo>
                    <a:cubicBezTo>
                      <a:pt x="82028" y="8720"/>
                      <a:pt x="75890" y="42"/>
                      <a:pt x="66501" y="42"/>
                    </a:cubicBezTo>
                    <a:cubicBezTo>
                      <a:pt x="58918" y="42"/>
                      <a:pt x="53141" y="4381"/>
                      <a:pt x="44835" y="15591"/>
                    </a:cubicBezTo>
                    <a:lnTo>
                      <a:pt x="49530" y="42"/>
                    </a:lnTo>
                    <a:cubicBezTo>
                      <a:pt x="36169" y="2212"/>
                      <a:pt x="35086" y="2212"/>
                      <a:pt x="27142" y="3296"/>
                    </a:cubicBezTo>
                    <a:lnTo>
                      <a:pt x="26420" y="6189"/>
                    </a:lnTo>
                    <a:cubicBezTo>
                      <a:pt x="28947" y="5828"/>
                      <a:pt x="29669" y="5466"/>
                      <a:pt x="30753" y="5466"/>
                    </a:cubicBezTo>
                    <a:cubicBezTo>
                      <a:pt x="33641" y="5466"/>
                      <a:pt x="34725" y="7274"/>
                      <a:pt x="34725" y="10167"/>
                    </a:cubicBezTo>
                    <a:cubicBezTo>
                      <a:pt x="34725" y="11975"/>
                      <a:pt x="34725" y="11975"/>
                      <a:pt x="33641" y="15591"/>
                    </a:cubicBezTo>
                    <a:lnTo>
                      <a:pt x="15226" y="80680"/>
                    </a:lnTo>
                    <a:cubicBezTo>
                      <a:pt x="10892" y="94782"/>
                      <a:pt x="10170" y="95867"/>
                      <a:pt x="5115" y="95867"/>
                    </a:cubicBezTo>
                    <a:lnTo>
                      <a:pt x="782" y="95867"/>
                    </a:lnTo>
                    <a:lnTo>
                      <a:pt x="59" y="98760"/>
                    </a:lnTo>
                    <a:lnTo>
                      <a:pt x="34364" y="98760"/>
                    </a:lnTo>
                    <a:lnTo>
                      <a:pt x="35086" y="95867"/>
                    </a:lnTo>
                    <a:lnTo>
                      <a:pt x="27503" y="95867"/>
                    </a:lnTo>
                    <a:cubicBezTo>
                      <a:pt x="25336" y="95867"/>
                      <a:pt x="23170" y="94059"/>
                      <a:pt x="23170" y="92613"/>
                    </a:cubicBezTo>
                    <a:cubicBezTo>
                      <a:pt x="23170" y="91889"/>
                      <a:pt x="23531" y="90443"/>
                      <a:pt x="24253" y="88273"/>
                    </a:cubicBezTo>
                    <a:close/>
                    <a:moveTo>
                      <a:pt x="39058" y="35479"/>
                    </a:moveTo>
                    <a:cubicBezTo>
                      <a:pt x="41947" y="26439"/>
                      <a:pt x="44835" y="20292"/>
                      <a:pt x="48446" y="15591"/>
                    </a:cubicBezTo>
                    <a:cubicBezTo>
                      <a:pt x="52419" y="10890"/>
                      <a:pt x="57474" y="7997"/>
                      <a:pt x="61446" y="7997"/>
                    </a:cubicBezTo>
                    <a:cubicBezTo>
                      <a:pt x="66140" y="7997"/>
                      <a:pt x="69390" y="13421"/>
                      <a:pt x="69390" y="21015"/>
                    </a:cubicBezTo>
                    <a:cubicBezTo>
                      <a:pt x="69390" y="43796"/>
                      <a:pt x="53863" y="69832"/>
                      <a:pt x="40141" y="69832"/>
                    </a:cubicBezTo>
                    <a:cubicBezTo>
                      <a:pt x="36169" y="69832"/>
                      <a:pt x="33280" y="68385"/>
                      <a:pt x="30753" y="65131"/>
                    </a:cubicBezTo>
                    <a:close/>
                  </a:path>
                </a:pathLst>
              </a:custGeom>
              <a:solidFill>
                <a:srgbClr val="000000"/>
              </a:solidFill>
              <a:ln w="23090" cap="flat">
                <a:noFill/>
                <a:prstDash val="solid"/>
                <a:miter/>
              </a:ln>
            </p:spPr>
            <p:txBody>
              <a:bodyPr rtlCol="0" anchor="ctr"/>
              <a:lstStyle/>
              <a:p>
                <a:endParaRPr lang="zh-CN" altLang="en-US"/>
              </a:p>
            </p:txBody>
          </p:sp>
        </p:grpSp>
        <p:grpSp>
          <p:nvGrpSpPr>
            <p:cNvPr id="364" name="Graphic 2"/>
            <p:cNvGrpSpPr/>
            <p:nvPr/>
          </p:nvGrpSpPr>
          <p:grpSpPr>
            <a:xfrm>
              <a:off x="8860077" y="1742991"/>
              <a:ext cx="752850" cy="128585"/>
              <a:chOff x="4106037" y="3463349"/>
              <a:chExt cx="581312" cy="109566"/>
            </a:xfrm>
          </p:grpSpPr>
          <p:sp>
            <p:nvSpPr>
              <p:cNvPr id="420" name="任意多边形: 形状 419"/>
              <p:cNvSpPr/>
              <p:nvPr/>
            </p:nvSpPr>
            <p:spPr>
              <a:xfrm>
                <a:off x="4106037" y="3463349"/>
                <a:ext cx="39720" cy="90400"/>
              </a:xfrm>
              <a:custGeom>
                <a:avLst/>
                <a:gdLst>
                  <a:gd name="connsiteX0" fmla="*/ 27867 w 39720"/>
                  <a:gd name="connsiteY0" fmla="*/ 22823 h 90400"/>
                  <a:gd name="connsiteX1" fmla="*/ 38339 w 39720"/>
                  <a:gd name="connsiteY1" fmla="*/ 22823 h 90400"/>
                  <a:gd name="connsiteX2" fmla="*/ 39783 w 39720"/>
                  <a:gd name="connsiteY2" fmla="*/ 17760 h 90400"/>
                  <a:gd name="connsiteX3" fmla="*/ 29311 w 39720"/>
                  <a:gd name="connsiteY3" fmla="*/ 17760 h 90400"/>
                  <a:gd name="connsiteX4" fmla="*/ 34367 w 39720"/>
                  <a:gd name="connsiteY4" fmla="*/ 42 h 90400"/>
                  <a:gd name="connsiteX5" fmla="*/ 30756 w 39720"/>
                  <a:gd name="connsiteY5" fmla="*/ 42 h 90400"/>
                  <a:gd name="connsiteX6" fmla="*/ 6201 w 39720"/>
                  <a:gd name="connsiteY6" fmla="*/ 17760 h 90400"/>
                  <a:gd name="connsiteX7" fmla="*/ 5118 w 39720"/>
                  <a:gd name="connsiteY7" fmla="*/ 22823 h 90400"/>
                  <a:gd name="connsiteX8" fmla="*/ 16312 w 39720"/>
                  <a:gd name="connsiteY8" fmla="*/ 22823 h 90400"/>
                  <a:gd name="connsiteX9" fmla="*/ 2229 w 39720"/>
                  <a:gd name="connsiteY9" fmla="*/ 71640 h 90400"/>
                  <a:gd name="connsiteX10" fmla="*/ 63 w 39720"/>
                  <a:gd name="connsiteY10" fmla="*/ 82488 h 90400"/>
                  <a:gd name="connsiteX11" fmla="*/ 8007 w 39720"/>
                  <a:gd name="connsiteY11" fmla="*/ 90443 h 90400"/>
                  <a:gd name="connsiteX12" fmla="*/ 28589 w 39720"/>
                  <a:gd name="connsiteY12" fmla="*/ 73809 h 90400"/>
                  <a:gd name="connsiteX13" fmla="*/ 26784 w 39720"/>
                  <a:gd name="connsiteY13" fmla="*/ 71640 h 90400"/>
                  <a:gd name="connsiteX14" fmla="*/ 14506 w 39720"/>
                  <a:gd name="connsiteY14" fmla="*/ 82488 h 90400"/>
                  <a:gd name="connsiteX15" fmla="*/ 11979 w 39720"/>
                  <a:gd name="connsiteY15" fmla="*/ 80318 h 90400"/>
                  <a:gd name="connsiteX16" fmla="*/ 13784 w 39720"/>
                  <a:gd name="connsiteY16" fmla="*/ 72724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7867" y="22823"/>
                    </a:moveTo>
                    <a:lnTo>
                      <a:pt x="38339" y="22823"/>
                    </a:lnTo>
                    <a:lnTo>
                      <a:pt x="39783" y="17760"/>
                    </a:lnTo>
                    <a:lnTo>
                      <a:pt x="29311" y="17760"/>
                    </a:lnTo>
                    <a:lnTo>
                      <a:pt x="34367" y="42"/>
                    </a:lnTo>
                    <a:lnTo>
                      <a:pt x="30756" y="42"/>
                    </a:lnTo>
                    <a:cubicBezTo>
                      <a:pt x="22090" y="11252"/>
                      <a:pt x="15951" y="15591"/>
                      <a:pt x="6201" y="17760"/>
                    </a:cubicBezTo>
                    <a:lnTo>
                      <a:pt x="5118" y="22823"/>
                    </a:lnTo>
                    <a:lnTo>
                      <a:pt x="16312" y="22823"/>
                    </a:lnTo>
                    <a:lnTo>
                      <a:pt x="2229" y="71640"/>
                    </a:lnTo>
                    <a:cubicBezTo>
                      <a:pt x="1146" y="75617"/>
                      <a:pt x="63" y="80318"/>
                      <a:pt x="63" y="82488"/>
                    </a:cubicBezTo>
                    <a:cubicBezTo>
                      <a:pt x="63" y="87189"/>
                      <a:pt x="3312" y="90443"/>
                      <a:pt x="8007" y="90443"/>
                    </a:cubicBezTo>
                    <a:cubicBezTo>
                      <a:pt x="14145" y="90443"/>
                      <a:pt x="20645" y="85019"/>
                      <a:pt x="28589" y="73809"/>
                    </a:cubicBezTo>
                    <a:lnTo>
                      <a:pt x="26784" y="71640"/>
                    </a:lnTo>
                    <a:cubicBezTo>
                      <a:pt x="21728" y="78148"/>
                      <a:pt x="17034" y="82488"/>
                      <a:pt x="14506" y="82488"/>
                    </a:cubicBezTo>
                    <a:cubicBezTo>
                      <a:pt x="13423" y="82488"/>
                      <a:pt x="11979" y="81403"/>
                      <a:pt x="11979" y="80318"/>
                    </a:cubicBezTo>
                    <a:cubicBezTo>
                      <a:pt x="11979" y="79233"/>
                      <a:pt x="11979" y="79233"/>
                      <a:pt x="13784" y="72724"/>
                    </a:cubicBezTo>
                    <a:close/>
                  </a:path>
                </a:pathLst>
              </a:custGeom>
              <a:solidFill>
                <a:srgbClr val="000000"/>
              </a:solidFill>
              <a:ln w="23090" cap="flat">
                <a:noFill/>
                <a:prstDash val="solid"/>
                <a:miter/>
              </a:ln>
            </p:spPr>
            <p:txBody>
              <a:bodyPr rtlCol="0" anchor="ctr"/>
              <a:lstStyle/>
              <a:p>
                <a:endParaRPr lang="zh-CN" altLang="en-US"/>
              </a:p>
            </p:txBody>
          </p:sp>
          <p:sp>
            <p:nvSpPr>
              <p:cNvPr id="421" name="任意多边形: 形状 420"/>
              <p:cNvSpPr/>
              <p:nvPr/>
            </p:nvSpPr>
            <p:spPr>
              <a:xfrm>
                <a:off x="4151920" y="3565683"/>
                <a:ext cx="73663" cy="7232"/>
              </a:xfrm>
              <a:custGeom>
                <a:avLst/>
                <a:gdLst>
                  <a:gd name="connsiteX0" fmla="*/ 64 w 73663"/>
                  <a:gd name="connsiteY0" fmla="*/ 42 h 7232"/>
                  <a:gd name="connsiteX1" fmla="*/ 64 w 73663"/>
                  <a:gd name="connsiteY1" fmla="*/ 7274 h 7232"/>
                  <a:gd name="connsiteX2" fmla="*/ 73728 w 73663"/>
                  <a:gd name="connsiteY2" fmla="*/ 7274 h 7232"/>
                  <a:gd name="connsiteX3" fmla="*/ 73728 w 73663"/>
                  <a:gd name="connsiteY3" fmla="*/ 42 h 7232"/>
                </a:gdLst>
                <a:ahLst/>
                <a:cxnLst>
                  <a:cxn ang="0">
                    <a:pos x="connsiteX0" y="connsiteY0"/>
                  </a:cxn>
                  <a:cxn ang="0">
                    <a:pos x="connsiteX1" y="connsiteY1"/>
                  </a:cxn>
                  <a:cxn ang="0">
                    <a:pos x="connsiteX2" y="connsiteY2"/>
                  </a:cxn>
                  <a:cxn ang="0">
                    <a:pos x="connsiteX3" y="connsiteY3"/>
                  </a:cxn>
                </a:cxnLst>
                <a:rect l="l" t="t" r="r" b="b"/>
                <a:pathLst>
                  <a:path w="73663" h="7232">
                    <a:moveTo>
                      <a:pt x="64" y="42"/>
                    </a:moveTo>
                    <a:lnTo>
                      <a:pt x="64" y="7274"/>
                    </a:lnTo>
                    <a:lnTo>
                      <a:pt x="73728" y="7274"/>
                    </a:lnTo>
                    <a:lnTo>
                      <a:pt x="73728" y="42"/>
                    </a:lnTo>
                    <a:close/>
                  </a:path>
                </a:pathLst>
              </a:custGeom>
              <a:solidFill>
                <a:srgbClr val="000000"/>
              </a:solidFill>
              <a:ln w="23090" cap="flat">
                <a:noFill/>
                <a:prstDash val="solid"/>
                <a:miter/>
              </a:ln>
            </p:spPr>
            <p:txBody>
              <a:bodyPr rtlCol="0" anchor="ctr"/>
              <a:lstStyle/>
              <a:p>
                <a:endParaRPr lang="zh-CN" altLang="en-US"/>
              </a:p>
            </p:txBody>
          </p:sp>
          <p:sp>
            <p:nvSpPr>
              <p:cNvPr id="422" name="任意多边形: 形状 421"/>
              <p:cNvSpPr/>
              <p:nvPr/>
            </p:nvSpPr>
            <p:spPr>
              <a:xfrm>
                <a:off x="4227028" y="3479260"/>
                <a:ext cx="69330" cy="74128"/>
              </a:xfrm>
              <a:custGeom>
                <a:avLst/>
                <a:gdLst>
                  <a:gd name="connsiteX0" fmla="*/ 33650 w 69330"/>
                  <a:gd name="connsiteY0" fmla="*/ 42 h 74128"/>
                  <a:gd name="connsiteX1" fmla="*/ 11623 w 69330"/>
                  <a:gd name="connsiteY1" fmla="*/ 2212 h 74128"/>
                  <a:gd name="connsiteX2" fmla="*/ 10540 w 69330"/>
                  <a:gd name="connsiteY2" fmla="*/ 5466 h 74128"/>
                  <a:gd name="connsiteX3" fmla="*/ 12345 w 69330"/>
                  <a:gd name="connsiteY3" fmla="*/ 5104 h 74128"/>
                  <a:gd name="connsiteX4" fmla="*/ 15234 w 69330"/>
                  <a:gd name="connsiteY4" fmla="*/ 4743 h 74128"/>
                  <a:gd name="connsiteX5" fmla="*/ 18845 w 69330"/>
                  <a:gd name="connsiteY5" fmla="*/ 7997 h 74128"/>
                  <a:gd name="connsiteX6" fmla="*/ 17401 w 69330"/>
                  <a:gd name="connsiteY6" fmla="*/ 14868 h 74128"/>
                  <a:gd name="connsiteX7" fmla="*/ 68 w 69330"/>
                  <a:gd name="connsiteY7" fmla="*/ 72363 h 74128"/>
                  <a:gd name="connsiteX8" fmla="*/ 11984 w 69330"/>
                  <a:gd name="connsiteY8" fmla="*/ 72363 h 74128"/>
                  <a:gd name="connsiteX9" fmla="*/ 17039 w 69330"/>
                  <a:gd name="connsiteY9" fmla="*/ 53559 h 74128"/>
                  <a:gd name="connsiteX10" fmla="*/ 32205 w 69330"/>
                  <a:gd name="connsiteY10" fmla="*/ 26801 h 74128"/>
                  <a:gd name="connsiteX11" fmla="*/ 52427 w 69330"/>
                  <a:gd name="connsiteY11" fmla="*/ 9805 h 74128"/>
                  <a:gd name="connsiteX12" fmla="*/ 56399 w 69330"/>
                  <a:gd name="connsiteY12" fmla="*/ 14506 h 74128"/>
                  <a:gd name="connsiteX13" fmla="*/ 55316 w 69330"/>
                  <a:gd name="connsiteY13" fmla="*/ 22100 h 74128"/>
                  <a:gd name="connsiteX14" fmla="*/ 42677 w 69330"/>
                  <a:gd name="connsiteY14" fmla="*/ 62961 h 74128"/>
                  <a:gd name="connsiteX15" fmla="*/ 41594 w 69330"/>
                  <a:gd name="connsiteY15" fmla="*/ 67662 h 74128"/>
                  <a:gd name="connsiteX16" fmla="*/ 48455 w 69330"/>
                  <a:gd name="connsiteY16" fmla="*/ 74171 h 74128"/>
                  <a:gd name="connsiteX17" fmla="*/ 69398 w 69330"/>
                  <a:gd name="connsiteY17" fmla="*/ 58622 h 74128"/>
                  <a:gd name="connsiteX18" fmla="*/ 67954 w 69330"/>
                  <a:gd name="connsiteY18" fmla="*/ 57175 h 74128"/>
                  <a:gd name="connsiteX19" fmla="*/ 56760 w 69330"/>
                  <a:gd name="connsiteY19" fmla="*/ 66577 h 74128"/>
                  <a:gd name="connsiteX20" fmla="*/ 54593 w 69330"/>
                  <a:gd name="connsiteY20" fmla="*/ 64407 h 74128"/>
                  <a:gd name="connsiteX21" fmla="*/ 55316 w 69330"/>
                  <a:gd name="connsiteY21" fmla="*/ 60791 h 74128"/>
                  <a:gd name="connsiteX22" fmla="*/ 66871 w 69330"/>
                  <a:gd name="connsiteY22" fmla="*/ 20292 h 74128"/>
                  <a:gd name="connsiteX23" fmla="*/ 68315 w 69330"/>
                  <a:gd name="connsiteY23" fmla="*/ 10890 h 74128"/>
                  <a:gd name="connsiteX24" fmla="*/ 59649 w 69330"/>
                  <a:gd name="connsiteY24" fmla="*/ 765 h 74128"/>
                  <a:gd name="connsiteX25" fmla="*/ 22817 w 69330"/>
                  <a:gd name="connsiteY25" fmla="*/ 34033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650" y="42"/>
                    </a:moveTo>
                    <a:cubicBezTo>
                      <a:pt x="23539" y="1488"/>
                      <a:pt x="21734" y="1488"/>
                      <a:pt x="11623" y="2212"/>
                    </a:cubicBezTo>
                    <a:lnTo>
                      <a:pt x="10540" y="5466"/>
                    </a:lnTo>
                    <a:lnTo>
                      <a:pt x="12345" y="5104"/>
                    </a:lnTo>
                    <a:cubicBezTo>
                      <a:pt x="13428" y="5104"/>
                      <a:pt x="14512" y="4743"/>
                      <a:pt x="15234" y="4743"/>
                    </a:cubicBezTo>
                    <a:cubicBezTo>
                      <a:pt x="17039" y="4743"/>
                      <a:pt x="18845" y="6551"/>
                      <a:pt x="18845" y="7997"/>
                    </a:cubicBezTo>
                    <a:cubicBezTo>
                      <a:pt x="18845" y="8720"/>
                      <a:pt x="18484" y="11613"/>
                      <a:pt x="17401" y="14868"/>
                    </a:cubicBezTo>
                    <a:lnTo>
                      <a:pt x="68" y="72363"/>
                    </a:lnTo>
                    <a:lnTo>
                      <a:pt x="11984" y="72363"/>
                    </a:lnTo>
                    <a:lnTo>
                      <a:pt x="17039" y="53559"/>
                    </a:lnTo>
                    <a:cubicBezTo>
                      <a:pt x="19928" y="44519"/>
                      <a:pt x="23900" y="37287"/>
                      <a:pt x="32205" y="26801"/>
                    </a:cubicBezTo>
                    <a:cubicBezTo>
                      <a:pt x="41955" y="14868"/>
                      <a:pt x="47733" y="9805"/>
                      <a:pt x="52427" y="9805"/>
                    </a:cubicBezTo>
                    <a:cubicBezTo>
                      <a:pt x="54593" y="9805"/>
                      <a:pt x="56399" y="11975"/>
                      <a:pt x="56399" y="14506"/>
                    </a:cubicBezTo>
                    <a:cubicBezTo>
                      <a:pt x="56399" y="16314"/>
                      <a:pt x="56038" y="19569"/>
                      <a:pt x="55316" y="22100"/>
                    </a:cubicBezTo>
                    <a:lnTo>
                      <a:pt x="42677" y="62961"/>
                    </a:lnTo>
                    <a:cubicBezTo>
                      <a:pt x="41955" y="64407"/>
                      <a:pt x="41594" y="66577"/>
                      <a:pt x="41594" y="67662"/>
                    </a:cubicBezTo>
                    <a:cubicBezTo>
                      <a:pt x="41594" y="71278"/>
                      <a:pt x="44483" y="74171"/>
                      <a:pt x="48455" y="74171"/>
                    </a:cubicBezTo>
                    <a:cubicBezTo>
                      <a:pt x="54593" y="74171"/>
                      <a:pt x="61815" y="69108"/>
                      <a:pt x="69398" y="58622"/>
                    </a:cubicBezTo>
                    <a:lnTo>
                      <a:pt x="67954" y="57175"/>
                    </a:lnTo>
                    <a:cubicBezTo>
                      <a:pt x="63621" y="62961"/>
                      <a:pt x="58927" y="66577"/>
                      <a:pt x="56760" y="66577"/>
                    </a:cubicBezTo>
                    <a:cubicBezTo>
                      <a:pt x="55677" y="66577"/>
                      <a:pt x="54593" y="65492"/>
                      <a:pt x="54593" y="64407"/>
                    </a:cubicBezTo>
                    <a:cubicBezTo>
                      <a:pt x="54593" y="63323"/>
                      <a:pt x="54955" y="62238"/>
                      <a:pt x="55316" y="60791"/>
                    </a:cubicBezTo>
                    <a:lnTo>
                      <a:pt x="66871" y="20292"/>
                    </a:lnTo>
                    <a:cubicBezTo>
                      <a:pt x="67954" y="17037"/>
                      <a:pt x="68315" y="14144"/>
                      <a:pt x="68315" y="10890"/>
                    </a:cubicBezTo>
                    <a:cubicBezTo>
                      <a:pt x="68315" y="4743"/>
                      <a:pt x="65065" y="765"/>
                      <a:pt x="59649" y="765"/>
                    </a:cubicBezTo>
                    <a:cubicBezTo>
                      <a:pt x="49899" y="765"/>
                      <a:pt x="39427" y="10167"/>
                      <a:pt x="22817" y="34033"/>
                    </a:cubicBezTo>
                    <a:close/>
                  </a:path>
                </a:pathLst>
              </a:custGeom>
              <a:solidFill>
                <a:srgbClr val="000000"/>
              </a:solidFill>
              <a:ln w="23090" cap="flat">
                <a:noFill/>
                <a:prstDash val="solid"/>
                <a:miter/>
              </a:ln>
            </p:spPr>
            <p:txBody>
              <a:bodyPr rtlCol="0" anchor="ctr"/>
              <a:lstStyle/>
              <a:p>
                <a:endParaRPr lang="zh-CN" altLang="en-US"/>
              </a:p>
            </p:txBody>
          </p:sp>
          <p:sp>
            <p:nvSpPr>
              <p:cNvPr id="423" name="任意多边形: 形状 422"/>
              <p:cNvSpPr/>
              <p:nvPr/>
            </p:nvSpPr>
            <p:spPr>
              <a:xfrm>
                <a:off x="4306905" y="3479983"/>
                <a:ext cx="70413" cy="74128"/>
              </a:xfrm>
              <a:custGeom>
                <a:avLst/>
                <a:gdLst>
                  <a:gd name="connsiteX0" fmla="*/ 66513 w 70413"/>
                  <a:gd name="connsiteY0" fmla="*/ 55006 h 74128"/>
                  <a:gd name="connsiteX1" fmla="*/ 54597 w 70413"/>
                  <a:gd name="connsiteY1" fmla="*/ 65492 h 74128"/>
                  <a:gd name="connsiteX2" fmla="*/ 52791 w 70413"/>
                  <a:gd name="connsiteY2" fmla="*/ 63684 h 74128"/>
                  <a:gd name="connsiteX3" fmla="*/ 53875 w 70413"/>
                  <a:gd name="connsiteY3" fmla="*/ 59345 h 74128"/>
                  <a:gd name="connsiteX4" fmla="*/ 70485 w 70413"/>
                  <a:gd name="connsiteY4" fmla="*/ 765 h 74128"/>
                  <a:gd name="connsiteX5" fmla="*/ 58208 w 70413"/>
                  <a:gd name="connsiteY5" fmla="*/ 2212 h 74128"/>
                  <a:gd name="connsiteX6" fmla="*/ 56041 w 70413"/>
                  <a:gd name="connsiteY6" fmla="*/ 10890 h 74128"/>
                  <a:gd name="connsiteX7" fmla="*/ 44125 w 70413"/>
                  <a:gd name="connsiteY7" fmla="*/ 42 h 74128"/>
                  <a:gd name="connsiteX8" fmla="*/ 71 w 70413"/>
                  <a:gd name="connsiteY8" fmla="*/ 56091 h 74128"/>
                  <a:gd name="connsiteX9" fmla="*/ 14154 w 70413"/>
                  <a:gd name="connsiteY9" fmla="*/ 73448 h 74128"/>
                  <a:gd name="connsiteX10" fmla="*/ 30042 w 70413"/>
                  <a:gd name="connsiteY10" fmla="*/ 67300 h 74128"/>
                  <a:gd name="connsiteX11" fmla="*/ 43764 w 70413"/>
                  <a:gd name="connsiteY11" fmla="*/ 52475 h 74128"/>
                  <a:gd name="connsiteX12" fmla="*/ 43042 w 70413"/>
                  <a:gd name="connsiteY12" fmla="*/ 56091 h 74128"/>
                  <a:gd name="connsiteX13" fmla="*/ 40875 w 70413"/>
                  <a:gd name="connsiteY13" fmla="*/ 66939 h 74128"/>
                  <a:gd name="connsiteX14" fmla="*/ 47375 w 70413"/>
                  <a:gd name="connsiteY14" fmla="*/ 74171 h 74128"/>
                  <a:gd name="connsiteX15" fmla="*/ 68680 w 70413"/>
                  <a:gd name="connsiteY15" fmla="*/ 57175 h 74128"/>
                  <a:gd name="connsiteX16" fmla="*/ 44486 w 70413"/>
                  <a:gd name="connsiteY16" fmla="*/ 4743 h 74128"/>
                  <a:gd name="connsiteX17" fmla="*/ 53153 w 70413"/>
                  <a:gd name="connsiteY17" fmla="*/ 14868 h 74128"/>
                  <a:gd name="connsiteX18" fmla="*/ 36542 w 70413"/>
                  <a:gd name="connsiteY18" fmla="*/ 55006 h 74128"/>
                  <a:gd name="connsiteX19" fmla="*/ 21376 w 70413"/>
                  <a:gd name="connsiteY19" fmla="*/ 64046 h 74128"/>
                  <a:gd name="connsiteX20" fmla="*/ 12710 w 70413"/>
                  <a:gd name="connsiteY20" fmla="*/ 53198 h 74128"/>
                  <a:gd name="connsiteX21" fmla="*/ 26070 w 70413"/>
                  <a:gd name="connsiteY21" fmla="*/ 18122 h 74128"/>
                  <a:gd name="connsiteX22" fmla="*/ 44486 w 70413"/>
                  <a:gd name="connsiteY22" fmla="*/ 4743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513" y="55006"/>
                    </a:moveTo>
                    <a:cubicBezTo>
                      <a:pt x="61819" y="61876"/>
                      <a:pt x="57847" y="65492"/>
                      <a:pt x="54597" y="65492"/>
                    </a:cubicBezTo>
                    <a:cubicBezTo>
                      <a:pt x="53514" y="65492"/>
                      <a:pt x="52791" y="64769"/>
                      <a:pt x="52791" y="63684"/>
                    </a:cubicBezTo>
                    <a:cubicBezTo>
                      <a:pt x="52791" y="62961"/>
                      <a:pt x="52791" y="62599"/>
                      <a:pt x="53875" y="59345"/>
                    </a:cubicBezTo>
                    <a:lnTo>
                      <a:pt x="70485" y="765"/>
                    </a:lnTo>
                    <a:lnTo>
                      <a:pt x="58208" y="2212"/>
                    </a:lnTo>
                    <a:lnTo>
                      <a:pt x="56041" y="10890"/>
                    </a:lnTo>
                    <a:cubicBezTo>
                      <a:pt x="54597" y="4020"/>
                      <a:pt x="50264" y="42"/>
                      <a:pt x="44125" y="42"/>
                    </a:cubicBezTo>
                    <a:cubicBezTo>
                      <a:pt x="24987" y="42"/>
                      <a:pt x="71" y="31501"/>
                      <a:pt x="71" y="56091"/>
                    </a:cubicBezTo>
                    <a:cubicBezTo>
                      <a:pt x="71" y="66577"/>
                      <a:pt x="5849" y="73448"/>
                      <a:pt x="14154" y="73448"/>
                    </a:cubicBezTo>
                    <a:cubicBezTo>
                      <a:pt x="18848" y="73448"/>
                      <a:pt x="24987" y="71278"/>
                      <a:pt x="30042" y="67300"/>
                    </a:cubicBezTo>
                    <a:cubicBezTo>
                      <a:pt x="34737" y="64046"/>
                      <a:pt x="37625" y="60791"/>
                      <a:pt x="43764" y="52475"/>
                    </a:cubicBezTo>
                    <a:cubicBezTo>
                      <a:pt x="43764" y="53921"/>
                      <a:pt x="43042" y="55729"/>
                      <a:pt x="43042" y="56091"/>
                    </a:cubicBezTo>
                    <a:cubicBezTo>
                      <a:pt x="40875" y="64407"/>
                      <a:pt x="40875" y="64407"/>
                      <a:pt x="40875" y="66939"/>
                    </a:cubicBezTo>
                    <a:cubicBezTo>
                      <a:pt x="40875" y="71278"/>
                      <a:pt x="43403" y="74171"/>
                      <a:pt x="47375" y="74171"/>
                    </a:cubicBezTo>
                    <a:cubicBezTo>
                      <a:pt x="53875" y="74171"/>
                      <a:pt x="60375" y="68747"/>
                      <a:pt x="68680" y="57175"/>
                    </a:cubicBezTo>
                    <a:close/>
                    <a:moveTo>
                      <a:pt x="44486" y="4743"/>
                    </a:moveTo>
                    <a:cubicBezTo>
                      <a:pt x="49903" y="4743"/>
                      <a:pt x="53153" y="8720"/>
                      <a:pt x="53153" y="14868"/>
                    </a:cubicBezTo>
                    <a:cubicBezTo>
                      <a:pt x="53153" y="26801"/>
                      <a:pt x="45931" y="44519"/>
                      <a:pt x="36542" y="55006"/>
                    </a:cubicBezTo>
                    <a:cubicBezTo>
                      <a:pt x="31487" y="60791"/>
                      <a:pt x="25709" y="64046"/>
                      <a:pt x="21376" y="64046"/>
                    </a:cubicBezTo>
                    <a:cubicBezTo>
                      <a:pt x="15599" y="64046"/>
                      <a:pt x="12710" y="60430"/>
                      <a:pt x="12710" y="53198"/>
                    </a:cubicBezTo>
                    <a:cubicBezTo>
                      <a:pt x="12710" y="43434"/>
                      <a:pt x="17404" y="30778"/>
                      <a:pt x="26070" y="18122"/>
                    </a:cubicBezTo>
                    <a:cubicBezTo>
                      <a:pt x="32209" y="9444"/>
                      <a:pt x="38348" y="4743"/>
                      <a:pt x="44486" y="4743"/>
                    </a:cubicBezTo>
                    <a:close/>
                  </a:path>
                </a:pathLst>
              </a:custGeom>
              <a:solidFill>
                <a:srgbClr val="000000"/>
              </a:solidFill>
              <a:ln w="23090" cap="flat">
                <a:noFill/>
                <a:prstDash val="solid"/>
                <a:miter/>
              </a:ln>
            </p:spPr>
            <p:txBody>
              <a:bodyPr rtlCol="0" anchor="ctr"/>
              <a:lstStyle/>
              <a:p>
                <a:endParaRPr lang="zh-CN" altLang="en-US"/>
              </a:p>
            </p:txBody>
          </p:sp>
          <p:sp>
            <p:nvSpPr>
              <p:cNvPr id="424" name="任意多边形: 形状 423"/>
              <p:cNvSpPr/>
              <p:nvPr/>
            </p:nvSpPr>
            <p:spPr>
              <a:xfrm>
                <a:off x="4385762" y="3478537"/>
                <a:ext cx="109412" cy="73767"/>
              </a:xfrm>
              <a:custGeom>
                <a:avLst/>
                <a:gdLst>
                  <a:gd name="connsiteX0" fmla="*/ 32935 w 109412"/>
                  <a:gd name="connsiteY0" fmla="*/ 42 h 73767"/>
                  <a:gd name="connsiteX1" fmla="*/ 10908 w 109412"/>
                  <a:gd name="connsiteY1" fmla="*/ 2935 h 73767"/>
                  <a:gd name="connsiteX2" fmla="*/ 10185 w 109412"/>
                  <a:gd name="connsiteY2" fmla="*/ 6189 h 73767"/>
                  <a:gd name="connsiteX3" fmla="*/ 11991 w 109412"/>
                  <a:gd name="connsiteY3" fmla="*/ 5828 h 73767"/>
                  <a:gd name="connsiteX4" fmla="*/ 14519 w 109412"/>
                  <a:gd name="connsiteY4" fmla="*/ 5466 h 73767"/>
                  <a:gd name="connsiteX5" fmla="*/ 18130 w 109412"/>
                  <a:gd name="connsiteY5" fmla="*/ 8720 h 73767"/>
                  <a:gd name="connsiteX6" fmla="*/ 17407 w 109412"/>
                  <a:gd name="connsiteY6" fmla="*/ 13421 h 73767"/>
                  <a:gd name="connsiteX7" fmla="*/ 75 w 109412"/>
                  <a:gd name="connsiteY7" fmla="*/ 73086 h 73767"/>
                  <a:gd name="connsiteX8" fmla="*/ 11991 w 109412"/>
                  <a:gd name="connsiteY8" fmla="*/ 73086 h 73767"/>
                  <a:gd name="connsiteX9" fmla="*/ 17046 w 109412"/>
                  <a:gd name="connsiteY9" fmla="*/ 54644 h 73767"/>
                  <a:gd name="connsiteX10" fmla="*/ 32573 w 109412"/>
                  <a:gd name="connsiteY10" fmla="*/ 26439 h 73767"/>
                  <a:gd name="connsiteX11" fmla="*/ 52434 w 109412"/>
                  <a:gd name="connsiteY11" fmla="*/ 9444 h 73767"/>
                  <a:gd name="connsiteX12" fmla="*/ 56406 w 109412"/>
                  <a:gd name="connsiteY12" fmla="*/ 13783 h 73767"/>
                  <a:gd name="connsiteX13" fmla="*/ 55684 w 109412"/>
                  <a:gd name="connsiteY13" fmla="*/ 18845 h 73767"/>
                  <a:gd name="connsiteX14" fmla="*/ 40157 w 109412"/>
                  <a:gd name="connsiteY14" fmla="*/ 73086 h 73767"/>
                  <a:gd name="connsiteX15" fmla="*/ 52073 w 109412"/>
                  <a:gd name="connsiteY15" fmla="*/ 73086 h 73767"/>
                  <a:gd name="connsiteX16" fmla="*/ 57489 w 109412"/>
                  <a:gd name="connsiteY16" fmla="*/ 54283 h 73767"/>
                  <a:gd name="connsiteX17" fmla="*/ 71572 w 109412"/>
                  <a:gd name="connsiteY17" fmla="*/ 27524 h 73767"/>
                  <a:gd name="connsiteX18" fmla="*/ 92154 w 109412"/>
                  <a:gd name="connsiteY18" fmla="*/ 9444 h 73767"/>
                  <a:gd name="connsiteX19" fmla="*/ 96488 w 109412"/>
                  <a:gd name="connsiteY19" fmla="*/ 14144 h 73767"/>
                  <a:gd name="connsiteX20" fmla="*/ 95765 w 109412"/>
                  <a:gd name="connsiteY20" fmla="*/ 18845 h 73767"/>
                  <a:gd name="connsiteX21" fmla="*/ 83127 w 109412"/>
                  <a:gd name="connsiteY21" fmla="*/ 62238 h 73767"/>
                  <a:gd name="connsiteX22" fmla="*/ 82044 w 109412"/>
                  <a:gd name="connsiteY22" fmla="*/ 66939 h 73767"/>
                  <a:gd name="connsiteX23" fmla="*/ 88904 w 109412"/>
                  <a:gd name="connsiteY23" fmla="*/ 73809 h 73767"/>
                  <a:gd name="connsiteX24" fmla="*/ 109487 w 109412"/>
                  <a:gd name="connsiteY24" fmla="*/ 58260 h 73767"/>
                  <a:gd name="connsiteX25" fmla="*/ 107681 w 109412"/>
                  <a:gd name="connsiteY25" fmla="*/ 56452 h 73767"/>
                  <a:gd name="connsiteX26" fmla="*/ 96488 w 109412"/>
                  <a:gd name="connsiteY26" fmla="*/ 65854 h 73767"/>
                  <a:gd name="connsiteX27" fmla="*/ 94682 w 109412"/>
                  <a:gd name="connsiteY27" fmla="*/ 63684 h 73767"/>
                  <a:gd name="connsiteX28" fmla="*/ 95404 w 109412"/>
                  <a:gd name="connsiteY28" fmla="*/ 60430 h 73767"/>
                  <a:gd name="connsiteX29" fmla="*/ 106237 w 109412"/>
                  <a:gd name="connsiteY29" fmla="*/ 22461 h 73767"/>
                  <a:gd name="connsiteX30" fmla="*/ 108404 w 109412"/>
                  <a:gd name="connsiteY30" fmla="*/ 9805 h 73767"/>
                  <a:gd name="connsiteX31" fmla="*/ 99737 w 109412"/>
                  <a:gd name="connsiteY31" fmla="*/ 42 h 73767"/>
                  <a:gd name="connsiteX32" fmla="*/ 63267 w 109412"/>
                  <a:gd name="connsiteY32" fmla="*/ 33671 h 73767"/>
                  <a:gd name="connsiteX33" fmla="*/ 67600 w 109412"/>
                  <a:gd name="connsiteY33" fmla="*/ 18845 h 73767"/>
                  <a:gd name="connsiteX34" fmla="*/ 69044 w 109412"/>
                  <a:gd name="connsiteY34" fmla="*/ 9805 h 73767"/>
                  <a:gd name="connsiteX35" fmla="*/ 60378 w 109412"/>
                  <a:gd name="connsiteY35" fmla="*/ 42 h 73767"/>
                  <a:gd name="connsiteX36" fmla="*/ 22824 w 109412"/>
                  <a:gd name="connsiteY36" fmla="*/ 35479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2935" y="42"/>
                    </a:moveTo>
                    <a:cubicBezTo>
                      <a:pt x="22824" y="1850"/>
                      <a:pt x="21380" y="1850"/>
                      <a:pt x="10908" y="2935"/>
                    </a:cubicBezTo>
                    <a:lnTo>
                      <a:pt x="10185" y="6189"/>
                    </a:lnTo>
                    <a:lnTo>
                      <a:pt x="11991" y="5828"/>
                    </a:lnTo>
                    <a:cubicBezTo>
                      <a:pt x="13074" y="5828"/>
                      <a:pt x="13796" y="5466"/>
                      <a:pt x="14519" y="5466"/>
                    </a:cubicBezTo>
                    <a:cubicBezTo>
                      <a:pt x="16685" y="5466"/>
                      <a:pt x="18130" y="6912"/>
                      <a:pt x="18130" y="8720"/>
                    </a:cubicBezTo>
                    <a:cubicBezTo>
                      <a:pt x="18130" y="9444"/>
                      <a:pt x="18130" y="11252"/>
                      <a:pt x="17407" y="13421"/>
                    </a:cubicBezTo>
                    <a:lnTo>
                      <a:pt x="75" y="73086"/>
                    </a:lnTo>
                    <a:lnTo>
                      <a:pt x="11991" y="73086"/>
                    </a:lnTo>
                    <a:lnTo>
                      <a:pt x="17046" y="54644"/>
                    </a:lnTo>
                    <a:cubicBezTo>
                      <a:pt x="19935" y="44881"/>
                      <a:pt x="23907" y="37649"/>
                      <a:pt x="32573" y="26439"/>
                    </a:cubicBezTo>
                    <a:cubicBezTo>
                      <a:pt x="41601" y="15229"/>
                      <a:pt x="48101" y="9444"/>
                      <a:pt x="52434" y="9444"/>
                    </a:cubicBezTo>
                    <a:cubicBezTo>
                      <a:pt x="54961" y="9444"/>
                      <a:pt x="56406" y="11252"/>
                      <a:pt x="56406" y="13783"/>
                    </a:cubicBezTo>
                    <a:cubicBezTo>
                      <a:pt x="56406" y="15229"/>
                      <a:pt x="56045" y="17399"/>
                      <a:pt x="55684" y="18845"/>
                    </a:cubicBezTo>
                    <a:lnTo>
                      <a:pt x="40157" y="73086"/>
                    </a:lnTo>
                    <a:lnTo>
                      <a:pt x="52073" y="73086"/>
                    </a:lnTo>
                    <a:lnTo>
                      <a:pt x="57489" y="54283"/>
                    </a:lnTo>
                    <a:cubicBezTo>
                      <a:pt x="60739" y="43434"/>
                      <a:pt x="62905" y="39095"/>
                      <a:pt x="71572" y="27524"/>
                    </a:cubicBezTo>
                    <a:cubicBezTo>
                      <a:pt x="82044" y="14144"/>
                      <a:pt x="87460" y="9444"/>
                      <a:pt x="92154" y="9444"/>
                    </a:cubicBezTo>
                    <a:cubicBezTo>
                      <a:pt x="94321" y="9444"/>
                      <a:pt x="96488" y="11613"/>
                      <a:pt x="96488" y="14144"/>
                    </a:cubicBezTo>
                    <a:cubicBezTo>
                      <a:pt x="96488" y="15591"/>
                      <a:pt x="96126" y="16676"/>
                      <a:pt x="95765" y="18845"/>
                    </a:cubicBezTo>
                    <a:lnTo>
                      <a:pt x="83127" y="62238"/>
                    </a:lnTo>
                    <a:cubicBezTo>
                      <a:pt x="82405" y="64769"/>
                      <a:pt x="82044" y="65854"/>
                      <a:pt x="82044" y="66939"/>
                    </a:cubicBezTo>
                    <a:cubicBezTo>
                      <a:pt x="82044" y="70916"/>
                      <a:pt x="84932" y="73809"/>
                      <a:pt x="88904" y="73809"/>
                    </a:cubicBezTo>
                    <a:cubicBezTo>
                      <a:pt x="95404" y="73809"/>
                      <a:pt x="102265" y="68747"/>
                      <a:pt x="109487" y="58260"/>
                    </a:cubicBezTo>
                    <a:lnTo>
                      <a:pt x="107681" y="56452"/>
                    </a:lnTo>
                    <a:cubicBezTo>
                      <a:pt x="103709" y="61876"/>
                      <a:pt x="99015" y="65854"/>
                      <a:pt x="96488" y="65854"/>
                    </a:cubicBezTo>
                    <a:cubicBezTo>
                      <a:pt x="95765" y="65854"/>
                      <a:pt x="94682" y="64769"/>
                      <a:pt x="94682" y="63684"/>
                    </a:cubicBezTo>
                    <a:cubicBezTo>
                      <a:pt x="94682" y="62961"/>
                      <a:pt x="95043" y="61876"/>
                      <a:pt x="95404" y="60430"/>
                    </a:cubicBezTo>
                    <a:lnTo>
                      <a:pt x="106237" y="22461"/>
                    </a:lnTo>
                    <a:cubicBezTo>
                      <a:pt x="107681" y="17399"/>
                      <a:pt x="108404" y="12698"/>
                      <a:pt x="108404" y="9805"/>
                    </a:cubicBezTo>
                    <a:cubicBezTo>
                      <a:pt x="108404" y="4381"/>
                      <a:pt x="104793" y="42"/>
                      <a:pt x="99737" y="42"/>
                    </a:cubicBezTo>
                    <a:cubicBezTo>
                      <a:pt x="89627" y="42"/>
                      <a:pt x="78794" y="10167"/>
                      <a:pt x="63267" y="33671"/>
                    </a:cubicBezTo>
                    <a:lnTo>
                      <a:pt x="67600" y="18845"/>
                    </a:lnTo>
                    <a:cubicBezTo>
                      <a:pt x="68683" y="15591"/>
                      <a:pt x="69044" y="12337"/>
                      <a:pt x="69044" y="9805"/>
                    </a:cubicBezTo>
                    <a:cubicBezTo>
                      <a:pt x="69044" y="4381"/>
                      <a:pt x="65072" y="42"/>
                      <a:pt x="60378" y="42"/>
                    </a:cubicBezTo>
                    <a:cubicBezTo>
                      <a:pt x="50267" y="42"/>
                      <a:pt x="38351" y="11252"/>
                      <a:pt x="22824" y="35479"/>
                    </a:cubicBezTo>
                    <a:close/>
                  </a:path>
                </a:pathLst>
              </a:custGeom>
              <a:solidFill>
                <a:srgbClr val="000000"/>
              </a:solidFill>
              <a:ln w="23090" cap="flat">
                <a:noFill/>
                <a:prstDash val="solid"/>
                <a:miter/>
              </a:ln>
            </p:spPr>
            <p:txBody>
              <a:bodyPr rtlCol="0" anchor="ctr"/>
              <a:lstStyle/>
              <a:p>
                <a:endParaRPr lang="zh-CN" altLang="en-US"/>
              </a:p>
            </p:txBody>
          </p:sp>
          <p:sp>
            <p:nvSpPr>
              <p:cNvPr id="425" name="任意多边形: 形状 424"/>
              <p:cNvSpPr/>
              <p:nvPr/>
            </p:nvSpPr>
            <p:spPr>
              <a:xfrm>
                <a:off x="4506481" y="3479260"/>
                <a:ext cx="59580" cy="74490"/>
              </a:xfrm>
              <a:custGeom>
                <a:avLst/>
                <a:gdLst>
                  <a:gd name="connsiteX0" fmla="*/ 49189 w 59580"/>
                  <a:gd name="connsiteY0" fmla="*/ 55367 h 74490"/>
                  <a:gd name="connsiteX1" fmla="*/ 28246 w 59580"/>
                  <a:gd name="connsiteY1" fmla="*/ 66216 h 74490"/>
                  <a:gd name="connsiteX2" fmla="*/ 13079 w 59580"/>
                  <a:gd name="connsiteY2" fmla="*/ 49582 h 74490"/>
                  <a:gd name="connsiteX3" fmla="*/ 13802 w 59580"/>
                  <a:gd name="connsiteY3" fmla="*/ 41265 h 74490"/>
                  <a:gd name="connsiteX4" fmla="*/ 41245 w 59580"/>
                  <a:gd name="connsiteY4" fmla="*/ 35479 h 74490"/>
                  <a:gd name="connsiteX5" fmla="*/ 59661 w 59580"/>
                  <a:gd name="connsiteY5" fmla="*/ 11975 h 74490"/>
                  <a:gd name="connsiteX6" fmla="*/ 44495 w 59580"/>
                  <a:gd name="connsiteY6" fmla="*/ 42 h 74490"/>
                  <a:gd name="connsiteX7" fmla="*/ 80 w 59580"/>
                  <a:gd name="connsiteY7" fmla="*/ 50305 h 74490"/>
                  <a:gd name="connsiteX8" fmla="*/ 21385 w 59580"/>
                  <a:gd name="connsiteY8" fmla="*/ 74532 h 74490"/>
                  <a:gd name="connsiteX9" fmla="*/ 52439 w 59580"/>
                  <a:gd name="connsiteY9" fmla="*/ 57537 h 74490"/>
                  <a:gd name="connsiteX10" fmla="*/ 14885 w 59580"/>
                  <a:gd name="connsiteY10" fmla="*/ 36926 h 74490"/>
                  <a:gd name="connsiteX11" fmla="*/ 41606 w 59580"/>
                  <a:gd name="connsiteY11" fmla="*/ 4743 h 74490"/>
                  <a:gd name="connsiteX12" fmla="*/ 48106 w 59580"/>
                  <a:gd name="connsiteY12" fmla="*/ 11613 h 74490"/>
                  <a:gd name="connsiteX13" fmla="*/ 42328 w 59580"/>
                  <a:gd name="connsiteY13" fmla="*/ 25354 h 74490"/>
                  <a:gd name="connsiteX14" fmla="*/ 21385 w 59580"/>
                  <a:gd name="connsiteY14" fmla="*/ 36564 h 74490"/>
                  <a:gd name="connsiteX15" fmla="*/ 14885 w 59580"/>
                  <a:gd name="connsiteY15" fmla="*/ 36926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89" y="55367"/>
                    </a:moveTo>
                    <a:cubicBezTo>
                      <a:pt x="42328" y="62961"/>
                      <a:pt x="35468" y="66216"/>
                      <a:pt x="28246" y="66216"/>
                    </a:cubicBezTo>
                    <a:cubicBezTo>
                      <a:pt x="19579" y="66216"/>
                      <a:pt x="13079" y="59345"/>
                      <a:pt x="13079" y="49582"/>
                    </a:cubicBezTo>
                    <a:cubicBezTo>
                      <a:pt x="13079" y="47050"/>
                      <a:pt x="13441" y="44158"/>
                      <a:pt x="13802" y="41265"/>
                    </a:cubicBezTo>
                    <a:cubicBezTo>
                      <a:pt x="26440" y="40542"/>
                      <a:pt x="33662" y="39095"/>
                      <a:pt x="41245" y="35479"/>
                    </a:cubicBezTo>
                    <a:cubicBezTo>
                      <a:pt x="52439" y="30417"/>
                      <a:pt x="59661" y="21015"/>
                      <a:pt x="59661" y="11975"/>
                    </a:cubicBezTo>
                    <a:cubicBezTo>
                      <a:pt x="59661" y="5104"/>
                      <a:pt x="53161" y="42"/>
                      <a:pt x="44495" y="42"/>
                    </a:cubicBezTo>
                    <a:cubicBezTo>
                      <a:pt x="22829" y="42"/>
                      <a:pt x="80" y="26077"/>
                      <a:pt x="80" y="50305"/>
                    </a:cubicBezTo>
                    <a:cubicBezTo>
                      <a:pt x="80" y="64769"/>
                      <a:pt x="8746" y="74532"/>
                      <a:pt x="21385" y="74532"/>
                    </a:cubicBezTo>
                    <a:cubicBezTo>
                      <a:pt x="31495" y="74532"/>
                      <a:pt x="40162" y="69470"/>
                      <a:pt x="52439" y="57537"/>
                    </a:cubicBezTo>
                    <a:close/>
                    <a:moveTo>
                      <a:pt x="14885" y="36926"/>
                    </a:moveTo>
                    <a:cubicBezTo>
                      <a:pt x="20301" y="18484"/>
                      <a:pt x="31857" y="4743"/>
                      <a:pt x="41606" y="4743"/>
                    </a:cubicBezTo>
                    <a:cubicBezTo>
                      <a:pt x="45217" y="4743"/>
                      <a:pt x="48106" y="7636"/>
                      <a:pt x="48106" y="11613"/>
                    </a:cubicBezTo>
                    <a:cubicBezTo>
                      <a:pt x="48106" y="15953"/>
                      <a:pt x="45939" y="21015"/>
                      <a:pt x="42328" y="25354"/>
                    </a:cubicBezTo>
                    <a:cubicBezTo>
                      <a:pt x="36912" y="31140"/>
                      <a:pt x="30051" y="35117"/>
                      <a:pt x="21385" y="36564"/>
                    </a:cubicBezTo>
                    <a:cubicBezTo>
                      <a:pt x="19940" y="36564"/>
                      <a:pt x="17774" y="36926"/>
                      <a:pt x="14885" y="36926"/>
                    </a:cubicBezTo>
                    <a:close/>
                  </a:path>
                </a:pathLst>
              </a:custGeom>
              <a:solidFill>
                <a:srgbClr val="000000"/>
              </a:solidFill>
              <a:ln w="23090" cap="flat">
                <a:noFill/>
                <a:prstDash val="solid"/>
                <a:miter/>
              </a:ln>
            </p:spPr>
            <p:txBody>
              <a:bodyPr rtlCol="0" anchor="ctr"/>
              <a:lstStyle/>
              <a:p>
                <a:endParaRPr lang="zh-CN" altLang="en-US"/>
              </a:p>
            </p:txBody>
          </p:sp>
          <p:sp>
            <p:nvSpPr>
              <p:cNvPr id="426" name="任意多边形: 形状 425"/>
              <p:cNvSpPr/>
              <p:nvPr/>
            </p:nvSpPr>
            <p:spPr>
              <a:xfrm>
                <a:off x="4568188" y="3551581"/>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27" name="任意多边形: 形状 426"/>
              <p:cNvSpPr/>
              <p:nvPr/>
            </p:nvSpPr>
            <p:spPr>
              <a:xfrm>
                <a:off x="4619464" y="3482876"/>
                <a:ext cx="67886" cy="29289"/>
              </a:xfrm>
              <a:custGeom>
                <a:avLst/>
                <a:gdLst>
                  <a:gd name="connsiteX0" fmla="*/ 85 w 67886"/>
                  <a:gd name="connsiteY0" fmla="*/ 42 h 29289"/>
                  <a:gd name="connsiteX1" fmla="*/ 85 w 67886"/>
                  <a:gd name="connsiteY1" fmla="*/ 7997 h 29289"/>
                  <a:gd name="connsiteX2" fmla="*/ 67971 w 67886"/>
                  <a:gd name="connsiteY2" fmla="*/ 7997 h 29289"/>
                  <a:gd name="connsiteX3" fmla="*/ 67971 w 67886"/>
                  <a:gd name="connsiteY3" fmla="*/ 42 h 29289"/>
                  <a:gd name="connsiteX4" fmla="*/ 85 w 67886"/>
                  <a:gd name="connsiteY4" fmla="*/ 21738 h 29289"/>
                  <a:gd name="connsiteX5" fmla="*/ 85 w 67886"/>
                  <a:gd name="connsiteY5" fmla="*/ 29332 h 29289"/>
                  <a:gd name="connsiteX6" fmla="*/ 67971 w 67886"/>
                  <a:gd name="connsiteY6" fmla="*/ 29332 h 29289"/>
                  <a:gd name="connsiteX7" fmla="*/ 67971 w 67886"/>
                  <a:gd name="connsiteY7" fmla="*/ 21738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85" y="42"/>
                    </a:moveTo>
                    <a:lnTo>
                      <a:pt x="85" y="7997"/>
                    </a:lnTo>
                    <a:lnTo>
                      <a:pt x="67971" y="7997"/>
                    </a:lnTo>
                    <a:lnTo>
                      <a:pt x="67971" y="42"/>
                    </a:lnTo>
                    <a:close/>
                    <a:moveTo>
                      <a:pt x="85" y="21738"/>
                    </a:moveTo>
                    <a:lnTo>
                      <a:pt x="85" y="29332"/>
                    </a:lnTo>
                    <a:lnTo>
                      <a:pt x="67971" y="29332"/>
                    </a:lnTo>
                    <a:lnTo>
                      <a:pt x="67971" y="21738"/>
                    </a:lnTo>
                    <a:close/>
                  </a:path>
                </a:pathLst>
              </a:custGeom>
              <a:solidFill>
                <a:srgbClr val="000000"/>
              </a:solidFill>
              <a:ln w="23090" cap="flat">
                <a:noFill/>
                <a:prstDash val="solid"/>
                <a:miter/>
              </a:ln>
            </p:spPr>
            <p:txBody>
              <a:bodyPr rtlCol="0" anchor="ctr"/>
              <a:lstStyle/>
              <a:p>
                <a:endParaRPr lang="zh-CN" altLang="en-US"/>
              </a:p>
            </p:txBody>
          </p:sp>
          <p:sp>
            <p:nvSpPr>
              <p:cNvPr id="428" name="任意多边形: 形状 427"/>
              <p:cNvSpPr/>
              <p:nvPr/>
            </p:nvSpPr>
            <p:spPr>
              <a:xfrm>
                <a:off x="4687090" y="3551581"/>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grpSp>
        <p:grpSp>
          <p:nvGrpSpPr>
            <p:cNvPr id="365" name="Graphic 2"/>
            <p:cNvGrpSpPr/>
            <p:nvPr/>
          </p:nvGrpSpPr>
          <p:grpSpPr>
            <a:xfrm>
              <a:off x="9670122" y="1719650"/>
              <a:ext cx="501433" cy="128585"/>
              <a:chOff x="4731512" y="3443461"/>
              <a:chExt cx="387181" cy="109566"/>
            </a:xfrm>
          </p:grpSpPr>
          <p:sp>
            <p:nvSpPr>
              <p:cNvPr id="415" name="任意多边形: 形状 414"/>
              <p:cNvSpPr/>
              <p:nvPr/>
            </p:nvSpPr>
            <p:spPr>
              <a:xfrm>
                <a:off x="4731512" y="3443461"/>
                <a:ext cx="134327" cy="108119"/>
              </a:xfrm>
              <a:custGeom>
                <a:avLst/>
                <a:gdLst>
                  <a:gd name="connsiteX0" fmla="*/ 61837 w 134327"/>
                  <a:gd name="connsiteY0" fmla="*/ 108162 h 108119"/>
                  <a:gd name="connsiteX1" fmla="*/ 64365 w 134327"/>
                  <a:gd name="connsiteY1" fmla="*/ 108162 h 108119"/>
                  <a:gd name="connsiteX2" fmla="*/ 103002 w 134327"/>
                  <a:gd name="connsiteY2" fmla="*/ 21377 h 108119"/>
                  <a:gd name="connsiteX3" fmla="*/ 103002 w 134327"/>
                  <a:gd name="connsiteY3" fmla="*/ 91166 h 108119"/>
                  <a:gd name="connsiteX4" fmla="*/ 91808 w 134327"/>
                  <a:gd name="connsiteY4" fmla="*/ 104907 h 108119"/>
                  <a:gd name="connsiteX5" fmla="*/ 88558 w 134327"/>
                  <a:gd name="connsiteY5" fmla="*/ 105269 h 108119"/>
                  <a:gd name="connsiteX6" fmla="*/ 88558 w 134327"/>
                  <a:gd name="connsiteY6" fmla="*/ 108162 h 108119"/>
                  <a:gd name="connsiteX7" fmla="*/ 134418 w 134327"/>
                  <a:gd name="connsiteY7" fmla="*/ 108162 h 108119"/>
                  <a:gd name="connsiteX8" fmla="*/ 134418 w 134327"/>
                  <a:gd name="connsiteY8" fmla="*/ 105269 h 108119"/>
                  <a:gd name="connsiteX9" fmla="*/ 131168 w 134327"/>
                  <a:gd name="connsiteY9" fmla="*/ 104907 h 108119"/>
                  <a:gd name="connsiteX10" fmla="*/ 119974 w 134327"/>
                  <a:gd name="connsiteY10" fmla="*/ 91166 h 108119"/>
                  <a:gd name="connsiteX11" fmla="*/ 119974 w 134327"/>
                  <a:gd name="connsiteY11" fmla="*/ 17037 h 108119"/>
                  <a:gd name="connsiteX12" fmla="*/ 131168 w 134327"/>
                  <a:gd name="connsiteY12" fmla="*/ 3297 h 108119"/>
                  <a:gd name="connsiteX13" fmla="*/ 134418 w 134327"/>
                  <a:gd name="connsiteY13" fmla="*/ 2935 h 108119"/>
                  <a:gd name="connsiteX14" fmla="*/ 134418 w 134327"/>
                  <a:gd name="connsiteY14" fmla="*/ 42 h 108119"/>
                  <a:gd name="connsiteX15" fmla="*/ 103002 w 134327"/>
                  <a:gd name="connsiteY15" fmla="*/ 42 h 108119"/>
                  <a:gd name="connsiteX16" fmla="*/ 67976 w 134327"/>
                  <a:gd name="connsiteY16" fmla="*/ 80318 h 108119"/>
                  <a:gd name="connsiteX17" fmla="*/ 31144 w 134327"/>
                  <a:gd name="connsiteY17" fmla="*/ 42 h 108119"/>
                  <a:gd name="connsiteX18" fmla="*/ 90 w 134327"/>
                  <a:gd name="connsiteY18" fmla="*/ 42 h 108119"/>
                  <a:gd name="connsiteX19" fmla="*/ 90 w 134327"/>
                  <a:gd name="connsiteY19" fmla="*/ 2935 h 108119"/>
                  <a:gd name="connsiteX20" fmla="*/ 3701 w 134327"/>
                  <a:gd name="connsiteY20" fmla="*/ 3297 h 108119"/>
                  <a:gd name="connsiteX21" fmla="*/ 14895 w 134327"/>
                  <a:gd name="connsiteY21" fmla="*/ 17037 h 108119"/>
                  <a:gd name="connsiteX22" fmla="*/ 14895 w 134327"/>
                  <a:gd name="connsiteY22" fmla="*/ 91166 h 108119"/>
                  <a:gd name="connsiteX23" fmla="*/ 3701 w 134327"/>
                  <a:gd name="connsiteY23" fmla="*/ 104907 h 108119"/>
                  <a:gd name="connsiteX24" fmla="*/ 90 w 134327"/>
                  <a:gd name="connsiteY24" fmla="*/ 105269 h 108119"/>
                  <a:gd name="connsiteX25" fmla="*/ 90 w 134327"/>
                  <a:gd name="connsiteY25" fmla="*/ 108162 h 108119"/>
                  <a:gd name="connsiteX26" fmla="*/ 38005 w 134327"/>
                  <a:gd name="connsiteY26" fmla="*/ 108162 h 108119"/>
                  <a:gd name="connsiteX27" fmla="*/ 38005 w 134327"/>
                  <a:gd name="connsiteY27" fmla="*/ 105269 h 108119"/>
                  <a:gd name="connsiteX28" fmla="*/ 34033 w 134327"/>
                  <a:gd name="connsiteY28" fmla="*/ 104907 h 108119"/>
                  <a:gd name="connsiteX29" fmla="*/ 22839 w 134327"/>
                  <a:gd name="connsiteY29" fmla="*/ 91166 h 108119"/>
                  <a:gd name="connsiteX30" fmla="*/ 22839 w 134327"/>
                  <a:gd name="connsiteY30" fmla="*/ 22461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837" y="108162"/>
                    </a:moveTo>
                    <a:lnTo>
                      <a:pt x="64365" y="108162"/>
                    </a:lnTo>
                    <a:lnTo>
                      <a:pt x="103002" y="21377"/>
                    </a:lnTo>
                    <a:lnTo>
                      <a:pt x="103002" y="91166"/>
                    </a:lnTo>
                    <a:cubicBezTo>
                      <a:pt x="103002" y="101653"/>
                      <a:pt x="100475" y="104907"/>
                      <a:pt x="91808" y="104907"/>
                    </a:cubicBezTo>
                    <a:lnTo>
                      <a:pt x="88558" y="105269"/>
                    </a:lnTo>
                    <a:lnTo>
                      <a:pt x="88558" y="108162"/>
                    </a:lnTo>
                    <a:lnTo>
                      <a:pt x="134418" y="108162"/>
                    </a:lnTo>
                    <a:lnTo>
                      <a:pt x="134418" y="105269"/>
                    </a:lnTo>
                    <a:lnTo>
                      <a:pt x="131168" y="104907"/>
                    </a:lnTo>
                    <a:cubicBezTo>
                      <a:pt x="122501" y="104907"/>
                      <a:pt x="119974" y="101653"/>
                      <a:pt x="119974" y="91166"/>
                    </a:cubicBezTo>
                    <a:lnTo>
                      <a:pt x="119974" y="17037"/>
                    </a:lnTo>
                    <a:cubicBezTo>
                      <a:pt x="119974" y="6551"/>
                      <a:pt x="122501" y="3297"/>
                      <a:pt x="131168" y="3297"/>
                    </a:cubicBezTo>
                    <a:lnTo>
                      <a:pt x="134418" y="2935"/>
                    </a:lnTo>
                    <a:lnTo>
                      <a:pt x="134418" y="42"/>
                    </a:lnTo>
                    <a:lnTo>
                      <a:pt x="103002" y="42"/>
                    </a:lnTo>
                    <a:lnTo>
                      <a:pt x="67976" y="80318"/>
                    </a:lnTo>
                    <a:lnTo>
                      <a:pt x="31144" y="42"/>
                    </a:lnTo>
                    <a:lnTo>
                      <a:pt x="90" y="42"/>
                    </a:lnTo>
                    <a:lnTo>
                      <a:pt x="90" y="2935"/>
                    </a:lnTo>
                    <a:lnTo>
                      <a:pt x="3701" y="3297"/>
                    </a:lnTo>
                    <a:cubicBezTo>
                      <a:pt x="12367" y="3297"/>
                      <a:pt x="14895" y="6551"/>
                      <a:pt x="14895" y="17037"/>
                    </a:cubicBezTo>
                    <a:lnTo>
                      <a:pt x="14895" y="91166"/>
                    </a:lnTo>
                    <a:cubicBezTo>
                      <a:pt x="14895" y="101653"/>
                      <a:pt x="12367" y="104907"/>
                      <a:pt x="3701" y="104907"/>
                    </a:cubicBezTo>
                    <a:lnTo>
                      <a:pt x="90" y="105269"/>
                    </a:lnTo>
                    <a:lnTo>
                      <a:pt x="90" y="108162"/>
                    </a:lnTo>
                    <a:lnTo>
                      <a:pt x="38005" y="108162"/>
                    </a:lnTo>
                    <a:lnTo>
                      <a:pt x="38005" y="105269"/>
                    </a:lnTo>
                    <a:lnTo>
                      <a:pt x="34033" y="104907"/>
                    </a:lnTo>
                    <a:cubicBezTo>
                      <a:pt x="25367" y="104907"/>
                      <a:pt x="22839" y="101653"/>
                      <a:pt x="22839" y="91166"/>
                    </a:cubicBezTo>
                    <a:lnTo>
                      <a:pt x="22839" y="22461"/>
                    </a:lnTo>
                    <a:close/>
                  </a:path>
                </a:pathLst>
              </a:custGeom>
              <a:solidFill>
                <a:srgbClr val="000000"/>
              </a:solidFill>
              <a:ln w="23090" cap="flat">
                <a:noFill/>
                <a:prstDash val="solid"/>
                <a:miter/>
              </a:ln>
            </p:spPr>
            <p:txBody>
              <a:bodyPr rtlCol="0" anchor="ctr"/>
              <a:lstStyle/>
              <a:p>
                <a:endParaRPr lang="zh-CN" altLang="en-US"/>
              </a:p>
            </p:txBody>
          </p:sp>
          <p:sp>
            <p:nvSpPr>
              <p:cNvPr id="416" name="任意多边形: 形状 415"/>
              <p:cNvSpPr/>
              <p:nvPr/>
            </p:nvSpPr>
            <p:spPr>
              <a:xfrm>
                <a:off x="4870060" y="3477090"/>
                <a:ext cx="78357" cy="75936"/>
              </a:xfrm>
              <a:custGeom>
                <a:avLst/>
                <a:gdLst>
                  <a:gd name="connsiteX0" fmla="*/ 66538 w 78357"/>
                  <a:gd name="connsiteY0" fmla="*/ 42 h 75936"/>
                  <a:gd name="connsiteX1" fmla="*/ 40539 w 78357"/>
                  <a:gd name="connsiteY1" fmla="*/ 42 h 75936"/>
                  <a:gd name="connsiteX2" fmla="*/ 40539 w 78357"/>
                  <a:gd name="connsiteY2" fmla="*/ 2935 h 75936"/>
                  <a:gd name="connsiteX3" fmla="*/ 44511 w 78357"/>
                  <a:gd name="connsiteY3" fmla="*/ 2935 h 75936"/>
                  <a:gd name="connsiteX4" fmla="*/ 53899 w 78357"/>
                  <a:gd name="connsiteY4" fmla="*/ 19930 h 75936"/>
                  <a:gd name="connsiteX5" fmla="*/ 53899 w 78357"/>
                  <a:gd name="connsiteY5" fmla="*/ 55367 h 75936"/>
                  <a:gd name="connsiteX6" fmla="*/ 35845 w 78357"/>
                  <a:gd name="connsiteY6" fmla="*/ 65131 h 75936"/>
                  <a:gd name="connsiteX7" fmla="*/ 24650 w 78357"/>
                  <a:gd name="connsiteY7" fmla="*/ 47050 h 75936"/>
                  <a:gd name="connsiteX8" fmla="*/ 24650 w 78357"/>
                  <a:gd name="connsiteY8" fmla="*/ 42 h 75936"/>
                  <a:gd name="connsiteX9" fmla="*/ 96 w 78357"/>
                  <a:gd name="connsiteY9" fmla="*/ 42 h 75936"/>
                  <a:gd name="connsiteX10" fmla="*/ 96 w 78357"/>
                  <a:gd name="connsiteY10" fmla="*/ 2935 h 75936"/>
                  <a:gd name="connsiteX11" fmla="*/ 2624 w 78357"/>
                  <a:gd name="connsiteY11" fmla="*/ 2935 h 75936"/>
                  <a:gd name="connsiteX12" fmla="*/ 11651 w 78357"/>
                  <a:gd name="connsiteY12" fmla="*/ 19930 h 75936"/>
                  <a:gd name="connsiteX13" fmla="*/ 11651 w 78357"/>
                  <a:gd name="connsiteY13" fmla="*/ 47412 h 75936"/>
                  <a:gd name="connsiteX14" fmla="*/ 14179 w 78357"/>
                  <a:gd name="connsiteY14" fmla="*/ 65492 h 75936"/>
                  <a:gd name="connsiteX15" fmla="*/ 29706 w 78357"/>
                  <a:gd name="connsiteY15" fmla="*/ 75617 h 75936"/>
                  <a:gd name="connsiteX16" fmla="*/ 45594 w 78357"/>
                  <a:gd name="connsiteY16" fmla="*/ 69470 h 75936"/>
                  <a:gd name="connsiteX17" fmla="*/ 53899 w 78357"/>
                  <a:gd name="connsiteY17" fmla="*/ 60791 h 75936"/>
                  <a:gd name="connsiteX18" fmla="*/ 53899 w 78357"/>
                  <a:gd name="connsiteY18" fmla="*/ 75979 h 75936"/>
                  <a:gd name="connsiteX19" fmla="*/ 78454 w 78357"/>
                  <a:gd name="connsiteY19" fmla="*/ 66939 h 75936"/>
                  <a:gd name="connsiteX20" fmla="*/ 77732 w 78357"/>
                  <a:gd name="connsiteY20" fmla="*/ 64046 h 75936"/>
                  <a:gd name="connsiteX21" fmla="*/ 73037 w 78357"/>
                  <a:gd name="connsiteY21" fmla="*/ 65131 h 75936"/>
                  <a:gd name="connsiteX22" fmla="*/ 66538 w 78357"/>
                  <a:gd name="connsiteY22" fmla="*/ 45966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538" y="42"/>
                    </a:moveTo>
                    <a:lnTo>
                      <a:pt x="40539" y="42"/>
                    </a:lnTo>
                    <a:lnTo>
                      <a:pt x="40539" y="2935"/>
                    </a:lnTo>
                    <a:lnTo>
                      <a:pt x="44511" y="2935"/>
                    </a:lnTo>
                    <a:cubicBezTo>
                      <a:pt x="52455" y="2935"/>
                      <a:pt x="53899" y="5466"/>
                      <a:pt x="53899" y="19930"/>
                    </a:cubicBezTo>
                    <a:lnTo>
                      <a:pt x="53899" y="55367"/>
                    </a:lnTo>
                    <a:cubicBezTo>
                      <a:pt x="44511" y="63684"/>
                      <a:pt x="41622" y="65131"/>
                      <a:pt x="35845" y="65131"/>
                    </a:cubicBezTo>
                    <a:cubicBezTo>
                      <a:pt x="27900" y="65131"/>
                      <a:pt x="24650" y="60068"/>
                      <a:pt x="24650" y="47050"/>
                    </a:cubicBezTo>
                    <a:lnTo>
                      <a:pt x="24650" y="42"/>
                    </a:lnTo>
                    <a:lnTo>
                      <a:pt x="96" y="42"/>
                    </a:lnTo>
                    <a:lnTo>
                      <a:pt x="96" y="2935"/>
                    </a:lnTo>
                    <a:lnTo>
                      <a:pt x="2624" y="2935"/>
                    </a:lnTo>
                    <a:cubicBezTo>
                      <a:pt x="10207" y="2935"/>
                      <a:pt x="11651" y="5466"/>
                      <a:pt x="11651" y="19930"/>
                    </a:cubicBezTo>
                    <a:lnTo>
                      <a:pt x="11651" y="47412"/>
                    </a:lnTo>
                    <a:cubicBezTo>
                      <a:pt x="11651" y="56452"/>
                      <a:pt x="12373" y="61153"/>
                      <a:pt x="14179" y="65492"/>
                    </a:cubicBezTo>
                    <a:cubicBezTo>
                      <a:pt x="17067" y="72001"/>
                      <a:pt x="22484" y="75617"/>
                      <a:pt x="29706" y="75617"/>
                    </a:cubicBezTo>
                    <a:cubicBezTo>
                      <a:pt x="35483" y="75617"/>
                      <a:pt x="40900" y="73448"/>
                      <a:pt x="45594" y="69470"/>
                    </a:cubicBezTo>
                    <a:cubicBezTo>
                      <a:pt x="48122" y="66939"/>
                      <a:pt x="49205" y="65854"/>
                      <a:pt x="53899" y="60791"/>
                    </a:cubicBezTo>
                    <a:lnTo>
                      <a:pt x="53899" y="75979"/>
                    </a:lnTo>
                    <a:cubicBezTo>
                      <a:pt x="65093" y="71278"/>
                      <a:pt x="66899" y="70916"/>
                      <a:pt x="78454" y="66939"/>
                    </a:cubicBezTo>
                    <a:lnTo>
                      <a:pt x="77732" y="64046"/>
                    </a:lnTo>
                    <a:cubicBezTo>
                      <a:pt x="75565" y="64769"/>
                      <a:pt x="74482" y="65131"/>
                      <a:pt x="73037" y="65131"/>
                    </a:cubicBezTo>
                    <a:cubicBezTo>
                      <a:pt x="67621" y="65131"/>
                      <a:pt x="66538" y="61876"/>
                      <a:pt x="66538" y="45966"/>
                    </a:cubicBezTo>
                    <a:close/>
                  </a:path>
                </a:pathLst>
              </a:custGeom>
              <a:solidFill>
                <a:srgbClr val="000000"/>
              </a:solidFill>
              <a:ln w="23090" cap="flat">
                <a:noFill/>
                <a:prstDash val="solid"/>
                <a:miter/>
              </a:ln>
            </p:spPr>
            <p:txBody>
              <a:bodyPr rtlCol="0" anchor="ctr"/>
              <a:lstStyle/>
              <a:p>
                <a:endParaRPr lang="zh-CN" altLang="en-US"/>
              </a:p>
            </p:txBody>
          </p:sp>
          <p:sp>
            <p:nvSpPr>
              <p:cNvPr id="417" name="任意多边形: 形状 416"/>
              <p:cNvSpPr/>
              <p:nvPr/>
            </p:nvSpPr>
            <p:spPr>
              <a:xfrm>
                <a:off x="4957358" y="3476005"/>
                <a:ext cx="48025" cy="76660"/>
              </a:xfrm>
              <a:custGeom>
                <a:avLst/>
                <a:gdLst>
                  <a:gd name="connsiteX0" fmla="*/ 4794 w 48025"/>
                  <a:gd name="connsiteY0" fmla="*/ 75979 h 76660"/>
                  <a:gd name="connsiteX1" fmla="*/ 7321 w 48025"/>
                  <a:gd name="connsiteY1" fmla="*/ 73809 h 76660"/>
                  <a:gd name="connsiteX2" fmla="*/ 9849 w 48025"/>
                  <a:gd name="connsiteY2" fmla="*/ 74171 h 76660"/>
                  <a:gd name="connsiteX3" fmla="*/ 25376 w 48025"/>
                  <a:gd name="connsiteY3" fmla="*/ 76702 h 76660"/>
                  <a:gd name="connsiteX4" fmla="*/ 48125 w 48025"/>
                  <a:gd name="connsiteY4" fmla="*/ 55729 h 76660"/>
                  <a:gd name="connsiteX5" fmla="*/ 31154 w 48025"/>
                  <a:gd name="connsiteY5" fmla="*/ 32948 h 76660"/>
                  <a:gd name="connsiteX6" fmla="*/ 22849 w 48025"/>
                  <a:gd name="connsiteY6" fmla="*/ 28609 h 76660"/>
                  <a:gd name="connsiteX7" fmla="*/ 10932 w 48025"/>
                  <a:gd name="connsiteY7" fmla="*/ 14868 h 76660"/>
                  <a:gd name="connsiteX8" fmla="*/ 21765 w 48025"/>
                  <a:gd name="connsiteY8" fmla="*/ 5466 h 76660"/>
                  <a:gd name="connsiteX9" fmla="*/ 39459 w 48025"/>
                  <a:gd name="connsiteY9" fmla="*/ 24270 h 76660"/>
                  <a:gd name="connsiteX10" fmla="*/ 41987 w 48025"/>
                  <a:gd name="connsiteY10" fmla="*/ 24270 h 76660"/>
                  <a:gd name="connsiteX11" fmla="*/ 41987 w 48025"/>
                  <a:gd name="connsiteY11" fmla="*/ 765 h 76660"/>
                  <a:gd name="connsiteX12" fmla="*/ 39098 w 48025"/>
                  <a:gd name="connsiteY12" fmla="*/ 765 h 76660"/>
                  <a:gd name="connsiteX13" fmla="*/ 36931 w 48025"/>
                  <a:gd name="connsiteY13" fmla="*/ 2573 h 76660"/>
                  <a:gd name="connsiteX14" fmla="*/ 35848 w 48025"/>
                  <a:gd name="connsiteY14" fmla="*/ 2573 h 76660"/>
                  <a:gd name="connsiteX15" fmla="*/ 21765 w 48025"/>
                  <a:gd name="connsiteY15" fmla="*/ 42 h 76660"/>
                  <a:gd name="connsiteX16" fmla="*/ 99 w 48025"/>
                  <a:gd name="connsiteY16" fmla="*/ 21015 h 76660"/>
                  <a:gd name="connsiteX17" fmla="*/ 6960 w 48025"/>
                  <a:gd name="connsiteY17" fmla="*/ 35841 h 76660"/>
                  <a:gd name="connsiteX18" fmla="*/ 17793 w 48025"/>
                  <a:gd name="connsiteY18" fmla="*/ 42711 h 76660"/>
                  <a:gd name="connsiteX19" fmla="*/ 23932 w 48025"/>
                  <a:gd name="connsiteY19" fmla="*/ 45966 h 76660"/>
                  <a:gd name="connsiteX20" fmla="*/ 35848 w 48025"/>
                  <a:gd name="connsiteY20" fmla="*/ 60792 h 76660"/>
                  <a:gd name="connsiteX21" fmla="*/ 24654 w 48025"/>
                  <a:gd name="connsiteY21" fmla="*/ 70916 h 76660"/>
                  <a:gd name="connsiteX22" fmla="*/ 4794 w 48025"/>
                  <a:gd name="connsiteY22" fmla="*/ 49220 h 76660"/>
                  <a:gd name="connsiteX23" fmla="*/ 1905 w 48025"/>
                  <a:gd name="connsiteY23" fmla="*/ 49220 h 76660"/>
                  <a:gd name="connsiteX24" fmla="*/ 1905 w 48025"/>
                  <a:gd name="connsiteY24" fmla="*/ 75979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794" y="75979"/>
                    </a:moveTo>
                    <a:cubicBezTo>
                      <a:pt x="5155" y="74171"/>
                      <a:pt x="5877" y="73809"/>
                      <a:pt x="7321" y="73809"/>
                    </a:cubicBezTo>
                    <a:cubicBezTo>
                      <a:pt x="8043" y="73809"/>
                      <a:pt x="9127" y="73809"/>
                      <a:pt x="9849" y="74171"/>
                    </a:cubicBezTo>
                    <a:cubicBezTo>
                      <a:pt x="17793" y="76341"/>
                      <a:pt x="20682" y="76702"/>
                      <a:pt x="25376" y="76702"/>
                    </a:cubicBezTo>
                    <a:cubicBezTo>
                      <a:pt x="38376" y="76702"/>
                      <a:pt x="48125" y="68024"/>
                      <a:pt x="48125" y="55729"/>
                    </a:cubicBezTo>
                    <a:cubicBezTo>
                      <a:pt x="48125" y="46327"/>
                      <a:pt x="42709" y="39095"/>
                      <a:pt x="31154" y="32948"/>
                    </a:cubicBezTo>
                    <a:lnTo>
                      <a:pt x="22849" y="28609"/>
                    </a:lnTo>
                    <a:cubicBezTo>
                      <a:pt x="14543" y="23908"/>
                      <a:pt x="10932" y="19930"/>
                      <a:pt x="10932" y="14868"/>
                    </a:cubicBezTo>
                    <a:cubicBezTo>
                      <a:pt x="10932" y="9444"/>
                      <a:pt x="15626" y="5466"/>
                      <a:pt x="21765" y="5466"/>
                    </a:cubicBezTo>
                    <a:cubicBezTo>
                      <a:pt x="31154" y="5466"/>
                      <a:pt x="37292" y="11613"/>
                      <a:pt x="39459" y="24270"/>
                    </a:cubicBezTo>
                    <a:lnTo>
                      <a:pt x="41987" y="24270"/>
                    </a:lnTo>
                    <a:lnTo>
                      <a:pt x="41987" y="765"/>
                    </a:lnTo>
                    <a:lnTo>
                      <a:pt x="39098" y="765"/>
                    </a:lnTo>
                    <a:cubicBezTo>
                      <a:pt x="38376" y="1850"/>
                      <a:pt x="38015" y="2573"/>
                      <a:pt x="36931" y="2573"/>
                    </a:cubicBezTo>
                    <a:cubicBezTo>
                      <a:pt x="36570" y="2573"/>
                      <a:pt x="36209" y="2573"/>
                      <a:pt x="35848" y="2573"/>
                    </a:cubicBezTo>
                    <a:cubicBezTo>
                      <a:pt x="27182" y="42"/>
                      <a:pt x="25737" y="42"/>
                      <a:pt x="21765" y="42"/>
                    </a:cubicBezTo>
                    <a:cubicBezTo>
                      <a:pt x="9127" y="42"/>
                      <a:pt x="99" y="8720"/>
                      <a:pt x="99" y="21015"/>
                    </a:cubicBezTo>
                    <a:cubicBezTo>
                      <a:pt x="99" y="26439"/>
                      <a:pt x="2266" y="31140"/>
                      <a:pt x="6960" y="35841"/>
                    </a:cubicBezTo>
                    <a:cubicBezTo>
                      <a:pt x="9849" y="38372"/>
                      <a:pt x="10210" y="38372"/>
                      <a:pt x="17793" y="42711"/>
                    </a:cubicBezTo>
                    <a:lnTo>
                      <a:pt x="23932" y="45966"/>
                    </a:lnTo>
                    <a:cubicBezTo>
                      <a:pt x="31876" y="50667"/>
                      <a:pt x="35848" y="55368"/>
                      <a:pt x="35848" y="60792"/>
                    </a:cubicBezTo>
                    <a:cubicBezTo>
                      <a:pt x="35848" y="66577"/>
                      <a:pt x="31154" y="70916"/>
                      <a:pt x="24654" y="70916"/>
                    </a:cubicBezTo>
                    <a:cubicBezTo>
                      <a:pt x="14182" y="70916"/>
                      <a:pt x="7321" y="63323"/>
                      <a:pt x="4794" y="49220"/>
                    </a:cubicBezTo>
                    <a:lnTo>
                      <a:pt x="1905" y="49220"/>
                    </a:lnTo>
                    <a:lnTo>
                      <a:pt x="1905" y="75979"/>
                    </a:lnTo>
                    <a:close/>
                  </a:path>
                </a:pathLst>
              </a:custGeom>
              <a:solidFill>
                <a:srgbClr val="000000"/>
              </a:solidFill>
              <a:ln w="23090" cap="flat">
                <a:noFill/>
                <a:prstDash val="solid"/>
                <a:miter/>
              </a:ln>
            </p:spPr>
            <p:txBody>
              <a:bodyPr rtlCol="0" anchor="ctr"/>
              <a:lstStyle/>
              <a:p>
                <a:endParaRPr lang="zh-CN" altLang="en-US"/>
              </a:p>
            </p:txBody>
          </p:sp>
          <p:sp>
            <p:nvSpPr>
              <p:cNvPr id="418" name="任意多边形: 形状 417"/>
              <p:cNvSpPr/>
              <p:nvPr/>
            </p:nvSpPr>
            <p:spPr>
              <a:xfrm>
                <a:off x="5013167" y="3443461"/>
                <a:ext cx="36831" cy="108119"/>
              </a:xfrm>
              <a:custGeom>
                <a:avLst/>
                <a:gdLst>
                  <a:gd name="connsiteX0" fmla="*/ 25018 w 36831"/>
                  <a:gd name="connsiteY0" fmla="*/ 31502 h 108119"/>
                  <a:gd name="connsiteX1" fmla="*/ 463 w 36831"/>
                  <a:gd name="connsiteY1" fmla="*/ 42711 h 108119"/>
                  <a:gd name="connsiteX2" fmla="*/ 1185 w 36831"/>
                  <a:gd name="connsiteY2" fmla="*/ 45243 h 108119"/>
                  <a:gd name="connsiteX3" fmla="*/ 3352 w 36831"/>
                  <a:gd name="connsiteY3" fmla="*/ 44519 h 108119"/>
                  <a:gd name="connsiteX4" fmla="*/ 6602 w 36831"/>
                  <a:gd name="connsiteY4" fmla="*/ 44158 h 108119"/>
                  <a:gd name="connsiteX5" fmla="*/ 12379 w 36831"/>
                  <a:gd name="connsiteY5" fmla="*/ 55368 h 108119"/>
                  <a:gd name="connsiteX6" fmla="*/ 12379 w 36831"/>
                  <a:gd name="connsiteY6" fmla="*/ 88273 h 108119"/>
                  <a:gd name="connsiteX7" fmla="*/ 11657 w 36831"/>
                  <a:gd name="connsiteY7" fmla="*/ 100206 h 108119"/>
                  <a:gd name="connsiteX8" fmla="*/ 2991 w 36831"/>
                  <a:gd name="connsiteY8" fmla="*/ 105269 h 108119"/>
                  <a:gd name="connsiteX9" fmla="*/ 102 w 36831"/>
                  <a:gd name="connsiteY9" fmla="*/ 105269 h 108119"/>
                  <a:gd name="connsiteX10" fmla="*/ 102 w 36831"/>
                  <a:gd name="connsiteY10" fmla="*/ 108162 h 108119"/>
                  <a:gd name="connsiteX11" fmla="*/ 36934 w 36831"/>
                  <a:gd name="connsiteY11" fmla="*/ 108162 h 108119"/>
                  <a:gd name="connsiteX12" fmla="*/ 36934 w 36831"/>
                  <a:gd name="connsiteY12" fmla="*/ 105269 h 108119"/>
                  <a:gd name="connsiteX13" fmla="*/ 34406 w 36831"/>
                  <a:gd name="connsiteY13" fmla="*/ 105269 h 108119"/>
                  <a:gd name="connsiteX14" fmla="*/ 25018 w 36831"/>
                  <a:gd name="connsiteY14" fmla="*/ 88273 h 108119"/>
                  <a:gd name="connsiteX15" fmla="*/ 17796 w 36831"/>
                  <a:gd name="connsiteY15" fmla="*/ 42 h 108119"/>
                  <a:gd name="connsiteX16" fmla="*/ 9129 w 36831"/>
                  <a:gd name="connsiteY16" fmla="*/ 8359 h 108119"/>
                  <a:gd name="connsiteX17" fmla="*/ 17796 w 36831"/>
                  <a:gd name="connsiteY17" fmla="*/ 17037 h 108119"/>
                  <a:gd name="connsiteX18" fmla="*/ 26101 w 36831"/>
                  <a:gd name="connsiteY18" fmla="*/ 8359 h 108119"/>
                  <a:gd name="connsiteX19" fmla="*/ 17796 w 36831"/>
                  <a:gd name="connsiteY19" fmla="*/ 42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018" y="31502"/>
                    </a:moveTo>
                    <a:cubicBezTo>
                      <a:pt x="14185" y="36926"/>
                      <a:pt x="12379" y="38011"/>
                      <a:pt x="463" y="42711"/>
                    </a:cubicBezTo>
                    <a:lnTo>
                      <a:pt x="1185" y="45243"/>
                    </a:lnTo>
                    <a:lnTo>
                      <a:pt x="3352" y="44519"/>
                    </a:lnTo>
                    <a:cubicBezTo>
                      <a:pt x="4074" y="44158"/>
                      <a:pt x="5518" y="44158"/>
                      <a:pt x="6602" y="44158"/>
                    </a:cubicBezTo>
                    <a:cubicBezTo>
                      <a:pt x="11296" y="44158"/>
                      <a:pt x="12379" y="46327"/>
                      <a:pt x="12379" y="55368"/>
                    </a:cubicBezTo>
                    <a:lnTo>
                      <a:pt x="12379" y="88273"/>
                    </a:lnTo>
                    <a:cubicBezTo>
                      <a:pt x="12018" y="98760"/>
                      <a:pt x="12018" y="98760"/>
                      <a:pt x="11657" y="100206"/>
                    </a:cubicBezTo>
                    <a:cubicBezTo>
                      <a:pt x="10213" y="103822"/>
                      <a:pt x="8046" y="105269"/>
                      <a:pt x="2991" y="105269"/>
                    </a:cubicBezTo>
                    <a:lnTo>
                      <a:pt x="102" y="105269"/>
                    </a:lnTo>
                    <a:lnTo>
                      <a:pt x="102" y="108162"/>
                    </a:lnTo>
                    <a:lnTo>
                      <a:pt x="36934" y="108162"/>
                    </a:lnTo>
                    <a:lnTo>
                      <a:pt x="36934" y="105269"/>
                    </a:lnTo>
                    <a:lnTo>
                      <a:pt x="34406" y="105269"/>
                    </a:lnTo>
                    <a:cubicBezTo>
                      <a:pt x="26462" y="105269"/>
                      <a:pt x="25018" y="102738"/>
                      <a:pt x="25018" y="88273"/>
                    </a:cubicBezTo>
                    <a:close/>
                    <a:moveTo>
                      <a:pt x="17796" y="42"/>
                    </a:moveTo>
                    <a:cubicBezTo>
                      <a:pt x="13101" y="42"/>
                      <a:pt x="9129" y="3658"/>
                      <a:pt x="9129" y="8359"/>
                    </a:cubicBezTo>
                    <a:cubicBezTo>
                      <a:pt x="9129" y="13060"/>
                      <a:pt x="13101" y="17037"/>
                      <a:pt x="17796" y="17037"/>
                    </a:cubicBezTo>
                    <a:cubicBezTo>
                      <a:pt x="22129" y="17037"/>
                      <a:pt x="26101" y="13060"/>
                      <a:pt x="26101" y="8359"/>
                    </a:cubicBezTo>
                    <a:cubicBezTo>
                      <a:pt x="26101" y="4020"/>
                      <a:pt x="22490" y="42"/>
                      <a:pt x="17796" y="42"/>
                    </a:cubicBezTo>
                    <a:close/>
                  </a:path>
                </a:pathLst>
              </a:custGeom>
              <a:solidFill>
                <a:srgbClr val="000000"/>
              </a:solidFill>
              <a:ln w="23090" cap="flat">
                <a:noFill/>
                <a:prstDash val="solid"/>
                <a:miter/>
              </a:ln>
            </p:spPr>
            <p:txBody>
              <a:bodyPr rtlCol="0" anchor="ctr"/>
              <a:lstStyle/>
              <a:p>
                <a:endParaRPr lang="zh-CN" altLang="en-US"/>
              </a:p>
            </p:txBody>
          </p:sp>
          <p:sp>
            <p:nvSpPr>
              <p:cNvPr id="419" name="任意多边形: 形状 418"/>
              <p:cNvSpPr/>
              <p:nvPr/>
            </p:nvSpPr>
            <p:spPr>
              <a:xfrm>
                <a:off x="5057668" y="3476005"/>
                <a:ext cx="61025" cy="76660"/>
              </a:xfrm>
              <a:custGeom>
                <a:avLst/>
                <a:gdLst>
                  <a:gd name="connsiteX0" fmla="*/ 58240 w 61025"/>
                  <a:gd name="connsiteY0" fmla="*/ 45604 h 76660"/>
                  <a:gd name="connsiteX1" fmla="*/ 35852 w 61025"/>
                  <a:gd name="connsiteY1" fmla="*/ 63323 h 76660"/>
                  <a:gd name="connsiteX2" fmla="*/ 13464 w 61025"/>
                  <a:gd name="connsiteY2" fmla="*/ 34033 h 76660"/>
                  <a:gd name="connsiteX3" fmla="*/ 31880 w 61025"/>
                  <a:gd name="connsiteY3" fmla="*/ 6189 h 76660"/>
                  <a:gd name="connsiteX4" fmla="*/ 41991 w 61025"/>
                  <a:gd name="connsiteY4" fmla="*/ 15591 h 76660"/>
                  <a:gd name="connsiteX5" fmla="*/ 50657 w 61025"/>
                  <a:gd name="connsiteY5" fmla="*/ 24270 h 76660"/>
                  <a:gd name="connsiteX6" fmla="*/ 58601 w 61025"/>
                  <a:gd name="connsiteY6" fmla="*/ 17037 h 76660"/>
                  <a:gd name="connsiteX7" fmla="*/ 34047 w 61025"/>
                  <a:gd name="connsiteY7" fmla="*/ 42 h 76660"/>
                  <a:gd name="connsiteX8" fmla="*/ 104 w 61025"/>
                  <a:gd name="connsiteY8" fmla="*/ 39095 h 76660"/>
                  <a:gd name="connsiteX9" fmla="*/ 7687 w 61025"/>
                  <a:gd name="connsiteY9" fmla="*/ 64769 h 76660"/>
                  <a:gd name="connsiteX10" fmla="*/ 31158 w 61025"/>
                  <a:gd name="connsiteY10" fmla="*/ 76702 h 76660"/>
                  <a:gd name="connsiteX11" fmla="*/ 61129 w 61025"/>
                  <a:gd name="connsiteY11" fmla="*/ 47050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240" y="45604"/>
                    </a:moveTo>
                    <a:cubicBezTo>
                      <a:pt x="54268" y="57176"/>
                      <a:pt x="46324" y="63323"/>
                      <a:pt x="35852" y="63323"/>
                    </a:cubicBezTo>
                    <a:cubicBezTo>
                      <a:pt x="22492" y="63323"/>
                      <a:pt x="13464" y="52113"/>
                      <a:pt x="13464" y="34033"/>
                    </a:cubicBezTo>
                    <a:cubicBezTo>
                      <a:pt x="13464" y="17037"/>
                      <a:pt x="20686" y="6189"/>
                      <a:pt x="31880" y="6189"/>
                    </a:cubicBezTo>
                    <a:cubicBezTo>
                      <a:pt x="38019" y="6189"/>
                      <a:pt x="40908" y="8720"/>
                      <a:pt x="41991" y="15591"/>
                    </a:cubicBezTo>
                    <a:cubicBezTo>
                      <a:pt x="42713" y="21377"/>
                      <a:pt x="45602" y="24270"/>
                      <a:pt x="50657" y="24270"/>
                    </a:cubicBezTo>
                    <a:cubicBezTo>
                      <a:pt x="55352" y="24270"/>
                      <a:pt x="58601" y="21015"/>
                      <a:pt x="58601" y="17037"/>
                    </a:cubicBezTo>
                    <a:cubicBezTo>
                      <a:pt x="58601" y="7636"/>
                      <a:pt x="47407" y="42"/>
                      <a:pt x="34047" y="42"/>
                    </a:cubicBezTo>
                    <a:cubicBezTo>
                      <a:pt x="14187" y="42"/>
                      <a:pt x="104" y="16314"/>
                      <a:pt x="104" y="39095"/>
                    </a:cubicBezTo>
                    <a:cubicBezTo>
                      <a:pt x="104" y="49220"/>
                      <a:pt x="2631" y="58260"/>
                      <a:pt x="7687" y="64769"/>
                    </a:cubicBezTo>
                    <a:cubicBezTo>
                      <a:pt x="13464" y="72001"/>
                      <a:pt x="22492" y="76702"/>
                      <a:pt x="31158" y="76702"/>
                    </a:cubicBezTo>
                    <a:cubicBezTo>
                      <a:pt x="44880" y="76702"/>
                      <a:pt x="55352" y="66577"/>
                      <a:pt x="61129" y="47050"/>
                    </a:cubicBezTo>
                    <a:close/>
                  </a:path>
                </a:pathLst>
              </a:custGeom>
              <a:solidFill>
                <a:srgbClr val="000000"/>
              </a:solidFill>
              <a:ln w="23090" cap="flat">
                <a:noFill/>
                <a:prstDash val="solid"/>
                <a:miter/>
              </a:ln>
            </p:spPr>
            <p:txBody>
              <a:bodyPr rtlCol="0" anchor="ctr"/>
              <a:lstStyle/>
              <a:p>
                <a:endParaRPr lang="zh-CN" altLang="en-US"/>
              </a:p>
            </p:txBody>
          </p:sp>
        </p:grpSp>
        <p:grpSp>
          <p:nvGrpSpPr>
            <p:cNvPr id="366" name="Graphic 2"/>
            <p:cNvGrpSpPr/>
            <p:nvPr/>
          </p:nvGrpSpPr>
          <p:grpSpPr>
            <a:xfrm>
              <a:off x="8951049" y="1988958"/>
              <a:ext cx="406456" cy="88694"/>
              <a:chOff x="4176281" y="3672935"/>
              <a:chExt cx="313844" cy="75575"/>
            </a:xfrm>
          </p:grpSpPr>
          <p:sp>
            <p:nvSpPr>
              <p:cNvPr id="409" name="任意多边形: 形状 408"/>
              <p:cNvSpPr/>
              <p:nvPr/>
            </p:nvSpPr>
            <p:spPr>
              <a:xfrm>
                <a:off x="4176281" y="3673658"/>
                <a:ext cx="59580" cy="74490"/>
              </a:xfrm>
              <a:custGeom>
                <a:avLst/>
                <a:gdLst>
                  <a:gd name="connsiteX0" fmla="*/ 49175 w 59580"/>
                  <a:gd name="connsiteY0" fmla="*/ 55376 h 74490"/>
                  <a:gd name="connsiteX1" fmla="*/ 28231 w 59580"/>
                  <a:gd name="connsiteY1" fmla="*/ 66224 h 74490"/>
                  <a:gd name="connsiteX2" fmla="*/ 13065 w 59580"/>
                  <a:gd name="connsiteY2" fmla="*/ 49590 h 74490"/>
                  <a:gd name="connsiteX3" fmla="*/ 13787 w 59580"/>
                  <a:gd name="connsiteY3" fmla="*/ 41273 h 74490"/>
                  <a:gd name="connsiteX4" fmla="*/ 41231 w 59580"/>
                  <a:gd name="connsiteY4" fmla="*/ 35488 h 74490"/>
                  <a:gd name="connsiteX5" fmla="*/ 59647 w 59580"/>
                  <a:gd name="connsiteY5" fmla="*/ 11983 h 74490"/>
                  <a:gd name="connsiteX6" fmla="*/ 44481 w 59580"/>
                  <a:gd name="connsiteY6" fmla="*/ 50 h 74490"/>
                  <a:gd name="connsiteX7" fmla="*/ 66 w 59580"/>
                  <a:gd name="connsiteY7" fmla="*/ 50313 h 74490"/>
                  <a:gd name="connsiteX8" fmla="*/ 21370 w 59580"/>
                  <a:gd name="connsiteY8" fmla="*/ 74541 h 74490"/>
                  <a:gd name="connsiteX9" fmla="*/ 52425 w 59580"/>
                  <a:gd name="connsiteY9" fmla="*/ 57545 h 74490"/>
                  <a:gd name="connsiteX10" fmla="*/ 14871 w 59580"/>
                  <a:gd name="connsiteY10" fmla="*/ 36934 h 74490"/>
                  <a:gd name="connsiteX11" fmla="*/ 41592 w 59580"/>
                  <a:gd name="connsiteY11" fmla="*/ 4751 h 74490"/>
                  <a:gd name="connsiteX12" fmla="*/ 48091 w 59580"/>
                  <a:gd name="connsiteY12" fmla="*/ 11622 h 74490"/>
                  <a:gd name="connsiteX13" fmla="*/ 42314 w 59580"/>
                  <a:gd name="connsiteY13" fmla="*/ 25363 h 74490"/>
                  <a:gd name="connsiteX14" fmla="*/ 21370 w 59580"/>
                  <a:gd name="connsiteY14" fmla="*/ 36572 h 74490"/>
                  <a:gd name="connsiteX15" fmla="*/ 14871 w 59580"/>
                  <a:gd name="connsiteY15" fmla="*/ 3693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175" y="55376"/>
                    </a:moveTo>
                    <a:cubicBezTo>
                      <a:pt x="42314" y="62969"/>
                      <a:pt x="35453" y="66224"/>
                      <a:pt x="28231" y="66224"/>
                    </a:cubicBezTo>
                    <a:cubicBezTo>
                      <a:pt x="19565" y="66224"/>
                      <a:pt x="13065" y="59353"/>
                      <a:pt x="13065" y="49590"/>
                    </a:cubicBezTo>
                    <a:cubicBezTo>
                      <a:pt x="13065" y="47059"/>
                      <a:pt x="13426" y="44166"/>
                      <a:pt x="13787" y="41273"/>
                    </a:cubicBezTo>
                    <a:cubicBezTo>
                      <a:pt x="26426" y="40550"/>
                      <a:pt x="33648" y="39104"/>
                      <a:pt x="41231" y="35488"/>
                    </a:cubicBezTo>
                    <a:cubicBezTo>
                      <a:pt x="52425" y="30425"/>
                      <a:pt x="59647" y="21023"/>
                      <a:pt x="59647" y="11983"/>
                    </a:cubicBezTo>
                    <a:cubicBezTo>
                      <a:pt x="59647" y="5113"/>
                      <a:pt x="53147" y="50"/>
                      <a:pt x="44481" y="50"/>
                    </a:cubicBezTo>
                    <a:cubicBezTo>
                      <a:pt x="22815" y="50"/>
                      <a:pt x="66" y="26086"/>
                      <a:pt x="66" y="50313"/>
                    </a:cubicBezTo>
                    <a:cubicBezTo>
                      <a:pt x="66" y="64777"/>
                      <a:pt x="8732" y="74541"/>
                      <a:pt x="21370" y="74541"/>
                    </a:cubicBezTo>
                    <a:cubicBezTo>
                      <a:pt x="31481" y="74541"/>
                      <a:pt x="40147" y="69478"/>
                      <a:pt x="52425" y="57545"/>
                    </a:cubicBezTo>
                    <a:close/>
                    <a:moveTo>
                      <a:pt x="14871" y="36934"/>
                    </a:moveTo>
                    <a:cubicBezTo>
                      <a:pt x="20287" y="18492"/>
                      <a:pt x="31842" y="4751"/>
                      <a:pt x="41592" y="4751"/>
                    </a:cubicBezTo>
                    <a:cubicBezTo>
                      <a:pt x="45203" y="4751"/>
                      <a:pt x="48091" y="7644"/>
                      <a:pt x="48091" y="11622"/>
                    </a:cubicBezTo>
                    <a:cubicBezTo>
                      <a:pt x="48091" y="15961"/>
                      <a:pt x="45925" y="21023"/>
                      <a:pt x="42314" y="25363"/>
                    </a:cubicBezTo>
                    <a:cubicBezTo>
                      <a:pt x="36898" y="31148"/>
                      <a:pt x="30037" y="35126"/>
                      <a:pt x="21370" y="36572"/>
                    </a:cubicBezTo>
                    <a:cubicBezTo>
                      <a:pt x="19926" y="36572"/>
                      <a:pt x="17759" y="36934"/>
                      <a:pt x="14871" y="36934"/>
                    </a:cubicBezTo>
                    <a:close/>
                  </a:path>
                </a:pathLst>
              </a:custGeom>
              <a:solidFill>
                <a:srgbClr val="000000"/>
              </a:solidFill>
              <a:ln w="23090" cap="flat">
                <a:noFill/>
                <a:prstDash val="solid"/>
                <a:miter/>
              </a:ln>
            </p:spPr>
            <p:txBody>
              <a:bodyPr rtlCol="0" anchor="ctr"/>
              <a:lstStyle/>
              <a:p>
                <a:endParaRPr lang="zh-CN" altLang="en-US"/>
              </a:p>
            </p:txBody>
          </p:sp>
          <p:sp>
            <p:nvSpPr>
              <p:cNvPr id="410" name="任意多边形: 形状 409"/>
              <p:cNvSpPr/>
              <p:nvPr/>
            </p:nvSpPr>
            <p:spPr>
              <a:xfrm>
                <a:off x="4240877" y="3674381"/>
                <a:ext cx="70413" cy="74128"/>
              </a:xfrm>
              <a:custGeom>
                <a:avLst/>
                <a:gdLst>
                  <a:gd name="connsiteX0" fmla="*/ 66510 w 70413"/>
                  <a:gd name="connsiteY0" fmla="*/ 55014 h 74128"/>
                  <a:gd name="connsiteX1" fmla="*/ 54594 w 70413"/>
                  <a:gd name="connsiteY1" fmla="*/ 65501 h 74128"/>
                  <a:gd name="connsiteX2" fmla="*/ 52789 w 70413"/>
                  <a:gd name="connsiteY2" fmla="*/ 63693 h 74128"/>
                  <a:gd name="connsiteX3" fmla="*/ 53872 w 70413"/>
                  <a:gd name="connsiteY3" fmla="*/ 59353 h 74128"/>
                  <a:gd name="connsiteX4" fmla="*/ 70482 w 70413"/>
                  <a:gd name="connsiteY4" fmla="*/ 774 h 74128"/>
                  <a:gd name="connsiteX5" fmla="*/ 58205 w 70413"/>
                  <a:gd name="connsiteY5" fmla="*/ 2220 h 74128"/>
                  <a:gd name="connsiteX6" fmla="*/ 56039 w 70413"/>
                  <a:gd name="connsiteY6" fmla="*/ 10899 h 74128"/>
                  <a:gd name="connsiteX7" fmla="*/ 44122 w 70413"/>
                  <a:gd name="connsiteY7" fmla="*/ 50 h 74128"/>
                  <a:gd name="connsiteX8" fmla="*/ 69 w 70413"/>
                  <a:gd name="connsiteY8" fmla="*/ 56099 h 74128"/>
                  <a:gd name="connsiteX9" fmla="*/ 14151 w 70413"/>
                  <a:gd name="connsiteY9" fmla="*/ 73456 h 74128"/>
                  <a:gd name="connsiteX10" fmla="*/ 30040 w 70413"/>
                  <a:gd name="connsiteY10" fmla="*/ 67309 h 74128"/>
                  <a:gd name="connsiteX11" fmla="*/ 43761 w 70413"/>
                  <a:gd name="connsiteY11" fmla="*/ 52483 h 74128"/>
                  <a:gd name="connsiteX12" fmla="*/ 43039 w 70413"/>
                  <a:gd name="connsiteY12" fmla="*/ 56099 h 74128"/>
                  <a:gd name="connsiteX13" fmla="*/ 40873 w 70413"/>
                  <a:gd name="connsiteY13" fmla="*/ 66947 h 74128"/>
                  <a:gd name="connsiteX14" fmla="*/ 47372 w 70413"/>
                  <a:gd name="connsiteY14" fmla="*/ 74179 h 74128"/>
                  <a:gd name="connsiteX15" fmla="*/ 68677 w 70413"/>
                  <a:gd name="connsiteY15" fmla="*/ 57184 h 74128"/>
                  <a:gd name="connsiteX16" fmla="*/ 44483 w 70413"/>
                  <a:gd name="connsiteY16" fmla="*/ 4751 h 74128"/>
                  <a:gd name="connsiteX17" fmla="*/ 53150 w 70413"/>
                  <a:gd name="connsiteY17" fmla="*/ 14876 h 74128"/>
                  <a:gd name="connsiteX18" fmla="*/ 36539 w 70413"/>
                  <a:gd name="connsiteY18" fmla="*/ 55014 h 74128"/>
                  <a:gd name="connsiteX19" fmla="*/ 21373 w 70413"/>
                  <a:gd name="connsiteY19" fmla="*/ 64054 h 74128"/>
                  <a:gd name="connsiteX20" fmla="*/ 12707 w 70413"/>
                  <a:gd name="connsiteY20" fmla="*/ 53206 h 74128"/>
                  <a:gd name="connsiteX21" fmla="*/ 26067 w 70413"/>
                  <a:gd name="connsiteY21" fmla="*/ 18131 h 74128"/>
                  <a:gd name="connsiteX22" fmla="*/ 44483 w 70413"/>
                  <a:gd name="connsiteY22" fmla="*/ 475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510" y="55014"/>
                    </a:moveTo>
                    <a:cubicBezTo>
                      <a:pt x="61816" y="61885"/>
                      <a:pt x="57844" y="65501"/>
                      <a:pt x="54594" y="65501"/>
                    </a:cubicBezTo>
                    <a:cubicBezTo>
                      <a:pt x="53511" y="65501"/>
                      <a:pt x="52789" y="64777"/>
                      <a:pt x="52789" y="63693"/>
                    </a:cubicBezTo>
                    <a:cubicBezTo>
                      <a:pt x="52789" y="62969"/>
                      <a:pt x="52789" y="62608"/>
                      <a:pt x="53872" y="59353"/>
                    </a:cubicBezTo>
                    <a:lnTo>
                      <a:pt x="70482" y="774"/>
                    </a:lnTo>
                    <a:lnTo>
                      <a:pt x="58205" y="2220"/>
                    </a:lnTo>
                    <a:lnTo>
                      <a:pt x="56039" y="10899"/>
                    </a:lnTo>
                    <a:cubicBezTo>
                      <a:pt x="54594" y="4028"/>
                      <a:pt x="50261" y="50"/>
                      <a:pt x="44122" y="50"/>
                    </a:cubicBezTo>
                    <a:cubicBezTo>
                      <a:pt x="24984" y="50"/>
                      <a:pt x="69" y="31510"/>
                      <a:pt x="69" y="56099"/>
                    </a:cubicBezTo>
                    <a:cubicBezTo>
                      <a:pt x="69" y="66586"/>
                      <a:pt x="5846" y="73456"/>
                      <a:pt x="14151" y="73456"/>
                    </a:cubicBezTo>
                    <a:cubicBezTo>
                      <a:pt x="18846" y="73456"/>
                      <a:pt x="24984" y="71286"/>
                      <a:pt x="30040" y="67309"/>
                    </a:cubicBezTo>
                    <a:cubicBezTo>
                      <a:pt x="34734" y="64054"/>
                      <a:pt x="37623" y="60800"/>
                      <a:pt x="43761" y="52483"/>
                    </a:cubicBezTo>
                    <a:cubicBezTo>
                      <a:pt x="43761" y="53929"/>
                      <a:pt x="43039" y="55737"/>
                      <a:pt x="43039" y="56099"/>
                    </a:cubicBezTo>
                    <a:cubicBezTo>
                      <a:pt x="40873" y="64416"/>
                      <a:pt x="40873" y="64416"/>
                      <a:pt x="40873" y="66947"/>
                    </a:cubicBezTo>
                    <a:cubicBezTo>
                      <a:pt x="40873" y="71286"/>
                      <a:pt x="43400" y="74179"/>
                      <a:pt x="47372" y="74179"/>
                    </a:cubicBezTo>
                    <a:cubicBezTo>
                      <a:pt x="53872" y="74179"/>
                      <a:pt x="60372" y="68755"/>
                      <a:pt x="68677" y="57184"/>
                    </a:cubicBezTo>
                    <a:close/>
                    <a:moveTo>
                      <a:pt x="44483" y="4751"/>
                    </a:moveTo>
                    <a:cubicBezTo>
                      <a:pt x="49900" y="4751"/>
                      <a:pt x="53150" y="8729"/>
                      <a:pt x="53150" y="14876"/>
                    </a:cubicBezTo>
                    <a:cubicBezTo>
                      <a:pt x="53150" y="26809"/>
                      <a:pt x="45928" y="44528"/>
                      <a:pt x="36539" y="55014"/>
                    </a:cubicBezTo>
                    <a:cubicBezTo>
                      <a:pt x="31484" y="60800"/>
                      <a:pt x="25706" y="64054"/>
                      <a:pt x="21373" y="64054"/>
                    </a:cubicBezTo>
                    <a:cubicBezTo>
                      <a:pt x="15596" y="64054"/>
                      <a:pt x="12707" y="60438"/>
                      <a:pt x="12707" y="53206"/>
                    </a:cubicBezTo>
                    <a:cubicBezTo>
                      <a:pt x="12707" y="43443"/>
                      <a:pt x="17401" y="30787"/>
                      <a:pt x="26067" y="18131"/>
                    </a:cubicBezTo>
                    <a:cubicBezTo>
                      <a:pt x="32206" y="9452"/>
                      <a:pt x="38345" y="4751"/>
                      <a:pt x="44483" y="4751"/>
                    </a:cubicBezTo>
                    <a:close/>
                  </a:path>
                </a:pathLst>
              </a:custGeom>
              <a:solidFill>
                <a:srgbClr val="000000"/>
              </a:solidFill>
              <a:ln w="23090" cap="flat">
                <a:noFill/>
                <a:prstDash val="solid"/>
                <a:miter/>
              </a:ln>
            </p:spPr>
            <p:txBody>
              <a:bodyPr rtlCol="0" anchor="ctr"/>
              <a:lstStyle/>
              <a:p>
                <a:endParaRPr lang="zh-CN" altLang="en-US"/>
              </a:p>
            </p:txBody>
          </p:sp>
          <p:sp>
            <p:nvSpPr>
              <p:cNvPr id="411" name="任意多边形: 形状 410"/>
              <p:cNvSpPr/>
              <p:nvPr/>
            </p:nvSpPr>
            <p:spPr>
              <a:xfrm>
                <a:off x="4319734" y="3672935"/>
                <a:ext cx="55608" cy="73044"/>
              </a:xfrm>
              <a:custGeom>
                <a:avLst/>
                <a:gdLst>
                  <a:gd name="connsiteX0" fmla="*/ 32210 w 55608"/>
                  <a:gd name="connsiteY0" fmla="*/ 50 h 73044"/>
                  <a:gd name="connsiteX1" fmla="*/ 9099 w 55608"/>
                  <a:gd name="connsiteY1" fmla="*/ 2943 h 73044"/>
                  <a:gd name="connsiteX2" fmla="*/ 8377 w 55608"/>
                  <a:gd name="connsiteY2" fmla="*/ 6559 h 73044"/>
                  <a:gd name="connsiteX3" fmla="*/ 11988 w 55608"/>
                  <a:gd name="connsiteY3" fmla="*/ 5836 h 73044"/>
                  <a:gd name="connsiteX4" fmla="*/ 14877 w 55608"/>
                  <a:gd name="connsiteY4" fmla="*/ 5474 h 73044"/>
                  <a:gd name="connsiteX5" fmla="*/ 18127 w 55608"/>
                  <a:gd name="connsiteY5" fmla="*/ 8729 h 73044"/>
                  <a:gd name="connsiteX6" fmla="*/ 16682 w 55608"/>
                  <a:gd name="connsiteY6" fmla="*/ 15599 h 73044"/>
                  <a:gd name="connsiteX7" fmla="*/ 72 w 55608"/>
                  <a:gd name="connsiteY7" fmla="*/ 73094 h 73044"/>
                  <a:gd name="connsiteX8" fmla="*/ 12710 w 55608"/>
                  <a:gd name="connsiteY8" fmla="*/ 73094 h 73044"/>
                  <a:gd name="connsiteX9" fmla="*/ 30765 w 55608"/>
                  <a:gd name="connsiteY9" fmla="*/ 27532 h 73044"/>
                  <a:gd name="connsiteX10" fmla="*/ 41237 w 55608"/>
                  <a:gd name="connsiteY10" fmla="*/ 13068 h 73044"/>
                  <a:gd name="connsiteX11" fmla="*/ 42681 w 55608"/>
                  <a:gd name="connsiteY11" fmla="*/ 15599 h 73044"/>
                  <a:gd name="connsiteX12" fmla="*/ 47737 w 55608"/>
                  <a:gd name="connsiteY12" fmla="*/ 19938 h 73044"/>
                  <a:gd name="connsiteX13" fmla="*/ 55681 w 55608"/>
                  <a:gd name="connsiteY13" fmla="*/ 8729 h 73044"/>
                  <a:gd name="connsiteX14" fmla="*/ 49181 w 55608"/>
                  <a:gd name="connsiteY14" fmla="*/ 50 h 73044"/>
                  <a:gd name="connsiteX15" fmla="*/ 22460 w 55608"/>
                  <a:gd name="connsiteY15" fmla="*/ 35126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210" y="50"/>
                    </a:moveTo>
                    <a:cubicBezTo>
                      <a:pt x="22099" y="1858"/>
                      <a:pt x="20655" y="1858"/>
                      <a:pt x="9099" y="2943"/>
                    </a:cubicBezTo>
                    <a:lnTo>
                      <a:pt x="8377" y="6559"/>
                    </a:lnTo>
                    <a:cubicBezTo>
                      <a:pt x="10183" y="6198"/>
                      <a:pt x="11627" y="5836"/>
                      <a:pt x="11988" y="5836"/>
                    </a:cubicBezTo>
                    <a:cubicBezTo>
                      <a:pt x="13071" y="5836"/>
                      <a:pt x="14155" y="5474"/>
                      <a:pt x="14877" y="5474"/>
                    </a:cubicBezTo>
                    <a:cubicBezTo>
                      <a:pt x="16682" y="5474"/>
                      <a:pt x="18127" y="6921"/>
                      <a:pt x="18127" y="8729"/>
                    </a:cubicBezTo>
                    <a:cubicBezTo>
                      <a:pt x="18127" y="9452"/>
                      <a:pt x="17766" y="11983"/>
                      <a:pt x="16682" y="15599"/>
                    </a:cubicBezTo>
                    <a:lnTo>
                      <a:pt x="72" y="73094"/>
                    </a:lnTo>
                    <a:lnTo>
                      <a:pt x="12710" y="73094"/>
                    </a:lnTo>
                    <a:cubicBezTo>
                      <a:pt x="15960" y="59353"/>
                      <a:pt x="22460" y="43443"/>
                      <a:pt x="30765" y="27532"/>
                    </a:cubicBezTo>
                    <a:cubicBezTo>
                      <a:pt x="34015" y="21023"/>
                      <a:pt x="40154" y="13068"/>
                      <a:pt x="41237" y="13068"/>
                    </a:cubicBezTo>
                    <a:cubicBezTo>
                      <a:pt x="41959" y="13068"/>
                      <a:pt x="42320" y="13791"/>
                      <a:pt x="42681" y="15599"/>
                    </a:cubicBezTo>
                    <a:cubicBezTo>
                      <a:pt x="43042" y="18131"/>
                      <a:pt x="44848" y="19938"/>
                      <a:pt x="47737" y="19938"/>
                    </a:cubicBezTo>
                    <a:cubicBezTo>
                      <a:pt x="51709" y="19938"/>
                      <a:pt x="55681" y="14153"/>
                      <a:pt x="55681" y="8729"/>
                    </a:cubicBezTo>
                    <a:cubicBezTo>
                      <a:pt x="55681" y="3666"/>
                      <a:pt x="53153" y="50"/>
                      <a:pt x="49181" y="50"/>
                    </a:cubicBezTo>
                    <a:cubicBezTo>
                      <a:pt x="42320" y="50"/>
                      <a:pt x="31848" y="13791"/>
                      <a:pt x="22460" y="35126"/>
                    </a:cubicBezTo>
                    <a:close/>
                  </a:path>
                </a:pathLst>
              </a:custGeom>
              <a:solidFill>
                <a:srgbClr val="000000"/>
              </a:solidFill>
              <a:ln w="23090" cap="flat">
                <a:noFill/>
                <a:prstDash val="solid"/>
                <a:miter/>
              </a:ln>
            </p:spPr>
            <p:txBody>
              <a:bodyPr rtlCol="0" anchor="ctr"/>
              <a:lstStyle/>
              <a:p>
                <a:endParaRPr lang="zh-CN" altLang="en-US"/>
              </a:p>
            </p:txBody>
          </p:sp>
          <p:sp>
            <p:nvSpPr>
              <p:cNvPr id="412" name="任意多边形: 形状 411"/>
              <p:cNvSpPr/>
              <p:nvPr/>
            </p:nvSpPr>
            <p:spPr>
              <a:xfrm>
                <a:off x="437096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13" name="任意多边形: 形状 412"/>
              <p:cNvSpPr/>
              <p:nvPr/>
            </p:nvSpPr>
            <p:spPr>
              <a:xfrm>
                <a:off x="4422240" y="3677274"/>
                <a:ext cx="67886" cy="29289"/>
              </a:xfrm>
              <a:custGeom>
                <a:avLst/>
                <a:gdLst>
                  <a:gd name="connsiteX0" fmla="*/ 76 w 67886"/>
                  <a:gd name="connsiteY0" fmla="*/ 50 h 29289"/>
                  <a:gd name="connsiteX1" fmla="*/ 76 w 67886"/>
                  <a:gd name="connsiteY1" fmla="*/ 8006 h 29289"/>
                  <a:gd name="connsiteX2" fmla="*/ 67962 w 67886"/>
                  <a:gd name="connsiteY2" fmla="*/ 8006 h 29289"/>
                  <a:gd name="connsiteX3" fmla="*/ 67962 w 67886"/>
                  <a:gd name="connsiteY3" fmla="*/ 50 h 29289"/>
                  <a:gd name="connsiteX4" fmla="*/ 76 w 67886"/>
                  <a:gd name="connsiteY4" fmla="*/ 21747 h 29289"/>
                  <a:gd name="connsiteX5" fmla="*/ 76 w 67886"/>
                  <a:gd name="connsiteY5" fmla="*/ 29340 h 29289"/>
                  <a:gd name="connsiteX6" fmla="*/ 67962 w 67886"/>
                  <a:gd name="connsiteY6" fmla="*/ 29340 h 29289"/>
                  <a:gd name="connsiteX7" fmla="*/ 67962 w 67886"/>
                  <a:gd name="connsiteY7" fmla="*/ 21747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76" y="50"/>
                    </a:moveTo>
                    <a:lnTo>
                      <a:pt x="76" y="8006"/>
                    </a:lnTo>
                    <a:lnTo>
                      <a:pt x="67962" y="8006"/>
                    </a:lnTo>
                    <a:lnTo>
                      <a:pt x="67962" y="50"/>
                    </a:lnTo>
                    <a:close/>
                    <a:moveTo>
                      <a:pt x="76" y="21747"/>
                    </a:moveTo>
                    <a:lnTo>
                      <a:pt x="76" y="29340"/>
                    </a:lnTo>
                    <a:lnTo>
                      <a:pt x="67962" y="29340"/>
                    </a:lnTo>
                    <a:lnTo>
                      <a:pt x="67962" y="21747"/>
                    </a:lnTo>
                    <a:close/>
                  </a:path>
                </a:pathLst>
              </a:custGeom>
              <a:solidFill>
                <a:srgbClr val="000000"/>
              </a:solidFill>
              <a:ln w="23090" cap="flat">
                <a:noFill/>
                <a:prstDash val="solid"/>
                <a:miter/>
              </a:ln>
            </p:spPr>
            <p:txBody>
              <a:bodyPr rtlCol="0" anchor="ctr"/>
              <a:lstStyle/>
              <a:p>
                <a:endParaRPr lang="zh-CN" altLang="en-US"/>
              </a:p>
            </p:txBody>
          </p:sp>
          <p:sp>
            <p:nvSpPr>
              <p:cNvPr id="414" name="任意多边形: 形状 413"/>
              <p:cNvSpPr/>
              <p:nvPr/>
            </p:nvSpPr>
            <p:spPr>
              <a:xfrm>
                <a:off x="448986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grpSp>
        <p:grpSp>
          <p:nvGrpSpPr>
            <p:cNvPr id="367" name="Graphic 2"/>
            <p:cNvGrpSpPr/>
            <p:nvPr/>
          </p:nvGrpSpPr>
          <p:grpSpPr>
            <a:xfrm>
              <a:off x="9419354" y="1946520"/>
              <a:ext cx="192204" cy="129434"/>
              <a:chOff x="4537882" y="3636774"/>
              <a:chExt cx="148410" cy="110289"/>
            </a:xfrm>
          </p:grpSpPr>
          <p:sp>
            <p:nvSpPr>
              <p:cNvPr id="407" name="任意多边形: 形状 406"/>
              <p:cNvSpPr/>
              <p:nvPr/>
            </p:nvSpPr>
            <p:spPr>
              <a:xfrm>
                <a:off x="4537882" y="3636774"/>
                <a:ext cx="66441" cy="109204"/>
              </a:xfrm>
              <a:custGeom>
                <a:avLst/>
                <a:gdLst>
                  <a:gd name="connsiteX0" fmla="*/ 58579 w 66441"/>
                  <a:gd name="connsiteY0" fmla="*/ 109255 h 109204"/>
                  <a:gd name="connsiteX1" fmla="*/ 66523 w 66441"/>
                  <a:gd name="connsiteY1" fmla="*/ 90090 h 109204"/>
                  <a:gd name="connsiteX2" fmla="*/ 63634 w 66441"/>
                  <a:gd name="connsiteY2" fmla="*/ 90090 h 109204"/>
                  <a:gd name="connsiteX3" fmla="*/ 43774 w 66441"/>
                  <a:gd name="connsiteY3" fmla="*/ 97683 h 109204"/>
                  <a:gd name="connsiteX4" fmla="*/ 15608 w 66441"/>
                  <a:gd name="connsiteY4" fmla="*/ 97683 h 109204"/>
                  <a:gd name="connsiteX5" fmla="*/ 60023 w 66441"/>
                  <a:gd name="connsiteY5" fmla="*/ 28979 h 109204"/>
                  <a:gd name="connsiteX6" fmla="*/ 31858 w 66441"/>
                  <a:gd name="connsiteY6" fmla="*/ 50 h 109204"/>
                  <a:gd name="connsiteX7" fmla="*/ 11275 w 66441"/>
                  <a:gd name="connsiteY7" fmla="*/ 9814 h 109204"/>
                  <a:gd name="connsiteX8" fmla="*/ 3331 w 66441"/>
                  <a:gd name="connsiteY8" fmla="*/ 29702 h 109204"/>
                  <a:gd name="connsiteX9" fmla="*/ 6220 w 66441"/>
                  <a:gd name="connsiteY9" fmla="*/ 29702 h 109204"/>
                  <a:gd name="connsiteX10" fmla="*/ 26802 w 66441"/>
                  <a:gd name="connsiteY10" fmla="*/ 11983 h 109204"/>
                  <a:gd name="connsiteX11" fmla="*/ 47746 w 66441"/>
                  <a:gd name="connsiteY11" fmla="*/ 35488 h 109204"/>
                  <a:gd name="connsiteX12" fmla="*/ 15970 w 66441"/>
                  <a:gd name="connsiteY12" fmla="*/ 90813 h 109204"/>
                  <a:gd name="connsiteX13" fmla="*/ 3692 w 66441"/>
                  <a:gd name="connsiteY13" fmla="*/ 103108 h 109204"/>
                  <a:gd name="connsiteX14" fmla="*/ 81 w 66441"/>
                  <a:gd name="connsiteY14" fmla="*/ 107085 h 109204"/>
                  <a:gd name="connsiteX15" fmla="*/ 81 w 66441"/>
                  <a:gd name="connsiteY15" fmla="*/ 10925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579" y="109255"/>
                    </a:moveTo>
                    <a:cubicBezTo>
                      <a:pt x="62551" y="100938"/>
                      <a:pt x="62912" y="99491"/>
                      <a:pt x="66523" y="90090"/>
                    </a:cubicBezTo>
                    <a:lnTo>
                      <a:pt x="63634" y="90090"/>
                    </a:lnTo>
                    <a:cubicBezTo>
                      <a:pt x="58940" y="96237"/>
                      <a:pt x="55329" y="97683"/>
                      <a:pt x="43774" y="97683"/>
                    </a:cubicBezTo>
                    <a:lnTo>
                      <a:pt x="15608" y="97683"/>
                    </a:lnTo>
                    <a:cubicBezTo>
                      <a:pt x="48468" y="65862"/>
                      <a:pt x="60023" y="48144"/>
                      <a:pt x="60023" y="28979"/>
                    </a:cubicBezTo>
                    <a:cubicBezTo>
                      <a:pt x="60023" y="12345"/>
                      <a:pt x="48107" y="50"/>
                      <a:pt x="31858" y="50"/>
                    </a:cubicBezTo>
                    <a:cubicBezTo>
                      <a:pt x="23552" y="50"/>
                      <a:pt x="16692" y="3305"/>
                      <a:pt x="11275" y="9814"/>
                    </a:cubicBezTo>
                    <a:cubicBezTo>
                      <a:pt x="6942" y="14876"/>
                      <a:pt x="4775" y="19938"/>
                      <a:pt x="3331" y="29702"/>
                    </a:cubicBezTo>
                    <a:lnTo>
                      <a:pt x="6220" y="29702"/>
                    </a:lnTo>
                    <a:cubicBezTo>
                      <a:pt x="9831" y="18131"/>
                      <a:pt x="16692" y="11983"/>
                      <a:pt x="26802" y="11983"/>
                    </a:cubicBezTo>
                    <a:cubicBezTo>
                      <a:pt x="37996" y="11983"/>
                      <a:pt x="47746" y="22831"/>
                      <a:pt x="47746" y="35488"/>
                    </a:cubicBezTo>
                    <a:cubicBezTo>
                      <a:pt x="47746" y="50675"/>
                      <a:pt x="36191" y="70563"/>
                      <a:pt x="15970" y="90813"/>
                    </a:cubicBezTo>
                    <a:lnTo>
                      <a:pt x="3692" y="103108"/>
                    </a:lnTo>
                    <a:cubicBezTo>
                      <a:pt x="2609" y="104554"/>
                      <a:pt x="1526" y="106000"/>
                      <a:pt x="81" y="107085"/>
                    </a:cubicBezTo>
                    <a:lnTo>
                      <a:pt x="81" y="109255"/>
                    </a:lnTo>
                    <a:close/>
                  </a:path>
                </a:pathLst>
              </a:custGeom>
              <a:solidFill>
                <a:srgbClr val="000000"/>
              </a:solidFill>
              <a:ln w="23090" cap="flat">
                <a:noFill/>
                <a:prstDash val="solid"/>
                <a:miter/>
              </a:ln>
            </p:spPr>
            <p:txBody>
              <a:bodyPr rtlCol="0" anchor="ctr"/>
              <a:lstStyle/>
              <a:p>
                <a:endParaRPr lang="zh-CN" altLang="en-US"/>
              </a:p>
            </p:txBody>
          </p:sp>
          <p:sp>
            <p:nvSpPr>
              <p:cNvPr id="408" name="任意多边形: 形状 407"/>
              <p:cNvSpPr/>
              <p:nvPr/>
            </p:nvSpPr>
            <p:spPr>
              <a:xfrm>
                <a:off x="4616962" y="3636774"/>
                <a:ext cx="69330" cy="110289"/>
              </a:xfrm>
              <a:custGeom>
                <a:avLst/>
                <a:gdLst>
                  <a:gd name="connsiteX0" fmla="*/ 35111 w 69330"/>
                  <a:gd name="connsiteY0" fmla="*/ 50 h 110289"/>
                  <a:gd name="connsiteX1" fmla="*/ 85 w 69330"/>
                  <a:gd name="connsiteY1" fmla="*/ 55014 h 110289"/>
                  <a:gd name="connsiteX2" fmla="*/ 9834 w 69330"/>
                  <a:gd name="connsiteY2" fmla="*/ 95514 h 110289"/>
                  <a:gd name="connsiteX3" fmla="*/ 34028 w 69330"/>
                  <a:gd name="connsiteY3" fmla="*/ 110340 h 110289"/>
                  <a:gd name="connsiteX4" fmla="*/ 69415 w 69330"/>
                  <a:gd name="connsiteY4" fmla="*/ 55014 h 110289"/>
                  <a:gd name="connsiteX5" fmla="*/ 35111 w 69330"/>
                  <a:gd name="connsiteY5" fmla="*/ 50 h 110289"/>
                  <a:gd name="connsiteX6" fmla="*/ 34750 w 69330"/>
                  <a:gd name="connsiteY6" fmla="*/ 6198 h 110289"/>
                  <a:gd name="connsiteX7" fmla="*/ 49194 w 69330"/>
                  <a:gd name="connsiteY7" fmla="*/ 17769 h 110289"/>
                  <a:gd name="connsiteX8" fmla="*/ 53888 w 69330"/>
                  <a:gd name="connsiteY8" fmla="*/ 55376 h 110289"/>
                  <a:gd name="connsiteX9" fmla="*/ 34389 w 69330"/>
                  <a:gd name="connsiteY9" fmla="*/ 104192 h 110289"/>
                  <a:gd name="connsiteX10" fmla="*/ 15612 w 69330"/>
                  <a:gd name="connsiteY10" fmla="*/ 55014 h 110289"/>
                  <a:gd name="connsiteX11" fmla="*/ 34750 w 69330"/>
                  <a:gd name="connsiteY11" fmla="*/ 6198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111" y="50"/>
                    </a:moveTo>
                    <a:cubicBezTo>
                      <a:pt x="14167" y="50"/>
                      <a:pt x="85" y="22470"/>
                      <a:pt x="85" y="55014"/>
                    </a:cubicBezTo>
                    <a:cubicBezTo>
                      <a:pt x="85" y="72009"/>
                      <a:pt x="3696" y="85389"/>
                      <a:pt x="9834" y="95514"/>
                    </a:cubicBezTo>
                    <a:cubicBezTo>
                      <a:pt x="16334" y="105277"/>
                      <a:pt x="24639" y="110340"/>
                      <a:pt x="34028" y="110340"/>
                    </a:cubicBezTo>
                    <a:cubicBezTo>
                      <a:pt x="55333" y="110340"/>
                      <a:pt x="69415" y="88282"/>
                      <a:pt x="69415" y="55014"/>
                    </a:cubicBezTo>
                    <a:cubicBezTo>
                      <a:pt x="69415" y="22831"/>
                      <a:pt x="55333" y="50"/>
                      <a:pt x="35111" y="50"/>
                    </a:cubicBezTo>
                    <a:close/>
                    <a:moveTo>
                      <a:pt x="34750" y="6198"/>
                    </a:moveTo>
                    <a:cubicBezTo>
                      <a:pt x="40889" y="6198"/>
                      <a:pt x="45944" y="10537"/>
                      <a:pt x="49194" y="17769"/>
                    </a:cubicBezTo>
                    <a:cubicBezTo>
                      <a:pt x="52083" y="25001"/>
                      <a:pt x="53888" y="38380"/>
                      <a:pt x="53888" y="55376"/>
                    </a:cubicBezTo>
                    <a:cubicBezTo>
                      <a:pt x="53888" y="88643"/>
                      <a:pt x="47749" y="104192"/>
                      <a:pt x="34389" y="104192"/>
                    </a:cubicBezTo>
                    <a:cubicBezTo>
                      <a:pt x="21750" y="104192"/>
                      <a:pt x="15612" y="87920"/>
                      <a:pt x="15612" y="55014"/>
                    </a:cubicBezTo>
                    <a:cubicBezTo>
                      <a:pt x="15612" y="22108"/>
                      <a:pt x="21750" y="6198"/>
                      <a:pt x="34750" y="6198"/>
                    </a:cubicBezTo>
                    <a:close/>
                  </a:path>
                </a:pathLst>
              </a:custGeom>
              <a:solidFill>
                <a:srgbClr val="000000"/>
              </a:solidFill>
              <a:ln w="23090" cap="flat">
                <a:noFill/>
                <a:prstDash val="solid"/>
                <a:miter/>
              </a:ln>
            </p:spPr>
            <p:txBody>
              <a:bodyPr rtlCol="0" anchor="ctr"/>
              <a:lstStyle/>
              <a:p>
                <a:endParaRPr lang="zh-CN" altLang="en-US"/>
              </a:p>
            </p:txBody>
          </p:sp>
        </p:grpSp>
        <p:sp>
          <p:nvSpPr>
            <p:cNvPr id="368" name="任意多边形: 形状 367"/>
            <p:cNvSpPr/>
            <p:nvPr/>
          </p:nvSpPr>
          <p:spPr>
            <a:xfrm>
              <a:off x="9635890" y="1946520"/>
              <a:ext cx="52843" cy="128160"/>
            </a:xfrm>
            <a:custGeom>
              <a:avLst/>
              <a:gdLst>
                <a:gd name="connsiteX0" fmla="*/ 27531 w 40803"/>
                <a:gd name="connsiteY0" fmla="*/ 50 h 109204"/>
                <a:gd name="connsiteX1" fmla="*/ 24642 w 40803"/>
                <a:gd name="connsiteY1" fmla="*/ 50 h 109204"/>
                <a:gd name="connsiteX2" fmla="*/ 22476 w 40803"/>
                <a:gd name="connsiteY2" fmla="*/ 1497 h 109204"/>
                <a:gd name="connsiteX3" fmla="*/ 16698 w 40803"/>
                <a:gd name="connsiteY3" fmla="*/ 4390 h 109204"/>
                <a:gd name="connsiteX4" fmla="*/ 6949 w 40803"/>
                <a:gd name="connsiteY4" fmla="*/ 9452 h 109204"/>
                <a:gd name="connsiteX5" fmla="*/ 88 w 40803"/>
                <a:gd name="connsiteY5" fmla="*/ 12706 h 109204"/>
                <a:gd name="connsiteX6" fmla="*/ 1171 w 40803"/>
                <a:gd name="connsiteY6" fmla="*/ 15599 h 109204"/>
                <a:gd name="connsiteX7" fmla="*/ 3338 w 40803"/>
                <a:gd name="connsiteY7" fmla="*/ 14515 h 109204"/>
                <a:gd name="connsiteX8" fmla="*/ 9115 w 40803"/>
                <a:gd name="connsiteY8" fmla="*/ 13068 h 109204"/>
                <a:gd name="connsiteX9" fmla="*/ 13087 w 40803"/>
                <a:gd name="connsiteY9" fmla="*/ 15238 h 109204"/>
                <a:gd name="connsiteX10" fmla="*/ 14171 w 40803"/>
                <a:gd name="connsiteY10" fmla="*/ 28617 h 109204"/>
                <a:gd name="connsiteX11" fmla="*/ 14171 w 40803"/>
                <a:gd name="connsiteY11" fmla="*/ 92259 h 109204"/>
                <a:gd name="connsiteX12" fmla="*/ 2977 w 40803"/>
                <a:gd name="connsiteY12" fmla="*/ 106362 h 109204"/>
                <a:gd name="connsiteX13" fmla="*/ 1171 w 40803"/>
                <a:gd name="connsiteY13" fmla="*/ 106362 h 109204"/>
                <a:gd name="connsiteX14" fmla="*/ 1171 w 40803"/>
                <a:gd name="connsiteY14" fmla="*/ 109255 h 109204"/>
                <a:gd name="connsiteX15" fmla="*/ 40892 w 40803"/>
                <a:gd name="connsiteY15" fmla="*/ 109255 h 109204"/>
                <a:gd name="connsiteX16" fmla="*/ 40892 w 40803"/>
                <a:gd name="connsiteY16" fmla="*/ 106362 h 109204"/>
                <a:gd name="connsiteX17" fmla="*/ 38725 w 40803"/>
                <a:gd name="connsiteY17" fmla="*/ 106362 h 109204"/>
                <a:gd name="connsiteX18" fmla="*/ 27531 w 40803"/>
                <a:gd name="connsiteY18" fmla="*/ 9225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531" y="50"/>
                  </a:moveTo>
                  <a:lnTo>
                    <a:pt x="24642" y="50"/>
                  </a:lnTo>
                  <a:cubicBezTo>
                    <a:pt x="23559" y="774"/>
                    <a:pt x="22476" y="1135"/>
                    <a:pt x="22476" y="1497"/>
                  </a:cubicBezTo>
                  <a:cubicBezTo>
                    <a:pt x="20309" y="2581"/>
                    <a:pt x="18504" y="3305"/>
                    <a:pt x="16698" y="4390"/>
                  </a:cubicBezTo>
                  <a:cubicBezTo>
                    <a:pt x="16337" y="4751"/>
                    <a:pt x="12365" y="6559"/>
                    <a:pt x="6949" y="9452"/>
                  </a:cubicBezTo>
                  <a:cubicBezTo>
                    <a:pt x="5504" y="10175"/>
                    <a:pt x="2977" y="11260"/>
                    <a:pt x="88" y="12706"/>
                  </a:cubicBezTo>
                  <a:lnTo>
                    <a:pt x="1171" y="15599"/>
                  </a:lnTo>
                  <a:lnTo>
                    <a:pt x="3338" y="14515"/>
                  </a:lnTo>
                  <a:cubicBezTo>
                    <a:pt x="5504" y="13791"/>
                    <a:pt x="7310" y="13068"/>
                    <a:pt x="9115" y="13068"/>
                  </a:cubicBezTo>
                  <a:cubicBezTo>
                    <a:pt x="10560" y="13068"/>
                    <a:pt x="12004" y="14153"/>
                    <a:pt x="13087" y="15238"/>
                  </a:cubicBezTo>
                  <a:cubicBezTo>
                    <a:pt x="13809" y="17046"/>
                    <a:pt x="14171" y="17769"/>
                    <a:pt x="14171" y="28617"/>
                  </a:cubicBezTo>
                  <a:lnTo>
                    <a:pt x="14171" y="92259"/>
                  </a:lnTo>
                  <a:cubicBezTo>
                    <a:pt x="14171" y="102384"/>
                    <a:pt x="11282" y="106362"/>
                    <a:pt x="2977" y="106362"/>
                  </a:cubicBezTo>
                  <a:lnTo>
                    <a:pt x="1171" y="106362"/>
                  </a:lnTo>
                  <a:lnTo>
                    <a:pt x="1171" y="109255"/>
                  </a:lnTo>
                  <a:lnTo>
                    <a:pt x="40892" y="109255"/>
                  </a:lnTo>
                  <a:lnTo>
                    <a:pt x="40892" y="106362"/>
                  </a:lnTo>
                  <a:lnTo>
                    <a:pt x="38725" y="106362"/>
                  </a:lnTo>
                  <a:cubicBezTo>
                    <a:pt x="30781" y="106362"/>
                    <a:pt x="27531" y="102384"/>
                    <a:pt x="27531" y="92259"/>
                  </a:cubicBezTo>
                  <a:close/>
                </a:path>
              </a:pathLst>
            </a:custGeom>
            <a:solidFill>
              <a:srgbClr val="000000"/>
            </a:solidFill>
            <a:ln w="23090" cap="flat">
              <a:noFill/>
              <a:prstDash val="solid"/>
              <a:miter/>
            </a:ln>
          </p:spPr>
          <p:txBody>
            <a:bodyPr rtlCol="0" anchor="ctr"/>
            <a:lstStyle/>
            <a:p>
              <a:endParaRPr lang="zh-CN" altLang="en-US"/>
            </a:p>
          </p:txBody>
        </p:sp>
        <p:sp>
          <p:nvSpPr>
            <p:cNvPr id="369" name="任意多边形: 形状 368"/>
            <p:cNvSpPr/>
            <p:nvPr/>
          </p:nvSpPr>
          <p:spPr>
            <a:xfrm>
              <a:off x="9705952" y="1947793"/>
              <a:ext cx="81370" cy="128160"/>
            </a:xfrm>
            <a:custGeom>
              <a:avLst/>
              <a:gdLst>
                <a:gd name="connsiteX0" fmla="*/ 19951 w 62830"/>
                <a:gd name="connsiteY0" fmla="*/ 106724 h 109204"/>
                <a:gd name="connsiteX1" fmla="*/ 29339 w 62830"/>
                <a:gd name="connsiteY1" fmla="*/ 109255 h 109204"/>
                <a:gd name="connsiteX2" fmla="*/ 62922 w 62830"/>
                <a:gd name="connsiteY2" fmla="*/ 50 h 109204"/>
                <a:gd name="connsiteX3" fmla="*/ 9840 w 62830"/>
                <a:gd name="connsiteY3" fmla="*/ 50 h 109204"/>
                <a:gd name="connsiteX4" fmla="*/ 91 w 62830"/>
                <a:gd name="connsiteY4" fmla="*/ 23555 h 109204"/>
                <a:gd name="connsiteX5" fmla="*/ 2257 w 62830"/>
                <a:gd name="connsiteY5" fmla="*/ 25363 h 109204"/>
                <a:gd name="connsiteX6" fmla="*/ 8757 w 62830"/>
                <a:gd name="connsiteY6" fmla="*/ 16323 h 109204"/>
                <a:gd name="connsiteX7" fmla="*/ 26451 w 62830"/>
                <a:gd name="connsiteY7" fmla="*/ 11983 h 109204"/>
                <a:gd name="connsiteX8" fmla="*/ 49561 w 62830"/>
                <a:gd name="connsiteY8" fmla="*/ 11983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19951" y="106724"/>
                  </a:moveTo>
                  <a:cubicBezTo>
                    <a:pt x="24284" y="107808"/>
                    <a:pt x="25006" y="107808"/>
                    <a:pt x="29339" y="109255"/>
                  </a:cubicBezTo>
                  <a:lnTo>
                    <a:pt x="62922" y="50"/>
                  </a:lnTo>
                  <a:lnTo>
                    <a:pt x="9840" y="50"/>
                  </a:lnTo>
                  <a:lnTo>
                    <a:pt x="91" y="23555"/>
                  </a:lnTo>
                  <a:lnTo>
                    <a:pt x="2257" y="25363"/>
                  </a:lnTo>
                  <a:cubicBezTo>
                    <a:pt x="4424" y="21385"/>
                    <a:pt x="6229" y="18854"/>
                    <a:pt x="8757" y="16323"/>
                  </a:cubicBezTo>
                  <a:cubicBezTo>
                    <a:pt x="12368" y="12345"/>
                    <a:pt x="13812" y="11983"/>
                    <a:pt x="26451" y="11983"/>
                  </a:cubicBezTo>
                  <a:lnTo>
                    <a:pt x="49561" y="11983"/>
                  </a:lnTo>
                  <a:close/>
                </a:path>
              </a:pathLst>
            </a:custGeom>
            <a:solidFill>
              <a:srgbClr val="000000"/>
            </a:solidFill>
            <a:ln w="23090" cap="flat">
              <a:noFill/>
              <a:prstDash val="solid"/>
              <a:miter/>
            </a:ln>
          </p:spPr>
          <p:txBody>
            <a:bodyPr rtlCol="0" anchor="ctr"/>
            <a:lstStyle/>
            <a:p>
              <a:endParaRPr lang="zh-CN" altLang="en-US"/>
            </a:p>
          </p:txBody>
        </p:sp>
        <p:sp>
          <p:nvSpPr>
            <p:cNvPr id="370" name="任意多边形: 形状 369"/>
            <p:cNvSpPr/>
            <p:nvPr/>
          </p:nvSpPr>
          <p:spPr>
            <a:xfrm>
              <a:off x="8644646" y="1996600"/>
              <a:ext cx="130006" cy="100151"/>
            </a:xfrm>
            <a:custGeom>
              <a:avLst/>
              <a:gdLst>
                <a:gd name="connsiteX0" fmla="*/ 84552 w 100384"/>
                <a:gd name="connsiteY0" fmla="*/ 85393 h 85338"/>
                <a:gd name="connsiteX1" fmla="*/ 100440 w 100384"/>
                <a:gd name="connsiteY1" fmla="*/ 85393 h 85338"/>
                <a:gd name="connsiteX2" fmla="*/ 57470 w 100384"/>
                <a:gd name="connsiteY2" fmla="*/ 55 h 85338"/>
                <a:gd name="connsiteX3" fmla="*/ 43026 w 100384"/>
                <a:gd name="connsiteY3" fmla="*/ 55 h 85338"/>
                <a:gd name="connsiteX4" fmla="*/ 55 w 100384"/>
                <a:gd name="connsiteY4" fmla="*/ 85393 h 85338"/>
                <a:gd name="connsiteX5" fmla="*/ 15944 w 100384"/>
                <a:gd name="connsiteY5" fmla="*/ 85393 h 85338"/>
                <a:gd name="connsiteX6" fmla="*/ 50248 w 100384"/>
                <a:gd name="connsiteY6" fmla="*/ 14157 h 8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84" h="85338">
                  <a:moveTo>
                    <a:pt x="84552" y="85393"/>
                  </a:moveTo>
                  <a:lnTo>
                    <a:pt x="100440" y="85393"/>
                  </a:lnTo>
                  <a:lnTo>
                    <a:pt x="57470" y="55"/>
                  </a:lnTo>
                  <a:lnTo>
                    <a:pt x="43026" y="55"/>
                  </a:lnTo>
                  <a:lnTo>
                    <a:pt x="55" y="85393"/>
                  </a:lnTo>
                  <a:lnTo>
                    <a:pt x="15944" y="85393"/>
                  </a:lnTo>
                  <a:lnTo>
                    <a:pt x="50248" y="14157"/>
                  </a:lnTo>
                  <a:close/>
                </a:path>
              </a:pathLst>
            </a:custGeom>
            <a:solidFill>
              <a:srgbClr val="000000"/>
            </a:solidFill>
            <a:ln w="23090" cap="flat">
              <a:noFill/>
              <a:prstDash val="solid"/>
              <a:miter/>
            </a:ln>
          </p:spPr>
          <p:txBody>
            <a:bodyPr rtlCol="0" anchor="ctr"/>
            <a:lstStyle/>
            <a:p>
              <a:endParaRPr lang="zh-CN" altLang="en-US"/>
            </a:p>
          </p:txBody>
        </p:sp>
        <p:grpSp>
          <p:nvGrpSpPr>
            <p:cNvPr id="371" name="Graphic 2"/>
            <p:cNvGrpSpPr/>
            <p:nvPr/>
          </p:nvGrpSpPr>
          <p:grpSpPr>
            <a:xfrm>
              <a:off x="7072515" y="1983717"/>
              <a:ext cx="1867798" cy="117126"/>
              <a:chOff x="2731897" y="3673296"/>
              <a:chExt cx="1442217" cy="99802"/>
            </a:xfrm>
          </p:grpSpPr>
          <p:sp>
            <p:nvSpPr>
              <p:cNvPr id="372" name="任意多边形: 形状 371"/>
              <p:cNvSpPr/>
              <p:nvPr/>
            </p:nvSpPr>
            <p:spPr>
              <a:xfrm>
                <a:off x="273189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3" name="任意多边形: 形状 372"/>
              <p:cNvSpPr/>
              <p:nvPr/>
            </p:nvSpPr>
            <p:spPr>
              <a:xfrm>
                <a:off x="277234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4" name="任意多边形: 形状 373"/>
              <p:cNvSpPr/>
              <p:nvPr/>
            </p:nvSpPr>
            <p:spPr>
              <a:xfrm>
                <a:off x="281278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5" name="任意多边形: 形状 374"/>
              <p:cNvSpPr/>
              <p:nvPr/>
            </p:nvSpPr>
            <p:spPr>
              <a:xfrm>
                <a:off x="285322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6" name="任意多边形: 形状 375"/>
              <p:cNvSpPr/>
              <p:nvPr/>
            </p:nvSpPr>
            <p:spPr>
              <a:xfrm>
                <a:off x="289366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7" name="任意多边形: 形状 376"/>
              <p:cNvSpPr/>
              <p:nvPr/>
            </p:nvSpPr>
            <p:spPr>
              <a:xfrm>
                <a:off x="2934111"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8" name="任意多边形: 形状 377"/>
              <p:cNvSpPr/>
              <p:nvPr/>
            </p:nvSpPr>
            <p:spPr>
              <a:xfrm>
                <a:off x="297455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79" name="任意多边形: 形状 378"/>
              <p:cNvSpPr/>
              <p:nvPr/>
            </p:nvSpPr>
            <p:spPr>
              <a:xfrm>
                <a:off x="301499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0" name="任意多边形: 形状 379"/>
              <p:cNvSpPr/>
              <p:nvPr/>
            </p:nvSpPr>
            <p:spPr>
              <a:xfrm>
                <a:off x="3055439"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1" name="任意多边形: 形状 380"/>
              <p:cNvSpPr/>
              <p:nvPr/>
            </p:nvSpPr>
            <p:spPr>
              <a:xfrm>
                <a:off x="3095882"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2" name="任意多边形: 形状 381"/>
              <p:cNvSpPr/>
              <p:nvPr/>
            </p:nvSpPr>
            <p:spPr>
              <a:xfrm>
                <a:off x="313632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3" name="任意多边形: 形状 382"/>
              <p:cNvSpPr/>
              <p:nvPr/>
            </p:nvSpPr>
            <p:spPr>
              <a:xfrm>
                <a:off x="317676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4" name="任意多边形: 形状 383"/>
              <p:cNvSpPr/>
              <p:nvPr/>
            </p:nvSpPr>
            <p:spPr>
              <a:xfrm>
                <a:off x="321721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5" name="任意多边形: 形状 384"/>
              <p:cNvSpPr/>
              <p:nvPr/>
            </p:nvSpPr>
            <p:spPr>
              <a:xfrm>
                <a:off x="325765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6" name="任意多边形: 形状 385"/>
              <p:cNvSpPr/>
              <p:nvPr/>
            </p:nvSpPr>
            <p:spPr>
              <a:xfrm>
                <a:off x="329809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7" name="任意多边形: 形状 386"/>
              <p:cNvSpPr/>
              <p:nvPr/>
            </p:nvSpPr>
            <p:spPr>
              <a:xfrm>
                <a:off x="3338539"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8" name="任意多边形: 形状 387"/>
              <p:cNvSpPr/>
              <p:nvPr/>
            </p:nvSpPr>
            <p:spPr>
              <a:xfrm>
                <a:off x="3378982"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89" name="任意多边形: 形状 388"/>
              <p:cNvSpPr/>
              <p:nvPr/>
            </p:nvSpPr>
            <p:spPr>
              <a:xfrm>
                <a:off x="341942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0" name="任意多边形: 形状 389"/>
              <p:cNvSpPr/>
              <p:nvPr/>
            </p:nvSpPr>
            <p:spPr>
              <a:xfrm>
                <a:off x="345986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1" name="任意多边形: 形状 390"/>
              <p:cNvSpPr/>
              <p:nvPr/>
            </p:nvSpPr>
            <p:spPr>
              <a:xfrm>
                <a:off x="350031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2" name="任意多边形: 形状 391"/>
              <p:cNvSpPr/>
              <p:nvPr/>
            </p:nvSpPr>
            <p:spPr>
              <a:xfrm>
                <a:off x="354075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3" name="任意多边形: 形状 392"/>
              <p:cNvSpPr/>
              <p:nvPr/>
            </p:nvSpPr>
            <p:spPr>
              <a:xfrm>
                <a:off x="358119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4" name="任意多边形: 形状 393"/>
              <p:cNvSpPr/>
              <p:nvPr/>
            </p:nvSpPr>
            <p:spPr>
              <a:xfrm>
                <a:off x="362163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5" name="任意多边形: 形状 394"/>
              <p:cNvSpPr/>
              <p:nvPr/>
            </p:nvSpPr>
            <p:spPr>
              <a:xfrm>
                <a:off x="3662081"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6" name="任意多边形: 形状 395"/>
              <p:cNvSpPr/>
              <p:nvPr/>
            </p:nvSpPr>
            <p:spPr>
              <a:xfrm>
                <a:off x="3702524"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7" name="任意多边形: 形状 396"/>
              <p:cNvSpPr/>
              <p:nvPr/>
            </p:nvSpPr>
            <p:spPr>
              <a:xfrm>
                <a:off x="374296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8" name="任意多边形: 形状 397"/>
              <p:cNvSpPr/>
              <p:nvPr/>
            </p:nvSpPr>
            <p:spPr>
              <a:xfrm>
                <a:off x="3783409"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9" name="任意多边形: 形状 398"/>
              <p:cNvSpPr/>
              <p:nvPr/>
            </p:nvSpPr>
            <p:spPr>
              <a:xfrm>
                <a:off x="3823852"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0" name="任意多边形: 形状 399"/>
              <p:cNvSpPr/>
              <p:nvPr/>
            </p:nvSpPr>
            <p:spPr>
              <a:xfrm>
                <a:off x="3864295"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1" name="任意多边形: 形状 400"/>
              <p:cNvSpPr/>
              <p:nvPr/>
            </p:nvSpPr>
            <p:spPr>
              <a:xfrm>
                <a:off x="3904737"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2" name="任意多边形: 形状 401"/>
              <p:cNvSpPr/>
              <p:nvPr/>
            </p:nvSpPr>
            <p:spPr>
              <a:xfrm>
                <a:off x="3945180"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3" name="任意多边形: 形状 402"/>
              <p:cNvSpPr/>
              <p:nvPr/>
            </p:nvSpPr>
            <p:spPr>
              <a:xfrm>
                <a:off x="3985623"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4" name="任意多边形: 形状 403"/>
              <p:cNvSpPr/>
              <p:nvPr/>
            </p:nvSpPr>
            <p:spPr>
              <a:xfrm>
                <a:off x="4026066"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5" name="任意多边形: 形状 404"/>
              <p:cNvSpPr/>
              <p:nvPr/>
            </p:nvSpPr>
            <p:spPr>
              <a:xfrm>
                <a:off x="4066508" y="3745979"/>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06" name="任意多边形: 形状 405"/>
              <p:cNvSpPr/>
              <p:nvPr/>
            </p:nvSpPr>
            <p:spPr>
              <a:xfrm>
                <a:off x="4096841" y="3673296"/>
                <a:ext cx="77274" cy="99802"/>
              </a:xfrm>
              <a:custGeom>
                <a:avLst/>
                <a:gdLst>
                  <a:gd name="connsiteX0" fmla="*/ 40867 w 77274"/>
                  <a:gd name="connsiteY0" fmla="*/ 10175 h 99802"/>
                  <a:gd name="connsiteX1" fmla="*/ 37256 w 77274"/>
                  <a:gd name="connsiteY1" fmla="*/ 50 h 99802"/>
                  <a:gd name="connsiteX2" fmla="*/ 15590 w 77274"/>
                  <a:gd name="connsiteY2" fmla="*/ 5113 h 99802"/>
                  <a:gd name="connsiteX3" fmla="*/ 14868 w 77274"/>
                  <a:gd name="connsiteY3" fmla="*/ 7644 h 99802"/>
                  <a:gd name="connsiteX4" fmla="*/ 19562 w 77274"/>
                  <a:gd name="connsiteY4" fmla="*/ 6921 h 99802"/>
                  <a:gd name="connsiteX5" fmla="*/ 30034 w 77274"/>
                  <a:gd name="connsiteY5" fmla="*/ 25001 h 99802"/>
                  <a:gd name="connsiteX6" fmla="*/ 33284 w 77274"/>
                  <a:gd name="connsiteY6" fmla="*/ 73818 h 99802"/>
                  <a:gd name="connsiteX7" fmla="*/ 13423 w 77274"/>
                  <a:gd name="connsiteY7" fmla="*/ 91536 h 99802"/>
                  <a:gd name="connsiteX8" fmla="*/ 12701 w 77274"/>
                  <a:gd name="connsiteY8" fmla="*/ 90090 h 99802"/>
                  <a:gd name="connsiteX9" fmla="*/ 7646 w 77274"/>
                  <a:gd name="connsiteY9" fmla="*/ 86474 h 99802"/>
                  <a:gd name="connsiteX10" fmla="*/ 63 w 77274"/>
                  <a:gd name="connsiteY10" fmla="*/ 93706 h 99802"/>
                  <a:gd name="connsiteX11" fmla="*/ 6563 w 77274"/>
                  <a:gd name="connsiteY11" fmla="*/ 99853 h 99802"/>
                  <a:gd name="connsiteX12" fmla="*/ 47728 w 77274"/>
                  <a:gd name="connsiteY12" fmla="*/ 61885 h 99802"/>
                  <a:gd name="connsiteX13" fmla="*/ 77337 w 77274"/>
                  <a:gd name="connsiteY13" fmla="*/ 10899 h 99802"/>
                  <a:gd name="connsiteX14" fmla="*/ 69393 w 77274"/>
                  <a:gd name="connsiteY14" fmla="*/ 412 h 99802"/>
                  <a:gd name="connsiteX15" fmla="*/ 62894 w 77274"/>
                  <a:gd name="connsiteY15" fmla="*/ 6921 h 99802"/>
                  <a:gd name="connsiteX16" fmla="*/ 67588 w 77274"/>
                  <a:gd name="connsiteY16" fmla="*/ 13791 h 99802"/>
                  <a:gd name="connsiteX17" fmla="*/ 71199 w 77274"/>
                  <a:gd name="connsiteY17" fmla="*/ 17407 h 99802"/>
                  <a:gd name="connsiteX18" fmla="*/ 43394 w 77274"/>
                  <a:gd name="connsiteY18" fmla="*/ 61523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0867" y="10175"/>
                    </a:moveTo>
                    <a:cubicBezTo>
                      <a:pt x="40145" y="5113"/>
                      <a:pt x="39422" y="2582"/>
                      <a:pt x="37256" y="50"/>
                    </a:cubicBezTo>
                    <a:lnTo>
                      <a:pt x="15590" y="5113"/>
                    </a:lnTo>
                    <a:lnTo>
                      <a:pt x="14868" y="7644"/>
                    </a:lnTo>
                    <a:cubicBezTo>
                      <a:pt x="17034" y="7282"/>
                      <a:pt x="18118" y="6921"/>
                      <a:pt x="19562" y="6921"/>
                    </a:cubicBezTo>
                    <a:cubicBezTo>
                      <a:pt x="26784" y="6921"/>
                      <a:pt x="29312" y="11260"/>
                      <a:pt x="30034" y="25001"/>
                    </a:cubicBezTo>
                    <a:lnTo>
                      <a:pt x="33284" y="73818"/>
                    </a:lnTo>
                    <a:cubicBezTo>
                      <a:pt x="21729" y="87197"/>
                      <a:pt x="16673" y="91536"/>
                      <a:pt x="13423" y="91536"/>
                    </a:cubicBezTo>
                    <a:cubicBezTo>
                      <a:pt x="13062" y="91536"/>
                      <a:pt x="12701" y="91536"/>
                      <a:pt x="12701" y="90090"/>
                    </a:cubicBezTo>
                    <a:cubicBezTo>
                      <a:pt x="12340" y="87920"/>
                      <a:pt x="10174" y="86474"/>
                      <a:pt x="7646" y="86474"/>
                    </a:cubicBezTo>
                    <a:cubicBezTo>
                      <a:pt x="4035" y="86474"/>
                      <a:pt x="63" y="90090"/>
                      <a:pt x="63" y="93706"/>
                    </a:cubicBezTo>
                    <a:cubicBezTo>
                      <a:pt x="63" y="96960"/>
                      <a:pt x="2952" y="99853"/>
                      <a:pt x="6563" y="99853"/>
                    </a:cubicBezTo>
                    <a:cubicBezTo>
                      <a:pt x="14146" y="99853"/>
                      <a:pt x="27145" y="87920"/>
                      <a:pt x="47728" y="61885"/>
                    </a:cubicBezTo>
                    <a:cubicBezTo>
                      <a:pt x="66505" y="38019"/>
                      <a:pt x="77337" y="19216"/>
                      <a:pt x="77337" y="10899"/>
                    </a:cubicBezTo>
                    <a:cubicBezTo>
                      <a:pt x="77337" y="4751"/>
                      <a:pt x="74088" y="412"/>
                      <a:pt x="69393" y="412"/>
                    </a:cubicBezTo>
                    <a:cubicBezTo>
                      <a:pt x="65421" y="412"/>
                      <a:pt x="62894" y="2943"/>
                      <a:pt x="62894" y="6921"/>
                    </a:cubicBezTo>
                    <a:cubicBezTo>
                      <a:pt x="62894" y="9814"/>
                      <a:pt x="64699" y="13068"/>
                      <a:pt x="67588" y="13791"/>
                    </a:cubicBezTo>
                    <a:cubicBezTo>
                      <a:pt x="71199" y="15599"/>
                      <a:pt x="71199" y="15599"/>
                      <a:pt x="71199" y="17407"/>
                    </a:cubicBezTo>
                    <a:cubicBezTo>
                      <a:pt x="71199" y="23193"/>
                      <a:pt x="59283" y="42358"/>
                      <a:pt x="43394" y="61523"/>
                    </a:cubicBezTo>
                    <a:close/>
                  </a:path>
                </a:pathLst>
              </a:custGeom>
              <a:solidFill>
                <a:srgbClr val="000000"/>
              </a:solidFill>
              <a:ln w="23090" cap="flat">
                <a:noFill/>
                <a:prstDash val="solid"/>
                <a:miter/>
              </a:ln>
            </p:spPr>
            <p:txBody>
              <a:bodyPr rtlCol="0" anchor="ctr"/>
              <a:lstStyle/>
              <a:p>
                <a:endParaRPr lang="zh-CN" altLang="en-US"/>
              </a:p>
            </p:txBody>
          </p:sp>
        </p:gr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p:sp>
        <p:nvSpPr>
          <p:cNvPr id="13" name="文本框 12"/>
          <p:cNvSpPr txBox="1"/>
          <p:nvPr/>
        </p:nvSpPr>
        <p:spPr>
          <a:xfrm>
            <a:off x="603237" y="906423"/>
            <a:ext cx="10609246" cy="1200329"/>
          </a:xfrm>
          <a:prstGeom prst="rect">
            <a:avLst/>
          </a:prstGeom>
          <a:no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rPr>
              <a:t>Instructor (</a:t>
            </a:r>
            <a:r>
              <a:rPr lang="en-US" altLang="zh-CN" sz="2400" u="sng" dirty="0">
                <a:ea typeface="华文楷体" panose="02010600040101010101" pitchFamily="2" charset="-122"/>
                <a:cs typeface="Times New Roman" panose="02020603050405020304" pitchFamily="18" charset="0"/>
              </a:rPr>
              <a:t>ID</a:t>
            </a:r>
            <a:r>
              <a:rPr lang="en-US" altLang="zh-CN" sz="2400" dirty="0">
                <a:ea typeface="华文楷体" panose="02010600040101010101" pitchFamily="2" charset="-122"/>
                <a:cs typeface="Times New Roman" panose="02020603050405020304" pitchFamily="18" charset="0"/>
              </a:rPr>
              <a:t>, name, </a:t>
            </a:r>
            <a:r>
              <a:rPr lang="en-US" altLang="zh-CN" sz="2400" dirty="0" err="1">
                <a:ea typeface="华文楷体" panose="02010600040101010101" pitchFamily="2" charset="-122"/>
                <a:cs typeface="Times New Roman" panose="02020603050405020304" pitchFamily="18" charset="0"/>
              </a:rPr>
              <a:t>dept_name</a:t>
            </a:r>
            <a:r>
              <a:rPr lang="en-US" altLang="zh-CN" sz="2400" dirty="0">
                <a:ea typeface="华文楷体" panose="02010600040101010101" pitchFamily="2" charset="-122"/>
                <a:cs typeface="Times New Roman" panose="02020603050405020304" pitchFamily="18" charset="0"/>
              </a:rPr>
              <a:t>, salary)</a:t>
            </a:r>
            <a:endParaRPr lang="en-US" altLang="zh-CN" sz="2400" dirty="0">
              <a:ea typeface="华文楷体" panose="02010600040101010101" pitchFamily="2" charset="-122"/>
              <a:cs typeface="Times New Roman" panose="02020603050405020304" pitchFamily="18" charset="0"/>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Teaches(</a:t>
            </a:r>
            <a:r>
              <a:rPr lang="en-US" altLang="zh-CN" sz="2400" u="sng" dirty="0">
                <a:ea typeface="华文楷体" panose="02010600040101010101" pitchFamily="2" charset="-122"/>
                <a:cs typeface="Times New Roman" panose="02020603050405020304" pitchFamily="18" charset="0"/>
                <a:sym typeface="+mn-ea"/>
              </a:rPr>
              <a:t>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sec_id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semester</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year</a:t>
            </a:r>
            <a:r>
              <a:rPr lang="en-US" altLang="zh-CN" sz="2400" dirty="0">
                <a:ea typeface="华文楷体" panose="02010600040101010101" pitchFamily="2" charset="-122"/>
                <a:cs typeface="Times New Roman" panose="02020603050405020304" pitchFamily="18" charset="0"/>
                <a:sym typeface="+mn-ea"/>
              </a:rPr>
              <a:t>)</a:t>
            </a:r>
            <a:endParaRPr lang="en-US" altLang="zh-CN" sz="2400" dirty="0">
              <a:ea typeface="华文楷体" panose="02010600040101010101" pitchFamily="2" charset="-122"/>
              <a:cs typeface="Times New Roman" panose="02020603050405020304" pitchFamily="18" charset="0"/>
              <a:sym typeface="+mn-ea"/>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Course(</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title, </a:t>
            </a:r>
            <a:r>
              <a:rPr lang="en-US" altLang="zh-CN" sz="2400" dirty="0" err="1">
                <a:ea typeface="华文楷体" panose="02010600040101010101" pitchFamily="2" charset="-122"/>
                <a:cs typeface="Times New Roman" panose="02020603050405020304" pitchFamily="18" charset="0"/>
                <a:sym typeface="+mn-ea"/>
              </a:rPr>
              <a:t>dept_name</a:t>
            </a:r>
            <a:r>
              <a:rPr lang="en-US" altLang="zh-CN" sz="2400" dirty="0">
                <a:ea typeface="华文楷体" panose="02010600040101010101" pitchFamily="2" charset="-122"/>
                <a:cs typeface="Times New Roman" panose="02020603050405020304" pitchFamily="18" charset="0"/>
                <a:sym typeface="+mn-ea"/>
              </a:rPr>
              <a:t>, credits)</a:t>
            </a:r>
            <a:endParaRPr lang="en-US" altLang="zh-CN" sz="2400" dirty="0">
              <a:ea typeface="华文楷体" panose="02010600040101010101" pitchFamily="2" charset="-122"/>
              <a:cs typeface="Times New Roman" panose="02020603050405020304" pitchFamily="18" charset="0"/>
              <a:sym typeface="+mn-ea"/>
            </a:endParaRPr>
          </a:p>
        </p:txBody>
      </p:sp>
      <p:sp>
        <p:nvSpPr>
          <p:cNvPr id="149" name="文本框 148"/>
          <p:cNvSpPr txBox="1"/>
          <p:nvPr/>
        </p:nvSpPr>
        <p:spPr>
          <a:xfrm>
            <a:off x="603237" y="2122252"/>
            <a:ext cx="6175250" cy="1569660"/>
          </a:xfrm>
          <a:prstGeom prst="rect">
            <a:avLst/>
          </a:prstGeom>
          <a:noFill/>
        </p:spPr>
        <p:txBody>
          <a:bodyPr wrap="square">
            <a:spAutoFit/>
          </a:bodyPr>
          <a:lstStyle/>
          <a:p>
            <a:pPr indent="0" algn="just">
              <a:spcBef>
                <a:spcPts val="0"/>
              </a:spcBef>
              <a:spcAft>
                <a:spcPts val="0"/>
              </a:spcAft>
              <a:buNone/>
            </a:pPr>
            <a:r>
              <a:rPr lang="en-US" altLang="zh-CN" sz="2400" b="1" u="sng" dirty="0">
                <a:ea typeface="华文楷体" panose="02010600040101010101" pitchFamily="2" charset="-122"/>
                <a:cs typeface="Times New Roman" panose="02020603050405020304" pitchFamily="18" charset="0"/>
                <a:sym typeface="+mn-ea"/>
              </a:rPr>
              <a:t>Q</a:t>
            </a:r>
            <a:r>
              <a:rPr lang="en-US" altLang="zh-CN" sz="2400" dirty="0">
                <a:ea typeface="华文楷体" panose="02010600040101010101" pitchFamily="2" charset="-122"/>
                <a:cs typeface="Times New Roman" panose="02020603050405020304" pitchFamily="18" charset="0"/>
                <a:sym typeface="+mn-ea"/>
              </a:rPr>
              <a:t>: Please find the names of all the teachers in the Music Department who taught courses in 2017, and the names of all the courses each person taught that year.</a:t>
            </a:r>
            <a:endParaRPr lang="en-US" altLang="zh-CN" sz="2400" dirty="0">
              <a:ea typeface="华文楷体" panose="02010600040101010101" pitchFamily="2" charset="-122"/>
              <a:cs typeface="Times New Roman" panose="02020603050405020304" pitchFamily="18" charset="0"/>
              <a:sym typeface="+mn-ea"/>
            </a:endParaRPr>
          </a:p>
        </p:txBody>
      </p:sp>
      <p:sp>
        <p:nvSpPr>
          <p:cNvPr id="150" name="文本框 149"/>
          <p:cNvSpPr txBox="1"/>
          <p:nvPr/>
        </p:nvSpPr>
        <p:spPr>
          <a:xfrm>
            <a:off x="581897" y="4334323"/>
            <a:ext cx="6175250" cy="830997"/>
          </a:xfrm>
          <a:prstGeom prst="rect">
            <a:avLst/>
          </a:prstGeom>
          <a:solidFill>
            <a:schemeClr val="accent2">
              <a:lumMod val="20000"/>
              <a:lumOff val="80000"/>
            </a:schemeClr>
          </a:solid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Based on </a:t>
            </a:r>
            <a:r>
              <a:rPr lang="en-US" altLang="zh-CN" sz="2400" b="1" dirty="0">
                <a:solidFill>
                  <a:srgbClr val="FF0000"/>
                </a:solidFill>
                <a:ea typeface="华文楷体" panose="02010600040101010101" pitchFamily="2" charset="-122"/>
                <a:cs typeface="Times New Roman" panose="02020603050405020304" pitchFamily="18" charset="0"/>
                <a:sym typeface="+mn-ea"/>
              </a:rPr>
              <a:t>L4</a:t>
            </a:r>
            <a:r>
              <a:rPr lang="en-US" altLang="zh-CN" sz="2400" dirty="0">
                <a:ea typeface="华文楷体" panose="02010600040101010101" pitchFamily="2" charset="-122"/>
                <a:cs typeface="Times New Roman" panose="02020603050405020304" pitchFamily="18" charset="0"/>
                <a:sym typeface="+mn-ea"/>
              </a:rPr>
              <a:t> and </a:t>
            </a:r>
            <a:r>
              <a:rPr lang="en-US" altLang="zh-CN" sz="2400" b="1" dirty="0">
                <a:solidFill>
                  <a:srgbClr val="FF0000"/>
                </a:solidFill>
                <a:ea typeface="华文楷体" panose="02010600040101010101" pitchFamily="2" charset="-122"/>
                <a:cs typeface="Times New Roman" panose="02020603050405020304" pitchFamily="18" charset="0"/>
                <a:sym typeface="+mn-ea"/>
              </a:rPr>
              <a:t>L6</a:t>
            </a:r>
            <a:r>
              <a:rPr lang="en-US" altLang="zh-CN" sz="2400" dirty="0">
                <a:ea typeface="华文楷体" panose="02010600040101010101" pitchFamily="2" charset="-122"/>
                <a:cs typeface="Times New Roman" panose="02020603050405020304" pitchFamily="18" charset="0"/>
                <a:sym typeface="+mn-ea"/>
              </a:rPr>
              <a:t>, the selection operation will be pushed down before the join:</a:t>
            </a:r>
            <a:endParaRPr lang="en-US" altLang="zh-CN" sz="2400" dirty="0">
              <a:ea typeface="华文楷体" panose="02010600040101010101" pitchFamily="2" charset="-122"/>
              <a:cs typeface="Times New Roman" panose="02020603050405020304" pitchFamily="18" charset="0"/>
              <a:sym typeface="+mn-ea"/>
            </a:endParaRPr>
          </a:p>
        </p:txBody>
      </p:sp>
      <p:sp>
        <p:nvSpPr>
          <p:cNvPr id="18" name="文本框 17"/>
          <p:cNvSpPr txBox="1"/>
          <p:nvPr/>
        </p:nvSpPr>
        <p:spPr>
          <a:xfrm>
            <a:off x="105952" y="5283595"/>
            <a:ext cx="11325683" cy="502830"/>
          </a:xfrm>
          <a:prstGeom prst="rect">
            <a:avLst/>
          </a:prstGeom>
          <a:noFill/>
        </p:spPr>
        <p:txBody>
          <a:bodyPr wrap="square">
            <a:spAutoFit/>
          </a:bodyPr>
          <a:lstStyle/>
          <a:p>
            <a:pPr lvl="1">
              <a:lnSpc>
                <a:spcPct val="120000"/>
              </a:lnSpc>
            </a:pPr>
            <a:r>
              <a:rPr lang="en-US" altLang="en-US" sz="2400" dirty="0">
                <a:sym typeface="Symbol" panose="05050102010706020507" pitchFamily="18" charset="2"/>
              </a:rPr>
              <a:t></a:t>
            </a:r>
            <a:r>
              <a:rPr lang="en-US" altLang="en-US" sz="2400" i="1" baseline="-25000" dirty="0">
                <a:sym typeface="Symbol" panose="05050102010706020507" pitchFamily="18" charset="2"/>
              </a:rPr>
              <a:t>name, title</a:t>
            </a:r>
            <a:r>
              <a:rPr lang="en-US" altLang="en-US" sz="2400" dirty="0">
                <a:sym typeface="Symbol" panose="05050102010706020507" pitchFamily="18" charset="2"/>
              </a:rPr>
              <a:t>((</a:t>
            </a:r>
            <a:r>
              <a:rPr lang="en-US" altLang="en-US" sz="2400" b="1" dirty="0">
                <a:solidFill>
                  <a:srgbClr val="FF0000"/>
                </a:solidFill>
                <a:sym typeface="Symbol" panose="05050102010706020507" pitchFamily="18" charset="2"/>
              </a:rPr>
              <a:t></a:t>
            </a:r>
            <a:r>
              <a:rPr lang="en-US" altLang="en-US" sz="2400" b="1" i="1" baseline="-25000" dirty="0" err="1">
                <a:solidFill>
                  <a:srgbClr val="FF0000"/>
                </a:solidFill>
                <a:sym typeface="Symbol" panose="05050102010706020507" pitchFamily="18" charset="2"/>
              </a:rPr>
              <a:t>dept_name</a:t>
            </a:r>
            <a:r>
              <a:rPr lang="en-US" altLang="en-US" sz="2400" b="1" i="1" baseline="-25000" dirty="0">
                <a:solidFill>
                  <a:srgbClr val="FF0000"/>
                </a:solidFill>
                <a:sym typeface="Symbol" panose="05050102010706020507" pitchFamily="18" charset="2"/>
              </a:rPr>
              <a:t>= </a:t>
            </a:r>
            <a:r>
              <a:rPr lang="en-IN" altLang="en-US" sz="2400" b="1" i="1" baseline="-25000" dirty="0">
                <a:solidFill>
                  <a:srgbClr val="FF0000"/>
                </a:solidFill>
                <a:sym typeface="Symbol" panose="05050102010706020507" pitchFamily="18" charset="2"/>
              </a:rPr>
              <a:t>‘</a:t>
            </a:r>
            <a:r>
              <a:rPr lang="en-US" altLang="ja-JP" sz="2400" b="1" baseline="-25000" dirty="0">
                <a:solidFill>
                  <a:srgbClr val="FF0000"/>
                </a:solidFill>
                <a:sym typeface="Symbol" panose="05050102010706020507" pitchFamily="18" charset="2"/>
              </a:rPr>
              <a:t>Music</a:t>
            </a:r>
            <a:r>
              <a:rPr lang="en-IN" altLang="ja-JP" sz="2400" b="1" baseline="-25000" dirty="0">
                <a:solidFill>
                  <a:srgbClr val="FF0000"/>
                </a:solidFill>
                <a:sym typeface="Symbol" panose="05050102010706020507" pitchFamily="18" charset="2"/>
              </a:rPr>
              <a:t>’</a:t>
            </a:r>
            <a:r>
              <a:rPr lang="en-US" altLang="ja-JP" sz="2400" dirty="0">
                <a:sym typeface="Symbol" panose="05050102010706020507" pitchFamily="18" charset="2"/>
              </a:rPr>
              <a:t>(</a:t>
            </a:r>
            <a:r>
              <a:rPr lang="en-US" altLang="ja-JP" sz="2400" i="1" dirty="0">
                <a:sym typeface="Symbol" panose="05050102010706020507" pitchFamily="18" charset="2"/>
              </a:rPr>
              <a:t>instructor</a:t>
            </a:r>
            <a:r>
              <a:rPr lang="en-US" altLang="ja-JP" sz="2400" dirty="0">
                <a:sym typeface="Symbol" panose="05050102010706020507" pitchFamily="18" charset="2"/>
              </a:rPr>
              <a:t>)</a:t>
            </a:r>
            <a:r>
              <a:rPr lang="en-IN" altLang="en-US" sz="2400" dirty="0">
                <a:ea typeface="MS PGothic" panose="020B0600070205080204" pitchFamily="34" charset="-128"/>
              </a:rPr>
              <a:t>⨝</a:t>
            </a:r>
            <a:r>
              <a:rPr lang="en-US" altLang="en-US" sz="2400" i="1" dirty="0">
                <a:ea typeface="MS PGothic" panose="020B0600070205080204" pitchFamily="34" charset="-128"/>
              </a:rPr>
              <a:t> </a:t>
            </a:r>
            <a:r>
              <a:rPr lang="en-US" altLang="en-US" sz="2400" b="1" dirty="0">
                <a:solidFill>
                  <a:srgbClr val="FF0000"/>
                </a:solidFill>
                <a:sym typeface="Symbol" panose="05050102010706020507" pitchFamily="18" charset="2"/>
              </a:rPr>
              <a:t></a:t>
            </a:r>
            <a:r>
              <a:rPr lang="en-US" altLang="ja-JP" sz="2400" b="1" i="1" baseline="-25000" dirty="0">
                <a:solidFill>
                  <a:srgbClr val="FF0000"/>
                </a:solidFill>
                <a:sym typeface="Symbol" panose="05050102010706020507" pitchFamily="18" charset="2"/>
              </a:rPr>
              <a:t>year</a:t>
            </a:r>
            <a:r>
              <a:rPr lang="en-US" altLang="ja-JP" sz="2400" b="1" baseline="-25000" dirty="0">
                <a:solidFill>
                  <a:srgbClr val="FF0000"/>
                </a:solidFill>
                <a:sym typeface="Symbol" panose="05050102010706020507" pitchFamily="18" charset="2"/>
              </a:rPr>
              <a:t> = 2017 </a:t>
            </a:r>
            <a:r>
              <a:rPr lang="en-US" altLang="ja-JP" sz="2400" dirty="0">
                <a:sym typeface="Symbol" panose="05050102010706020507" pitchFamily="18" charset="2"/>
              </a:rPr>
              <a:t>(</a:t>
            </a:r>
            <a:r>
              <a:rPr lang="en-US" altLang="ja-JP" sz="2400" i="1" dirty="0">
                <a:sym typeface="Symbol" panose="05050102010706020507" pitchFamily="18" charset="2"/>
              </a:rPr>
              <a:t>teaches</a:t>
            </a:r>
            <a:r>
              <a:rPr lang="en-US" altLang="ja-JP" sz="2400" dirty="0">
                <a:sym typeface="Symbol" panose="05050102010706020507" pitchFamily="18" charset="2"/>
              </a:rPr>
              <a:t>)</a:t>
            </a:r>
            <a:r>
              <a:rPr lang="en-IN" altLang="en-US" sz="2400" dirty="0">
                <a:ea typeface="MS PGothic" panose="020B0600070205080204" pitchFamily="34" charset="-128"/>
              </a:rPr>
              <a:t>)⨝</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baseline="-25000" dirty="0" err="1">
                <a:sym typeface="Symbol" panose="05050102010706020507" pitchFamily="18" charset="2"/>
              </a:rPr>
              <a:t>course_id</a:t>
            </a:r>
            <a:r>
              <a:rPr lang="en-US" altLang="ja-JP" sz="2400" i="1" baseline="-25000" dirty="0">
                <a:sym typeface="Symbol" panose="05050102010706020507" pitchFamily="18" charset="2"/>
              </a:rPr>
              <a:t>, title</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dirty="0">
                <a:sym typeface="Symbol" panose="05050102010706020507" pitchFamily="18" charset="2"/>
              </a:rPr>
              <a:t>course</a:t>
            </a:r>
            <a:r>
              <a:rPr lang="en-US" altLang="ja-JP" sz="2400" dirty="0">
                <a:sym typeface="Symbol" panose="05050102010706020507" pitchFamily="18" charset="2"/>
              </a:rPr>
              <a:t>))</a:t>
            </a:r>
            <a:endParaRPr lang="en-US" altLang="ja-JP" sz="2400" dirty="0">
              <a:sym typeface="Symbol" panose="05050102010706020507" pitchFamily="18" charset="2"/>
            </a:endParaRPr>
          </a:p>
        </p:txBody>
      </p:sp>
      <p:sp>
        <p:nvSpPr>
          <p:cNvPr id="3" name="任意多边形: 形状 2"/>
          <p:cNvSpPr/>
          <p:nvPr/>
        </p:nvSpPr>
        <p:spPr>
          <a:xfrm flipV="1">
            <a:off x="9305502" y="1305275"/>
            <a:ext cx="29151" cy="488405"/>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4" name="任意多边形: 形状 3"/>
          <p:cNvSpPr/>
          <p:nvPr/>
        </p:nvSpPr>
        <p:spPr>
          <a:xfrm flipV="1">
            <a:off x="7404770" y="3747977"/>
            <a:ext cx="29151" cy="586346"/>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9525" cap="flat">
            <a:solidFill>
              <a:srgbClr val="FF0000"/>
            </a:solidFill>
            <a:prstDash val="solid"/>
            <a:miter/>
          </a:ln>
        </p:spPr>
        <p:txBody>
          <a:bodyPr rtlCol="0" anchor="ctr"/>
          <a:lstStyle/>
          <a:p>
            <a:endParaRPr lang="zh-CN" altLang="en-US"/>
          </a:p>
        </p:txBody>
      </p:sp>
      <p:sp>
        <p:nvSpPr>
          <p:cNvPr id="5" name="任意多边形: 形状 4"/>
          <p:cNvSpPr/>
          <p:nvPr/>
        </p:nvSpPr>
        <p:spPr>
          <a:xfrm flipV="1">
            <a:off x="8455692" y="2172277"/>
            <a:ext cx="600217" cy="427446"/>
          </a:xfrm>
          <a:custGeom>
            <a:avLst/>
            <a:gdLst>
              <a:gd name="connsiteX0" fmla="*/ 473652 w 475837"/>
              <a:gd name="connsiteY0" fmla="*/ 313422 h 314485"/>
              <a:gd name="connsiteX1" fmla="*/ -2186 w 475837"/>
              <a:gd name="connsiteY1" fmla="*/ -1063 h 314485"/>
            </a:gdLst>
            <a:ahLst/>
            <a:cxnLst>
              <a:cxn ang="0">
                <a:pos x="connsiteX0" y="connsiteY0"/>
              </a:cxn>
              <a:cxn ang="0">
                <a:pos x="connsiteX1" y="connsiteY1"/>
              </a:cxn>
            </a:cxnLst>
            <a:rect l="l" t="t" r="r" b="b"/>
            <a:pathLst>
              <a:path w="475837" h="314485">
                <a:moveTo>
                  <a:pt x="473652" y="313422"/>
                </a:moveTo>
                <a:lnTo>
                  <a:pt x="-2186" y="-1063"/>
                </a:lnTo>
              </a:path>
            </a:pathLst>
          </a:custGeom>
          <a:noFill/>
          <a:ln w="11545" cap="flat">
            <a:solidFill>
              <a:srgbClr val="231F20"/>
            </a:solidFill>
            <a:prstDash val="solid"/>
            <a:miter/>
          </a:ln>
        </p:spPr>
        <p:txBody>
          <a:bodyPr rtlCol="0" anchor="ctr"/>
          <a:lstStyle/>
          <a:p>
            <a:endParaRPr lang="zh-CN" altLang="en-US"/>
          </a:p>
        </p:txBody>
      </p:sp>
      <p:sp>
        <p:nvSpPr>
          <p:cNvPr id="7" name="任意多边形: 形状 6"/>
          <p:cNvSpPr/>
          <p:nvPr/>
        </p:nvSpPr>
        <p:spPr>
          <a:xfrm flipV="1">
            <a:off x="7447360" y="2123364"/>
            <a:ext cx="3285169" cy="1270495"/>
          </a:xfrm>
          <a:custGeom>
            <a:avLst/>
            <a:gdLst>
              <a:gd name="connsiteX0" fmla="*/ 1713177 w 2604398"/>
              <a:gd name="connsiteY0" fmla="*/ 933811 h 934743"/>
              <a:gd name="connsiteX1" fmla="*/ 2602110 w 2604398"/>
              <a:gd name="connsiteY1" fmla="*/ 592109 h 934743"/>
              <a:gd name="connsiteX2" fmla="*/ 617433 w 2604398"/>
              <a:gd name="connsiteY2" fmla="*/ 349644 h 934743"/>
              <a:gd name="connsiteX3" fmla="*/ -2289 w 2604398"/>
              <a:gd name="connsiteY3" fmla="*/ -933 h 934743"/>
              <a:gd name="connsiteX4" fmla="*/ 967806 w 2604398"/>
              <a:gd name="connsiteY4" fmla="*/ 340422 h 934743"/>
              <a:gd name="connsiteX5" fmla="*/ 1551591 w 2604398"/>
              <a:gd name="connsiteY5" fmla="*/ 8200 h 93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4398" h="934743">
                <a:moveTo>
                  <a:pt x="1713177" y="933811"/>
                </a:moveTo>
                <a:lnTo>
                  <a:pt x="2602110" y="592109"/>
                </a:lnTo>
                <a:moveTo>
                  <a:pt x="617433" y="349644"/>
                </a:moveTo>
                <a:lnTo>
                  <a:pt x="-2289" y="-933"/>
                </a:lnTo>
                <a:moveTo>
                  <a:pt x="967806" y="340422"/>
                </a:moveTo>
                <a:lnTo>
                  <a:pt x="1551591" y="8200"/>
                </a:lnTo>
              </a:path>
            </a:pathLst>
          </a:custGeom>
          <a:noFill/>
          <a:ln w="11545" cap="flat">
            <a:solidFill>
              <a:srgbClr val="231F20"/>
            </a:solidFill>
            <a:prstDash val="solid"/>
            <a:miter/>
          </a:ln>
        </p:spPr>
        <p:txBody>
          <a:bodyPr rtlCol="0" anchor="ctr"/>
          <a:lstStyle/>
          <a:p>
            <a:endParaRPr lang="zh-CN" altLang="en-US"/>
          </a:p>
        </p:txBody>
      </p:sp>
      <p:sp>
        <p:nvSpPr>
          <p:cNvPr id="8" name="任意多边形: 形状 7"/>
          <p:cNvSpPr/>
          <p:nvPr/>
        </p:nvSpPr>
        <p:spPr>
          <a:xfrm flipV="1">
            <a:off x="9442831" y="3760386"/>
            <a:ext cx="29151" cy="586346"/>
          </a:xfrm>
          <a:custGeom>
            <a:avLst/>
            <a:gdLst>
              <a:gd name="connsiteX0" fmla="*/ -2398 w 23110"/>
              <a:gd name="connsiteY0" fmla="*/ 430913 h 431393"/>
              <a:gd name="connsiteX1" fmla="*/ -2398 w 23110"/>
              <a:gd name="connsiteY1" fmla="*/ -480 h 431393"/>
            </a:gdLst>
            <a:ahLst/>
            <a:cxnLst>
              <a:cxn ang="0">
                <a:pos x="connsiteX0" y="connsiteY0"/>
              </a:cxn>
              <a:cxn ang="0">
                <a:pos x="connsiteX1" y="connsiteY1"/>
              </a:cxn>
            </a:cxnLst>
            <a:rect l="l" t="t" r="r" b="b"/>
            <a:pathLst>
              <a:path w="23110" h="431393">
                <a:moveTo>
                  <a:pt x="-2398" y="430913"/>
                </a:moveTo>
                <a:lnTo>
                  <a:pt x="-2398" y="-480"/>
                </a:lnTo>
              </a:path>
            </a:pathLst>
          </a:custGeom>
          <a:noFill/>
          <a:ln w="9525" cap="flat">
            <a:solidFill>
              <a:srgbClr val="FF0000"/>
            </a:solidFill>
            <a:prstDash val="solid"/>
            <a:miter/>
          </a:ln>
        </p:spPr>
        <p:txBody>
          <a:bodyPr rtlCol="0" anchor="ctr"/>
          <a:lstStyle/>
          <a:p>
            <a:endParaRPr lang="zh-CN" altLang="en-US"/>
          </a:p>
        </p:txBody>
      </p:sp>
      <p:sp>
        <p:nvSpPr>
          <p:cNvPr id="9" name="任意多边形: 形状 8"/>
          <p:cNvSpPr/>
          <p:nvPr/>
        </p:nvSpPr>
        <p:spPr>
          <a:xfrm flipV="1">
            <a:off x="10823306" y="3001159"/>
            <a:ext cx="29151" cy="1345573"/>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10" name="任意多边形: 形状 9"/>
          <p:cNvSpPr/>
          <p:nvPr/>
        </p:nvSpPr>
        <p:spPr>
          <a:xfrm>
            <a:off x="9200416" y="1007833"/>
            <a:ext cx="170351" cy="254590"/>
          </a:xfrm>
          <a:custGeom>
            <a:avLst/>
            <a:gdLst>
              <a:gd name="connsiteX0" fmla="*/ 258 w 135050"/>
              <a:gd name="connsiteY0" fmla="*/ 8 h 187310"/>
              <a:gd name="connsiteX1" fmla="*/ 258 w 135050"/>
              <a:gd name="connsiteY1" fmla="*/ 3985 h 187310"/>
              <a:gd name="connsiteX2" fmla="*/ 5313 w 135050"/>
              <a:gd name="connsiteY2" fmla="*/ 3985 h 187310"/>
              <a:gd name="connsiteX3" fmla="*/ 19035 w 135050"/>
              <a:gd name="connsiteY3" fmla="*/ 20619 h 187310"/>
              <a:gd name="connsiteX4" fmla="*/ 19035 w 135050"/>
              <a:gd name="connsiteY4" fmla="*/ 167069 h 187310"/>
              <a:gd name="connsiteX5" fmla="*/ 5313 w 135050"/>
              <a:gd name="connsiteY5" fmla="*/ 183341 h 187310"/>
              <a:gd name="connsiteX6" fmla="*/ 619 w 135050"/>
              <a:gd name="connsiteY6" fmla="*/ 183341 h 187310"/>
              <a:gd name="connsiteX7" fmla="*/ 619 w 135050"/>
              <a:gd name="connsiteY7" fmla="*/ 187318 h 187310"/>
              <a:gd name="connsiteX8" fmla="*/ 56950 w 135050"/>
              <a:gd name="connsiteY8" fmla="*/ 187318 h 187310"/>
              <a:gd name="connsiteX9" fmla="*/ 56950 w 135050"/>
              <a:gd name="connsiteY9" fmla="*/ 183341 h 187310"/>
              <a:gd name="connsiteX10" fmla="*/ 51895 w 135050"/>
              <a:gd name="connsiteY10" fmla="*/ 183341 h 187310"/>
              <a:gd name="connsiteX11" fmla="*/ 38534 w 135050"/>
              <a:gd name="connsiteY11" fmla="*/ 167069 h 187310"/>
              <a:gd name="connsiteX12" fmla="*/ 38534 w 135050"/>
              <a:gd name="connsiteY12" fmla="*/ 20619 h 187310"/>
              <a:gd name="connsiteX13" fmla="*/ 52256 w 135050"/>
              <a:gd name="connsiteY13" fmla="*/ 3985 h 187310"/>
              <a:gd name="connsiteX14" fmla="*/ 83671 w 135050"/>
              <a:gd name="connsiteY14" fmla="*/ 3985 h 187310"/>
              <a:gd name="connsiteX15" fmla="*/ 97393 w 135050"/>
              <a:gd name="connsiteY15" fmla="*/ 20619 h 187310"/>
              <a:gd name="connsiteX16" fmla="*/ 97393 w 135050"/>
              <a:gd name="connsiteY16" fmla="*/ 167069 h 187310"/>
              <a:gd name="connsiteX17" fmla="*/ 83671 w 135050"/>
              <a:gd name="connsiteY17" fmla="*/ 183341 h 187310"/>
              <a:gd name="connsiteX18" fmla="*/ 78977 w 135050"/>
              <a:gd name="connsiteY18" fmla="*/ 183341 h 187310"/>
              <a:gd name="connsiteX19" fmla="*/ 78977 w 135050"/>
              <a:gd name="connsiteY19" fmla="*/ 187318 h 187310"/>
              <a:gd name="connsiteX20" fmla="*/ 134947 w 135050"/>
              <a:gd name="connsiteY20" fmla="*/ 187318 h 187310"/>
              <a:gd name="connsiteX21" fmla="*/ 134947 w 135050"/>
              <a:gd name="connsiteY21" fmla="*/ 183341 h 187310"/>
              <a:gd name="connsiteX22" fmla="*/ 130253 w 135050"/>
              <a:gd name="connsiteY22" fmla="*/ 183341 h 187310"/>
              <a:gd name="connsiteX23" fmla="*/ 116892 w 135050"/>
              <a:gd name="connsiteY23" fmla="*/ 167069 h 187310"/>
              <a:gd name="connsiteX24" fmla="*/ 116892 w 135050"/>
              <a:gd name="connsiteY24" fmla="*/ 20619 h 187310"/>
              <a:gd name="connsiteX25" fmla="*/ 130614 w 135050"/>
              <a:gd name="connsiteY25" fmla="*/ 3985 h 187310"/>
              <a:gd name="connsiteX26" fmla="*/ 135308 w 135050"/>
              <a:gd name="connsiteY26" fmla="*/ 3985 h 187310"/>
              <a:gd name="connsiteX27" fmla="*/ 135308 w 135050"/>
              <a:gd name="connsiteY27" fmla="*/ 8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258" y="8"/>
                </a:moveTo>
                <a:lnTo>
                  <a:pt x="258" y="3985"/>
                </a:lnTo>
                <a:lnTo>
                  <a:pt x="5313" y="3985"/>
                </a:lnTo>
                <a:cubicBezTo>
                  <a:pt x="17230" y="3985"/>
                  <a:pt x="19035" y="6155"/>
                  <a:pt x="19035" y="20619"/>
                </a:cubicBezTo>
                <a:lnTo>
                  <a:pt x="19035" y="167069"/>
                </a:lnTo>
                <a:cubicBezTo>
                  <a:pt x="19035" y="181533"/>
                  <a:pt x="17230" y="183341"/>
                  <a:pt x="5313" y="183341"/>
                </a:cubicBezTo>
                <a:lnTo>
                  <a:pt x="619" y="183341"/>
                </a:lnTo>
                <a:lnTo>
                  <a:pt x="619" y="187318"/>
                </a:lnTo>
                <a:lnTo>
                  <a:pt x="56950" y="187318"/>
                </a:lnTo>
                <a:lnTo>
                  <a:pt x="56950" y="183341"/>
                </a:lnTo>
                <a:lnTo>
                  <a:pt x="51895" y="183341"/>
                </a:lnTo>
                <a:cubicBezTo>
                  <a:pt x="40340" y="183341"/>
                  <a:pt x="38534" y="181171"/>
                  <a:pt x="38534" y="167069"/>
                </a:cubicBezTo>
                <a:lnTo>
                  <a:pt x="38534" y="20619"/>
                </a:lnTo>
                <a:cubicBezTo>
                  <a:pt x="38534" y="6155"/>
                  <a:pt x="40340" y="3985"/>
                  <a:pt x="52256" y="3985"/>
                </a:cubicBezTo>
                <a:lnTo>
                  <a:pt x="83671" y="3985"/>
                </a:lnTo>
                <a:cubicBezTo>
                  <a:pt x="95226" y="3985"/>
                  <a:pt x="97393" y="6155"/>
                  <a:pt x="97393" y="20619"/>
                </a:cubicBezTo>
                <a:lnTo>
                  <a:pt x="97393" y="167069"/>
                </a:lnTo>
                <a:cubicBezTo>
                  <a:pt x="97393" y="181533"/>
                  <a:pt x="95226" y="183341"/>
                  <a:pt x="83671" y="183341"/>
                </a:cubicBezTo>
                <a:lnTo>
                  <a:pt x="78977" y="183341"/>
                </a:lnTo>
                <a:lnTo>
                  <a:pt x="78977" y="187318"/>
                </a:lnTo>
                <a:lnTo>
                  <a:pt x="134947" y="187318"/>
                </a:lnTo>
                <a:lnTo>
                  <a:pt x="134947" y="183341"/>
                </a:lnTo>
                <a:lnTo>
                  <a:pt x="130253" y="183341"/>
                </a:lnTo>
                <a:cubicBezTo>
                  <a:pt x="118698" y="183341"/>
                  <a:pt x="116892" y="181171"/>
                  <a:pt x="116892" y="167069"/>
                </a:cubicBezTo>
                <a:lnTo>
                  <a:pt x="116892" y="20619"/>
                </a:lnTo>
                <a:cubicBezTo>
                  <a:pt x="116892" y="6155"/>
                  <a:pt x="118698" y="3985"/>
                  <a:pt x="130614" y="3985"/>
                </a:cubicBezTo>
                <a:lnTo>
                  <a:pt x="135308" y="3985"/>
                </a:lnTo>
                <a:lnTo>
                  <a:pt x="135308" y="8"/>
                </a:lnTo>
                <a:close/>
              </a:path>
            </a:pathLst>
          </a:custGeom>
          <a:solidFill>
            <a:srgbClr val="000000"/>
          </a:solidFill>
          <a:ln w="23090" cap="flat">
            <a:noFill/>
            <a:prstDash val="solid"/>
            <a:miter/>
          </a:ln>
        </p:spPr>
        <p:txBody>
          <a:bodyPr rtlCol="0" anchor="ctr"/>
          <a:lstStyle/>
          <a:p>
            <a:endParaRPr lang="zh-CN" altLang="en-US"/>
          </a:p>
        </p:txBody>
      </p:sp>
      <p:grpSp>
        <p:nvGrpSpPr>
          <p:cNvPr id="11" name="Graphic 2"/>
          <p:cNvGrpSpPr/>
          <p:nvPr/>
        </p:nvGrpSpPr>
        <p:grpSpPr>
          <a:xfrm>
            <a:off x="9403437" y="1142992"/>
            <a:ext cx="815568" cy="173495"/>
            <a:chOff x="8779618" y="2714205"/>
            <a:chExt cx="646561" cy="127646"/>
          </a:xfrm>
        </p:grpSpPr>
        <p:sp>
          <p:nvSpPr>
            <p:cNvPr id="12" name="任意多边形: 形状 11"/>
            <p:cNvSpPr/>
            <p:nvPr/>
          </p:nvSpPr>
          <p:spPr>
            <a:xfrm>
              <a:off x="8779618" y="2750727"/>
              <a:ext cx="69330" cy="74128"/>
            </a:xfrm>
            <a:custGeom>
              <a:avLst/>
              <a:gdLst>
                <a:gd name="connsiteX0" fmla="*/ 33847 w 69330"/>
                <a:gd name="connsiteY0" fmla="*/ 11 h 74128"/>
                <a:gd name="connsiteX1" fmla="*/ 11820 w 69330"/>
                <a:gd name="connsiteY1" fmla="*/ 2180 h 74128"/>
                <a:gd name="connsiteX2" fmla="*/ 10737 w 69330"/>
                <a:gd name="connsiteY2" fmla="*/ 5434 h 74128"/>
                <a:gd name="connsiteX3" fmla="*/ 12542 w 69330"/>
                <a:gd name="connsiteY3" fmla="*/ 5073 h 74128"/>
                <a:gd name="connsiteX4" fmla="*/ 15431 w 69330"/>
                <a:gd name="connsiteY4" fmla="*/ 4711 h 74128"/>
                <a:gd name="connsiteX5" fmla="*/ 19042 w 69330"/>
                <a:gd name="connsiteY5" fmla="*/ 7966 h 74128"/>
                <a:gd name="connsiteX6" fmla="*/ 17598 w 69330"/>
                <a:gd name="connsiteY6" fmla="*/ 14836 h 74128"/>
                <a:gd name="connsiteX7" fmla="*/ 265 w 69330"/>
                <a:gd name="connsiteY7" fmla="*/ 72331 h 74128"/>
                <a:gd name="connsiteX8" fmla="*/ 12181 w 69330"/>
                <a:gd name="connsiteY8" fmla="*/ 72331 h 74128"/>
                <a:gd name="connsiteX9" fmla="*/ 17236 w 69330"/>
                <a:gd name="connsiteY9" fmla="*/ 53528 h 74128"/>
                <a:gd name="connsiteX10" fmla="*/ 32402 w 69330"/>
                <a:gd name="connsiteY10" fmla="*/ 26769 h 74128"/>
                <a:gd name="connsiteX11" fmla="*/ 52624 w 69330"/>
                <a:gd name="connsiteY11" fmla="*/ 9774 h 74128"/>
                <a:gd name="connsiteX12" fmla="*/ 56596 w 69330"/>
                <a:gd name="connsiteY12" fmla="*/ 14475 h 74128"/>
                <a:gd name="connsiteX13" fmla="*/ 55513 w 69330"/>
                <a:gd name="connsiteY13" fmla="*/ 22068 h 74128"/>
                <a:gd name="connsiteX14" fmla="*/ 42874 w 69330"/>
                <a:gd name="connsiteY14" fmla="*/ 62930 h 74128"/>
                <a:gd name="connsiteX15" fmla="*/ 41791 w 69330"/>
                <a:gd name="connsiteY15" fmla="*/ 67630 h 74128"/>
                <a:gd name="connsiteX16" fmla="*/ 48652 w 69330"/>
                <a:gd name="connsiteY16" fmla="*/ 74139 h 74128"/>
                <a:gd name="connsiteX17" fmla="*/ 69595 w 69330"/>
                <a:gd name="connsiteY17" fmla="*/ 58590 h 74128"/>
                <a:gd name="connsiteX18" fmla="*/ 68151 w 69330"/>
                <a:gd name="connsiteY18" fmla="*/ 57144 h 74128"/>
                <a:gd name="connsiteX19" fmla="*/ 56957 w 69330"/>
                <a:gd name="connsiteY19" fmla="*/ 66546 h 74128"/>
                <a:gd name="connsiteX20" fmla="*/ 54790 w 69330"/>
                <a:gd name="connsiteY20" fmla="*/ 64376 h 74128"/>
                <a:gd name="connsiteX21" fmla="*/ 55513 w 69330"/>
                <a:gd name="connsiteY21" fmla="*/ 60760 h 74128"/>
                <a:gd name="connsiteX22" fmla="*/ 67068 w 69330"/>
                <a:gd name="connsiteY22" fmla="*/ 20260 h 74128"/>
                <a:gd name="connsiteX23" fmla="*/ 68512 w 69330"/>
                <a:gd name="connsiteY23" fmla="*/ 10859 h 74128"/>
                <a:gd name="connsiteX24" fmla="*/ 59846 w 69330"/>
                <a:gd name="connsiteY24" fmla="*/ 734 h 74128"/>
                <a:gd name="connsiteX25" fmla="*/ 23014 w 69330"/>
                <a:gd name="connsiteY25" fmla="*/ 3400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847" y="11"/>
                  </a:moveTo>
                  <a:cubicBezTo>
                    <a:pt x="23736" y="1457"/>
                    <a:pt x="21931" y="1457"/>
                    <a:pt x="11820" y="2180"/>
                  </a:cubicBezTo>
                  <a:lnTo>
                    <a:pt x="10737" y="5434"/>
                  </a:lnTo>
                  <a:lnTo>
                    <a:pt x="12542" y="5073"/>
                  </a:lnTo>
                  <a:cubicBezTo>
                    <a:pt x="13625" y="5073"/>
                    <a:pt x="14709" y="4711"/>
                    <a:pt x="15431" y="4711"/>
                  </a:cubicBezTo>
                  <a:cubicBezTo>
                    <a:pt x="17236" y="4711"/>
                    <a:pt x="19042" y="6519"/>
                    <a:pt x="19042" y="7966"/>
                  </a:cubicBezTo>
                  <a:cubicBezTo>
                    <a:pt x="19042" y="8689"/>
                    <a:pt x="18681" y="11582"/>
                    <a:pt x="17598" y="14836"/>
                  </a:cubicBezTo>
                  <a:lnTo>
                    <a:pt x="265" y="72331"/>
                  </a:lnTo>
                  <a:lnTo>
                    <a:pt x="12181" y="72331"/>
                  </a:lnTo>
                  <a:lnTo>
                    <a:pt x="17236" y="53528"/>
                  </a:lnTo>
                  <a:cubicBezTo>
                    <a:pt x="20125" y="44488"/>
                    <a:pt x="24097" y="37256"/>
                    <a:pt x="32402" y="26769"/>
                  </a:cubicBezTo>
                  <a:cubicBezTo>
                    <a:pt x="42152" y="14836"/>
                    <a:pt x="47930" y="9774"/>
                    <a:pt x="52624" y="9774"/>
                  </a:cubicBezTo>
                  <a:cubicBezTo>
                    <a:pt x="54790" y="9774"/>
                    <a:pt x="56596" y="11943"/>
                    <a:pt x="56596" y="14475"/>
                  </a:cubicBezTo>
                  <a:cubicBezTo>
                    <a:pt x="56596" y="16283"/>
                    <a:pt x="56235" y="19537"/>
                    <a:pt x="55513" y="22068"/>
                  </a:cubicBezTo>
                  <a:lnTo>
                    <a:pt x="42874" y="62930"/>
                  </a:lnTo>
                  <a:cubicBezTo>
                    <a:pt x="42152" y="64376"/>
                    <a:pt x="41791" y="66546"/>
                    <a:pt x="41791" y="67630"/>
                  </a:cubicBezTo>
                  <a:cubicBezTo>
                    <a:pt x="41791" y="71246"/>
                    <a:pt x="44680" y="74139"/>
                    <a:pt x="48652" y="74139"/>
                  </a:cubicBezTo>
                  <a:cubicBezTo>
                    <a:pt x="54790" y="74139"/>
                    <a:pt x="62012" y="69077"/>
                    <a:pt x="69595" y="58590"/>
                  </a:cubicBezTo>
                  <a:lnTo>
                    <a:pt x="68151" y="57144"/>
                  </a:lnTo>
                  <a:cubicBezTo>
                    <a:pt x="63818" y="62930"/>
                    <a:pt x="59124" y="66546"/>
                    <a:pt x="56957" y="66546"/>
                  </a:cubicBezTo>
                  <a:cubicBezTo>
                    <a:pt x="55874" y="66546"/>
                    <a:pt x="54790" y="65461"/>
                    <a:pt x="54790" y="64376"/>
                  </a:cubicBezTo>
                  <a:cubicBezTo>
                    <a:pt x="54790" y="63291"/>
                    <a:pt x="55152" y="62206"/>
                    <a:pt x="55513" y="60760"/>
                  </a:cubicBezTo>
                  <a:lnTo>
                    <a:pt x="67068" y="20260"/>
                  </a:lnTo>
                  <a:cubicBezTo>
                    <a:pt x="68151" y="17006"/>
                    <a:pt x="68512" y="14113"/>
                    <a:pt x="68512" y="10859"/>
                  </a:cubicBezTo>
                  <a:cubicBezTo>
                    <a:pt x="68512" y="4711"/>
                    <a:pt x="65262" y="734"/>
                    <a:pt x="59846" y="734"/>
                  </a:cubicBezTo>
                  <a:cubicBezTo>
                    <a:pt x="50096" y="734"/>
                    <a:pt x="39624" y="10135"/>
                    <a:pt x="23014" y="34001"/>
                  </a:cubicBezTo>
                  <a:close/>
                </a:path>
              </a:pathLst>
            </a:custGeom>
            <a:solidFill>
              <a:srgbClr val="000000"/>
            </a:solidFill>
            <a:ln w="23090" cap="flat">
              <a:noFill/>
              <a:prstDash val="solid"/>
              <a:miter/>
            </a:ln>
          </p:spPr>
          <p:txBody>
            <a:bodyPr rtlCol="0" anchor="ctr"/>
            <a:lstStyle/>
            <a:p>
              <a:endParaRPr lang="zh-CN" altLang="en-US"/>
            </a:p>
          </p:txBody>
        </p:sp>
        <p:sp>
          <p:nvSpPr>
            <p:cNvPr id="14" name="任意多边形: 形状 13"/>
            <p:cNvSpPr/>
            <p:nvPr/>
          </p:nvSpPr>
          <p:spPr>
            <a:xfrm>
              <a:off x="8859496" y="2751450"/>
              <a:ext cx="70413" cy="74128"/>
            </a:xfrm>
            <a:custGeom>
              <a:avLst/>
              <a:gdLst>
                <a:gd name="connsiteX0" fmla="*/ 66710 w 70413"/>
                <a:gd name="connsiteY0" fmla="*/ 54974 h 74128"/>
                <a:gd name="connsiteX1" fmla="*/ 54794 w 70413"/>
                <a:gd name="connsiteY1" fmla="*/ 65461 h 74128"/>
                <a:gd name="connsiteX2" fmla="*/ 52988 w 70413"/>
                <a:gd name="connsiteY2" fmla="*/ 63653 h 74128"/>
                <a:gd name="connsiteX3" fmla="*/ 54072 w 70413"/>
                <a:gd name="connsiteY3" fmla="*/ 59314 h 74128"/>
                <a:gd name="connsiteX4" fmla="*/ 70682 w 70413"/>
                <a:gd name="connsiteY4" fmla="*/ 734 h 74128"/>
                <a:gd name="connsiteX5" fmla="*/ 58405 w 70413"/>
                <a:gd name="connsiteY5" fmla="*/ 2180 h 74128"/>
                <a:gd name="connsiteX6" fmla="*/ 56238 w 70413"/>
                <a:gd name="connsiteY6" fmla="*/ 10859 h 74128"/>
                <a:gd name="connsiteX7" fmla="*/ 44322 w 70413"/>
                <a:gd name="connsiteY7" fmla="*/ 11 h 74128"/>
                <a:gd name="connsiteX8" fmla="*/ 268 w 70413"/>
                <a:gd name="connsiteY8" fmla="*/ 56059 h 74128"/>
                <a:gd name="connsiteX9" fmla="*/ 14351 w 70413"/>
                <a:gd name="connsiteY9" fmla="*/ 73416 h 74128"/>
                <a:gd name="connsiteX10" fmla="*/ 30239 w 70413"/>
                <a:gd name="connsiteY10" fmla="*/ 67269 h 74128"/>
                <a:gd name="connsiteX11" fmla="*/ 43961 w 70413"/>
                <a:gd name="connsiteY11" fmla="*/ 52443 h 74128"/>
                <a:gd name="connsiteX12" fmla="*/ 43239 w 70413"/>
                <a:gd name="connsiteY12" fmla="*/ 56059 h 74128"/>
                <a:gd name="connsiteX13" fmla="*/ 41072 w 70413"/>
                <a:gd name="connsiteY13" fmla="*/ 66907 h 74128"/>
                <a:gd name="connsiteX14" fmla="*/ 47572 w 70413"/>
                <a:gd name="connsiteY14" fmla="*/ 74139 h 74128"/>
                <a:gd name="connsiteX15" fmla="*/ 68877 w 70413"/>
                <a:gd name="connsiteY15" fmla="*/ 57144 h 74128"/>
                <a:gd name="connsiteX16" fmla="*/ 44683 w 70413"/>
                <a:gd name="connsiteY16" fmla="*/ 4711 h 74128"/>
                <a:gd name="connsiteX17" fmla="*/ 53350 w 70413"/>
                <a:gd name="connsiteY17" fmla="*/ 14836 h 74128"/>
                <a:gd name="connsiteX18" fmla="*/ 36739 w 70413"/>
                <a:gd name="connsiteY18" fmla="*/ 54974 h 74128"/>
                <a:gd name="connsiteX19" fmla="*/ 21573 w 70413"/>
                <a:gd name="connsiteY19" fmla="*/ 64014 h 74128"/>
                <a:gd name="connsiteX20" fmla="*/ 12907 w 70413"/>
                <a:gd name="connsiteY20" fmla="*/ 53166 h 74128"/>
                <a:gd name="connsiteX21" fmla="*/ 26267 w 70413"/>
                <a:gd name="connsiteY21" fmla="*/ 18091 h 74128"/>
                <a:gd name="connsiteX22" fmla="*/ 44683 w 70413"/>
                <a:gd name="connsiteY22" fmla="*/ 471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0" y="54974"/>
                  </a:moveTo>
                  <a:cubicBezTo>
                    <a:pt x="62016" y="61845"/>
                    <a:pt x="58044" y="65461"/>
                    <a:pt x="54794" y="65461"/>
                  </a:cubicBezTo>
                  <a:cubicBezTo>
                    <a:pt x="53711" y="65461"/>
                    <a:pt x="52988" y="64738"/>
                    <a:pt x="52988" y="63653"/>
                  </a:cubicBezTo>
                  <a:cubicBezTo>
                    <a:pt x="52988" y="62930"/>
                    <a:pt x="52988" y="62568"/>
                    <a:pt x="54072" y="59314"/>
                  </a:cubicBezTo>
                  <a:lnTo>
                    <a:pt x="70682" y="734"/>
                  </a:lnTo>
                  <a:lnTo>
                    <a:pt x="58405" y="2180"/>
                  </a:lnTo>
                  <a:lnTo>
                    <a:pt x="56238" y="10859"/>
                  </a:lnTo>
                  <a:cubicBezTo>
                    <a:pt x="54794" y="3988"/>
                    <a:pt x="50461" y="11"/>
                    <a:pt x="44322" y="11"/>
                  </a:cubicBezTo>
                  <a:cubicBezTo>
                    <a:pt x="25184" y="11"/>
                    <a:pt x="268" y="31470"/>
                    <a:pt x="268" y="56059"/>
                  </a:cubicBezTo>
                  <a:cubicBezTo>
                    <a:pt x="268" y="66546"/>
                    <a:pt x="6046" y="73416"/>
                    <a:pt x="14351" y="73416"/>
                  </a:cubicBezTo>
                  <a:cubicBezTo>
                    <a:pt x="19045" y="73416"/>
                    <a:pt x="25184" y="71246"/>
                    <a:pt x="30239" y="67269"/>
                  </a:cubicBezTo>
                  <a:cubicBezTo>
                    <a:pt x="34934" y="64014"/>
                    <a:pt x="37822" y="60760"/>
                    <a:pt x="43961" y="52443"/>
                  </a:cubicBezTo>
                  <a:cubicBezTo>
                    <a:pt x="43961" y="53889"/>
                    <a:pt x="43239" y="55698"/>
                    <a:pt x="43239" y="56059"/>
                  </a:cubicBezTo>
                  <a:cubicBezTo>
                    <a:pt x="41072" y="64376"/>
                    <a:pt x="41072" y="64376"/>
                    <a:pt x="41072" y="66907"/>
                  </a:cubicBezTo>
                  <a:cubicBezTo>
                    <a:pt x="41072" y="71246"/>
                    <a:pt x="43600" y="74139"/>
                    <a:pt x="47572" y="74139"/>
                  </a:cubicBezTo>
                  <a:cubicBezTo>
                    <a:pt x="54072" y="74139"/>
                    <a:pt x="60572" y="68715"/>
                    <a:pt x="68877" y="57144"/>
                  </a:cubicBezTo>
                  <a:close/>
                  <a:moveTo>
                    <a:pt x="44683" y="4711"/>
                  </a:moveTo>
                  <a:cubicBezTo>
                    <a:pt x="50100" y="4711"/>
                    <a:pt x="53350" y="8689"/>
                    <a:pt x="53350" y="14836"/>
                  </a:cubicBezTo>
                  <a:cubicBezTo>
                    <a:pt x="53350" y="26769"/>
                    <a:pt x="46128" y="44488"/>
                    <a:pt x="36739" y="54974"/>
                  </a:cubicBezTo>
                  <a:cubicBezTo>
                    <a:pt x="31684" y="60760"/>
                    <a:pt x="25906" y="64014"/>
                    <a:pt x="21573" y="64014"/>
                  </a:cubicBezTo>
                  <a:cubicBezTo>
                    <a:pt x="15796" y="64014"/>
                    <a:pt x="12907" y="60398"/>
                    <a:pt x="12907" y="53166"/>
                  </a:cubicBezTo>
                  <a:cubicBezTo>
                    <a:pt x="12907" y="43403"/>
                    <a:pt x="17601" y="30747"/>
                    <a:pt x="26267" y="18091"/>
                  </a:cubicBezTo>
                  <a:cubicBezTo>
                    <a:pt x="32406" y="9412"/>
                    <a:pt x="38545" y="4711"/>
                    <a:pt x="44683" y="4711"/>
                  </a:cubicBezTo>
                  <a:close/>
                </a:path>
              </a:pathLst>
            </a:custGeom>
            <a:solidFill>
              <a:srgbClr val="000000"/>
            </a:solidFill>
            <a:ln w="23090" cap="flat">
              <a:noFill/>
              <a:prstDash val="solid"/>
              <a:miter/>
            </a:ln>
          </p:spPr>
          <p:txBody>
            <a:bodyPr rtlCol="0" anchor="ctr"/>
            <a:lstStyle/>
            <a:p>
              <a:endParaRPr lang="zh-CN" altLang="en-US"/>
            </a:p>
          </p:txBody>
        </p:sp>
        <p:sp>
          <p:nvSpPr>
            <p:cNvPr id="15" name="任意多边形: 形状 14"/>
            <p:cNvSpPr/>
            <p:nvPr/>
          </p:nvSpPr>
          <p:spPr>
            <a:xfrm>
              <a:off x="8938353" y="2750004"/>
              <a:ext cx="109412" cy="73767"/>
            </a:xfrm>
            <a:custGeom>
              <a:avLst/>
              <a:gdLst>
                <a:gd name="connsiteX0" fmla="*/ 33132 w 109412"/>
                <a:gd name="connsiteY0" fmla="*/ 11 h 73767"/>
                <a:gd name="connsiteX1" fmla="*/ 11105 w 109412"/>
                <a:gd name="connsiteY1" fmla="*/ 2903 h 73767"/>
                <a:gd name="connsiteX2" fmla="*/ 10382 w 109412"/>
                <a:gd name="connsiteY2" fmla="*/ 6158 h 73767"/>
                <a:gd name="connsiteX3" fmla="*/ 12188 w 109412"/>
                <a:gd name="connsiteY3" fmla="*/ 5796 h 73767"/>
                <a:gd name="connsiteX4" fmla="*/ 14716 w 109412"/>
                <a:gd name="connsiteY4" fmla="*/ 5434 h 73767"/>
                <a:gd name="connsiteX5" fmla="*/ 18327 w 109412"/>
                <a:gd name="connsiteY5" fmla="*/ 8689 h 73767"/>
                <a:gd name="connsiteX6" fmla="*/ 17604 w 109412"/>
                <a:gd name="connsiteY6" fmla="*/ 13390 h 73767"/>
                <a:gd name="connsiteX7" fmla="*/ 272 w 109412"/>
                <a:gd name="connsiteY7" fmla="*/ 73055 h 73767"/>
                <a:gd name="connsiteX8" fmla="*/ 12188 w 109412"/>
                <a:gd name="connsiteY8" fmla="*/ 73055 h 73767"/>
                <a:gd name="connsiteX9" fmla="*/ 17243 w 109412"/>
                <a:gd name="connsiteY9" fmla="*/ 54613 h 73767"/>
                <a:gd name="connsiteX10" fmla="*/ 32770 w 109412"/>
                <a:gd name="connsiteY10" fmla="*/ 26407 h 73767"/>
                <a:gd name="connsiteX11" fmla="*/ 52631 w 109412"/>
                <a:gd name="connsiteY11" fmla="*/ 9412 h 73767"/>
                <a:gd name="connsiteX12" fmla="*/ 56603 w 109412"/>
                <a:gd name="connsiteY12" fmla="*/ 13751 h 73767"/>
                <a:gd name="connsiteX13" fmla="*/ 55881 w 109412"/>
                <a:gd name="connsiteY13" fmla="*/ 18814 h 73767"/>
                <a:gd name="connsiteX14" fmla="*/ 40354 w 109412"/>
                <a:gd name="connsiteY14" fmla="*/ 73055 h 73767"/>
                <a:gd name="connsiteX15" fmla="*/ 52270 w 109412"/>
                <a:gd name="connsiteY15" fmla="*/ 73055 h 73767"/>
                <a:gd name="connsiteX16" fmla="*/ 57686 w 109412"/>
                <a:gd name="connsiteY16" fmla="*/ 54251 h 73767"/>
                <a:gd name="connsiteX17" fmla="*/ 71769 w 109412"/>
                <a:gd name="connsiteY17" fmla="*/ 27492 h 73767"/>
                <a:gd name="connsiteX18" fmla="*/ 92351 w 109412"/>
                <a:gd name="connsiteY18" fmla="*/ 9412 h 73767"/>
                <a:gd name="connsiteX19" fmla="*/ 96685 w 109412"/>
                <a:gd name="connsiteY19" fmla="*/ 14113 h 73767"/>
                <a:gd name="connsiteX20" fmla="*/ 95962 w 109412"/>
                <a:gd name="connsiteY20" fmla="*/ 18814 h 73767"/>
                <a:gd name="connsiteX21" fmla="*/ 83324 w 109412"/>
                <a:gd name="connsiteY21" fmla="*/ 62206 h 73767"/>
                <a:gd name="connsiteX22" fmla="*/ 82241 w 109412"/>
                <a:gd name="connsiteY22" fmla="*/ 66907 h 73767"/>
                <a:gd name="connsiteX23" fmla="*/ 89101 w 109412"/>
                <a:gd name="connsiteY23" fmla="*/ 73778 h 73767"/>
                <a:gd name="connsiteX24" fmla="*/ 109684 w 109412"/>
                <a:gd name="connsiteY24" fmla="*/ 58229 h 73767"/>
                <a:gd name="connsiteX25" fmla="*/ 107878 w 109412"/>
                <a:gd name="connsiteY25" fmla="*/ 56421 h 73767"/>
                <a:gd name="connsiteX26" fmla="*/ 96685 w 109412"/>
                <a:gd name="connsiteY26" fmla="*/ 65822 h 73767"/>
                <a:gd name="connsiteX27" fmla="*/ 94879 w 109412"/>
                <a:gd name="connsiteY27" fmla="*/ 63653 h 73767"/>
                <a:gd name="connsiteX28" fmla="*/ 95601 w 109412"/>
                <a:gd name="connsiteY28" fmla="*/ 60398 h 73767"/>
                <a:gd name="connsiteX29" fmla="*/ 106434 w 109412"/>
                <a:gd name="connsiteY29" fmla="*/ 22430 h 73767"/>
                <a:gd name="connsiteX30" fmla="*/ 108601 w 109412"/>
                <a:gd name="connsiteY30" fmla="*/ 9774 h 73767"/>
                <a:gd name="connsiteX31" fmla="*/ 99934 w 109412"/>
                <a:gd name="connsiteY31" fmla="*/ 11 h 73767"/>
                <a:gd name="connsiteX32" fmla="*/ 63464 w 109412"/>
                <a:gd name="connsiteY32" fmla="*/ 33640 h 73767"/>
                <a:gd name="connsiteX33" fmla="*/ 67797 w 109412"/>
                <a:gd name="connsiteY33" fmla="*/ 18814 h 73767"/>
                <a:gd name="connsiteX34" fmla="*/ 69241 w 109412"/>
                <a:gd name="connsiteY34" fmla="*/ 9774 h 73767"/>
                <a:gd name="connsiteX35" fmla="*/ 60575 w 109412"/>
                <a:gd name="connsiteY35" fmla="*/ 11 h 73767"/>
                <a:gd name="connsiteX36" fmla="*/ 23021 w 109412"/>
                <a:gd name="connsiteY36" fmla="*/ 35448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132" y="11"/>
                  </a:moveTo>
                  <a:cubicBezTo>
                    <a:pt x="23021" y="1818"/>
                    <a:pt x="21577" y="1818"/>
                    <a:pt x="11105" y="2903"/>
                  </a:cubicBezTo>
                  <a:lnTo>
                    <a:pt x="10382" y="6158"/>
                  </a:lnTo>
                  <a:lnTo>
                    <a:pt x="12188" y="5796"/>
                  </a:lnTo>
                  <a:cubicBezTo>
                    <a:pt x="13271" y="5796"/>
                    <a:pt x="13993" y="5434"/>
                    <a:pt x="14716" y="5434"/>
                  </a:cubicBezTo>
                  <a:cubicBezTo>
                    <a:pt x="16882" y="5434"/>
                    <a:pt x="18327" y="6881"/>
                    <a:pt x="18327" y="8689"/>
                  </a:cubicBezTo>
                  <a:cubicBezTo>
                    <a:pt x="18327" y="9412"/>
                    <a:pt x="18327" y="11220"/>
                    <a:pt x="17604" y="13390"/>
                  </a:cubicBezTo>
                  <a:lnTo>
                    <a:pt x="272" y="73055"/>
                  </a:lnTo>
                  <a:lnTo>
                    <a:pt x="12188" y="73055"/>
                  </a:lnTo>
                  <a:lnTo>
                    <a:pt x="17243" y="54613"/>
                  </a:lnTo>
                  <a:cubicBezTo>
                    <a:pt x="20132" y="44849"/>
                    <a:pt x="24104" y="37617"/>
                    <a:pt x="32770" y="26407"/>
                  </a:cubicBezTo>
                  <a:cubicBezTo>
                    <a:pt x="41798" y="15198"/>
                    <a:pt x="48298" y="9412"/>
                    <a:pt x="52631" y="9412"/>
                  </a:cubicBezTo>
                  <a:cubicBezTo>
                    <a:pt x="55158" y="9412"/>
                    <a:pt x="56603" y="11220"/>
                    <a:pt x="56603" y="13751"/>
                  </a:cubicBezTo>
                  <a:cubicBezTo>
                    <a:pt x="56603" y="15198"/>
                    <a:pt x="56242" y="17367"/>
                    <a:pt x="55881" y="18814"/>
                  </a:cubicBezTo>
                  <a:lnTo>
                    <a:pt x="40354" y="73055"/>
                  </a:lnTo>
                  <a:lnTo>
                    <a:pt x="52270" y="73055"/>
                  </a:lnTo>
                  <a:lnTo>
                    <a:pt x="57686" y="54251"/>
                  </a:lnTo>
                  <a:cubicBezTo>
                    <a:pt x="60936" y="43403"/>
                    <a:pt x="63102" y="39064"/>
                    <a:pt x="71769" y="27492"/>
                  </a:cubicBezTo>
                  <a:cubicBezTo>
                    <a:pt x="82241" y="14113"/>
                    <a:pt x="87657" y="9412"/>
                    <a:pt x="92351" y="9412"/>
                  </a:cubicBezTo>
                  <a:cubicBezTo>
                    <a:pt x="94518" y="9412"/>
                    <a:pt x="96685" y="11582"/>
                    <a:pt x="96685" y="14113"/>
                  </a:cubicBezTo>
                  <a:cubicBezTo>
                    <a:pt x="96685" y="15559"/>
                    <a:pt x="96323" y="16644"/>
                    <a:pt x="95962" y="18814"/>
                  </a:cubicBezTo>
                  <a:lnTo>
                    <a:pt x="83324" y="62206"/>
                  </a:lnTo>
                  <a:cubicBezTo>
                    <a:pt x="82602" y="64738"/>
                    <a:pt x="82241" y="65822"/>
                    <a:pt x="82241" y="66907"/>
                  </a:cubicBezTo>
                  <a:cubicBezTo>
                    <a:pt x="82241" y="70885"/>
                    <a:pt x="85129" y="73778"/>
                    <a:pt x="89101" y="73778"/>
                  </a:cubicBezTo>
                  <a:cubicBezTo>
                    <a:pt x="95601" y="73778"/>
                    <a:pt x="102462" y="68715"/>
                    <a:pt x="109684" y="58229"/>
                  </a:cubicBezTo>
                  <a:lnTo>
                    <a:pt x="107878" y="56421"/>
                  </a:lnTo>
                  <a:cubicBezTo>
                    <a:pt x="103906" y="61845"/>
                    <a:pt x="99212" y="65822"/>
                    <a:pt x="96685" y="65822"/>
                  </a:cubicBezTo>
                  <a:cubicBezTo>
                    <a:pt x="95962" y="65822"/>
                    <a:pt x="94879" y="64738"/>
                    <a:pt x="94879" y="63653"/>
                  </a:cubicBezTo>
                  <a:cubicBezTo>
                    <a:pt x="94879" y="62930"/>
                    <a:pt x="95240" y="61845"/>
                    <a:pt x="95601" y="60398"/>
                  </a:cubicBezTo>
                  <a:lnTo>
                    <a:pt x="106434" y="22430"/>
                  </a:lnTo>
                  <a:cubicBezTo>
                    <a:pt x="107878" y="17367"/>
                    <a:pt x="108601" y="12667"/>
                    <a:pt x="108601" y="9774"/>
                  </a:cubicBezTo>
                  <a:cubicBezTo>
                    <a:pt x="108601" y="4350"/>
                    <a:pt x="104990" y="11"/>
                    <a:pt x="99934" y="11"/>
                  </a:cubicBezTo>
                  <a:cubicBezTo>
                    <a:pt x="89824" y="11"/>
                    <a:pt x="78991" y="10135"/>
                    <a:pt x="63464" y="33640"/>
                  </a:cubicBezTo>
                  <a:lnTo>
                    <a:pt x="67797" y="18814"/>
                  </a:lnTo>
                  <a:cubicBezTo>
                    <a:pt x="68880" y="15559"/>
                    <a:pt x="69241" y="12305"/>
                    <a:pt x="69241" y="9774"/>
                  </a:cubicBezTo>
                  <a:cubicBezTo>
                    <a:pt x="69241" y="4350"/>
                    <a:pt x="65269" y="11"/>
                    <a:pt x="60575" y="11"/>
                  </a:cubicBezTo>
                  <a:cubicBezTo>
                    <a:pt x="50464" y="11"/>
                    <a:pt x="38548" y="11220"/>
                    <a:pt x="23021" y="35448"/>
                  </a:cubicBezTo>
                  <a:close/>
                </a:path>
              </a:pathLst>
            </a:custGeom>
            <a:solidFill>
              <a:srgbClr val="000000"/>
            </a:solidFill>
            <a:ln w="23090" cap="flat">
              <a:noFill/>
              <a:prstDash val="solid"/>
              <a:miter/>
            </a:ln>
          </p:spPr>
          <p:txBody>
            <a:bodyPr rtlCol="0" anchor="ctr"/>
            <a:lstStyle/>
            <a:p>
              <a:endParaRPr lang="zh-CN" altLang="en-US"/>
            </a:p>
          </p:txBody>
        </p:sp>
        <p:sp>
          <p:nvSpPr>
            <p:cNvPr id="16" name="任意多边形: 形状 15"/>
            <p:cNvSpPr/>
            <p:nvPr/>
          </p:nvSpPr>
          <p:spPr>
            <a:xfrm>
              <a:off x="9059072" y="2750727"/>
              <a:ext cx="59580" cy="74490"/>
            </a:xfrm>
            <a:custGeom>
              <a:avLst/>
              <a:gdLst>
                <a:gd name="connsiteX0" fmla="*/ 49386 w 59580"/>
                <a:gd name="connsiteY0" fmla="*/ 55336 h 74490"/>
                <a:gd name="connsiteX1" fmla="*/ 28443 w 59580"/>
                <a:gd name="connsiteY1" fmla="*/ 66184 h 74490"/>
                <a:gd name="connsiteX2" fmla="*/ 13276 w 59580"/>
                <a:gd name="connsiteY2" fmla="*/ 49550 h 74490"/>
                <a:gd name="connsiteX3" fmla="*/ 13999 w 59580"/>
                <a:gd name="connsiteY3" fmla="*/ 41233 h 74490"/>
                <a:gd name="connsiteX4" fmla="*/ 41442 w 59580"/>
                <a:gd name="connsiteY4" fmla="*/ 35448 h 74490"/>
                <a:gd name="connsiteX5" fmla="*/ 59858 w 59580"/>
                <a:gd name="connsiteY5" fmla="*/ 11943 h 74490"/>
                <a:gd name="connsiteX6" fmla="*/ 44692 w 59580"/>
                <a:gd name="connsiteY6" fmla="*/ 11 h 74490"/>
                <a:gd name="connsiteX7" fmla="*/ 277 w 59580"/>
                <a:gd name="connsiteY7" fmla="*/ 50273 h 74490"/>
                <a:gd name="connsiteX8" fmla="*/ 21582 w 59580"/>
                <a:gd name="connsiteY8" fmla="*/ 74501 h 74490"/>
                <a:gd name="connsiteX9" fmla="*/ 52636 w 59580"/>
                <a:gd name="connsiteY9" fmla="*/ 57506 h 74490"/>
                <a:gd name="connsiteX10" fmla="*/ 15082 w 59580"/>
                <a:gd name="connsiteY10" fmla="*/ 36894 h 74490"/>
                <a:gd name="connsiteX11" fmla="*/ 41803 w 59580"/>
                <a:gd name="connsiteY11" fmla="*/ 4711 h 74490"/>
                <a:gd name="connsiteX12" fmla="*/ 48303 w 59580"/>
                <a:gd name="connsiteY12" fmla="*/ 11582 h 74490"/>
                <a:gd name="connsiteX13" fmla="*/ 42525 w 59580"/>
                <a:gd name="connsiteY13" fmla="*/ 25323 h 74490"/>
                <a:gd name="connsiteX14" fmla="*/ 21582 w 59580"/>
                <a:gd name="connsiteY14" fmla="*/ 36532 h 74490"/>
                <a:gd name="connsiteX15" fmla="*/ 15082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6" y="55336"/>
                  </a:moveTo>
                  <a:cubicBezTo>
                    <a:pt x="42525" y="62930"/>
                    <a:pt x="35665" y="66184"/>
                    <a:pt x="28443" y="66184"/>
                  </a:cubicBezTo>
                  <a:cubicBezTo>
                    <a:pt x="19776" y="66184"/>
                    <a:pt x="13276" y="59314"/>
                    <a:pt x="13276" y="49550"/>
                  </a:cubicBezTo>
                  <a:cubicBezTo>
                    <a:pt x="13276" y="47019"/>
                    <a:pt x="13638" y="44126"/>
                    <a:pt x="13999" y="41233"/>
                  </a:cubicBezTo>
                  <a:cubicBezTo>
                    <a:pt x="26637" y="40510"/>
                    <a:pt x="33859" y="39064"/>
                    <a:pt x="41442" y="35448"/>
                  </a:cubicBezTo>
                  <a:cubicBezTo>
                    <a:pt x="52636" y="30385"/>
                    <a:pt x="59858" y="20984"/>
                    <a:pt x="59858" y="11943"/>
                  </a:cubicBezTo>
                  <a:cubicBezTo>
                    <a:pt x="59858" y="5073"/>
                    <a:pt x="53358" y="11"/>
                    <a:pt x="44692" y="11"/>
                  </a:cubicBezTo>
                  <a:cubicBezTo>
                    <a:pt x="23026" y="11"/>
                    <a:pt x="277" y="26046"/>
                    <a:pt x="277" y="50273"/>
                  </a:cubicBezTo>
                  <a:cubicBezTo>
                    <a:pt x="277" y="64738"/>
                    <a:pt x="8943" y="74501"/>
                    <a:pt x="21582" y="74501"/>
                  </a:cubicBezTo>
                  <a:cubicBezTo>
                    <a:pt x="31692" y="74501"/>
                    <a:pt x="40359" y="69438"/>
                    <a:pt x="52636" y="57506"/>
                  </a:cubicBezTo>
                  <a:close/>
                  <a:moveTo>
                    <a:pt x="15082" y="36894"/>
                  </a:moveTo>
                  <a:cubicBezTo>
                    <a:pt x="20498" y="18452"/>
                    <a:pt x="32054" y="4711"/>
                    <a:pt x="41803" y="4711"/>
                  </a:cubicBezTo>
                  <a:cubicBezTo>
                    <a:pt x="45414" y="4711"/>
                    <a:pt x="48303" y="7604"/>
                    <a:pt x="48303" y="11582"/>
                  </a:cubicBezTo>
                  <a:cubicBezTo>
                    <a:pt x="48303" y="15921"/>
                    <a:pt x="46136" y="20984"/>
                    <a:pt x="42525" y="25323"/>
                  </a:cubicBezTo>
                  <a:cubicBezTo>
                    <a:pt x="37109" y="31108"/>
                    <a:pt x="30248" y="35086"/>
                    <a:pt x="21582" y="36532"/>
                  </a:cubicBezTo>
                  <a:cubicBezTo>
                    <a:pt x="20137" y="36532"/>
                    <a:pt x="17971" y="36894"/>
                    <a:pt x="15082" y="36894"/>
                  </a:cubicBezTo>
                  <a:close/>
                </a:path>
              </a:pathLst>
            </a:custGeom>
            <a:solidFill>
              <a:srgbClr val="000000"/>
            </a:solidFill>
            <a:ln w="23090" cap="flat">
              <a:noFill/>
              <a:prstDash val="solid"/>
              <a:miter/>
            </a:ln>
          </p:spPr>
          <p:txBody>
            <a:bodyPr rtlCol="0" anchor="ctr"/>
            <a:lstStyle/>
            <a:p>
              <a:endParaRPr lang="zh-CN" altLang="en-US"/>
            </a:p>
          </p:txBody>
        </p:sp>
        <p:sp>
          <p:nvSpPr>
            <p:cNvPr id="17" name="任意多边形: 形状 16"/>
            <p:cNvSpPr/>
            <p:nvPr/>
          </p:nvSpPr>
          <p:spPr>
            <a:xfrm>
              <a:off x="9116807" y="2808222"/>
              <a:ext cx="23471" cy="33629"/>
            </a:xfrm>
            <a:custGeom>
              <a:avLst/>
              <a:gdLst>
                <a:gd name="connsiteX0" fmla="*/ 3169 w 23471"/>
                <a:gd name="connsiteY0" fmla="*/ 33640 h 33629"/>
                <a:gd name="connsiteX1" fmla="*/ 23751 w 23471"/>
                <a:gd name="connsiteY1" fmla="*/ 9412 h 33629"/>
                <a:gd name="connsiteX2" fmla="*/ 15446 w 23471"/>
                <a:gd name="connsiteY2" fmla="*/ 11 h 33629"/>
                <a:gd name="connsiteX3" fmla="*/ 7502 w 23471"/>
                <a:gd name="connsiteY3" fmla="*/ 7966 h 33629"/>
                <a:gd name="connsiteX4" fmla="*/ 9668 w 23471"/>
                <a:gd name="connsiteY4" fmla="*/ 12667 h 33629"/>
                <a:gd name="connsiteX5" fmla="*/ 12918 w 23471"/>
                <a:gd name="connsiteY5" fmla="*/ 18091 h 33629"/>
                <a:gd name="connsiteX6" fmla="*/ 280 w 23471"/>
                <a:gd name="connsiteY6" fmla="*/ 30024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169" y="33640"/>
                  </a:moveTo>
                  <a:cubicBezTo>
                    <a:pt x="15807" y="27854"/>
                    <a:pt x="23751" y="18452"/>
                    <a:pt x="23751" y="9412"/>
                  </a:cubicBezTo>
                  <a:cubicBezTo>
                    <a:pt x="23751" y="4350"/>
                    <a:pt x="19779" y="11"/>
                    <a:pt x="15446" y="11"/>
                  </a:cubicBezTo>
                  <a:cubicBezTo>
                    <a:pt x="11113" y="11"/>
                    <a:pt x="7502" y="3988"/>
                    <a:pt x="7502" y="7966"/>
                  </a:cubicBezTo>
                  <a:cubicBezTo>
                    <a:pt x="7502" y="9774"/>
                    <a:pt x="8224" y="11582"/>
                    <a:pt x="9668" y="12667"/>
                  </a:cubicBezTo>
                  <a:cubicBezTo>
                    <a:pt x="12196" y="15198"/>
                    <a:pt x="12918" y="16283"/>
                    <a:pt x="12918" y="18091"/>
                  </a:cubicBezTo>
                  <a:cubicBezTo>
                    <a:pt x="12918" y="22068"/>
                    <a:pt x="8585" y="26046"/>
                    <a:pt x="280" y="30024"/>
                  </a:cubicBezTo>
                  <a:close/>
                </a:path>
              </a:pathLst>
            </a:custGeom>
            <a:solidFill>
              <a:srgbClr val="000000"/>
            </a:solidFill>
            <a:ln w="23090" cap="flat">
              <a:noFill/>
              <a:prstDash val="solid"/>
              <a:miter/>
            </a:ln>
          </p:spPr>
          <p:txBody>
            <a:bodyPr rtlCol="0" anchor="ctr"/>
            <a:lstStyle/>
            <a:p>
              <a:endParaRPr lang="zh-CN" altLang="en-US"/>
            </a:p>
          </p:txBody>
        </p:sp>
        <p:sp>
          <p:nvSpPr>
            <p:cNvPr id="19" name="任意多边形: 形状 18"/>
            <p:cNvSpPr/>
            <p:nvPr/>
          </p:nvSpPr>
          <p:spPr>
            <a:xfrm>
              <a:off x="9155074" y="282304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20" name="任意多边形: 形状 19"/>
            <p:cNvSpPr/>
            <p:nvPr/>
          </p:nvSpPr>
          <p:spPr>
            <a:xfrm>
              <a:off x="9202017" y="2734816"/>
              <a:ext cx="39720" cy="90400"/>
            </a:xfrm>
            <a:custGeom>
              <a:avLst/>
              <a:gdLst>
                <a:gd name="connsiteX0" fmla="*/ 28088 w 39720"/>
                <a:gd name="connsiteY0" fmla="*/ 22791 h 90400"/>
                <a:gd name="connsiteX1" fmla="*/ 38559 w 39720"/>
                <a:gd name="connsiteY1" fmla="*/ 22791 h 90400"/>
                <a:gd name="connsiteX2" fmla="*/ 40004 w 39720"/>
                <a:gd name="connsiteY2" fmla="*/ 17729 h 90400"/>
                <a:gd name="connsiteX3" fmla="*/ 29532 w 39720"/>
                <a:gd name="connsiteY3" fmla="*/ 17729 h 90400"/>
                <a:gd name="connsiteX4" fmla="*/ 34587 w 39720"/>
                <a:gd name="connsiteY4" fmla="*/ 11 h 90400"/>
                <a:gd name="connsiteX5" fmla="*/ 30976 w 39720"/>
                <a:gd name="connsiteY5" fmla="*/ 11 h 90400"/>
                <a:gd name="connsiteX6" fmla="*/ 6422 w 39720"/>
                <a:gd name="connsiteY6" fmla="*/ 17729 h 90400"/>
                <a:gd name="connsiteX7" fmla="*/ 5338 w 39720"/>
                <a:gd name="connsiteY7" fmla="*/ 22791 h 90400"/>
                <a:gd name="connsiteX8" fmla="*/ 16532 w 39720"/>
                <a:gd name="connsiteY8" fmla="*/ 22791 h 90400"/>
                <a:gd name="connsiteX9" fmla="*/ 2450 w 39720"/>
                <a:gd name="connsiteY9" fmla="*/ 71608 h 90400"/>
                <a:gd name="connsiteX10" fmla="*/ 283 w 39720"/>
                <a:gd name="connsiteY10" fmla="*/ 82456 h 90400"/>
                <a:gd name="connsiteX11" fmla="*/ 8227 w 39720"/>
                <a:gd name="connsiteY11" fmla="*/ 90411 h 90400"/>
                <a:gd name="connsiteX12" fmla="*/ 28810 w 39720"/>
                <a:gd name="connsiteY12" fmla="*/ 73778 h 90400"/>
                <a:gd name="connsiteX13" fmla="*/ 27004 w 39720"/>
                <a:gd name="connsiteY13" fmla="*/ 71608 h 90400"/>
                <a:gd name="connsiteX14" fmla="*/ 14727 w 39720"/>
                <a:gd name="connsiteY14" fmla="*/ 82456 h 90400"/>
                <a:gd name="connsiteX15" fmla="*/ 12199 w 39720"/>
                <a:gd name="connsiteY15" fmla="*/ 80287 h 90400"/>
                <a:gd name="connsiteX16" fmla="*/ 14005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88" y="22791"/>
                  </a:moveTo>
                  <a:lnTo>
                    <a:pt x="38559" y="22791"/>
                  </a:lnTo>
                  <a:lnTo>
                    <a:pt x="40004" y="17729"/>
                  </a:lnTo>
                  <a:lnTo>
                    <a:pt x="29532" y="17729"/>
                  </a:lnTo>
                  <a:lnTo>
                    <a:pt x="34587" y="11"/>
                  </a:lnTo>
                  <a:lnTo>
                    <a:pt x="30976" y="11"/>
                  </a:lnTo>
                  <a:cubicBezTo>
                    <a:pt x="22310" y="11220"/>
                    <a:pt x="16171" y="15559"/>
                    <a:pt x="6422" y="17729"/>
                  </a:cubicBezTo>
                  <a:lnTo>
                    <a:pt x="5338" y="22791"/>
                  </a:lnTo>
                  <a:lnTo>
                    <a:pt x="16532" y="22791"/>
                  </a:lnTo>
                  <a:lnTo>
                    <a:pt x="2450" y="71608"/>
                  </a:lnTo>
                  <a:cubicBezTo>
                    <a:pt x="1366" y="75586"/>
                    <a:pt x="283" y="80287"/>
                    <a:pt x="283" y="82456"/>
                  </a:cubicBezTo>
                  <a:cubicBezTo>
                    <a:pt x="283" y="87157"/>
                    <a:pt x="3533" y="90411"/>
                    <a:pt x="8227" y="90411"/>
                  </a:cubicBezTo>
                  <a:cubicBezTo>
                    <a:pt x="14366" y="90411"/>
                    <a:pt x="20866" y="84987"/>
                    <a:pt x="28810" y="73778"/>
                  </a:cubicBezTo>
                  <a:lnTo>
                    <a:pt x="27004" y="71608"/>
                  </a:lnTo>
                  <a:cubicBezTo>
                    <a:pt x="21949" y="78117"/>
                    <a:pt x="17255" y="82456"/>
                    <a:pt x="14727" y="82456"/>
                  </a:cubicBezTo>
                  <a:cubicBezTo>
                    <a:pt x="13644" y="82456"/>
                    <a:pt x="12199" y="81371"/>
                    <a:pt x="12199" y="80287"/>
                  </a:cubicBezTo>
                  <a:cubicBezTo>
                    <a:pt x="12199" y="79202"/>
                    <a:pt x="12199" y="79202"/>
                    <a:pt x="14005" y="72693"/>
                  </a:cubicBezTo>
                  <a:close/>
                </a:path>
              </a:pathLst>
            </a:custGeom>
            <a:solidFill>
              <a:srgbClr val="000000"/>
            </a:solidFill>
            <a:ln w="23090" cap="flat">
              <a:noFill/>
              <a:prstDash val="solid"/>
              <a:miter/>
            </a:ln>
          </p:spPr>
          <p:txBody>
            <a:bodyPr rtlCol="0" anchor="ctr"/>
            <a:lstStyle/>
            <a:p>
              <a:endParaRPr lang="zh-CN" altLang="en-US"/>
            </a:p>
          </p:txBody>
        </p:sp>
        <p:sp>
          <p:nvSpPr>
            <p:cNvPr id="21" name="任意多边形: 形状 20"/>
            <p:cNvSpPr/>
            <p:nvPr/>
          </p:nvSpPr>
          <p:spPr>
            <a:xfrm>
              <a:off x="9244288" y="2723245"/>
              <a:ext cx="36831" cy="102333"/>
            </a:xfrm>
            <a:custGeom>
              <a:avLst/>
              <a:gdLst>
                <a:gd name="connsiteX0" fmla="*/ 26645 w 36831"/>
                <a:gd name="connsiteY0" fmla="*/ 82818 h 102333"/>
                <a:gd name="connsiteX1" fmla="*/ 15090 w 36831"/>
                <a:gd name="connsiteY1" fmla="*/ 93666 h 102333"/>
                <a:gd name="connsiteX2" fmla="*/ 12923 w 36831"/>
                <a:gd name="connsiteY2" fmla="*/ 91496 h 102333"/>
                <a:gd name="connsiteX3" fmla="*/ 13284 w 36831"/>
                <a:gd name="connsiteY3" fmla="*/ 88965 h 102333"/>
                <a:gd name="connsiteX4" fmla="*/ 30978 w 36831"/>
                <a:gd name="connsiteY4" fmla="*/ 27131 h 102333"/>
                <a:gd name="connsiteX5" fmla="*/ 7146 w 36831"/>
                <a:gd name="connsiteY5" fmla="*/ 31108 h 102333"/>
                <a:gd name="connsiteX6" fmla="*/ 6424 w 36831"/>
                <a:gd name="connsiteY6" fmla="*/ 34363 h 102333"/>
                <a:gd name="connsiteX7" fmla="*/ 11479 w 36831"/>
                <a:gd name="connsiteY7" fmla="*/ 33640 h 102333"/>
                <a:gd name="connsiteX8" fmla="*/ 15812 w 36831"/>
                <a:gd name="connsiteY8" fmla="*/ 37617 h 102333"/>
                <a:gd name="connsiteX9" fmla="*/ 14729 w 36831"/>
                <a:gd name="connsiteY9" fmla="*/ 44488 h 102333"/>
                <a:gd name="connsiteX10" fmla="*/ 1368 w 36831"/>
                <a:gd name="connsiteY10" fmla="*/ 90411 h 102333"/>
                <a:gd name="connsiteX11" fmla="*/ 285 w 36831"/>
                <a:gd name="connsiteY11" fmla="*/ 96197 h 102333"/>
                <a:gd name="connsiteX12" fmla="*/ 7146 w 36831"/>
                <a:gd name="connsiteY12" fmla="*/ 102344 h 102333"/>
                <a:gd name="connsiteX13" fmla="*/ 27728 w 36831"/>
                <a:gd name="connsiteY13" fmla="*/ 86434 h 102333"/>
                <a:gd name="connsiteX14" fmla="*/ 29173 w 36831"/>
                <a:gd name="connsiteY14" fmla="*/ 11 h 102333"/>
                <a:gd name="connsiteX15" fmla="*/ 20506 w 36831"/>
                <a:gd name="connsiteY15" fmla="*/ 7966 h 102333"/>
                <a:gd name="connsiteX16" fmla="*/ 28812 w 36831"/>
                <a:gd name="connsiteY16" fmla="*/ 16283 h 102333"/>
                <a:gd name="connsiteX17" fmla="*/ 37117 w 36831"/>
                <a:gd name="connsiteY17" fmla="*/ 7966 h 102333"/>
                <a:gd name="connsiteX18" fmla="*/ 29173 w 36831"/>
                <a:gd name="connsiteY18" fmla="*/ 11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45" y="82818"/>
                  </a:moveTo>
                  <a:cubicBezTo>
                    <a:pt x="22673" y="88965"/>
                    <a:pt x="17618" y="93666"/>
                    <a:pt x="15090" y="93666"/>
                  </a:cubicBezTo>
                  <a:cubicBezTo>
                    <a:pt x="14007" y="93666"/>
                    <a:pt x="12923" y="92581"/>
                    <a:pt x="12923" y="91496"/>
                  </a:cubicBezTo>
                  <a:cubicBezTo>
                    <a:pt x="12923" y="90773"/>
                    <a:pt x="12923" y="90050"/>
                    <a:pt x="13284" y="88965"/>
                  </a:cubicBezTo>
                  <a:lnTo>
                    <a:pt x="30978" y="27131"/>
                  </a:lnTo>
                  <a:cubicBezTo>
                    <a:pt x="23034" y="29300"/>
                    <a:pt x="14368" y="30747"/>
                    <a:pt x="7146" y="31108"/>
                  </a:cubicBezTo>
                  <a:lnTo>
                    <a:pt x="6424" y="34363"/>
                  </a:lnTo>
                  <a:cubicBezTo>
                    <a:pt x="8951" y="34001"/>
                    <a:pt x="10396" y="33640"/>
                    <a:pt x="11479" y="33640"/>
                  </a:cubicBezTo>
                  <a:cubicBezTo>
                    <a:pt x="14729" y="33640"/>
                    <a:pt x="15812" y="34724"/>
                    <a:pt x="15812" y="37617"/>
                  </a:cubicBezTo>
                  <a:cubicBezTo>
                    <a:pt x="15812" y="39064"/>
                    <a:pt x="15451" y="40872"/>
                    <a:pt x="14729" y="44488"/>
                  </a:cubicBezTo>
                  <a:lnTo>
                    <a:pt x="1368" y="90411"/>
                  </a:lnTo>
                  <a:cubicBezTo>
                    <a:pt x="646" y="92581"/>
                    <a:pt x="285" y="94751"/>
                    <a:pt x="285" y="96197"/>
                  </a:cubicBezTo>
                  <a:cubicBezTo>
                    <a:pt x="285" y="99452"/>
                    <a:pt x="3535" y="102344"/>
                    <a:pt x="7146" y="102344"/>
                  </a:cubicBezTo>
                  <a:cubicBezTo>
                    <a:pt x="12201" y="102344"/>
                    <a:pt x="19423" y="96559"/>
                    <a:pt x="27728" y="86434"/>
                  </a:cubicBezTo>
                  <a:close/>
                  <a:moveTo>
                    <a:pt x="29173" y="11"/>
                  </a:moveTo>
                  <a:cubicBezTo>
                    <a:pt x="24478" y="11"/>
                    <a:pt x="20506" y="3627"/>
                    <a:pt x="20506" y="7966"/>
                  </a:cubicBezTo>
                  <a:cubicBezTo>
                    <a:pt x="20506" y="12667"/>
                    <a:pt x="24478" y="16283"/>
                    <a:pt x="28812" y="16283"/>
                  </a:cubicBezTo>
                  <a:cubicBezTo>
                    <a:pt x="33506" y="16283"/>
                    <a:pt x="37117" y="12667"/>
                    <a:pt x="37117" y="7966"/>
                  </a:cubicBezTo>
                  <a:cubicBezTo>
                    <a:pt x="37117" y="3627"/>
                    <a:pt x="33506" y="11"/>
                    <a:pt x="29173" y="11"/>
                  </a:cubicBezTo>
                  <a:close/>
                </a:path>
              </a:pathLst>
            </a:custGeom>
            <a:solidFill>
              <a:srgbClr val="000000"/>
            </a:solidFill>
            <a:ln w="23090" cap="flat">
              <a:noFill/>
              <a:prstDash val="solid"/>
              <a:miter/>
            </a:ln>
          </p:spPr>
          <p:txBody>
            <a:bodyPr rtlCol="0" anchor="ctr"/>
            <a:lstStyle/>
            <a:p>
              <a:endParaRPr lang="zh-CN" altLang="en-US"/>
            </a:p>
          </p:txBody>
        </p:sp>
        <p:sp>
          <p:nvSpPr>
            <p:cNvPr id="22" name="任意多边形: 形状 21"/>
            <p:cNvSpPr/>
            <p:nvPr/>
          </p:nvSpPr>
          <p:spPr>
            <a:xfrm>
              <a:off x="9285652" y="2734816"/>
              <a:ext cx="39720" cy="90400"/>
            </a:xfrm>
            <a:custGeom>
              <a:avLst/>
              <a:gdLst>
                <a:gd name="connsiteX0" fmla="*/ 28091 w 39720"/>
                <a:gd name="connsiteY0" fmla="*/ 22791 h 90400"/>
                <a:gd name="connsiteX1" fmla="*/ 38563 w 39720"/>
                <a:gd name="connsiteY1" fmla="*/ 22791 h 90400"/>
                <a:gd name="connsiteX2" fmla="*/ 40007 w 39720"/>
                <a:gd name="connsiteY2" fmla="*/ 17729 h 90400"/>
                <a:gd name="connsiteX3" fmla="*/ 29536 w 39720"/>
                <a:gd name="connsiteY3" fmla="*/ 17729 h 90400"/>
                <a:gd name="connsiteX4" fmla="*/ 34591 w 39720"/>
                <a:gd name="connsiteY4" fmla="*/ 11 h 90400"/>
                <a:gd name="connsiteX5" fmla="*/ 30980 w 39720"/>
                <a:gd name="connsiteY5" fmla="*/ 11 h 90400"/>
                <a:gd name="connsiteX6" fmla="*/ 6425 w 39720"/>
                <a:gd name="connsiteY6" fmla="*/ 17729 h 90400"/>
                <a:gd name="connsiteX7" fmla="*/ 5342 w 39720"/>
                <a:gd name="connsiteY7" fmla="*/ 22791 h 90400"/>
                <a:gd name="connsiteX8" fmla="*/ 16536 w 39720"/>
                <a:gd name="connsiteY8" fmla="*/ 22791 h 90400"/>
                <a:gd name="connsiteX9" fmla="*/ 2453 w 39720"/>
                <a:gd name="connsiteY9" fmla="*/ 71608 h 90400"/>
                <a:gd name="connsiteX10" fmla="*/ 287 w 39720"/>
                <a:gd name="connsiteY10" fmla="*/ 82456 h 90400"/>
                <a:gd name="connsiteX11" fmla="*/ 8231 w 39720"/>
                <a:gd name="connsiteY11" fmla="*/ 90411 h 90400"/>
                <a:gd name="connsiteX12" fmla="*/ 28813 w 39720"/>
                <a:gd name="connsiteY12" fmla="*/ 73778 h 90400"/>
                <a:gd name="connsiteX13" fmla="*/ 27008 w 39720"/>
                <a:gd name="connsiteY13" fmla="*/ 71608 h 90400"/>
                <a:gd name="connsiteX14" fmla="*/ 14731 w 39720"/>
                <a:gd name="connsiteY14" fmla="*/ 82456 h 90400"/>
                <a:gd name="connsiteX15" fmla="*/ 12203 w 39720"/>
                <a:gd name="connsiteY15" fmla="*/ 80287 h 90400"/>
                <a:gd name="connsiteX16" fmla="*/ 14008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91" y="22791"/>
                  </a:moveTo>
                  <a:lnTo>
                    <a:pt x="38563" y="22791"/>
                  </a:lnTo>
                  <a:lnTo>
                    <a:pt x="40007" y="17729"/>
                  </a:lnTo>
                  <a:lnTo>
                    <a:pt x="29536" y="17729"/>
                  </a:lnTo>
                  <a:lnTo>
                    <a:pt x="34591" y="11"/>
                  </a:lnTo>
                  <a:lnTo>
                    <a:pt x="30980" y="11"/>
                  </a:lnTo>
                  <a:cubicBezTo>
                    <a:pt x="22314" y="11220"/>
                    <a:pt x="16175" y="15559"/>
                    <a:pt x="6425" y="17729"/>
                  </a:cubicBezTo>
                  <a:lnTo>
                    <a:pt x="5342" y="22791"/>
                  </a:lnTo>
                  <a:lnTo>
                    <a:pt x="16536" y="22791"/>
                  </a:lnTo>
                  <a:lnTo>
                    <a:pt x="2453" y="71608"/>
                  </a:lnTo>
                  <a:cubicBezTo>
                    <a:pt x="1370" y="75586"/>
                    <a:pt x="287" y="80287"/>
                    <a:pt x="287" y="82456"/>
                  </a:cubicBezTo>
                  <a:cubicBezTo>
                    <a:pt x="287" y="87157"/>
                    <a:pt x="3537" y="90411"/>
                    <a:pt x="8231" y="90411"/>
                  </a:cubicBezTo>
                  <a:cubicBezTo>
                    <a:pt x="14369" y="90411"/>
                    <a:pt x="20869" y="84987"/>
                    <a:pt x="28813" y="73778"/>
                  </a:cubicBezTo>
                  <a:lnTo>
                    <a:pt x="27008" y="71608"/>
                  </a:lnTo>
                  <a:cubicBezTo>
                    <a:pt x="21952" y="78117"/>
                    <a:pt x="17258" y="82456"/>
                    <a:pt x="14731" y="82456"/>
                  </a:cubicBezTo>
                  <a:cubicBezTo>
                    <a:pt x="13647" y="82456"/>
                    <a:pt x="12203" y="81371"/>
                    <a:pt x="12203" y="80287"/>
                  </a:cubicBezTo>
                  <a:cubicBezTo>
                    <a:pt x="12203" y="79202"/>
                    <a:pt x="12203" y="79202"/>
                    <a:pt x="14008" y="72693"/>
                  </a:cubicBezTo>
                  <a:close/>
                </a:path>
              </a:pathLst>
            </a:custGeom>
            <a:solidFill>
              <a:srgbClr val="000000"/>
            </a:solidFill>
            <a:ln w="23090" cap="flat">
              <a:noFill/>
              <a:prstDash val="solid"/>
              <a:miter/>
            </a:ln>
          </p:spPr>
          <p:txBody>
            <a:bodyPr rtlCol="0" anchor="ctr"/>
            <a:lstStyle/>
            <a:p>
              <a:endParaRPr lang="zh-CN" altLang="en-US"/>
            </a:p>
          </p:txBody>
        </p:sp>
        <p:sp>
          <p:nvSpPr>
            <p:cNvPr id="23" name="任意多边形: 形状 22"/>
            <p:cNvSpPr/>
            <p:nvPr/>
          </p:nvSpPr>
          <p:spPr>
            <a:xfrm>
              <a:off x="9327563" y="2714205"/>
              <a:ext cx="41164" cy="111012"/>
            </a:xfrm>
            <a:custGeom>
              <a:avLst/>
              <a:gdLst>
                <a:gd name="connsiteX0" fmla="*/ 25926 w 41164"/>
                <a:gd name="connsiteY0" fmla="*/ 93666 h 111012"/>
                <a:gd name="connsiteX1" fmla="*/ 14732 w 41164"/>
                <a:gd name="connsiteY1" fmla="*/ 103068 h 111012"/>
                <a:gd name="connsiteX2" fmla="*/ 12566 w 41164"/>
                <a:gd name="connsiteY2" fmla="*/ 100898 h 111012"/>
                <a:gd name="connsiteX3" fmla="*/ 12927 w 41164"/>
                <a:gd name="connsiteY3" fmla="*/ 99090 h 111012"/>
                <a:gd name="connsiteX4" fmla="*/ 41454 w 41164"/>
                <a:gd name="connsiteY4" fmla="*/ 11 h 111012"/>
                <a:gd name="connsiteX5" fmla="*/ 19427 w 41164"/>
                <a:gd name="connsiteY5" fmla="*/ 3265 h 111012"/>
                <a:gd name="connsiteX6" fmla="*/ 18705 w 41164"/>
                <a:gd name="connsiteY6" fmla="*/ 6158 h 111012"/>
                <a:gd name="connsiteX7" fmla="*/ 20149 w 41164"/>
                <a:gd name="connsiteY7" fmla="*/ 6158 h 111012"/>
                <a:gd name="connsiteX8" fmla="*/ 23038 w 41164"/>
                <a:gd name="connsiteY8" fmla="*/ 5796 h 111012"/>
                <a:gd name="connsiteX9" fmla="*/ 26649 w 41164"/>
                <a:gd name="connsiteY9" fmla="*/ 9051 h 111012"/>
                <a:gd name="connsiteX10" fmla="*/ 25926 w 41164"/>
                <a:gd name="connsiteY10" fmla="*/ 13751 h 111012"/>
                <a:gd name="connsiteX11" fmla="*/ 1372 w 41164"/>
                <a:gd name="connsiteY11" fmla="*/ 99090 h 111012"/>
                <a:gd name="connsiteX12" fmla="*/ 289 w 41164"/>
                <a:gd name="connsiteY12" fmla="*/ 104153 h 111012"/>
                <a:gd name="connsiteX13" fmla="*/ 7149 w 41164"/>
                <a:gd name="connsiteY13" fmla="*/ 111023 h 111012"/>
                <a:gd name="connsiteX14" fmla="*/ 27732 w 41164"/>
                <a:gd name="connsiteY14" fmla="*/ 95836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26" y="93666"/>
                  </a:moveTo>
                  <a:cubicBezTo>
                    <a:pt x="18705" y="102345"/>
                    <a:pt x="17260" y="103068"/>
                    <a:pt x="14732" y="103068"/>
                  </a:cubicBezTo>
                  <a:cubicBezTo>
                    <a:pt x="13649" y="103068"/>
                    <a:pt x="12566" y="102345"/>
                    <a:pt x="12566" y="100898"/>
                  </a:cubicBezTo>
                  <a:cubicBezTo>
                    <a:pt x="12566" y="100537"/>
                    <a:pt x="12927" y="99813"/>
                    <a:pt x="12927" y="99090"/>
                  </a:cubicBezTo>
                  <a:lnTo>
                    <a:pt x="41454" y="11"/>
                  </a:lnTo>
                  <a:cubicBezTo>
                    <a:pt x="31343" y="1819"/>
                    <a:pt x="29898" y="2180"/>
                    <a:pt x="19427" y="3265"/>
                  </a:cubicBezTo>
                  <a:lnTo>
                    <a:pt x="18705" y="6158"/>
                  </a:lnTo>
                  <a:lnTo>
                    <a:pt x="20149" y="6158"/>
                  </a:lnTo>
                  <a:cubicBezTo>
                    <a:pt x="21593" y="6158"/>
                    <a:pt x="22316" y="5796"/>
                    <a:pt x="23038" y="5796"/>
                  </a:cubicBezTo>
                  <a:cubicBezTo>
                    <a:pt x="24843" y="5796"/>
                    <a:pt x="26649" y="7243"/>
                    <a:pt x="26649" y="9051"/>
                  </a:cubicBezTo>
                  <a:cubicBezTo>
                    <a:pt x="26649" y="9774"/>
                    <a:pt x="26287" y="11220"/>
                    <a:pt x="25926" y="13751"/>
                  </a:cubicBezTo>
                  <a:lnTo>
                    <a:pt x="1372" y="99090"/>
                  </a:lnTo>
                  <a:cubicBezTo>
                    <a:pt x="289" y="102345"/>
                    <a:pt x="289" y="103068"/>
                    <a:pt x="289" y="104153"/>
                  </a:cubicBezTo>
                  <a:cubicBezTo>
                    <a:pt x="289" y="108130"/>
                    <a:pt x="3177" y="111023"/>
                    <a:pt x="7149" y="111023"/>
                  </a:cubicBezTo>
                  <a:cubicBezTo>
                    <a:pt x="13288" y="111023"/>
                    <a:pt x="17621" y="107769"/>
                    <a:pt x="27732" y="95836"/>
                  </a:cubicBezTo>
                  <a:close/>
                </a:path>
              </a:pathLst>
            </a:custGeom>
            <a:solidFill>
              <a:srgbClr val="000000"/>
            </a:solidFill>
            <a:ln w="23090" cap="flat">
              <a:noFill/>
              <a:prstDash val="solid"/>
              <a:miter/>
            </a:ln>
          </p:spPr>
          <p:txBody>
            <a:bodyPr rtlCol="0" anchor="ctr"/>
            <a:lstStyle/>
            <a:p>
              <a:endParaRPr lang="zh-CN" altLang="en-US"/>
            </a:p>
          </p:txBody>
        </p:sp>
        <p:sp>
          <p:nvSpPr>
            <p:cNvPr id="24" name="任意多边形: 形状 23"/>
            <p:cNvSpPr/>
            <p:nvPr/>
          </p:nvSpPr>
          <p:spPr>
            <a:xfrm>
              <a:off x="9366599" y="2750727"/>
              <a:ext cx="59580" cy="74490"/>
            </a:xfrm>
            <a:custGeom>
              <a:avLst/>
              <a:gdLst>
                <a:gd name="connsiteX0" fmla="*/ 49399 w 59580"/>
                <a:gd name="connsiteY0" fmla="*/ 55336 h 74490"/>
                <a:gd name="connsiteX1" fmla="*/ 28456 w 59580"/>
                <a:gd name="connsiteY1" fmla="*/ 66184 h 74490"/>
                <a:gd name="connsiteX2" fmla="*/ 13290 w 59580"/>
                <a:gd name="connsiteY2" fmla="*/ 49550 h 74490"/>
                <a:gd name="connsiteX3" fmla="*/ 14012 w 59580"/>
                <a:gd name="connsiteY3" fmla="*/ 41233 h 74490"/>
                <a:gd name="connsiteX4" fmla="*/ 41455 w 59580"/>
                <a:gd name="connsiteY4" fmla="*/ 35448 h 74490"/>
                <a:gd name="connsiteX5" fmla="*/ 59871 w 59580"/>
                <a:gd name="connsiteY5" fmla="*/ 11943 h 74490"/>
                <a:gd name="connsiteX6" fmla="*/ 44705 w 59580"/>
                <a:gd name="connsiteY6" fmla="*/ 11 h 74490"/>
                <a:gd name="connsiteX7" fmla="*/ 290 w 59580"/>
                <a:gd name="connsiteY7" fmla="*/ 50273 h 74490"/>
                <a:gd name="connsiteX8" fmla="*/ 21595 w 59580"/>
                <a:gd name="connsiteY8" fmla="*/ 74501 h 74490"/>
                <a:gd name="connsiteX9" fmla="*/ 52649 w 59580"/>
                <a:gd name="connsiteY9" fmla="*/ 57506 h 74490"/>
                <a:gd name="connsiteX10" fmla="*/ 15095 w 59580"/>
                <a:gd name="connsiteY10" fmla="*/ 36894 h 74490"/>
                <a:gd name="connsiteX11" fmla="*/ 41816 w 59580"/>
                <a:gd name="connsiteY11" fmla="*/ 4711 h 74490"/>
                <a:gd name="connsiteX12" fmla="*/ 48316 w 59580"/>
                <a:gd name="connsiteY12" fmla="*/ 11582 h 74490"/>
                <a:gd name="connsiteX13" fmla="*/ 42539 w 59580"/>
                <a:gd name="connsiteY13" fmla="*/ 25323 h 74490"/>
                <a:gd name="connsiteX14" fmla="*/ 21595 w 59580"/>
                <a:gd name="connsiteY14" fmla="*/ 36532 h 74490"/>
                <a:gd name="connsiteX15" fmla="*/ 15095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99" y="55336"/>
                  </a:moveTo>
                  <a:cubicBezTo>
                    <a:pt x="42539" y="62930"/>
                    <a:pt x="35678" y="66184"/>
                    <a:pt x="28456" y="66184"/>
                  </a:cubicBezTo>
                  <a:cubicBezTo>
                    <a:pt x="19790" y="66184"/>
                    <a:pt x="13290" y="59314"/>
                    <a:pt x="13290" y="49550"/>
                  </a:cubicBezTo>
                  <a:cubicBezTo>
                    <a:pt x="13290" y="47019"/>
                    <a:pt x="13651" y="44126"/>
                    <a:pt x="14012" y="41233"/>
                  </a:cubicBezTo>
                  <a:cubicBezTo>
                    <a:pt x="26650" y="40510"/>
                    <a:pt x="33872" y="39064"/>
                    <a:pt x="41455" y="35448"/>
                  </a:cubicBezTo>
                  <a:cubicBezTo>
                    <a:pt x="52649" y="30385"/>
                    <a:pt x="59871" y="20984"/>
                    <a:pt x="59871" y="11943"/>
                  </a:cubicBezTo>
                  <a:cubicBezTo>
                    <a:pt x="59871" y="5073"/>
                    <a:pt x="53371" y="11"/>
                    <a:pt x="44705" y="11"/>
                  </a:cubicBezTo>
                  <a:cubicBezTo>
                    <a:pt x="23039" y="11"/>
                    <a:pt x="290" y="26046"/>
                    <a:pt x="290" y="50273"/>
                  </a:cubicBezTo>
                  <a:cubicBezTo>
                    <a:pt x="290" y="64738"/>
                    <a:pt x="8957" y="74501"/>
                    <a:pt x="21595" y="74501"/>
                  </a:cubicBezTo>
                  <a:cubicBezTo>
                    <a:pt x="31706" y="74501"/>
                    <a:pt x="40372" y="69438"/>
                    <a:pt x="52649" y="57506"/>
                  </a:cubicBezTo>
                  <a:close/>
                  <a:moveTo>
                    <a:pt x="15095" y="36894"/>
                  </a:moveTo>
                  <a:cubicBezTo>
                    <a:pt x="20512" y="18452"/>
                    <a:pt x="32067" y="4711"/>
                    <a:pt x="41816" y="4711"/>
                  </a:cubicBezTo>
                  <a:cubicBezTo>
                    <a:pt x="45427" y="4711"/>
                    <a:pt x="48316" y="7604"/>
                    <a:pt x="48316" y="11582"/>
                  </a:cubicBezTo>
                  <a:cubicBezTo>
                    <a:pt x="48316" y="15921"/>
                    <a:pt x="46149" y="20984"/>
                    <a:pt x="42539" y="25323"/>
                  </a:cubicBezTo>
                  <a:cubicBezTo>
                    <a:pt x="37122" y="31108"/>
                    <a:pt x="30261" y="35086"/>
                    <a:pt x="21595" y="36532"/>
                  </a:cubicBezTo>
                  <a:cubicBezTo>
                    <a:pt x="20151" y="36532"/>
                    <a:pt x="17984" y="36894"/>
                    <a:pt x="15095" y="36894"/>
                  </a:cubicBezTo>
                  <a:close/>
                </a:path>
              </a:pathLst>
            </a:custGeom>
            <a:solidFill>
              <a:srgbClr val="000000"/>
            </a:solidFill>
            <a:ln w="23090" cap="flat">
              <a:noFill/>
              <a:prstDash val="solid"/>
              <a:miter/>
            </a:ln>
          </p:spPr>
          <p:txBody>
            <a:bodyPr rtlCol="0" anchor="ctr"/>
            <a:lstStyle/>
            <a:p>
              <a:endParaRPr lang="zh-CN" altLang="en-US"/>
            </a:p>
          </p:txBody>
        </p:sp>
      </p:grpSp>
      <p:sp>
        <p:nvSpPr>
          <p:cNvPr id="25" name="任意多边形: 形状 24"/>
          <p:cNvSpPr/>
          <p:nvPr/>
        </p:nvSpPr>
        <p:spPr>
          <a:xfrm>
            <a:off x="10712477" y="2666584"/>
            <a:ext cx="170351" cy="254590"/>
          </a:xfrm>
          <a:custGeom>
            <a:avLst/>
            <a:gdLst>
              <a:gd name="connsiteX0" fmla="*/ 310 w 135050"/>
              <a:gd name="connsiteY0" fmla="*/ 60 h 187310"/>
              <a:gd name="connsiteX1" fmla="*/ 310 w 135050"/>
              <a:gd name="connsiteY1" fmla="*/ 4038 h 187310"/>
              <a:gd name="connsiteX2" fmla="*/ 5365 w 135050"/>
              <a:gd name="connsiteY2" fmla="*/ 4038 h 187310"/>
              <a:gd name="connsiteX3" fmla="*/ 19087 w 135050"/>
              <a:gd name="connsiteY3" fmla="*/ 20672 h 187310"/>
              <a:gd name="connsiteX4" fmla="*/ 19087 w 135050"/>
              <a:gd name="connsiteY4" fmla="*/ 167121 h 187310"/>
              <a:gd name="connsiteX5" fmla="*/ 5365 w 135050"/>
              <a:gd name="connsiteY5" fmla="*/ 183394 h 187310"/>
              <a:gd name="connsiteX6" fmla="*/ 671 w 135050"/>
              <a:gd name="connsiteY6" fmla="*/ 183394 h 187310"/>
              <a:gd name="connsiteX7" fmla="*/ 671 w 135050"/>
              <a:gd name="connsiteY7" fmla="*/ 187371 h 187310"/>
              <a:gd name="connsiteX8" fmla="*/ 57002 w 135050"/>
              <a:gd name="connsiteY8" fmla="*/ 187371 h 187310"/>
              <a:gd name="connsiteX9" fmla="*/ 57002 w 135050"/>
              <a:gd name="connsiteY9" fmla="*/ 183394 h 187310"/>
              <a:gd name="connsiteX10" fmla="*/ 51947 w 135050"/>
              <a:gd name="connsiteY10" fmla="*/ 183394 h 187310"/>
              <a:gd name="connsiteX11" fmla="*/ 38586 w 135050"/>
              <a:gd name="connsiteY11" fmla="*/ 167121 h 187310"/>
              <a:gd name="connsiteX12" fmla="*/ 38586 w 135050"/>
              <a:gd name="connsiteY12" fmla="*/ 20672 h 187310"/>
              <a:gd name="connsiteX13" fmla="*/ 52308 w 135050"/>
              <a:gd name="connsiteY13" fmla="*/ 4038 h 187310"/>
              <a:gd name="connsiteX14" fmla="*/ 83723 w 135050"/>
              <a:gd name="connsiteY14" fmla="*/ 4038 h 187310"/>
              <a:gd name="connsiteX15" fmla="*/ 97445 w 135050"/>
              <a:gd name="connsiteY15" fmla="*/ 20672 h 187310"/>
              <a:gd name="connsiteX16" fmla="*/ 97445 w 135050"/>
              <a:gd name="connsiteY16" fmla="*/ 167121 h 187310"/>
              <a:gd name="connsiteX17" fmla="*/ 83723 w 135050"/>
              <a:gd name="connsiteY17" fmla="*/ 183394 h 187310"/>
              <a:gd name="connsiteX18" fmla="*/ 79029 w 135050"/>
              <a:gd name="connsiteY18" fmla="*/ 183394 h 187310"/>
              <a:gd name="connsiteX19" fmla="*/ 79029 w 135050"/>
              <a:gd name="connsiteY19" fmla="*/ 187371 h 187310"/>
              <a:gd name="connsiteX20" fmla="*/ 134999 w 135050"/>
              <a:gd name="connsiteY20" fmla="*/ 187371 h 187310"/>
              <a:gd name="connsiteX21" fmla="*/ 134999 w 135050"/>
              <a:gd name="connsiteY21" fmla="*/ 183394 h 187310"/>
              <a:gd name="connsiteX22" fmla="*/ 130305 w 135050"/>
              <a:gd name="connsiteY22" fmla="*/ 183394 h 187310"/>
              <a:gd name="connsiteX23" fmla="*/ 116944 w 135050"/>
              <a:gd name="connsiteY23" fmla="*/ 167121 h 187310"/>
              <a:gd name="connsiteX24" fmla="*/ 116944 w 135050"/>
              <a:gd name="connsiteY24" fmla="*/ 20672 h 187310"/>
              <a:gd name="connsiteX25" fmla="*/ 130666 w 135050"/>
              <a:gd name="connsiteY25" fmla="*/ 4038 h 187310"/>
              <a:gd name="connsiteX26" fmla="*/ 135360 w 135050"/>
              <a:gd name="connsiteY26" fmla="*/ 4038 h 187310"/>
              <a:gd name="connsiteX27" fmla="*/ 135360 w 135050"/>
              <a:gd name="connsiteY27" fmla="*/ 6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310" y="60"/>
                </a:moveTo>
                <a:lnTo>
                  <a:pt x="310" y="4038"/>
                </a:lnTo>
                <a:lnTo>
                  <a:pt x="5365" y="4038"/>
                </a:lnTo>
                <a:cubicBezTo>
                  <a:pt x="17281" y="4038"/>
                  <a:pt x="19087" y="6207"/>
                  <a:pt x="19087" y="20672"/>
                </a:cubicBezTo>
                <a:lnTo>
                  <a:pt x="19087" y="167121"/>
                </a:lnTo>
                <a:cubicBezTo>
                  <a:pt x="19087" y="181585"/>
                  <a:pt x="17281" y="183394"/>
                  <a:pt x="5365" y="183394"/>
                </a:cubicBezTo>
                <a:lnTo>
                  <a:pt x="671" y="183394"/>
                </a:lnTo>
                <a:lnTo>
                  <a:pt x="671" y="187371"/>
                </a:lnTo>
                <a:lnTo>
                  <a:pt x="57002" y="187371"/>
                </a:lnTo>
                <a:lnTo>
                  <a:pt x="57002" y="183394"/>
                </a:lnTo>
                <a:lnTo>
                  <a:pt x="51947" y="183394"/>
                </a:lnTo>
                <a:cubicBezTo>
                  <a:pt x="40392" y="183394"/>
                  <a:pt x="38586" y="181224"/>
                  <a:pt x="38586" y="167121"/>
                </a:cubicBezTo>
                <a:lnTo>
                  <a:pt x="38586" y="20672"/>
                </a:lnTo>
                <a:cubicBezTo>
                  <a:pt x="38586" y="6207"/>
                  <a:pt x="40392" y="4038"/>
                  <a:pt x="52308" y="4038"/>
                </a:cubicBezTo>
                <a:lnTo>
                  <a:pt x="83723" y="4038"/>
                </a:lnTo>
                <a:cubicBezTo>
                  <a:pt x="95278" y="4038"/>
                  <a:pt x="97445" y="6207"/>
                  <a:pt x="97445" y="20672"/>
                </a:cubicBezTo>
                <a:lnTo>
                  <a:pt x="97445" y="167121"/>
                </a:lnTo>
                <a:cubicBezTo>
                  <a:pt x="97445" y="181585"/>
                  <a:pt x="95278" y="183394"/>
                  <a:pt x="83723" y="183394"/>
                </a:cubicBezTo>
                <a:lnTo>
                  <a:pt x="79029" y="183394"/>
                </a:lnTo>
                <a:lnTo>
                  <a:pt x="79029" y="187371"/>
                </a:lnTo>
                <a:lnTo>
                  <a:pt x="134999" y="187371"/>
                </a:lnTo>
                <a:lnTo>
                  <a:pt x="134999" y="183394"/>
                </a:lnTo>
                <a:lnTo>
                  <a:pt x="130305" y="183394"/>
                </a:lnTo>
                <a:cubicBezTo>
                  <a:pt x="118750" y="183394"/>
                  <a:pt x="116944" y="181224"/>
                  <a:pt x="116944" y="167121"/>
                </a:cubicBezTo>
                <a:lnTo>
                  <a:pt x="116944" y="20672"/>
                </a:lnTo>
                <a:cubicBezTo>
                  <a:pt x="116944" y="6207"/>
                  <a:pt x="118750" y="4038"/>
                  <a:pt x="130666" y="4038"/>
                </a:cubicBezTo>
                <a:lnTo>
                  <a:pt x="135360" y="4038"/>
                </a:lnTo>
                <a:lnTo>
                  <a:pt x="135360" y="60"/>
                </a:lnTo>
                <a:close/>
              </a:path>
            </a:pathLst>
          </a:custGeom>
          <a:solidFill>
            <a:srgbClr val="000000"/>
          </a:solidFill>
          <a:ln w="23090" cap="flat">
            <a:noFill/>
            <a:prstDash val="solid"/>
            <a:miter/>
          </a:ln>
        </p:spPr>
        <p:txBody>
          <a:bodyPr rtlCol="0" anchor="ctr"/>
          <a:lstStyle/>
          <a:p>
            <a:endParaRPr lang="zh-CN" altLang="en-US"/>
          </a:p>
        </p:txBody>
      </p:sp>
      <p:grpSp>
        <p:nvGrpSpPr>
          <p:cNvPr id="26" name="Graphic 2"/>
          <p:cNvGrpSpPr/>
          <p:nvPr/>
        </p:nvGrpSpPr>
        <p:grpSpPr>
          <a:xfrm>
            <a:off x="10916866" y="2850402"/>
            <a:ext cx="340016" cy="102229"/>
            <a:chOff x="9979425" y="3970399"/>
            <a:chExt cx="269556" cy="75213"/>
          </a:xfrm>
        </p:grpSpPr>
        <p:sp>
          <p:nvSpPr>
            <p:cNvPr id="27" name="任意多边形: 形状 26"/>
            <p:cNvSpPr/>
            <p:nvPr/>
          </p:nvSpPr>
          <p:spPr>
            <a:xfrm>
              <a:off x="9979425" y="3971484"/>
              <a:ext cx="57414" cy="73767"/>
            </a:xfrm>
            <a:custGeom>
              <a:avLst/>
              <a:gdLst>
                <a:gd name="connsiteX0" fmla="*/ 47981 w 57414"/>
                <a:gd name="connsiteY0" fmla="*/ 54304 h 73767"/>
                <a:gd name="connsiteX1" fmla="*/ 27399 w 57414"/>
                <a:gd name="connsiteY1" fmla="*/ 66960 h 73767"/>
                <a:gd name="connsiteX2" fmla="*/ 12955 w 57414"/>
                <a:gd name="connsiteY2" fmla="*/ 49241 h 73767"/>
                <a:gd name="connsiteX3" fmla="*/ 42565 w 57414"/>
                <a:gd name="connsiteY3" fmla="*/ 3679 h 73767"/>
                <a:gd name="connsiteX4" fmla="*/ 48704 w 57414"/>
                <a:gd name="connsiteY4" fmla="*/ 8019 h 73767"/>
                <a:gd name="connsiteX5" fmla="*/ 46176 w 57414"/>
                <a:gd name="connsiteY5" fmla="*/ 11996 h 73767"/>
                <a:gd name="connsiteX6" fmla="*/ 43648 w 57414"/>
                <a:gd name="connsiteY6" fmla="*/ 17782 h 73767"/>
                <a:gd name="connsiteX7" fmla="*/ 49426 w 57414"/>
                <a:gd name="connsiteY7" fmla="*/ 23206 h 73767"/>
                <a:gd name="connsiteX8" fmla="*/ 57731 w 57414"/>
                <a:gd name="connsiteY8" fmla="*/ 12358 h 73767"/>
                <a:gd name="connsiteX9" fmla="*/ 43287 w 57414"/>
                <a:gd name="connsiteY9" fmla="*/ 63 h 73767"/>
                <a:gd name="connsiteX10" fmla="*/ 317 w 57414"/>
                <a:gd name="connsiteY10" fmla="*/ 49965 h 73767"/>
                <a:gd name="connsiteX11" fmla="*/ 5733 w 57414"/>
                <a:gd name="connsiteY11" fmla="*/ 67322 h 73767"/>
                <a:gd name="connsiteX12" fmla="*/ 20538 w 57414"/>
                <a:gd name="connsiteY12" fmla="*/ 73831 h 73767"/>
                <a:gd name="connsiteX13" fmla="*/ 50870 w 57414"/>
                <a:gd name="connsiteY13" fmla="*/ 557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981" y="54304"/>
                  </a:moveTo>
                  <a:cubicBezTo>
                    <a:pt x="42204" y="62259"/>
                    <a:pt x="34982" y="66960"/>
                    <a:pt x="27399" y="66960"/>
                  </a:cubicBezTo>
                  <a:cubicBezTo>
                    <a:pt x="19094" y="66960"/>
                    <a:pt x="12955" y="59728"/>
                    <a:pt x="12955" y="49241"/>
                  </a:cubicBezTo>
                  <a:cubicBezTo>
                    <a:pt x="12955" y="27184"/>
                    <a:pt x="28482" y="3679"/>
                    <a:pt x="42565" y="3679"/>
                  </a:cubicBezTo>
                  <a:cubicBezTo>
                    <a:pt x="45815" y="3679"/>
                    <a:pt x="48704" y="5849"/>
                    <a:pt x="48704" y="8019"/>
                  </a:cubicBezTo>
                  <a:cubicBezTo>
                    <a:pt x="48704" y="9465"/>
                    <a:pt x="48343" y="9827"/>
                    <a:pt x="46176" y="11996"/>
                  </a:cubicBezTo>
                  <a:cubicBezTo>
                    <a:pt x="44732" y="13804"/>
                    <a:pt x="43648" y="15974"/>
                    <a:pt x="43648" y="17782"/>
                  </a:cubicBezTo>
                  <a:cubicBezTo>
                    <a:pt x="43648" y="20675"/>
                    <a:pt x="46176" y="23206"/>
                    <a:pt x="49426" y="23206"/>
                  </a:cubicBezTo>
                  <a:cubicBezTo>
                    <a:pt x="53759" y="23206"/>
                    <a:pt x="57731" y="18143"/>
                    <a:pt x="57731" y="12358"/>
                  </a:cubicBezTo>
                  <a:cubicBezTo>
                    <a:pt x="57731" y="5487"/>
                    <a:pt x="51231" y="63"/>
                    <a:pt x="43287" y="63"/>
                  </a:cubicBezTo>
                  <a:cubicBezTo>
                    <a:pt x="21983" y="63"/>
                    <a:pt x="317" y="25376"/>
                    <a:pt x="317" y="49965"/>
                  </a:cubicBezTo>
                  <a:cubicBezTo>
                    <a:pt x="317" y="57197"/>
                    <a:pt x="2122" y="63344"/>
                    <a:pt x="5733" y="67322"/>
                  </a:cubicBezTo>
                  <a:cubicBezTo>
                    <a:pt x="9705" y="71299"/>
                    <a:pt x="15483" y="73831"/>
                    <a:pt x="20538" y="73831"/>
                  </a:cubicBezTo>
                  <a:cubicBezTo>
                    <a:pt x="31371" y="73831"/>
                    <a:pt x="43287" y="66960"/>
                    <a:pt x="50870" y="55750"/>
                  </a:cubicBezTo>
                  <a:close/>
                </a:path>
              </a:pathLst>
            </a:custGeom>
            <a:solidFill>
              <a:srgbClr val="000000"/>
            </a:solidFill>
            <a:ln w="23090" cap="flat">
              <a:noFill/>
              <a:prstDash val="solid"/>
              <a:miter/>
            </a:ln>
          </p:spPr>
          <p:txBody>
            <a:bodyPr rtlCol="0" anchor="ctr"/>
            <a:lstStyle/>
            <a:p>
              <a:endParaRPr lang="zh-CN" altLang="en-US"/>
            </a:p>
          </p:txBody>
        </p:sp>
        <p:sp>
          <p:nvSpPr>
            <p:cNvPr id="28" name="任意多边形: 形状 27"/>
            <p:cNvSpPr/>
            <p:nvPr/>
          </p:nvSpPr>
          <p:spPr>
            <a:xfrm>
              <a:off x="10041259" y="3971122"/>
              <a:ext cx="63553" cy="74128"/>
            </a:xfrm>
            <a:custGeom>
              <a:avLst/>
              <a:gdLst>
                <a:gd name="connsiteX0" fmla="*/ 42207 w 63553"/>
                <a:gd name="connsiteY0" fmla="*/ 63 h 74128"/>
                <a:gd name="connsiteX1" fmla="*/ 319 w 63553"/>
                <a:gd name="connsiteY1" fmla="*/ 48156 h 74128"/>
                <a:gd name="connsiteX2" fmla="*/ 21985 w 63553"/>
                <a:gd name="connsiteY2" fmla="*/ 74192 h 74128"/>
                <a:gd name="connsiteX3" fmla="*/ 46540 w 63553"/>
                <a:gd name="connsiteY3" fmla="*/ 62982 h 74128"/>
                <a:gd name="connsiteX4" fmla="*/ 63872 w 63553"/>
                <a:gd name="connsiteY4" fmla="*/ 26099 h 74128"/>
                <a:gd name="connsiteX5" fmla="*/ 42207 w 63553"/>
                <a:gd name="connsiteY5" fmla="*/ 63 h 74128"/>
                <a:gd name="connsiteX6" fmla="*/ 40762 w 63553"/>
                <a:gd name="connsiteY6" fmla="*/ 4041 h 74128"/>
                <a:gd name="connsiteX7" fmla="*/ 51595 w 63553"/>
                <a:gd name="connsiteY7" fmla="*/ 19590 h 74128"/>
                <a:gd name="connsiteX8" fmla="*/ 41123 w 63553"/>
                <a:gd name="connsiteY8" fmla="*/ 56112 h 74128"/>
                <a:gd name="connsiteX9" fmla="*/ 23430 w 63553"/>
                <a:gd name="connsiteY9" fmla="*/ 70214 h 74128"/>
                <a:gd name="connsiteX10" fmla="*/ 11875 w 63553"/>
                <a:gd name="connsiteY10" fmla="*/ 54665 h 74128"/>
                <a:gd name="connsiteX11" fmla="*/ 23430 w 63553"/>
                <a:gd name="connsiteY11" fmla="*/ 16335 h 74128"/>
                <a:gd name="connsiteX12" fmla="*/ 40762 w 63553"/>
                <a:gd name="connsiteY12" fmla="*/ 404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207" y="63"/>
                  </a:moveTo>
                  <a:cubicBezTo>
                    <a:pt x="21263" y="63"/>
                    <a:pt x="319" y="23929"/>
                    <a:pt x="319" y="48156"/>
                  </a:cubicBezTo>
                  <a:cubicBezTo>
                    <a:pt x="319" y="63706"/>
                    <a:pt x="8986" y="74192"/>
                    <a:pt x="21985" y="74192"/>
                  </a:cubicBezTo>
                  <a:cubicBezTo>
                    <a:pt x="29568" y="74192"/>
                    <a:pt x="38235" y="70214"/>
                    <a:pt x="46540" y="62982"/>
                  </a:cubicBezTo>
                  <a:cubicBezTo>
                    <a:pt x="57373" y="53581"/>
                    <a:pt x="63872" y="39840"/>
                    <a:pt x="63872" y="26099"/>
                  </a:cubicBezTo>
                  <a:cubicBezTo>
                    <a:pt x="63872" y="10911"/>
                    <a:pt x="54845" y="63"/>
                    <a:pt x="42207" y="63"/>
                  </a:cubicBezTo>
                  <a:close/>
                  <a:moveTo>
                    <a:pt x="40762" y="4041"/>
                  </a:moveTo>
                  <a:cubicBezTo>
                    <a:pt x="46901" y="4041"/>
                    <a:pt x="51595" y="10550"/>
                    <a:pt x="51595" y="19590"/>
                  </a:cubicBezTo>
                  <a:cubicBezTo>
                    <a:pt x="51595" y="30438"/>
                    <a:pt x="47262" y="45264"/>
                    <a:pt x="41123" y="56112"/>
                  </a:cubicBezTo>
                  <a:cubicBezTo>
                    <a:pt x="36068" y="65514"/>
                    <a:pt x="29929" y="70214"/>
                    <a:pt x="23430" y="70214"/>
                  </a:cubicBezTo>
                  <a:cubicBezTo>
                    <a:pt x="16208" y="70214"/>
                    <a:pt x="11875" y="64067"/>
                    <a:pt x="11875" y="54665"/>
                  </a:cubicBezTo>
                  <a:cubicBezTo>
                    <a:pt x="11875" y="42733"/>
                    <a:pt x="16569" y="26822"/>
                    <a:pt x="23430" y="16335"/>
                  </a:cubicBezTo>
                  <a:cubicBezTo>
                    <a:pt x="28124" y="8380"/>
                    <a:pt x="34624" y="4041"/>
                    <a:pt x="40762" y="4041"/>
                  </a:cubicBezTo>
                  <a:close/>
                </a:path>
              </a:pathLst>
            </a:custGeom>
            <a:solidFill>
              <a:srgbClr val="000000"/>
            </a:solidFill>
            <a:ln w="23090" cap="flat">
              <a:noFill/>
              <a:prstDash val="solid"/>
              <a:miter/>
            </a:ln>
          </p:spPr>
          <p:txBody>
            <a:bodyPr rtlCol="0" anchor="ctr"/>
            <a:lstStyle/>
            <a:p>
              <a:endParaRPr lang="zh-CN" altLang="en-US"/>
            </a:p>
          </p:txBody>
        </p:sp>
        <p:sp>
          <p:nvSpPr>
            <p:cNvPr id="29" name="任意多边形: 形状 28"/>
            <p:cNvSpPr/>
            <p:nvPr/>
          </p:nvSpPr>
          <p:spPr>
            <a:xfrm>
              <a:off x="10115500" y="3971845"/>
              <a:ext cx="69330" cy="73767"/>
            </a:xfrm>
            <a:custGeom>
              <a:avLst/>
              <a:gdLst>
                <a:gd name="connsiteX0" fmla="*/ 69653 w 69330"/>
                <a:gd name="connsiteY0" fmla="*/ 1510 h 73767"/>
                <a:gd name="connsiteX1" fmla="*/ 57737 w 69330"/>
                <a:gd name="connsiteY1" fmla="*/ 1510 h 73767"/>
                <a:gd name="connsiteX2" fmla="*/ 53765 w 69330"/>
                <a:gd name="connsiteY2" fmla="*/ 15251 h 73767"/>
                <a:gd name="connsiteX3" fmla="*/ 37877 w 69330"/>
                <a:gd name="connsiteY3" fmla="*/ 48156 h 73767"/>
                <a:gd name="connsiteX4" fmla="*/ 19100 w 69330"/>
                <a:gd name="connsiteY4" fmla="*/ 64429 h 73767"/>
                <a:gd name="connsiteX5" fmla="*/ 14044 w 69330"/>
                <a:gd name="connsiteY5" fmla="*/ 59728 h 73767"/>
                <a:gd name="connsiteX6" fmla="*/ 15128 w 69330"/>
                <a:gd name="connsiteY6" fmla="*/ 53581 h 73767"/>
                <a:gd name="connsiteX7" fmla="*/ 27044 w 69330"/>
                <a:gd name="connsiteY7" fmla="*/ 12358 h 73767"/>
                <a:gd name="connsiteX8" fmla="*/ 28127 w 69330"/>
                <a:gd name="connsiteY8" fmla="*/ 6210 h 73767"/>
                <a:gd name="connsiteX9" fmla="*/ 21627 w 69330"/>
                <a:gd name="connsiteY9" fmla="*/ 63 h 73767"/>
                <a:gd name="connsiteX10" fmla="*/ 323 w 69330"/>
                <a:gd name="connsiteY10" fmla="*/ 16335 h 73767"/>
                <a:gd name="connsiteX11" fmla="*/ 2128 w 69330"/>
                <a:gd name="connsiteY11" fmla="*/ 18143 h 73767"/>
                <a:gd name="connsiteX12" fmla="*/ 4295 w 69330"/>
                <a:gd name="connsiteY12" fmla="*/ 15251 h 73767"/>
                <a:gd name="connsiteX13" fmla="*/ 12961 w 69330"/>
                <a:gd name="connsiteY13" fmla="*/ 8380 h 73767"/>
                <a:gd name="connsiteX14" fmla="*/ 15850 w 69330"/>
                <a:gd name="connsiteY14" fmla="*/ 10911 h 73767"/>
                <a:gd name="connsiteX15" fmla="*/ 15128 w 69330"/>
                <a:gd name="connsiteY15" fmla="*/ 14166 h 73767"/>
                <a:gd name="connsiteX16" fmla="*/ 2850 w 69330"/>
                <a:gd name="connsiteY16" fmla="*/ 57558 h 73767"/>
                <a:gd name="connsiteX17" fmla="*/ 2128 w 69330"/>
                <a:gd name="connsiteY17" fmla="*/ 62621 h 73767"/>
                <a:gd name="connsiteX18" fmla="*/ 10433 w 69330"/>
                <a:gd name="connsiteY18" fmla="*/ 73830 h 73767"/>
                <a:gd name="connsiteX19" fmla="*/ 27405 w 69330"/>
                <a:gd name="connsiteY19" fmla="*/ 64429 h 73767"/>
                <a:gd name="connsiteX20" fmla="*/ 46904 w 69330"/>
                <a:gd name="connsiteY20" fmla="*/ 39116 h 73767"/>
                <a:gd name="connsiteX21" fmla="*/ 40765 w 69330"/>
                <a:gd name="connsiteY21" fmla="*/ 60451 h 73767"/>
                <a:gd name="connsiteX22" fmla="*/ 39321 w 69330"/>
                <a:gd name="connsiteY22" fmla="*/ 68045 h 73767"/>
                <a:gd name="connsiteX23" fmla="*/ 45460 w 69330"/>
                <a:gd name="connsiteY23" fmla="*/ 73830 h 73767"/>
                <a:gd name="connsiteX24" fmla="*/ 66042 w 69330"/>
                <a:gd name="connsiteY24" fmla="*/ 59366 h 73767"/>
                <a:gd name="connsiteX25" fmla="*/ 64598 w 69330"/>
                <a:gd name="connsiteY25" fmla="*/ 57558 h 73767"/>
                <a:gd name="connsiteX26" fmla="*/ 54126 w 69330"/>
                <a:gd name="connsiteY26" fmla="*/ 65875 h 73767"/>
                <a:gd name="connsiteX27" fmla="*/ 52321 w 69330"/>
                <a:gd name="connsiteY27" fmla="*/ 63706 h 73767"/>
                <a:gd name="connsiteX28" fmla="*/ 52682 w 69330"/>
                <a:gd name="connsiteY28" fmla="*/ 62259 h 73767"/>
                <a:gd name="connsiteX29" fmla="*/ 53404 w 69330"/>
                <a:gd name="connsiteY29" fmla="*/ 58643 h 73767"/>
                <a:gd name="connsiteX30" fmla="*/ 54487 w 69330"/>
                <a:gd name="connsiteY30" fmla="*/ 5466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653" y="1510"/>
                  </a:moveTo>
                  <a:lnTo>
                    <a:pt x="57737" y="1510"/>
                  </a:lnTo>
                  <a:lnTo>
                    <a:pt x="53765" y="15251"/>
                  </a:lnTo>
                  <a:cubicBezTo>
                    <a:pt x="49432" y="31161"/>
                    <a:pt x="47265" y="34777"/>
                    <a:pt x="37877" y="48156"/>
                  </a:cubicBezTo>
                  <a:cubicBezTo>
                    <a:pt x="29933" y="58643"/>
                    <a:pt x="23433" y="64429"/>
                    <a:pt x="19100" y="64429"/>
                  </a:cubicBezTo>
                  <a:cubicBezTo>
                    <a:pt x="15850" y="64429"/>
                    <a:pt x="14044" y="62982"/>
                    <a:pt x="14044" y="59728"/>
                  </a:cubicBezTo>
                  <a:cubicBezTo>
                    <a:pt x="14044" y="58281"/>
                    <a:pt x="14405" y="56473"/>
                    <a:pt x="15128" y="53581"/>
                  </a:cubicBezTo>
                  <a:lnTo>
                    <a:pt x="27044" y="12358"/>
                  </a:lnTo>
                  <a:cubicBezTo>
                    <a:pt x="27405" y="10550"/>
                    <a:pt x="28127" y="7657"/>
                    <a:pt x="28127" y="6210"/>
                  </a:cubicBezTo>
                  <a:cubicBezTo>
                    <a:pt x="28127" y="2594"/>
                    <a:pt x="25238" y="63"/>
                    <a:pt x="21627" y="63"/>
                  </a:cubicBezTo>
                  <a:cubicBezTo>
                    <a:pt x="15489" y="63"/>
                    <a:pt x="10794" y="3318"/>
                    <a:pt x="323" y="16335"/>
                  </a:cubicBezTo>
                  <a:lnTo>
                    <a:pt x="2128" y="18143"/>
                  </a:lnTo>
                  <a:lnTo>
                    <a:pt x="4295" y="15251"/>
                  </a:lnTo>
                  <a:cubicBezTo>
                    <a:pt x="9350" y="9465"/>
                    <a:pt x="10794" y="8380"/>
                    <a:pt x="12961" y="8380"/>
                  </a:cubicBezTo>
                  <a:cubicBezTo>
                    <a:pt x="14405" y="8380"/>
                    <a:pt x="15850" y="9465"/>
                    <a:pt x="15850" y="10911"/>
                  </a:cubicBezTo>
                  <a:cubicBezTo>
                    <a:pt x="15850" y="11996"/>
                    <a:pt x="15489" y="12719"/>
                    <a:pt x="15128" y="14166"/>
                  </a:cubicBezTo>
                  <a:lnTo>
                    <a:pt x="2850" y="57558"/>
                  </a:lnTo>
                  <a:cubicBezTo>
                    <a:pt x="2128" y="59005"/>
                    <a:pt x="2128" y="60813"/>
                    <a:pt x="2128" y="62621"/>
                  </a:cubicBezTo>
                  <a:cubicBezTo>
                    <a:pt x="2128" y="69853"/>
                    <a:pt x="5378" y="73830"/>
                    <a:pt x="10433" y="73830"/>
                  </a:cubicBezTo>
                  <a:cubicBezTo>
                    <a:pt x="15489" y="73830"/>
                    <a:pt x="20905" y="70938"/>
                    <a:pt x="27405" y="64429"/>
                  </a:cubicBezTo>
                  <a:cubicBezTo>
                    <a:pt x="33544" y="58643"/>
                    <a:pt x="38238" y="52857"/>
                    <a:pt x="46904" y="39116"/>
                  </a:cubicBezTo>
                  <a:lnTo>
                    <a:pt x="40765" y="60451"/>
                  </a:lnTo>
                  <a:cubicBezTo>
                    <a:pt x="40043" y="63344"/>
                    <a:pt x="39321" y="66237"/>
                    <a:pt x="39321" y="68045"/>
                  </a:cubicBezTo>
                  <a:cubicBezTo>
                    <a:pt x="39321" y="71299"/>
                    <a:pt x="42210" y="73830"/>
                    <a:pt x="45460" y="73830"/>
                  </a:cubicBezTo>
                  <a:cubicBezTo>
                    <a:pt x="51598" y="73830"/>
                    <a:pt x="59542" y="68406"/>
                    <a:pt x="66042" y="59366"/>
                  </a:cubicBezTo>
                  <a:lnTo>
                    <a:pt x="64598" y="57558"/>
                  </a:lnTo>
                  <a:cubicBezTo>
                    <a:pt x="59903" y="62982"/>
                    <a:pt x="56292" y="65875"/>
                    <a:pt x="54126" y="65875"/>
                  </a:cubicBezTo>
                  <a:cubicBezTo>
                    <a:pt x="53404" y="65875"/>
                    <a:pt x="52321" y="64790"/>
                    <a:pt x="52321" y="63706"/>
                  </a:cubicBezTo>
                  <a:cubicBezTo>
                    <a:pt x="52321" y="63344"/>
                    <a:pt x="52321" y="62982"/>
                    <a:pt x="52682" y="62259"/>
                  </a:cubicBezTo>
                  <a:cubicBezTo>
                    <a:pt x="52682" y="62259"/>
                    <a:pt x="53043" y="60813"/>
                    <a:pt x="53404" y="58643"/>
                  </a:cubicBezTo>
                  <a:cubicBezTo>
                    <a:pt x="53765" y="57558"/>
                    <a:pt x="54126" y="56112"/>
                    <a:pt x="54487" y="54665"/>
                  </a:cubicBezTo>
                  <a:close/>
                </a:path>
              </a:pathLst>
            </a:custGeom>
            <a:solidFill>
              <a:srgbClr val="000000"/>
            </a:solidFill>
            <a:ln w="23090" cap="flat">
              <a:noFill/>
              <a:prstDash val="solid"/>
              <a:miter/>
            </a:ln>
          </p:spPr>
          <p:txBody>
            <a:bodyPr rtlCol="0" anchor="ctr"/>
            <a:lstStyle/>
            <a:p>
              <a:endParaRPr lang="zh-CN" altLang="en-US"/>
            </a:p>
          </p:txBody>
        </p:sp>
        <p:sp>
          <p:nvSpPr>
            <p:cNvPr id="30" name="任意多边形: 形状 29"/>
            <p:cNvSpPr/>
            <p:nvPr/>
          </p:nvSpPr>
          <p:spPr>
            <a:xfrm>
              <a:off x="10193373" y="3970399"/>
              <a:ext cx="55608" cy="73044"/>
            </a:xfrm>
            <a:custGeom>
              <a:avLst/>
              <a:gdLst>
                <a:gd name="connsiteX0" fmla="*/ 32464 w 55608"/>
                <a:gd name="connsiteY0" fmla="*/ 63 h 73044"/>
                <a:gd name="connsiteX1" fmla="*/ 9353 w 55608"/>
                <a:gd name="connsiteY1" fmla="*/ 2956 h 73044"/>
                <a:gd name="connsiteX2" fmla="*/ 8631 w 55608"/>
                <a:gd name="connsiteY2" fmla="*/ 6572 h 73044"/>
                <a:gd name="connsiteX3" fmla="*/ 12242 w 55608"/>
                <a:gd name="connsiteY3" fmla="*/ 5849 h 73044"/>
                <a:gd name="connsiteX4" fmla="*/ 15131 w 55608"/>
                <a:gd name="connsiteY4" fmla="*/ 5487 h 73044"/>
                <a:gd name="connsiteX5" fmla="*/ 18381 w 55608"/>
                <a:gd name="connsiteY5" fmla="*/ 8742 h 73044"/>
                <a:gd name="connsiteX6" fmla="*/ 16937 w 55608"/>
                <a:gd name="connsiteY6" fmla="*/ 15612 h 73044"/>
                <a:gd name="connsiteX7" fmla="*/ 326 w 55608"/>
                <a:gd name="connsiteY7" fmla="*/ 73107 h 73044"/>
                <a:gd name="connsiteX8" fmla="*/ 12964 w 55608"/>
                <a:gd name="connsiteY8" fmla="*/ 73107 h 73044"/>
                <a:gd name="connsiteX9" fmla="*/ 31019 w 55608"/>
                <a:gd name="connsiteY9" fmla="*/ 27545 h 73044"/>
                <a:gd name="connsiteX10" fmla="*/ 41491 w 55608"/>
                <a:gd name="connsiteY10" fmla="*/ 13081 h 73044"/>
                <a:gd name="connsiteX11" fmla="*/ 42935 w 55608"/>
                <a:gd name="connsiteY11" fmla="*/ 15612 h 73044"/>
                <a:gd name="connsiteX12" fmla="*/ 47991 w 55608"/>
                <a:gd name="connsiteY12" fmla="*/ 19951 h 73044"/>
                <a:gd name="connsiteX13" fmla="*/ 55935 w 55608"/>
                <a:gd name="connsiteY13" fmla="*/ 8742 h 73044"/>
                <a:gd name="connsiteX14" fmla="*/ 49435 w 55608"/>
                <a:gd name="connsiteY14" fmla="*/ 63 h 73044"/>
                <a:gd name="connsiteX15" fmla="*/ 22714 w 55608"/>
                <a:gd name="connsiteY15" fmla="*/ 35139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64" y="63"/>
                  </a:moveTo>
                  <a:cubicBezTo>
                    <a:pt x="22353" y="1871"/>
                    <a:pt x="20909" y="1871"/>
                    <a:pt x="9353" y="2956"/>
                  </a:cubicBezTo>
                  <a:lnTo>
                    <a:pt x="8631" y="6572"/>
                  </a:lnTo>
                  <a:cubicBezTo>
                    <a:pt x="10437" y="6210"/>
                    <a:pt x="11881" y="5849"/>
                    <a:pt x="12242" y="5849"/>
                  </a:cubicBezTo>
                  <a:cubicBezTo>
                    <a:pt x="13326" y="5849"/>
                    <a:pt x="14409" y="5487"/>
                    <a:pt x="15131" y="5487"/>
                  </a:cubicBezTo>
                  <a:cubicBezTo>
                    <a:pt x="16937" y="5487"/>
                    <a:pt x="18381" y="6934"/>
                    <a:pt x="18381" y="8742"/>
                  </a:cubicBezTo>
                  <a:cubicBezTo>
                    <a:pt x="18381" y="9465"/>
                    <a:pt x="18020" y="11996"/>
                    <a:pt x="16937" y="15612"/>
                  </a:cubicBezTo>
                  <a:lnTo>
                    <a:pt x="326" y="73107"/>
                  </a:lnTo>
                  <a:lnTo>
                    <a:pt x="12964" y="73107"/>
                  </a:lnTo>
                  <a:cubicBezTo>
                    <a:pt x="16214" y="59366"/>
                    <a:pt x="22714" y="43456"/>
                    <a:pt x="31019" y="27545"/>
                  </a:cubicBezTo>
                  <a:cubicBezTo>
                    <a:pt x="34269" y="21036"/>
                    <a:pt x="40408" y="13081"/>
                    <a:pt x="41491" y="13081"/>
                  </a:cubicBezTo>
                  <a:cubicBezTo>
                    <a:pt x="42213" y="13081"/>
                    <a:pt x="42574" y="13804"/>
                    <a:pt x="42935" y="15612"/>
                  </a:cubicBezTo>
                  <a:cubicBezTo>
                    <a:pt x="43297" y="18143"/>
                    <a:pt x="45102" y="19951"/>
                    <a:pt x="47991" y="19951"/>
                  </a:cubicBezTo>
                  <a:cubicBezTo>
                    <a:pt x="51963" y="19951"/>
                    <a:pt x="55935" y="14166"/>
                    <a:pt x="55935" y="8742"/>
                  </a:cubicBezTo>
                  <a:cubicBezTo>
                    <a:pt x="55935" y="3679"/>
                    <a:pt x="53407" y="63"/>
                    <a:pt x="49435" y="63"/>
                  </a:cubicBezTo>
                  <a:cubicBezTo>
                    <a:pt x="42574" y="63"/>
                    <a:pt x="32103" y="13804"/>
                    <a:pt x="22714" y="351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31" name="Graphic 2"/>
          <p:cNvGrpSpPr/>
          <p:nvPr/>
        </p:nvGrpSpPr>
        <p:grpSpPr>
          <a:xfrm>
            <a:off x="11249427" y="2801744"/>
            <a:ext cx="790173" cy="176936"/>
            <a:chOff x="10243071" y="3934600"/>
            <a:chExt cx="626429" cy="130177"/>
          </a:xfrm>
        </p:grpSpPr>
        <p:sp>
          <p:nvSpPr>
            <p:cNvPr id="32" name="任意多边形: 形状 31"/>
            <p:cNvSpPr/>
            <p:nvPr/>
          </p:nvSpPr>
          <p:spPr>
            <a:xfrm>
              <a:off x="10243071" y="3971122"/>
              <a:ext cx="54525" cy="74490"/>
            </a:xfrm>
            <a:custGeom>
              <a:avLst/>
              <a:gdLst>
                <a:gd name="connsiteX0" fmla="*/ 54854 w 54525"/>
                <a:gd name="connsiteY0" fmla="*/ 786 h 74490"/>
                <a:gd name="connsiteX1" fmla="*/ 52326 w 54525"/>
                <a:gd name="connsiteY1" fmla="*/ 786 h 74490"/>
                <a:gd name="connsiteX2" fmla="*/ 47632 w 54525"/>
                <a:gd name="connsiteY2" fmla="*/ 4402 h 74490"/>
                <a:gd name="connsiteX3" fmla="*/ 44743 w 54525"/>
                <a:gd name="connsiteY3" fmla="*/ 3318 h 74490"/>
                <a:gd name="connsiteX4" fmla="*/ 33549 w 54525"/>
                <a:gd name="connsiteY4" fmla="*/ 63 h 74490"/>
                <a:gd name="connsiteX5" fmla="*/ 15494 w 54525"/>
                <a:gd name="connsiteY5" fmla="*/ 18143 h 74490"/>
                <a:gd name="connsiteX6" fmla="*/ 25966 w 54525"/>
                <a:gd name="connsiteY6" fmla="*/ 39840 h 74490"/>
                <a:gd name="connsiteX7" fmla="*/ 35355 w 54525"/>
                <a:gd name="connsiteY7" fmla="*/ 57197 h 74490"/>
                <a:gd name="connsiteX8" fmla="*/ 22355 w 54525"/>
                <a:gd name="connsiteY8" fmla="*/ 70576 h 74490"/>
                <a:gd name="connsiteX9" fmla="*/ 7550 w 54525"/>
                <a:gd name="connsiteY9" fmla="*/ 49603 h 74490"/>
                <a:gd name="connsiteX10" fmla="*/ 5023 w 54525"/>
                <a:gd name="connsiteY10" fmla="*/ 49603 h 74490"/>
                <a:gd name="connsiteX11" fmla="*/ 328 w 54525"/>
                <a:gd name="connsiteY11" fmla="*/ 74192 h 74490"/>
                <a:gd name="connsiteX12" fmla="*/ 3578 w 54525"/>
                <a:gd name="connsiteY12" fmla="*/ 74192 h 74490"/>
                <a:gd name="connsiteX13" fmla="*/ 7911 w 54525"/>
                <a:gd name="connsiteY13" fmla="*/ 70938 h 74490"/>
                <a:gd name="connsiteX14" fmla="*/ 11161 w 54525"/>
                <a:gd name="connsiteY14" fmla="*/ 71661 h 74490"/>
                <a:gd name="connsiteX15" fmla="*/ 24522 w 54525"/>
                <a:gd name="connsiteY15" fmla="*/ 74554 h 74490"/>
                <a:gd name="connsiteX16" fmla="*/ 46188 w 54525"/>
                <a:gd name="connsiteY16" fmla="*/ 53581 h 74490"/>
                <a:gd name="connsiteX17" fmla="*/ 34633 w 54525"/>
                <a:gd name="connsiteY17" fmla="*/ 30799 h 74490"/>
                <a:gd name="connsiteX18" fmla="*/ 25605 w 54525"/>
                <a:gd name="connsiteY18" fmla="*/ 14166 h 74490"/>
                <a:gd name="connsiteX19" fmla="*/ 34994 w 54525"/>
                <a:gd name="connsiteY19" fmla="*/ 4402 h 74490"/>
                <a:gd name="connsiteX20" fmla="*/ 48354 w 54525"/>
                <a:gd name="connsiteY20" fmla="*/ 20675 h 74490"/>
                <a:gd name="connsiteX21" fmla="*/ 47993 w 54525"/>
                <a:gd name="connsiteY21" fmla="*/ 23929 h 74490"/>
                <a:gd name="connsiteX22" fmla="*/ 50882 w 54525"/>
                <a:gd name="connsiteY22" fmla="*/ 23929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854" y="786"/>
                  </a:moveTo>
                  <a:lnTo>
                    <a:pt x="52326" y="786"/>
                  </a:lnTo>
                  <a:cubicBezTo>
                    <a:pt x="50882" y="3318"/>
                    <a:pt x="49437" y="4402"/>
                    <a:pt x="47632" y="4402"/>
                  </a:cubicBezTo>
                  <a:cubicBezTo>
                    <a:pt x="47271" y="4402"/>
                    <a:pt x="46188" y="4041"/>
                    <a:pt x="44743" y="3318"/>
                  </a:cubicBezTo>
                  <a:cubicBezTo>
                    <a:pt x="40771" y="1148"/>
                    <a:pt x="37160" y="63"/>
                    <a:pt x="33549" y="63"/>
                  </a:cubicBezTo>
                  <a:cubicBezTo>
                    <a:pt x="23439" y="63"/>
                    <a:pt x="15494" y="8380"/>
                    <a:pt x="15494" y="18143"/>
                  </a:cubicBezTo>
                  <a:cubicBezTo>
                    <a:pt x="15494" y="25376"/>
                    <a:pt x="17661" y="29715"/>
                    <a:pt x="25966" y="39840"/>
                  </a:cubicBezTo>
                  <a:cubicBezTo>
                    <a:pt x="32466" y="47433"/>
                    <a:pt x="35355" y="52496"/>
                    <a:pt x="35355" y="57197"/>
                  </a:cubicBezTo>
                  <a:cubicBezTo>
                    <a:pt x="35355" y="64429"/>
                    <a:pt x="29216" y="70576"/>
                    <a:pt x="22355" y="70576"/>
                  </a:cubicBezTo>
                  <a:cubicBezTo>
                    <a:pt x="13689" y="70576"/>
                    <a:pt x="7550" y="62259"/>
                    <a:pt x="7550" y="49603"/>
                  </a:cubicBezTo>
                  <a:lnTo>
                    <a:pt x="5023" y="49603"/>
                  </a:lnTo>
                  <a:lnTo>
                    <a:pt x="328" y="74192"/>
                  </a:lnTo>
                  <a:lnTo>
                    <a:pt x="3578" y="74192"/>
                  </a:lnTo>
                  <a:cubicBezTo>
                    <a:pt x="4662" y="72022"/>
                    <a:pt x="6106" y="70938"/>
                    <a:pt x="7911" y="70938"/>
                  </a:cubicBezTo>
                  <a:cubicBezTo>
                    <a:pt x="8995" y="70938"/>
                    <a:pt x="10078" y="71299"/>
                    <a:pt x="11161" y="71661"/>
                  </a:cubicBezTo>
                  <a:cubicBezTo>
                    <a:pt x="18744" y="74192"/>
                    <a:pt x="20189" y="74554"/>
                    <a:pt x="24522" y="74554"/>
                  </a:cubicBezTo>
                  <a:cubicBezTo>
                    <a:pt x="36438" y="74554"/>
                    <a:pt x="46188" y="65152"/>
                    <a:pt x="46188" y="53581"/>
                  </a:cubicBezTo>
                  <a:cubicBezTo>
                    <a:pt x="46188" y="46349"/>
                    <a:pt x="43660" y="41286"/>
                    <a:pt x="34633" y="30799"/>
                  </a:cubicBezTo>
                  <a:cubicBezTo>
                    <a:pt x="27411" y="22121"/>
                    <a:pt x="25605" y="18867"/>
                    <a:pt x="25605" y="14166"/>
                  </a:cubicBezTo>
                  <a:cubicBezTo>
                    <a:pt x="25605" y="8742"/>
                    <a:pt x="29577" y="4402"/>
                    <a:pt x="34994" y="4402"/>
                  </a:cubicBezTo>
                  <a:cubicBezTo>
                    <a:pt x="42577" y="4402"/>
                    <a:pt x="48354" y="11635"/>
                    <a:pt x="48354" y="20675"/>
                  </a:cubicBezTo>
                  <a:cubicBezTo>
                    <a:pt x="48354" y="21398"/>
                    <a:pt x="48354" y="22483"/>
                    <a:pt x="47993" y="23929"/>
                  </a:cubicBezTo>
                  <a:lnTo>
                    <a:pt x="50882" y="23929"/>
                  </a:lnTo>
                  <a:close/>
                </a:path>
              </a:pathLst>
            </a:custGeom>
            <a:solidFill>
              <a:srgbClr val="000000"/>
            </a:solidFill>
            <a:ln w="23090" cap="flat">
              <a:noFill/>
              <a:prstDash val="solid"/>
              <a:miter/>
            </a:ln>
          </p:spPr>
          <p:txBody>
            <a:bodyPr rtlCol="0" anchor="ctr"/>
            <a:lstStyle/>
            <a:p>
              <a:endParaRPr lang="zh-CN" altLang="en-US"/>
            </a:p>
          </p:txBody>
        </p:sp>
        <p:sp>
          <p:nvSpPr>
            <p:cNvPr id="33" name="任意多边形: 形状 32"/>
            <p:cNvSpPr/>
            <p:nvPr/>
          </p:nvSpPr>
          <p:spPr>
            <a:xfrm>
              <a:off x="10304547" y="3971122"/>
              <a:ext cx="59580" cy="74490"/>
            </a:xfrm>
            <a:custGeom>
              <a:avLst/>
              <a:gdLst>
                <a:gd name="connsiteX0" fmla="*/ 49440 w 59580"/>
                <a:gd name="connsiteY0" fmla="*/ 55389 h 74490"/>
                <a:gd name="connsiteX1" fmla="*/ 28496 w 59580"/>
                <a:gd name="connsiteY1" fmla="*/ 66237 h 74490"/>
                <a:gd name="connsiteX2" fmla="*/ 13330 w 59580"/>
                <a:gd name="connsiteY2" fmla="*/ 49603 h 74490"/>
                <a:gd name="connsiteX3" fmla="*/ 14053 w 59580"/>
                <a:gd name="connsiteY3" fmla="*/ 41286 h 74490"/>
                <a:gd name="connsiteX4" fmla="*/ 41496 w 59580"/>
                <a:gd name="connsiteY4" fmla="*/ 35500 h 74490"/>
                <a:gd name="connsiteX5" fmla="*/ 59912 w 59580"/>
                <a:gd name="connsiteY5" fmla="*/ 11996 h 74490"/>
                <a:gd name="connsiteX6" fmla="*/ 44746 w 59580"/>
                <a:gd name="connsiteY6" fmla="*/ 63 h 74490"/>
                <a:gd name="connsiteX7" fmla="*/ 331 w 59580"/>
                <a:gd name="connsiteY7" fmla="*/ 50326 h 74490"/>
                <a:gd name="connsiteX8" fmla="*/ 21636 w 59580"/>
                <a:gd name="connsiteY8" fmla="*/ 74554 h 74490"/>
                <a:gd name="connsiteX9" fmla="*/ 52690 w 59580"/>
                <a:gd name="connsiteY9" fmla="*/ 57558 h 74490"/>
                <a:gd name="connsiteX10" fmla="*/ 15136 w 59580"/>
                <a:gd name="connsiteY10" fmla="*/ 36947 h 74490"/>
                <a:gd name="connsiteX11" fmla="*/ 41857 w 59580"/>
                <a:gd name="connsiteY11" fmla="*/ 4764 h 74490"/>
                <a:gd name="connsiteX12" fmla="*/ 48357 w 59580"/>
                <a:gd name="connsiteY12" fmla="*/ 11635 h 74490"/>
                <a:gd name="connsiteX13" fmla="*/ 42579 w 59580"/>
                <a:gd name="connsiteY13" fmla="*/ 25376 h 74490"/>
                <a:gd name="connsiteX14" fmla="*/ 21636 w 59580"/>
                <a:gd name="connsiteY14" fmla="*/ 36585 h 74490"/>
                <a:gd name="connsiteX15" fmla="*/ 15136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40" y="55389"/>
                  </a:moveTo>
                  <a:cubicBezTo>
                    <a:pt x="42579" y="62982"/>
                    <a:pt x="35718" y="66237"/>
                    <a:pt x="28496" y="66237"/>
                  </a:cubicBezTo>
                  <a:cubicBezTo>
                    <a:pt x="19830" y="66237"/>
                    <a:pt x="13330" y="59366"/>
                    <a:pt x="13330" y="49603"/>
                  </a:cubicBezTo>
                  <a:cubicBezTo>
                    <a:pt x="13330" y="47072"/>
                    <a:pt x="13691" y="44179"/>
                    <a:pt x="14053" y="41286"/>
                  </a:cubicBezTo>
                  <a:cubicBezTo>
                    <a:pt x="26691" y="40563"/>
                    <a:pt x="33913" y="39116"/>
                    <a:pt x="41496" y="35500"/>
                  </a:cubicBezTo>
                  <a:cubicBezTo>
                    <a:pt x="52690" y="30438"/>
                    <a:pt x="59912" y="21036"/>
                    <a:pt x="59912" y="11996"/>
                  </a:cubicBezTo>
                  <a:cubicBezTo>
                    <a:pt x="59912" y="5126"/>
                    <a:pt x="53412" y="63"/>
                    <a:pt x="44746" y="63"/>
                  </a:cubicBezTo>
                  <a:cubicBezTo>
                    <a:pt x="23080" y="63"/>
                    <a:pt x="331" y="26099"/>
                    <a:pt x="331" y="50326"/>
                  </a:cubicBezTo>
                  <a:cubicBezTo>
                    <a:pt x="331" y="64790"/>
                    <a:pt x="8997" y="74554"/>
                    <a:pt x="21636" y="74554"/>
                  </a:cubicBezTo>
                  <a:cubicBezTo>
                    <a:pt x="31746" y="74554"/>
                    <a:pt x="40413" y="69491"/>
                    <a:pt x="52690" y="57558"/>
                  </a:cubicBezTo>
                  <a:close/>
                  <a:moveTo>
                    <a:pt x="15136" y="36947"/>
                  </a:moveTo>
                  <a:cubicBezTo>
                    <a:pt x="20552" y="18505"/>
                    <a:pt x="32107" y="4764"/>
                    <a:pt x="41857" y="4764"/>
                  </a:cubicBezTo>
                  <a:cubicBezTo>
                    <a:pt x="45468" y="4764"/>
                    <a:pt x="48357" y="7657"/>
                    <a:pt x="48357" y="11635"/>
                  </a:cubicBezTo>
                  <a:cubicBezTo>
                    <a:pt x="48357" y="15974"/>
                    <a:pt x="46190" y="21036"/>
                    <a:pt x="42579" y="25376"/>
                  </a:cubicBezTo>
                  <a:cubicBezTo>
                    <a:pt x="37163" y="31161"/>
                    <a:pt x="30302" y="35139"/>
                    <a:pt x="21636" y="36585"/>
                  </a:cubicBezTo>
                  <a:cubicBezTo>
                    <a:pt x="20191" y="36585"/>
                    <a:pt x="18025" y="36947"/>
                    <a:pt x="15136" y="36947"/>
                  </a:cubicBezTo>
                  <a:close/>
                </a:path>
              </a:pathLst>
            </a:custGeom>
            <a:solidFill>
              <a:srgbClr val="000000"/>
            </a:solidFill>
            <a:ln w="23090" cap="flat">
              <a:noFill/>
              <a:prstDash val="solid"/>
              <a:miter/>
            </a:ln>
          </p:spPr>
          <p:txBody>
            <a:bodyPr rtlCol="0" anchor="ctr"/>
            <a:lstStyle/>
            <a:p>
              <a:endParaRPr lang="zh-CN" altLang="en-US"/>
            </a:p>
          </p:txBody>
        </p:sp>
        <p:sp>
          <p:nvSpPr>
            <p:cNvPr id="34" name="任意多边形: 形状 33"/>
            <p:cNvSpPr/>
            <p:nvPr/>
          </p:nvSpPr>
          <p:spPr>
            <a:xfrm>
              <a:off x="10375282" y="4057546"/>
              <a:ext cx="73663" cy="7232"/>
            </a:xfrm>
            <a:custGeom>
              <a:avLst/>
              <a:gdLst>
                <a:gd name="connsiteX0" fmla="*/ 334 w 73663"/>
                <a:gd name="connsiteY0" fmla="*/ 63 h 7232"/>
                <a:gd name="connsiteX1" fmla="*/ 334 w 73663"/>
                <a:gd name="connsiteY1" fmla="*/ 7295 h 7232"/>
                <a:gd name="connsiteX2" fmla="*/ 73997 w 73663"/>
                <a:gd name="connsiteY2" fmla="*/ 7295 h 7232"/>
                <a:gd name="connsiteX3" fmla="*/ 73997 w 73663"/>
                <a:gd name="connsiteY3" fmla="*/ 63 h 7232"/>
              </a:gdLst>
              <a:ahLst/>
              <a:cxnLst>
                <a:cxn ang="0">
                  <a:pos x="connsiteX0" y="connsiteY0"/>
                </a:cxn>
                <a:cxn ang="0">
                  <a:pos x="connsiteX1" y="connsiteY1"/>
                </a:cxn>
                <a:cxn ang="0">
                  <a:pos x="connsiteX2" y="connsiteY2"/>
                </a:cxn>
                <a:cxn ang="0">
                  <a:pos x="connsiteX3" y="connsiteY3"/>
                </a:cxn>
              </a:cxnLst>
              <a:rect l="l" t="t" r="r" b="b"/>
              <a:pathLst>
                <a:path w="73663" h="7232">
                  <a:moveTo>
                    <a:pt x="334" y="63"/>
                  </a:moveTo>
                  <a:lnTo>
                    <a:pt x="334" y="7295"/>
                  </a:lnTo>
                  <a:lnTo>
                    <a:pt x="73997" y="7295"/>
                  </a:lnTo>
                  <a:lnTo>
                    <a:pt x="73997" y="63"/>
                  </a:lnTo>
                  <a:close/>
                </a:path>
              </a:pathLst>
            </a:custGeom>
            <a:solidFill>
              <a:srgbClr val="000000"/>
            </a:solidFill>
            <a:ln w="23090" cap="flat">
              <a:noFill/>
              <a:prstDash val="solid"/>
              <a:miter/>
            </a:ln>
          </p:spPr>
          <p:txBody>
            <a:bodyPr rtlCol="0" anchor="ctr"/>
            <a:lstStyle/>
            <a:p>
              <a:endParaRPr lang="zh-CN" altLang="en-US"/>
            </a:p>
          </p:txBody>
        </p:sp>
        <p:sp>
          <p:nvSpPr>
            <p:cNvPr id="35" name="任意多边形: 形状 34"/>
            <p:cNvSpPr/>
            <p:nvPr/>
          </p:nvSpPr>
          <p:spPr>
            <a:xfrm>
              <a:off x="10452556" y="3943640"/>
              <a:ext cx="36831" cy="102333"/>
            </a:xfrm>
            <a:custGeom>
              <a:avLst/>
              <a:gdLst>
                <a:gd name="connsiteX0" fmla="*/ 26697 w 36831"/>
                <a:gd name="connsiteY0" fmla="*/ 82871 h 102333"/>
                <a:gd name="connsiteX1" fmla="*/ 15142 w 36831"/>
                <a:gd name="connsiteY1" fmla="*/ 93719 h 102333"/>
                <a:gd name="connsiteX2" fmla="*/ 12976 w 36831"/>
                <a:gd name="connsiteY2" fmla="*/ 91549 h 102333"/>
                <a:gd name="connsiteX3" fmla="*/ 13337 w 36831"/>
                <a:gd name="connsiteY3" fmla="*/ 89018 h 102333"/>
                <a:gd name="connsiteX4" fmla="*/ 31030 w 36831"/>
                <a:gd name="connsiteY4" fmla="*/ 27183 h 102333"/>
                <a:gd name="connsiteX5" fmla="*/ 7198 w 36831"/>
                <a:gd name="connsiteY5" fmla="*/ 31161 h 102333"/>
                <a:gd name="connsiteX6" fmla="*/ 6476 w 36831"/>
                <a:gd name="connsiteY6" fmla="*/ 34415 h 102333"/>
                <a:gd name="connsiteX7" fmla="*/ 11531 w 36831"/>
                <a:gd name="connsiteY7" fmla="*/ 33692 h 102333"/>
                <a:gd name="connsiteX8" fmla="*/ 15864 w 36831"/>
                <a:gd name="connsiteY8" fmla="*/ 37670 h 102333"/>
                <a:gd name="connsiteX9" fmla="*/ 14781 w 36831"/>
                <a:gd name="connsiteY9" fmla="*/ 44540 h 102333"/>
                <a:gd name="connsiteX10" fmla="*/ 1421 w 36831"/>
                <a:gd name="connsiteY10" fmla="*/ 90464 h 102333"/>
                <a:gd name="connsiteX11" fmla="*/ 337 w 36831"/>
                <a:gd name="connsiteY11" fmla="*/ 96250 h 102333"/>
                <a:gd name="connsiteX12" fmla="*/ 7198 w 36831"/>
                <a:gd name="connsiteY12" fmla="*/ 102397 h 102333"/>
                <a:gd name="connsiteX13" fmla="*/ 27781 w 36831"/>
                <a:gd name="connsiteY13" fmla="*/ 86487 h 102333"/>
                <a:gd name="connsiteX14" fmla="*/ 29225 w 36831"/>
                <a:gd name="connsiteY14" fmla="*/ 63 h 102333"/>
                <a:gd name="connsiteX15" fmla="*/ 20559 w 36831"/>
                <a:gd name="connsiteY15" fmla="*/ 8019 h 102333"/>
                <a:gd name="connsiteX16" fmla="*/ 28864 w 36831"/>
                <a:gd name="connsiteY16" fmla="*/ 16335 h 102333"/>
                <a:gd name="connsiteX17" fmla="*/ 37169 w 36831"/>
                <a:gd name="connsiteY17" fmla="*/ 8019 h 102333"/>
                <a:gd name="connsiteX18" fmla="*/ 2922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97" y="82871"/>
                  </a:moveTo>
                  <a:cubicBezTo>
                    <a:pt x="22725" y="89018"/>
                    <a:pt x="17670" y="93719"/>
                    <a:pt x="15142" y="93719"/>
                  </a:cubicBezTo>
                  <a:cubicBezTo>
                    <a:pt x="14059" y="93719"/>
                    <a:pt x="12976" y="92634"/>
                    <a:pt x="12976" y="91549"/>
                  </a:cubicBezTo>
                  <a:cubicBezTo>
                    <a:pt x="12976" y="90826"/>
                    <a:pt x="12976" y="90103"/>
                    <a:pt x="13337" y="89018"/>
                  </a:cubicBezTo>
                  <a:lnTo>
                    <a:pt x="31030" y="27183"/>
                  </a:lnTo>
                  <a:cubicBezTo>
                    <a:pt x="23086" y="29353"/>
                    <a:pt x="14420" y="30799"/>
                    <a:pt x="7198" y="31161"/>
                  </a:cubicBezTo>
                  <a:lnTo>
                    <a:pt x="6476" y="34415"/>
                  </a:lnTo>
                  <a:cubicBezTo>
                    <a:pt x="9004" y="34054"/>
                    <a:pt x="10448" y="33692"/>
                    <a:pt x="11531" y="33692"/>
                  </a:cubicBezTo>
                  <a:cubicBezTo>
                    <a:pt x="14781" y="33692"/>
                    <a:pt x="15864" y="34777"/>
                    <a:pt x="15864" y="37670"/>
                  </a:cubicBezTo>
                  <a:cubicBezTo>
                    <a:pt x="15864" y="39116"/>
                    <a:pt x="15503" y="40924"/>
                    <a:pt x="14781" y="44540"/>
                  </a:cubicBezTo>
                  <a:lnTo>
                    <a:pt x="1421" y="90464"/>
                  </a:lnTo>
                  <a:cubicBezTo>
                    <a:pt x="698" y="92634"/>
                    <a:pt x="337" y="94803"/>
                    <a:pt x="337" y="96250"/>
                  </a:cubicBezTo>
                  <a:cubicBezTo>
                    <a:pt x="337" y="99504"/>
                    <a:pt x="3587" y="102397"/>
                    <a:pt x="7198" y="102397"/>
                  </a:cubicBezTo>
                  <a:cubicBezTo>
                    <a:pt x="12253" y="102397"/>
                    <a:pt x="19475" y="96611"/>
                    <a:pt x="27781" y="86487"/>
                  </a:cubicBezTo>
                  <a:close/>
                  <a:moveTo>
                    <a:pt x="29225" y="63"/>
                  </a:moveTo>
                  <a:cubicBezTo>
                    <a:pt x="24531" y="63"/>
                    <a:pt x="20559" y="3679"/>
                    <a:pt x="20559" y="8019"/>
                  </a:cubicBezTo>
                  <a:cubicBezTo>
                    <a:pt x="20559" y="12719"/>
                    <a:pt x="24531" y="16335"/>
                    <a:pt x="28864" y="16335"/>
                  </a:cubicBezTo>
                  <a:cubicBezTo>
                    <a:pt x="33558" y="16335"/>
                    <a:pt x="37169" y="12719"/>
                    <a:pt x="37169" y="8019"/>
                  </a:cubicBezTo>
                  <a:cubicBezTo>
                    <a:pt x="37169" y="3679"/>
                    <a:pt x="33558" y="63"/>
                    <a:pt x="29225" y="63"/>
                  </a:cubicBezTo>
                  <a:close/>
                </a:path>
              </a:pathLst>
            </a:custGeom>
            <a:solidFill>
              <a:srgbClr val="000000"/>
            </a:solidFill>
            <a:ln w="23090" cap="flat">
              <a:noFill/>
              <a:prstDash val="solid"/>
              <a:miter/>
            </a:ln>
          </p:spPr>
          <p:txBody>
            <a:bodyPr rtlCol="0" anchor="ctr"/>
            <a:lstStyle/>
            <a:p>
              <a:endParaRPr lang="zh-CN" altLang="en-US"/>
            </a:p>
          </p:txBody>
        </p:sp>
        <p:sp>
          <p:nvSpPr>
            <p:cNvPr id="36" name="任意多边形: 形状 35"/>
            <p:cNvSpPr/>
            <p:nvPr/>
          </p:nvSpPr>
          <p:spPr>
            <a:xfrm>
              <a:off x="10490309" y="3934600"/>
              <a:ext cx="80524" cy="111374"/>
            </a:xfrm>
            <a:custGeom>
              <a:avLst/>
              <a:gdLst>
                <a:gd name="connsiteX0" fmla="*/ 43310 w 80524"/>
                <a:gd name="connsiteY0" fmla="*/ 93357 h 111374"/>
                <a:gd name="connsiteX1" fmla="*/ 41143 w 80524"/>
                <a:gd name="connsiteY1" fmla="*/ 104567 h 111374"/>
                <a:gd name="connsiteX2" fmla="*/ 46920 w 80524"/>
                <a:gd name="connsiteY2" fmla="*/ 111437 h 111374"/>
                <a:gd name="connsiteX3" fmla="*/ 69669 w 80524"/>
                <a:gd name="connsiteY3" fmla="*/ 94442 h 111374"/>
                <a:gd name="connsiteX4" fmla="*/ 67142 w 80524"/>
                <a:gd name="connsiteY4" fmla="*/ 92634 h 111374"/>
                <a:gd name="connsiteX5" fmla="*/ 54503 w 80524"/>
                <a:gd name="connsiteY5" fmla="*/ 102759 h 111374"/>
                <a:gd name="connsiteX6" fmla="*/ 51615 w 80524"/>
                <a:gd name="connsiteY6" fmla="*/ 100589 h 111374"/>
                <a:gd name="connsiteX7" fmla="*/ 52698 w 80524"/>
                <a:gd name="connsiteY7" fmla="*/ 95165 h 111374"/>
                <a:gd name="connsiteX8" fmla="*/ 80864 w 80524"/>
                <a:gd name="connsiteY8" fmla="*/ 63 h 111374"/>
                <a:gd name="connsiteX9" fmla="*/ 58114 w 80524"/>
                <a:gd name="connsiteY9" fmla="*/ 3318 h 111374"/>
                <a:gd name="connsiteX10" fmla="*/ 57392 w 80524"/>
                <a:gd name="connsiteY10" fmla="*/ 6211 h 111374"/>
                <a:gd name="connsiteX11" fmla="*/ 59198 w 80524"/>
                <a:gd name="connsiteY11" fmla="*/ 6211 h 111374"/>
                <a:gd name="connsiteX12" fmla="*/ 62447 w 80524"/>
                <a:gd name="connsiteY12" fmla="*/ 5849 h 111374"/>
                <a:gd name="connsiteX13" fmla="*/ 66781 w 80524"/>
                <a:gd name="connsiteY13" fmla="*/ 9465 h 111374"/>
                <a:gd name="connsiteX14" fmla="*/ 66058 w 80524"/>
                <a:gd name="connsiteY14" fmla="*/ 13081 h 111374"/>
                <a:gd name="connsiteX15" fmla="*/ 58114 w 80524"/>
                <a:gd name="connsiteY15" fmla="*/ 42009 h 111374"/>
                <a:gd name="connsiteX16" fmla="*/ 46920 w 80524"/>
                <a:gd name="connsiteY16" fmla="*/ 36947 h 111374"/>
                <a:gd name="connsiteX17" fmla="*/ 339 w 80524"/>
                <a:gd name="connsiteY17" fmla="*/ 90826 h 111374"/>
                <a:gd name="connsiteX18" fmla="*/ 14422 w 80524"/>
                <a:gd name="connsiteY18" fmla="*/ 111076 h 111374"/>
                <a:gd name="connsiteX19" fmla="*/ 30671 w 80524"/>
                <a:gd name="connsiteY19" fmla="*/ 104205 h 111374"/>
                <a:gd name="connsiteX20" fmla="*/ 44393 w 80524"/>
                <a:gd name="connsiteY20" fmla="*/ 88295 h 111374"/>
                <a:gd name="connsiteX21" fmla="*/ 45476 w 80524"/>
                <a:gd name="connsiteY21" fmla="*/ 41286 h 111374"/>
                <a:gd name="connsiteX22" fmla="*/ 54142 w 80524"/>
                <a:gd name="connsiteY22" fmla="*/ 49965 h 111374"/>
                <a:gd name="connsiteX23" fmla="*/ 42226 w 80524"/>
                <a:gd name="connsiteY23" fmla="*/ 83594 h 111374"/>
                <a:gd name="connsiteX24" fmla="*/ 22005 w 80524"/>
                <a:gd name="connsiteY24" fmla="*/ 101312 h 111374"/>
                <a:gd name="connsiteX25" fmla="*/ 14422 w 80524"/>
                <a:gd name="connsiteY25" fmla="*/ 89380 h 111374"/>
                <a:gd name="connsiteX26" fmla="*/ 24893 w 80524"/>
                <a:gd name="connsiteY26" fmla="*/ 57558 h 111374"/>
                <a:gd name="connsiteX27" fmla="*/ 45476 w 80524"/>
                <a:gd name="connsiteY27" fmla="*/ 41286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310" y="93357"/>
                  </a:moveTo>
                  <a:cubicBezTo>
                    <a:pt x="41143" y="102036"/>
                    <a:pt x="41143" y="102036"/>
                    <a:pt x="41143" y="104567"/>
                  </a:cubicBezTo>
                  <a:cubicBezTo>
                    <a:pt x="41143" y="108545"/>
                    <a:pt x="43310" y="111437"/>
                    <a:pt x="46920" y="111437"/>
                  </a:cubicBezTo>
                  <a:cubicBezTo>
                    <a:pt x="53781" y="111437"/>
                    <a:pt x="60642" y="106375"/>
                    <a:pt x="69669" y="94442"/>
                  </a:cubicBezTo>
                  <a:lnTo>
                    <a:pt x="67142" y="92634"/>
                  </a:lnTo>
                  <a:cubicBezTo>
                    <a:pt x="61364" y="99866"/>
                    <a:pt x="58114" y="102759"/>
                    <a:pt x="54503" y="102759"/>
                  </a:cubicBezTo>
                  <a:cubicBezTo>
                    <a:pt x="52698" y="102759"/>
                    <a:pt x="51615" y="101674"/>
                    <a:pt x="51615" y="100589"/>
                  </a:cubicBezTo>
                  <a:cubicBezTo>
                    <a:pt x="51615" y="99504"/>
                    <a:pt x="51976" y="97335"/>
                    <a:pt x="52698" y="95165"/>
                  </a:cubicBezTo>
                  <a:lnTo>
                    <a:pt x="80864" y="63"/>
                  </a:lnTo>
                  <a:cubicBezTo>
                    <a:pt x="71114" y="2233"/>
                    <a:pt x="69308" y="2595"/>
                    <a:pt x="58114" y="3318"/>
                  </a:cubicBezTo>
                  <a:lnTo>
                    <a:pt x="57392" y="6211"/>
                  </a:lnTo>
                  <a:lnTo>
                    <a:pt x="59198" y="6211"/>
                  </a:lnTo>
                  <a:cubicBezTo>
                    <a:pt x="60642" y="6211"/>
                    <a:pt x="61725" y="5849"/>
                    <a:pt x="62447" y="5849"/>
                  </a:cubicBezTo>
                  <a:cubicBezTo>
                    <a:pt x="64614" y="5849"/>
                    <a:pt x="66781" y="7657"/>
                    <a:pt x="66781" y="9465"/>
                  </a:cubicBezTo>
                  <a:cubicBezTo>
                    <a:pt x="66781" y="10188"/>
                    <a:pt x="66420" y="11273"/>
                    <a:pt x="66058" y="13081"/>
                  </a:cubicBezTo>
                  <a:lnTo>
                    <a:pt x="58114" y="42009"/>
                  </a:lnTo>
                  <a:cubicBezTo>
                    <a:pt x="54142" y="38032"/>
                    <a:pt x="51254" y="36947"/>
                    <a:pt x="46920" y="36947"/>
                  </a:cubicBezTo>
                  <a:cubicBezTo>
                    <a:pt x="25616" y="36947"/>
                    <a:pt x="339" y="66237"/>
                    <a:pt x="339" y="90826"/>
                  </a:cubicBezTo>
                  <a:cubicBezTo>
                    <a:pt x="339" y="102759"/>
                    <a:pt x="6116" y="111076"/>
                    <a:pt x="14422" y="111076"/>
                  </a:cubicBezTo>
                  <a:cubicBezTo>
                    <a:pt x="19116" y="111076"/>
                    <a:pt x="25616" y="108183"/>
                    <a:pt x="30671" y="104205"/>
                  </a:cubicBezTo>
                  <a:cubicBezTo>
                    <a:pt x="35365" y="100228"/>
                    <a:pt x="38615" y="96250"/>
                    <a:pt x="44393" y="88295"/>
                  </a:cubicBezTo>
                  <a:close/>
                  <a:moveTo>
                    <a:pt x="45476" y="41286"/>
                  </a:moveTo>
                  <a:cubicBezTo>
                    <a:pt x="50892" y="41286"/>
                    <a:pt x="54142" y="44541"/>
                    <a:pt x="54142" y="49965"/>
                  </a:cubicBezTo>
                  <a:cubicBezTo>
                    <a:pt x="54142" y="57558"/>
                    <a:pt x="48726" y="73107"/>
                    <a:pt x="42226" y="83594"/>
                  </a:cubicBezTo>
                  <a:cubicBezTo>
                    <a:pt x="36449" y="93357"/>
                    <a:pt x="27060" y="101312"/>
                    <a:pt x="22005" y="101312"/>
                  </a:cubicBezTo>
                  <a:cubicBezTo>
                    <a:pt x="17310" y="101312"/>
                    <a:pt x="14422" y="96973"/>
                    <a:pt x="14422" y="89380"/>
                  </a:cubicBezTo>
                  <a:cubicBezTo>
                    <a:pt x="14422" y="80339"/>
                    <a:pt x="18394" y="68406"/>
                    <a:pt x="24893" y="57558"/>
                  </a:cubicBezTo>
                  <a:cubicBezTo>
                    <a:pt x="31754" y="47072"/>
                    <a:pt x="38976" y="41286"/>
                    <a:pt x="45476" y="41286"/>
                  </a:cubicBezTo>
                  <a:close/>
                </a:path>
              </a:pathLst>
            </a:custGeom>
            <a:solidFill>
              <a:srgbClr val="000000"/>
            </a:solidFill>
            <a:ln w="23090" cap="flat">
              <a:noFill/>
              <a:prstDash val="solid"/>
              <a:miter/>
            </a:ln>
          </p:spPr>
          <p:txBody>
            <a:bodyPr rtlCol="0" anchor="ctr"/>
            <a:lstStyle/>
            <a:p>
              <a:endParaRPr lang="zh-CN" altLang="en-US"/>
            </a:p>
          </p:txBody>
        </p:sp>
        <p:sp>
          <p:nvSpPr>
            <p:cNvPr id="37" name="任意多边形: 形状 36"/>
            <p:cNvSpPr/>
            <p:nvPr/>
          </p:nvSpPr>
          <p:spPr>
            <a:xfrm>
              <a:off x="10560128" y="4028617"/>
              <a:ext cx="23471" cy="33629"/>
            </a:xfrm>
            <a:custGeom>
              <a:avLst/>
              <a:gdLst>
                <a:gd name="connsiteX0" fmla="*/ 3231 w 23471"/>
                <a:gd name="connsiteY0" fmla="*/ 33692 h 33629"/>
                <a:gd name="connsiteX1" fmla="*/ 23814 w 23471"/>
                <a:gd name="connsiteY1" fmla="*/ 9465 h 33629"/>
                <a:gd name="connsiteX2" fmla="*/ 15508 w 23471"/>
                <a:gd name="connsiteY2" fmla="*/ 63 h 33629"/>
                <a:gd name="connsiteX3" fmla="*/ 7564 w 23471"/>
                <a:gd name="connsiteY3" fmla="*/ 8019 h 33629"/>
                <a:gd name="connsiteX4" fmla="*/ 9731 w 23471"/>
                <a:gd name="connsiteY4" fmla="*/ 12719 h 33629"/>
                <a:gd name="connsiteX5" fmla="*/ 12981 w 23471"/>
                <a:gd name="connsiteY5" fmla="*/ 18143 h 33629"/>
                <a:gd name="connsiteX6" fmla="*/ 342 w 23471"/>
                <a:gd name="connsiteY6" fmla="*/ 3007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231" y="33692"/>
                  </a:moveTo>
                  <a:cubicBezTo>
                    <a:pt x="15869" y="27907"/>
                    <a:pt x="23814" y="18505"/>
                    <a:pt x="23814" y="9465"/>
                  </a:cubicBezTo>
                  <a:cubicBezTo>
                    <a:pt x="23814" y="4402"/>
                    <a:pt x="19841" y="63"/>
                    <a:pt x="15508" y="63"/>
                  </a:cubicBezTo>
                  <a:cubicBezTo>
                    <a:pt x="11175" y="63"/>
                    <a:pt x="7564" y="4041"/>
                    <a:pt x="7564" y="8019"/>
                  </a:cubicBezTo>
                  <a:cubicBezTo>
                    <a:pt x="7564" y="9827"/>
                    <a:pt x="8286" y="11635"/>
                    <a:pt x="9731" y="12719"/>
                  </a:cubicBezTo>
                  <a:cubicBezTo>
                    <a:pt x="12258" y="15251"/>
                    <a:pt x="12981" y="16335"/>
                    <a:pt x="12981" y="18143"/>
                  </a:cubicBezTo>
                  <a:cubicBezTo>
                    <a:pt x="12981" y="22121"/>
                    <a:pt x="8647" y="26099"/>
                    <a:pt x="342" y="30076"/>
                  </a:cubicBezTo>
                  <a:close/>
                </a:path>
              </a:pathLst>
            </a:custGeom>
            <a:solidFill>
              <a:srgbClr val="000000"/>
            </a:solidFill>
            <a:ln w="23090" cap="flat">
              <a:noFill/>
              <a:prstDash val="solid"/>
              <a:miter/>
            </a:ln>
          </p:spPr>
          <p:txBody>
            <a:bodyPr rtlCol="0" anchor="ctr"/>
            <a:lstStyle/>
            <a:p>
              <a:endParaRPr lang="zh-CN" altLang="en-US"/>
            </a:p>
          </p:txBody>
        </p:sp>
        <p:sp>
          <p:nvSpPr>
            <p:cNvPr id="38" name="任意多边形: 形状 37"/>
            <p:cNvSpPr/>
            <p:nvPr/>
          </p:nvSpPr>
          <p:spPr>
            <a:xfrm>
              <a:off x="10598396" y="4043443"/>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9" name="任意多边形: 形状 38"/>
            <p:cNvSpPr/>
            <p:nvPr/>
          </p:nvSpPr>
          <p:spPr>
            <a:xfrm>
              <a:off x="10645338" y="3955212"/>
              <a:ext cx="39720" cy="90400"/>
            </a:xfrm>
            <a:custGeom>
              <a:avLst/>
              <a:gdLst>
                <a:gd name="connsiteX0" fmla="*/ 28150 w 39720"/>
                <a:gd name="connsiteY0" fmla="*/ 22844 h 90400"/>
                <a:gd name="connsiteX1" fmla="*/ 38622 w 39720"/>
                <a:gd name="connsiteY1" fmla="*/ 22844 h 90400"/>
                <a:gd name="connsiteX2" fmla="*/ 40066 w 39720"/>
                <a:gd name="connsiteY2" fmla="*/ 17782 h 90400"/>
                <a:gd name="connsiteX3" fmla="*/ 29594 w 39720"/>
                <a:gd name="connsiteY3" fmla="*/ 17782 h 90400"/>
                <a:gd name="connsiteX4" fmla="*/ 34650 w 39720"/>
                <a:gd name="connsiteY4" fmla="*/ 63 h 90400"/>
                <a:gd name="connsiteX5" fmla="*/ 31039 w 39720"/>
                <a:gd name="connsiteY5" fmla="*/ 63 h 90400"/>
                <a:gd name="connsiteX6" fmla="*/ 6484 w 39720"/>
                <a:gd name="connsiteY6" fmla="*/ 17782 h 90400"/>
                <a:gd name="connsiteX7" fmla="*/ 5401 w 39720"/>
                <a:gd name="connsiteY7" fmla="*/ 22844 h 90400"/>
                <a:gd name="connsiteX8" fmla="*/ 16595 w 39720"/>
                <a:gd name="connsiteY8" fmla="*/ 22844 h 90400"/>
                <a:gd name="connsiteX9" fmla="*/ 2512 w 39720"/>
                <a:gd name="connsiteY9" fmla="*/ 71661 h 90400"/>
                <a:gd name="connsiteX10" fmla="*/ 346 w 39720"/>
                <a:gd name="connsiteY10" fmla="*/ 82509 h 90400"/>
                <a:gd name="connsiteX11" fmla="*/ 8290 w 39720"/>
                <a:gd name="connsiteY11" fmla="*/ 90464 h 90400"/>
                <a:gd name="connsiteX12" fmla="*/ 28872 w 39720"/>
                <a:gd name="connsiteY12" fmla="*/ 73830 h 90400"/>
                <a:gd name="connsiteX13" fmla="*/ 27067 w 39720"/>
                <a:gd name="connsiteY13" fmla="*/ 71661 h 90400"/>
                <a:gd name="connsiteX14" fmla="*/ 14789 w 39720"/>
                <a:gd name="connsiteY14" fmla="*/ 82509 h 90400"/>
                <a:gd name="connsiteX15" fmla="*/ 12262 w 39720"/>
                <a:gd name="connsiteY15" fmla="*/ 80339 h 90400"/>
                <a:gd name="connsiteX16" fmla="*/ 14067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0" y="22844"/>
                  </a:moveTo>
                  <a:lnTo>
                    <a:pt x="38622" y="22844"/>
                  </a:lnTo>
                  <a:lnTo>
                    <a:pt x="40066" y="17782"/>
                  </a:lnTo>
                  <a:lnTo>
                    <a:pt x="29594" y="17782"/>
                  </a:lnTo>
                  <a:lnTo>
                    <a:pt x="34650" y="63"/>
                  </a:lnTo>
                  <a:lnTo>
                    <a:pt x="31039" y="63"/>
                  </a:lnTo>
                  <a:cubicBezTo>
                    <a:pt x="22372" y="11273"/>
                    <a:pt x="16234" y="15612"/>
                    <a:pt x="6484" y="17782"/>
                  </a:cubicBezTo>
                  <a:lnTo>
                    <a:pt x="5401" y="22844"/>
                  </a:lnTo>
                  <a:lnTo>
                    <a:pt x="16595" y="22844"/>
                  </a:lnTo>
                  <a:lnTo>
                    <a:pt x="2512" y="71661"/>
                  </a:lnTo>
                  <a:cubicBezTo>
                    <a:pt x="1429" y="75638"/>
                    <a:pt x="346" y="80339"/>
                    <a:pt x="346" y="82509"/>
                  </a:cubicBezTo>
                  <a:cubicBezTo>
                    <a:pt x="346" y="87210"/>
                    <a:pt x="3595" y="90464"/>
                    <a:pt x="8290" y="90464"/>
                  </a:cubicBezTo>
                  <a:cubicBezTo>
                    <a:pt x="14428" y="90464"/>
                    <a:pt x="20928" y="85040"/>
                    <a:pt x="28872" y="73830"/>
                  </a:cubicBezTo>
                  <a:lnTo>
                    <a:pt x="27067" y="71661"/>
                  </a:lnTo>
                  <a:cubicBezTo>
                    <a:pt x="22011" y="78170"/>
                    <a:pt x="17317" y="82509"/>
                    <a:pt x="14789" y="82509"/>
                  </a:cubicBezTo>
                  <a:cubicBezTo>
                    <a:pt x="13706" y="82509"/>
                    <a:pt x="12262" y="81424"/>
                    <a:pt x="12262" y="80339"/>
                  </a:cubicBezTo>
                  <a:cubicBezTo>
                    <a:pt x="12262" y="79255"/>
                    <a:pt x="12262" y="79255"/>
                    <a:pt x="14067" y="72746"/>
                  </a:cubicBezTo>
                  <a:close/>
                </a:path>
              </a:pathLst>
            </a:custGeom>
            <a:solidFill>
              <a:srgbClr val="000000"/>
            </a:solidFill>
            <a:ln w="23090" cap="flat">
              <a:noFill/>
              <a:prstDash val="solid"/>
              <a:miter/>
            </a:ln>
          </p:spPr>
          <p:txBody>
            <a:bodyPr rtlCol="0" anchor="ctr"/>
            <a:lstStyle/>
            <a:p>
              <a:endParaRPr lang="zh-CN" altLang="en-US"/>
            </a:p>
          </p:txBody>
        </p:sp>
        <p:sp>
          <p:nvSpPr>
            <p:cNvPr id="40" name="任意多边形: 形状 39"/>
            <p:cNvSpPr/>
            <p:nvPr/>
          </p:nvSpPr>
          <p:spPr>
            <a:xfrm>
              <a:off x="10687609" y="3943640"/>
              <a:ext cx="36831" cy="102333"/>
            </a:xfrm>
            <a:custGeom>
              <a:avLst/>
              <a:gdLst>
                <a:gd name="connsiteX0" fmla="*/ 26707 w 36831"/>
                <a:gd name="connsiteY0" fmla="*/ 82871 h 102333"/>
                <a:gd name="connsiteX1" fmla="*/ 15152 w 36831"/>
                <a:gd name="connsiteY1" fmla="*/ 93719 h 102333"/>
                <a:gd name="connsiteX2" fmla="*/ 12986 w 36831"/>
                <a:gd name="connsiteY2" fmla="*/ 91549 h 102333"/>
                <a:gd name="connsiteX3" fmla="*/ 13347 w 36831"/>
                <a:gd name="connsiteY3" fmla="*/ 89018 h 102333"/>
                <a:gd name="connsiteX4" fmla="*/ 31041 w 36831"/>
                <a:gd name="connsiteY4" fmla="*/ 27183 h 102333"/>
                <a:gd name="connsiteX5" fmla="*/ 7208 w 36831"/>
                <a:gd name="connsiteY5" fmla="*/ 31161 h 102333"/>
                <a:gd name="connsiteX6" fmla="*/ 6486 w 36831"/>
                <a:gd name="connsiteY6" fmla="*/ 34415 h 102333"/>
                <a:gd name="connsiteX7" fmla="*/ 11541 w 36831"/>
                <a:gd name="connsiteY7" fmla="*/ 33692 h 102333"/>
                <a:gd name="connsiteX8" fmla="*/ 15875 w 36831"/>
                <a:gd name="connsiteY8" fmla="*/ 37670 h 102333"/>
                <a:gd name="connsiteX9" fmla="*/ 14791 w 36831"/>
                <a:gd name="connsiteY9" fmla="*/ 44540 h 102333"/>
                <a:gd name="connsiteX10" fmla="*/ 1431 w 36831"/>
                <a:gd name="connsiteY10" fmla="*/ 90464 h 102333"/>
                <a:gd name="connsiteX11" fmla="*/ 347 w 36831"/>
                <a:gd name="connsiteY11" fmla="*/ 96250 h 102333"/>
                <a:gd name="connsiteX12" fmla="*/ 7208 w 36831"/>
                <a:gd name="connsiteY12" fmla="*/ 102397 h 102333"/>
                <a:gd name="connsiteX13" fmla="*/ 27791 w 36831"/>
                <a:gd name="connsiteY13" fmla="*/ 86487 h 102333"/>
                <a:gd name="connsiteX14" fmla="*/ 29235 w 36831"/>
                <a:gd name="connsiteY14" fmla="*/ 63 h 102333"/>
                <a:gd name="connsiteX15" fmla="*/ 20569 w 36831"/>
                <a:gd name="connsiteY15" fmla="*/ 8019 h 102333"/>
                <a:gd name="connsiteX16" fmla="*/ 28874 w 36831"/>
                <a:gd name="connsiteY16" fmla="*/ 16335 h 102333"/>
                <a:gd name="connsiteX17" fmla="*/ 37179 w 36831"/>
                <a:gd name="connsiteY17" fmla="*/ 8019 h 102333"/>
                <a:gd name="connsiteX18" fmla="*/ 2923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707" y="82871"/>
                  </a:moveTo>
                  <a:cubicBezTo>
                    <a:pt x="22735" y="89018"/>
                    <a:pt x="17680" y="93719"/>
                    <a:pt x="15152" y="93719"/>
                  </a:cubicBezTo>
                  <a:cubicBezTo>
                    <a:pt x="14069" y="93719"/>
                    <a:pt x="12986" y="92634"/>
                    <a:pt x="12986" y="91549"/>
                  </a:cubicBezTo>
                  <a:cubicBezTo>
                    <a:pt x="12986" y="90826"/>
                    <a:pt x="12986" y="90103"/>
                    <a:pt x="13347" y="89018"/>
                  </a:cubicBezTo>
                  <a:lnTo>
                    <a:pt x="31041" y="27183"/>
                  </a:lnTo>
                  <a:cubicBezTo>
                    <a:pt x="23096" y="29353"/>
                    <a:pt x="14430" y="30799"/>
                    <a:pt x="7208" y="31161"/>
                  </a:cubicBezTo>
                  <a:lnTo>
                    <a:pt x="6486" y="34415"/>
                  </a:lnTo>
                  <a:cubicBezTo>
                    <a:pt x="9014" y="34054"/>
                    <a:pt x="10458" y="33692"/>
                    <a:pt x="11541" y="33692"/>
                  </a:cubicBezTo>
                  <a:cubicBezTo>
                    <a:pt x="14791" y="33692"/>
                    <a:pt x="15875" y="34777"/>
                    <a:pt x="15875" y="37670"/>
                  </a:cubicBezTo>
                  <a:cubicBezTo>
                    <a:pt x="15875" y="39116"/>
                    <a:pt x="15513" y="40924"/>
                    <a:pt x="14791" y="44540"/>
                  </a:cubicBezTo>
                  <a:lnTo>
                    <a:pt x="1431" y="90464"/>
                  </a:lnTo>
                  <a:cubicBezTo>
                    <a:pt x="708" y="92634"/>
                    <a:pt x="347" y="94803"/>
                    <a:pt x="347" y="96250"/>
                  </a:cubicBezTo>
                  <a:cubicBezTo>
                    <a:pt x="347" y="99504"/>
                    <a:pt x="3597" y="102397"/>
                    <a:pt x="7208" y="102397"/>
                  </a:cubicBezTo>
                  <a:cubicBezTo>
                    <a:pt x="12264" y="102397"/>
                    <a:pt x="19485" y="96611"/>
                    <a:pt x="27791" y="86487"/>
                  </a:cubicBezTo>
                  <a:close/>
                  <a:moveTo>
                    <a:pt x="29235" y="63"/>
                  </a:moveTo>
                  <a:cubicBezTo>
                    <a:pt x="24541" y="63"/>
                    <a:pt x="20569" y="3679"/>
                    <a:pt x="20569" y="8019"/>
                  </a:cubicBezTo>
                  <a:cubicBezTo>
                    <a:pt x="20569" y="12719"/>
                    <a:pt x="24541" y="16335"/>
                    <a:pt x="28874" y="16335"/>
                  </a:cubicBezTo>
                  <a:cubicBezTo>
                    <a:pt x="33568" y="16335"/>
                    <a:pt x="37179" y="12719"/>
                    <a:pt x="37179" y="8019"/>
                  </a:cubicBezTo>
                  <a:cubicBezTo>
                    <a:pt x="37179" y="3679"/>
                    <a:pt x="33568" y="63"/>
                    <a:pt x="29235" y="63"/>
                  </a:cubicBezTo>
                  <a:close/>
                </a:path>
              </a:pathLst>
            </a:custGeom>
            <a:solidFill>
              <a:srgbClr val="000000"/>
            </a:solidFill>
            <a:ln w="23090" cap="flat">
              <a:noFill/>
              <a:prstDash val="solid"/>
              <a:miter/>
            </a:ln>
          </p:spPr>
          <p:txBody>
            <a:bodyPr rtlCol="0" anchor="ctr"/>
            <a:lstStyle/>
            <a:p>
              <a:endParaRPr lang="zh-CN" altLang="en-US"/>
            </a:p>
          </p:txBody>
        </p:sp>
        <p:sp>
          <p:nvSpPr>
            <p:cNvPr id="41" name="任意多边形: 形状 40"/>
            <p:cNvSpPr/>
            <p:nvPr/>
          </p:nvSpPr>
          <p:spPr>
            <a:xfrm>
              <a:off x="10728974" y="3955212"/>
              <a:ext cx="39720" cy="90400"/>
            </a:xfrm>
            <a:custGeom>
              <a:avLst/>
              <a:gdLst>
                <a:gd name="connsiteX0" fmla="*/ 28154 w 39720"/>
                <a:gd name="connsiteY0" fmla="*/ 22844 h 90400"/>
                <a:gd name="connsiteX1" fmla="*/ 38625 w 39720"/>
                <a:gd name="connsiteY1" fmla="*/ 22844 h 90400"/>
                <a:gd name="connsiteX2" fmla="*/ 40070 w 39720"/>
                <a:gd name="connsiteY2" fmla="*/ 17782 h 90400"/>
                <a:gd name="connsiteX3" fmla="*/ 29598 w 39720"/>
                <a:gd name="connsiteY3" fmla="*/ 17782 h 90400"/>
                <a:gd name="connsiteX4" fmla="*/ 34653 w 39720"/>
                <a:gd name="connsiteY4" fmla="*/ 63 h 90400"/>
                <a:gd name="connsiteX5" fmla="*/ 31042 w 39720"/>
                <a:gd name="connsiteY5" fmla="*/ 63 h 90400"/>
                <a:gd name="connsiteX6" fmla="*/ 6488 w 39720"/>
                <a:gd name="connsiteY6" fmla="*/ 17782 h 90400"/>
                <a:gd name="connsiteX7" fmla="*/ 5404 w 39720"/>
                <a:gd name="connsiteY7" fmla="*/ 22844 h 90400"/>
                <a:gd name="connsiteX8" fmla="*/ 16598 w 39720"/>
                <a:gd name="connsiteY8" fmla="*/ 22844 h 90400"/>
                <a:gd name="connsiteX9" fmla="*/ 2516 w 39720"/>
                <a:gd name="connsiteY9" fmla="*/ 71661 h 90400"/>
                <a:gd name="connsiteX10" fmla="*/ 349 w 39720"/>
                <a:gd name="connsiteY10" fmla="*/ 82509 h 90400"/>
                <a:gd name="connsiteX11" fmla="*/ 8293 w 39720"/>
                <a:gd name="connsiteY11" fmla="*/ 90464 h 90400"/>
                <a:gd name="connsiteX12" fmla="*/ 28876 w 39720"/>
                <a:gd name="connsiteY12" fmla="*/ 73830 h 90400"/>
                <a:gd name="connsiteX13" fmla="*/ 27070 w 39720"/>
                <a:gd name="connsiteY13" fmla="*/ 71661 h 90400"/>
                <a:gd name="connsiteX14" fmla="*/ 14793 w 39720"/>
                <a:gd name="connsiteY14" fmla="*/ 82509 h 90400"/>
                <a:gd name="connsiteX15" fmla="*/ 12265 w 39720"/>
                <a:gd name="connsiteY15" fmla="*/ 80339 h 90400"/>
                <a:gd name="connsiteX16" fmla="*/ 14071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4" y="22844"/>
                  </a:moveTo>
                  <a:lnTo>
                    <a:pt x="38625" y="22844"/>
                  </a:lnTo>
                  <a:lnTo>
                    <a:pt x="40070" y="17782"/>
                  </a:lnTo>
                  <a:lnTo>
                    <a:pt x="29598" y="17782"/>
                  </a:lnTo>
                  <a:lnTo>
                    <a:pt x="34653" y="63"/>
                  </a:lnTo>
                  <a:lnTo>
                    <a:pt x="31042" y="63"/>
                  </a:lnTo>
                  <a:cubicBezTo>
                    <a:pt x="22376" y="11273"/>
                    <a:pt x="16237" y="15612"/>
                    <a:pt x="6488" y="17782"/>
                  </a:cubicBezTo>
                  <a:lnTo>
                    <a:pt x="5404" y="22844"/>
                  </a:lnTo>
                  <a:lnTo>
                    <a:pt x="16598" y="22844"/>
                  </a:lnTo>
                  <a:lnTo>
                    <a:pt x="2516" y="71661"/>
                  </a:lnTo>
                  <a:cubicBezTo>
                    <a:pt x="1432" y="75638"/>
                    <a:pt x="349" y="80339"/>
                    <a:pt x="349" y="82509"/>
                  </a:cubicBezTo>
                  <a:cubicBezTo>
                    <a:pt x="349" y="87210"/>
                    <a:pt x="3599" y="90464"/>
                    <a:pt x="8293" y="90464"/>
                  </a:cubicBezTo>
                  <a:cubicBezTo>
                    <a:pt x="14432" y="90464"/>
                    <a:pt x="20932" y="85040"/>
                    <a:pt x="28876" y="73830"/>
                  </a:cubicBezTo>
                  <a:lnTo>
                    <a:pt x="27070" y="71661"/>
                  </a:lnTo>
                  <a:cubicBezTo>
                    <a:pt x="22015" y="78170"/>
                    <a:pt x="17321" y="82509"/>
                    <a:pt x="14793" y="82509"/>
                  </a:cubicBezTo>
                  <a:cubicBezTo>
                    <a:pt x="13710" y="82509"/>
                    <a:pt x="12265" y="81424"/>
                    <a:pt x="12265" y="80339"/>
                  </a:cubicBezTo>
                  <a:cubicBezTo>
                    <a:pt x="12265" y="79255"/>
                    <a:pt x="12265" y="79255"/>
                    <a:pt x="14071" y="72746"/>
                  </a:cubicBezTo>
                  <a:close/>
                </a:path>
              </a:pathLst>
            </a:custGeom>
            <a:solidFill>
              <a:srgbClr val="000000"/>
            </a:solidFill>
            <a:ln w="23090" cap="flat">
              <a:noFill/>
              <a:prstDash val="solid"/>
              <a:miter/>
            </a:ln>
          </p:spPr>
          <p:txBody>
            <a:bodyPr rtlCol="0" anchor="ctr"/>
            <a:lstStyle/>
            <a:p>
              <a:endParaRPr lang="zh-CN" altLang="en-US"/>
            </a:p>
          </p:txBody>
        </p:sp>
        <p:sp>
          <p:nvSpPr>
            <p:cNvPr id="42" name="任意多边形: 形状 41"/>
            <p:cNvSpPr/>
            <p:nvPr/>
          </p:nvSpPr>
          <p:spPr>
            <a:xfrm>
              <a:off x="10770884" y="3934600"/>
              <a:ext cx="41164" cy="111012"/>
            </a:xfrm>
            <a:custGeom>
              <a:avLst/>
              <a:gdLst>
                <a:gd name="connsiteX0" fmla="*/ 25989 w 41164"/>
                <a:gd name="connsiteY0" fmla="*/ 93719 h 111012"/>
                <a:gd name="connsiteX1" fmla="*/ 14795 w 41164"/>
                <a:gd name="connsiteY1" fmla="*/ 103120 h 111012"/>
                <a:gd name="connsiteX2" fmla="*/ 12628 w 41164"/>
                <a:gd name="connsiteY2" fmla="*/ 100951 h 111012"/>
                <a:gd name="connsiteX3" fmla="*/ 12989 w 41164"/>
                <a:gd name="connsiteY3" fmla="*/ 99143 h 111012"/>
                <a:gd name="connsiteX4" fmla="*/ 41516 w 41164"/>
                <a:gd name="connsiteY4" fmla="*/ 63 h 111012"/>
                <a:gd name="connsiteX5" fmla="*/ 19489 w 41164"/>
                <a:gd name="connsiteY5" fmla="*/ 3318 h 111012"/>
                <a:gd name="connsiteX6" fmla="*/ 18767 w 41164"/>
                <a:gd name="connsiteY6" fmla="*/ 6211 h 111012"/>
                <a:gd name="connsiteX7" fmla="*/ 20211 w 41164"/>
                <a:gd name="connsiteY7" fmla="*/ 6211 h 111012"/>
                <a:gd name="connsiteX8" fmla="*/ 23100 w 41164"/>
                <a:gd name="connsiteY8" fmla="*/ 5849 h 111012"/>
                <a:gd name="connsiteX9" fmla="*/ 26711 w 41164"/>
                <a:gd name="connsiteY9" fmla="*/ 9103 h 111012"/>
                <a:gd name="connsiteX10" fmla="*/ 25989 w 41164"/>
                <a:gd name="connsiteY10" fmla="*/ 13804 h 111012"/>
                <a:gd name="connsiteX11" fmla="*/ 1434 w 41164"/>
                <a:gd name="connsiteY11" fmla="*/ 99143 h 111012"/>
                <a:gd name="connsiteX12" fmla="*/ 351 w 41164"/>
                <a:gd name="connsiteY12" fmla="*/ 104205 h 111012"/>
                <a:gd name="connsiteX13" fmla="*/ 7212 w 41164"/>
                <a:gd name="connsiteY13" fmla="*/ 111076 h 111012"/>
                <a:gd name="connsiteX14" fmla="*/ 27794 w 41164"/>
                <a:gd name="connsiteY14" fmla="*/ 9588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89" y="93719"/>
                  </a:moveTo>
                  <a:cubicBezTo>
                    <a:pt x="18767" y="102397"/>
                    <a:pt x="17323" y="103120"/>
                    <a:pt x="14795" y="103120"/>
                  </a:cubicBezTo>
                  <a:cubicBezTo>
                    <a:pt x="13712" y="103120"/>
                    <a:pt x="12628" y="102397"/>
                    <a:pt x="12628" y="100951"/>
                  </a:cubicBezTo>
                  <a:cubicBezTo>
                    <a:pt x="12628" y="100589"/>
                    <a:pt x="12989" y="99866"/>
                    <a:pt x="12989" y="99143"/>
                  </a:cubicBezTo>
                  <a:lnTo>
                    <a:pt x="41516" y="63"/>
                  </a:lnTo>
                  <a:cubicBezTo>
                    <a:pt x="31405" y="1871"/>
                    <a:pt x="29961" y="2233"/>
                    <a:pt x="19489" y="3318"/>
                  </a:cubicBezTo>
                  <a:lnTo>
                    <a:pt x="18767" y="6211"/>
                  </a:lnTo>
                  <a:lnTo>
                    <a:pt x="20211" y="6211"/>
                  </a:lnTo>
                  <a:cubicBezTo>
                    <a:pt x="21656" y="6211"/>
                    <a:pt x="22378" y="5849"/>
                    <a:pt x="23100" y="5849"/>
                  </a:cubicBezTo>
                  <a:cubicBezTo>
                    <a:pt x="24906" y="5849"/>
                    <a:pt x="26711" y="7295"/>
                    <a:pt x="26711" y="9103"/>
                  </a:cubicBezTo>
                  <a:cubicBezTo>
                    <a:pt x="26711" y="9827"/>
                    <a:pt x="26350" y="11273"/>
                    <a:pt x="25989" y="13804"/>
                  </a:cubicBezTo>
                  <a:lnTo>
                    <a:pt x="1434" y="99143"/>
                  </a:lnTo>
                  <a:cubicBezTo>
                    <a:pt x="351" y="102397"/>
                    <a:pt x="351" y="103120"/>
                    <a:pt x="351" y="104205"/>
                  </a:cubicBezTo>
                  <a:cubicBezTo>
                    <a:pt x="351" y="108183"/>
                    <a:pt x="3240" y="111076"/>
                    <a:pt x="7212" y="111076"/>
                  </a:cubicBezTo>
                  <a:cubicBezTo>
                    <a:pt x="13350" y="111076"/>
                    <a:pt x="17684" y="107821"/>
                    <a:pt x="27794" y="95888"/>
                  </a:cubicBezTo>
                  <a:close/>
                </a:path>
              </a:pathLst>
            </a:custGeom>
            <a:solidFill>
              <a:srgbClr val="000000"/>
            </a:solidFill>
            <a:ln w="23090" cap="flat">
              <a:noFill/>
              <a:prstDash val="solid"/>
              <a:miter/>
            </a:ln>
          </p:spPr>
          <p:txBody>
            <a:bodyPr rtlCol="0" anchor="ctr"/>
            <a:lstStyle/>
            <a:p>
              <a:endParaRPr lang="zh-CN" altLang="en-US"/>
            </a:p>
          </p:txBody>
        </p:sp>
        <p:sp>
          <p:nvSpPr>
            <p:cNvPr id="43" name="任意多边形: 形状 42"/>
            <p:cNvSpPr/>
            <p:nvPr/>
          </p:nvSpPr>
          <p:spPr>
            <a:xfrm>
              <a:off x="10809920" y="3971122"/>
              <a:ext cx="59580" cy="74490"/>
            </a:xfrm>
            <a:custGeom>
              <a:avLst/>
              <a:gdLst>
                <a:gd name="connsiteX0" fmla="*/ 49462 w 59580"/>
                <a:gd name="connsiteY0" fmla="*/ 55389 h 74490"/>
                <a:gd name="connsiteX1" fmla="*/ 28518 w 59580"/>
                <a:gd name="connsiteY1" fmla="*/ 66237 h 74490"/>
                <a:gd name="connsiteX2" fmla="*/ 13352 w 59580"/>
                <a:gd name="connsiteY2" fmla="*/ 49603 h 74490"/>
                <a:gd name="connsiteX3" fmla="*/ 14074 w 59580"/>
                <a:gd name="connsiteY3" fmla="*/ 41286 h 74490"/>
                <a:gd name="connsiteX4" fmla="*/ 41518 w 59580"/>
                <a:gd name="connsiteY4" fmla="*/ 35500 h 74490"/>
                <a:gd name="connsiteX5" fmla="*/ 59934 w 59580"/>
                <a:gd name="connsiteY5" fmla="*/ 11996 h 74490"/>
                <a:gd name="connsiteX6" fmla="*/ 44768 w 59580"/>
                <a:gd name="connsiteY6" fmla="*/ 63 h 74490"/>
                <a:gd name="connsiteX7" fmla="*/ 353 w 59580"/>
                <a:gd name="connsiteY7" fmla="*/ 50326 h 74490"/>
                <a:gd name="connsiteX8" fmla="*/ 21657 w 59580"/>
                <a:gd name="connsiteY8" fmla="*/ 74554 h 74490"/>
                <a:gd name="connsiteX9" fmla="*/ 52712 w 59580"/>
                <a:gd name="connsiteY9" fmla="*/ 57558 h 74490"/>
                <a:gd name="connsiteX10" fmla="*/ 15158 w 59580"/>
                <a:gd name="connsiteY10" fmla="*/ 36947 h 74490"/>
                <a:gd name="connsiteX11" fmla="*/ 41879 w 59580"/>
                <a:gd name="connsiteY11" fmla="*/ 4764 h 74490"/>
                <a:gd name="connsiteX12" fmla="*/ 48379 w 59580"/>
                <a:gd name="connsiteY12" fmla="*/ 11635 h 74490"/>
                <a:gd name="connsiteX13" fmla="*/ 42601 w 59580"/>
                <a:gd name="connsiteY13" fmla="*/ 25376 h 74490"/>
                <a:gd name="connsiteX14" fmla="*/ 21657 w 59580"/>
                <a:gd name="connsiteY14" fmla="*/ 36585 h 74490"/>
                <a:gd name="connsiteX15" fmla="*/ 15158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62" y="55389"/>
                  </a:moveTo>
                  <a:cubicBezTo>
                    <a:pt x="42601" y="62982"/>
                    <a:pt x="35740" y="66237"/>
                    <a:pt x="28518" y="66237"/>
                  </a:cubicBezTo>
                  <a:cubicBezTo>
                    <a:pt x="19852" y="66237"/>
                    <a:pt x="13352" y="59366"/>
                    <a:pt x="13352" y="49603"/>
                  </a:cubicBezTo>
                  <a:cubicBezTo>
                    <a:pt x="13352" y="47072"/>
                    <a:pt x="13713" y="44179"/>
                    <a:pt x="14074" y="41286"/>
                  </a:cubicBezTo>
                  <a:cubicBezTo>
                    <a:pt x="26713" y="40563"/>
                    <a:pt x="33935" y="39116"/>
                    <a:pt x="41518" y="35500"/>
                  </a:cubicBezTo>
                  <a:cubicBezTo>
                    <a:pt x="52712" y="30438"/>
                    <a:pt x="59934" y="21036"/>
                    <a:pt x="59934" y="11996"/>
                  </a:cubicBezTo>
                  <a:cubicBezTo>
                    <a:pt x="59934" y="5126"/>
                    <a:pt x="53434" y="63"/>
                    <a:pt x="44768" y="63"/>
                  </a:cubicBezTo>
                  <a:cubicBezTo>
                    <a:pt x="23102" y="63"/>
                    <a:pt x="353" y="26099"/>
                    <a:pt x="353" y="50326"/>
                  </a:cubicBezTo>
                  <a:cubicBezTo>
                    <a:pt x="353" y="64790"/>
                    <a:pt x="9019" y="74554"/>
                    <a:pt x="21657" y="74554"/>
                  </a:cubicBezTo>
                  <a:cubicBezTo>
                    <a:pt x="31768" y="74554"/>
                    <a:pt x="40434" y="69491"/>
                    <a:pt x="52712" y="57558"/>
                  </a:cubicBezTo>
                  <a:close/>
                  <a:moveTo>
                    <a:pt x="15158" y="36947"/>
                  </a:moveTo>
                  <a:cubicBezTo>
                    <a:pt x="20574" y="18505"/>
                    <a:pt x="32129" y="4764"/>
                    <a:pt x="41879" y="4764"/>
                  </a:cubicBezTo>
                  <a:cubicBezTo>
                    <a:pt x="45490" y="4764"/>
                    <a:pt x="48379" y="7657"/>
                    <a:pt x="48379" y="11635"/>
                  </a:cubicBezTo>
                  <a:cubicBezTo>
                    <a:pt x="48379" y="15974"/>
                    <a:pt x="46212" y="21036"/>
                    <a:pt x="42601" y="25376"/>
                  </a:cubicBezTo>
                  <a:cubicBezTo>
                    <a:pt x="37185" y="31161"/>
                    <a:pt x="30324" y="35139"/>
                    <a:pt x="21657" y="36585"/>
                  </a:cubicBezTo>
                  <a:cubicBezTo>
                    <a:pt x="20213" y="36585"/>
                    <a:pt x="18046" y="36947"/>
                    <a:pt x="15158" y="36947"/>
                  </a:cubicBezTo>
                  <a:close/>
                </a:path>
              </a:pathLst>
            </a:custGeom>
            <a:solidFill>
              <a:srgbClr val="000000"/>
            </a:solidFill>
            <a:ln w="23090" cap="flat">
              <a:noFill/>
              <a:prstDash val="solid"/>
              <a:miter/>
            </a:ln>
          </p:spPr>
          <p:txBody>
            <a:bodyPr rtlCol="0" anchor="ctr"/>
            <a:lstStyle/>
            <a:p>
              <a:endParaRPr lang="zh-CN" altLang="en-US"/>
            </a:p>
          </p:txBody>
        </p:sp>
      </p:grpSp>
      <p:sp>
        <p:nvSpPr>
          <p:cNvPr id="44" name="任意多边形: 形状 43"/>
          <p:cNvSpPr/>
          <p:nvPr/>
        </p:nvSpPr>
        <p:spPr>
          <a:xfrm>
            <a:off x="9521466" y="3580888"/>
            <a:ext cx="97473" cy="135650"/>
          </a:xfrm>
          <a:custGeom>
            <a:avLst/>
            <a:gdLst>
              <a:gd name="connsiteX0" fmla="*/ 41074 w 77274"/>
              <a:gd name="connsiteY0" fmla="*/ 10211 h 99802"/>
              <a:gd name="connsiteX1" fmla="*/ 37463 w 77274"/>
              <a:gd name="connsiteY1" fmla="*/ 86 h 99802"/>
              <a:gd name="connsiteX2" fmla="*/ 15797 w 77274"/>
              <a:gd name="connsiteY2" fmla="*/ 5149 h 99802"/>
              <a:gd name="connsiteX3" fmla="*/ 15074 w 77274"/>
              <a:gd name="connsiteY3" fmla="*/ 7680 h 99802"/>
              <a:gd name="connsiteX4" fmla="*/ 19769 w 77274"/>
              <a:gd name="connsiteY4" fmla="*/ 6957 h 99802"/>
              <a:gd name="connsiteX5" fmla="*/ 30241 w 77274"/>
              <a:gd name="connsiteY5" fmla="*/ 25037 h 99802"/>
              <a:gd name="connsiteX6" fmla="*/ 33490 w 77274"/>
              <a:gd name="connsiteY6" fmla="*/ 73854 h 99802"/>
              <a:gd name="connsiteX7" fmla="*/ 13630 w 77274"/>
              <a:gd name="connsiteY7" fmla="*/ 91572 h 99802"/>
              <a:gd name="connsiteX8" fmla="*/ 12908 w 77274"/>
              <a:gd name="connsiteY8" fmla="*/ 90126 h 99802"/>
              <a:gd name="connsiteX9" fmla="*/ 7853 w 77274"/>
              <a:gd name="connsiteY9" fmla="*/ 86510 h 99802"/>
              <a:gd name="connsiteX10" fmla="*/ 270 w 77274"/>
              <a:gd name="connsiteY10" fmla="*/ 93742 h 99802"/>
              <a:gd name="connsiteX11" fmla="*/ 6769 w 77274"/>
              <a:gd name="connsiteY11" fmla="*/ 99889 h 99802"/>
              <a:gd name="connsiteX12" fmla="*/ 47934 w 77274"/>
              <a:gd name="connsiteY12" fmla="*/ 61921 h 99802"/>
              <a:gd name="connsiteX13" fmla="*/ 77544 w 77274"/>
              <a:gd name="connsiteY13" fmla="*/ 10935 h 99802"/>
              <a:gd name="connsiteX14" fmla="*/ 69600 w 77274"/>
              <a:gd name="connsiteY14" fmla="*/ 448 h 99802"/>
              <a:gd name="connsiteX15" fmla="*/ 63100 w 77274"/>
              <a:gd name="connsiteY15" fmla="*/ 6957 h 99802"/>
              <a:gd name="connsiteX16" fmla="*/ 67795 w 77274"/>
              <a:gd name="connsiteY16" fmla="*/ 13827 h 99802"/>
              <a:gd name="connsiteX17" fmla="*/ 71406 w 77274"/>
              <a:gd name="connsiteY17" fmla="*/ 17443 h 99802"/>
              <a:gd name="connsiteX18" fmla="*/ 43601 w 77274"/>
              <a:gd name="connsiteY18" fmla="*/ 61559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1074" y="10211"/>
                </a:moveTo>
                <a:cubicBezTo>
                  <a:pt x="40351" y="5149"/>
                  <a:pt x="39629" y="2618"/>
                  <a:pt x="37463" y="86"/>
                </a:cubicBezTo>
                <a:lnTo>
                  <a:pt x="15797" y="5149"/>
                </a:lnTo>
                <a:lnTo>
                  <a:pt x="15074" y="7680"/>
                </a:lnTo>
                <a:cubicBezTo>
                  <a:pt x="17241" y="7319"/>
                  <a:pt x="18324" y="6957"/>
                  <a:pt x="19769" y="6957"/>
                </a:cubicBezTo>
                <a:cubicBezTo>
                  <a:pt x="26991" y="6957"/>
                  <a:pt x="29518" y="11296"/>
                  <a:pt x="30241" y="25037"/>
                </a:cubicBezTo>
                <a:lnTo>
                  <a:pt x="33490" y="73854"/>
                </a:lnTo>
                <a:cubicBezTo>
                  <a:pt x="21935" y="87233"/>
                  <a:pt x="16880" y="91572"/>
                  <a:pt x="13630" y="91572"/>
                </a:cubicBezTo>
                <a:cubicBezTo>
                  <a:pt x="13269" y="91572"/>
                  <a:pt x="12908" y="91572"/>
                  <a:pt x="12908" y="90126"/>
                </a:cubicBezTo>
                <a:cubicBezTo>
                  <a:pt x="12547" y="87956"/>
                  <a:pt x="10380" y="86510"/>
                  <a:pt x="7853" y="86510"/>
                </a:cubicBezTo>
                <a:cubicBezTo>
                  <a:pt x="4242" y="86510"/>
                  <a:pt x="270" y="90126"/>
                  <a:pt x="270" y="93742"/>
                </a:cubicBezTo>
                <a:cubicBezTo>
                  <a:pt x="270" y="96997"/>
                  <a:pt x="3158" y="99889"/>
                  <a:pt x="6769" y="99889"/>
                </a:cubicBezTo>
                <a:cubicBezTo>
                  <a:pt x="14352" y="99889"/>
                  <a:pt x="27352" y="87956"/>
                  <a:pt x="47934" y="61921"/>
                </a:cubicBezTo>
                <a:cubicBezTo>
                  <a:pt x="66711" y="38055"/>
                  <a:pt x="77544" y="19252"/>
                  <a:pt x="77544" y="10935"/>
                </a:cubicBezTo>
                <a:cubicBezTo>
                  <a:pt x="77544" y="4787"/>
                  <a:pt x="74294" y="448"/>
                  <a:pt x="69600" y="448"/>
                </a:cubicBezTo>
                <a:cubicBezTo>
                  <a:pt x="65628" y="448"/>
                  <a:pt x="63100" y="2979"/>
                  <a:pt x="63100" y="6957"/>
                </a:cubicBezTo>
                <a:cubicBezTo>
                  <a:pt x="63100" y="9850"/>
                  <a:pt x="64906" y="13104"/>
                  <a:pt x="67795" y="13827"/>
                </a:cubicBezTo>
                <a:cubicBezTo>
                  <a:pt x="71406" y="15636"/>
                  <a:pt x="71406" y="15636"/>
                  <a:pt x="71406" y="17443"/>
                </a:cubicBezTo>
                <a:cubicBezTo>
                  <a:pt x="71406" y="23229"/>
                  <a:pt x="59489" y="42394"/>
                  <a:pt x="43601" y="61559"/>
                </a:cubicBezTo>
                <a:close/>
              </a:path>
            </a:pathLst>
          </a:custGeom>
          <a:solidFill>
            <a:schemeClr val="accent2"/>
          </a:solidFill>
          <a:ln w="9525" cap="flat">
            <a:solidFill>
              <a:srgbClr val="FF0000"/>
            </a:solidFill>
            <a:prstDash val="solid"/>
            <a:miter/>
          </a:ln>
        </p:spPr>
        <p:txBody>
          <a:bodyPr rtlCol="0" anchor="ctr"/>
          <a:lstStyle/>
          <a:p>
            <a:endParaRPr lang="zh-CN" altLang="en-US"/>
          </a:p>
        </p:txBody>
      </p:sp>
      <p:grpSp>
        <p:nvGrpSpPr>
          <p:cNvPr id="45" name="Graphic 2"/>
          <p:cNvGrpSpPr/>
          <p:nvPr/>
        </p:nvGrpSpPr>
        <p:grpSpPr>
          <a:xfrm>
            <a:off x="9621670" y="3580398"/>
            <a:ext cx="395881" cy="102721"/>
            <a:chOff x="8952627" y="4507480"/>
            <a:chExt cx="313844" cy="75575"/>
          </a:xfrm>
          <a:solidFill>
            <a:schemeClr val="accent2"/>
          </a:solidFill>
        </p:grpSpPr>
        <p:sp>
          <p:nvSpPr>
            <p:cNvPr id="46" name="任意多边形: 形状 45"/>
            <p:cNvSpPr/>
            <p:nvPr/>
          </p:nvSpPr>
          <p:spPr>
            <a:xfrm>
              <a:off x="8952627" y="4508203"/>
              <a:ext cx="59580" cy="74490"/>
            </a:xfrm>
            <a:custGeom>
              <a:avLst/>
              <a:gdLst>
                <a:gd name="connsiteX0" fmla="*/ 49382 w 59580"/>
                <a:gd name="connsiteY0" fmla="*/ 55412 h 74490"/>
                <a:gd name="connsiteX1" fmla="*/ 28438 w 59580"/>
                <a:gd name="connsiteY1" fmla="*/ 66260 h 74490"/>
                <a:gd name="connsiteX2" fmla="*/ 13272 w 59580"/>
                <a:gd name="connsiteY2" fmla="*/ 49626 h 74490"/>
                <a:gd name="connsiteX3" fmla="*/ 13994 w 59580"/>
                <a:gd name="connsiteY3" fmla="*/ 41309 h 74490"/>
                <a:gd name="connsiteX4" fmla="*/ 41437 w 59580"/>
                <a:gd name="connsiteY4" fmla="*/ 35524 h 74490"/>
                <a:gd name="connsiteX5" fmla="*/ 59853 w 59580"/>
                <a:gd name="connsiteY5" fmla="*/ 12019 h 74490"/>
                <a:gd name="connsiteX6" fmla="*/ 44687 w 59580"/>
                <a:gd name="connsiteY6" fmla="*/ 86 h 74490"/>
                <a:gd name="connsiteX7" fmla="*/ 272 w 59580"/>
                <a:gd name="connsiteY7" fmla="*/ 50349 h 74490"/>
                <a:gd name="connsiteX8" fmla="*/ 21577 w 59580"/>
                <a:gd name="connsiteY8" fmla="*/ 74577 h 74490"/>
                <a:gd name="connsiteX9" fmla="*/ 52631 w 59580"/>
                <a:gd name="connsiteY9" fmla="*/ 57581 h 74490"/>
                <a:gd name="connsiteX10" fmla="*/ 15077 w 59580"/>
                <a:gd name="connsiteY10" fmla="*/ 36970 h 74490"/>
                <a:gd name="connsiteX11" fmla="*/ 41798 w 59580"/>
                <a:gd name="connsiteY11" fmla="*/ 4787 h 74490"/>
                <a:gd name="connsiteX12" fmla="*/ 48298 w 59580"/>
                <a:gd name="connsiteY12" fmla="*/ 11658 h 74490"/>
                <a:gd name="connsiteX13" fmla="*/ 42521 w 59580"/>
                <a:gd name="connsiteY13" fmla="*/ 25399 h 74490"/>
                <a:gd name="connsiteX14" fmla="*/ 21577 w 59580"/>
                <a:gd name="connsiteY14" fmla="*/ 36608 h 74490"/>
                <a:gd name="connsiteX15" fmla="*/ 15077 w 59580"/>
                <a:gd name="connsiteY15" fmla="*/ 36970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2" y="55412"/>
                  </a:moveTo>
                  <a:cubicBezTo>
                    <a:pt x="42521" y="63006"/>
                    <a:pt x="35660" y="66260"/>
                    <a:pt x="28438" y="66260"/>
                  </a:cubicBezTo>
                  <a:cubicBezTo>
                    <a:pt x="19772" y="66260"/>
                    <a:pt x="13272" y="59389"/>
                    <a:pt x="13272" y="49626"/>
                  </a:cubicBezTo>
                  <a:cubicBezTo>
                    <a:pt x="13272" y="47095"/>
                    <a:pt x="13633" y="44202"/>
                    <a:pt x="13994" y="41309"/>
                  </a:cubicBezTo>
                  <a:cubicBezTo>
                    <a:pt x="26632" y="40586"/>
                    <a:pt x="33854" y="39140"/>
                    <a:pt x="41437" y="35524"/>
                  </a:cubicBezTo>
                  <a:cubicBezTo>
                    <a:pt x="52631" y="30461"/>
                    <a:pt x="59853" y="21059"/>
                    <a:pt x="59853" y="12019"/>
                  </a:cubicBezTo>
                  <a:cubicBezTo>
                    <a:pt x="59853" y="5149"/>
                    <a:pt x="53354" y="86"/>
                    <a:pt x="44687" y="86"/>
                  </a:cubicBezTo>
                  <a:cubicBezTo>
                    <a:pt x="23021" y="86"/>
                    <a:pt x="272" y="26122"/>
                    <a:pt x="272" y="50349"/>
                  </a:cubicBezTo>
                  <a:cubicBezTo>
                    <a:pt x="272" y="64814"/>
                    <a:pt x="8939" y="74577"/>
                    <a:pt x="21577" y="74577"/>
                  </a:cubicBezTo>
                  <a:cubicBezTo>
                    <a:pt x="31688" y="74577"/>
                    <a:pt x="40354" y="69514"/>
                    <a:pt x="52631" y="57581"/>
                  </a:cubicBezTo>
                  <a:close/>
                  <a:moveTo>
                    <a:pt x="15077" y="36970"/>
                  </a:moveTo>
                  <a:cubicBezTo>
                    <a:pt x="20494" y="18528"/>
                    <a:pt x="32049" y="4787"/>
                    <a:pt x="41798" y="4787"/>
                  </a:cubicBezTo>
                  <a:cubicBezTo>
                    <a:pt x="45409" y="4787"/>
                    <a:pt x="48298" y="7680"/>
                    <a:pt x="48298" y="11658"/>
                  </a:cubicBezTo>
                  <a:cubicBezTo>
                    <a:pt x="48298" y="15997"/>
                    <a:pt x="46132" y="21059"/>
                    <a:pt x="42521" y="25399"/>
                  </a:cubicBezTo>
                  <a:cubicBezTo>
                    <a:pt x="37104" y="31184"/>
                    <a:pt x="30243" y="35162"/>
                    <a:pt x="21577" y="36608"/>
                  </a:cubicBezTo>
                  <a:cubicBezTo>
                    <a:pt x="20133" y="36608"/>
                    <a:pt x="17966" y="36970"/>
                    <a:pt x="15077" y="36970"/>
                  </a:cubicBezTo>
                  <a:close/>
                </a:path>
              </a:pathLst>
            </a:custGeom>
            <a:grpFill/>
            <a:ln w="9525" cap="flat">
              <a:solidFill>
                <a:srgbClr val="FF0000"/>
              </a:solidFill>
              <a:prstDash val="solid"/>
              <a:miter/>
            </a:ln>
          </p:spPr>
          <p:txBody>
            <a:bodyPr rtlCol="0" anchor="ctr"/>
            <a:lstStyle/>
            <a:p>
              <a:endParaRPr lang="zh-CN" altLang="en-US"/>
            </a:p>
          </p:txBody>
        </p:sp>
        <p:sp>
          <p:nvSpPr>
            <p:cNvPr id="47" name="任意多边形: 形状 46"/>
            <p:cNvSpPr/>
            <p:nvPr/>
          </p:nvSpPr>
          <p:spPr>
            <a:xfrm>
              <a:off x="9017222" y="4508926"/>
              <a:ext cx="70413" cy="74128"/>
            </a:xfrm>
            <a:custGeom>
              <a:avLst/>
              <a:gdLst>
                <a:gd name="connsiteX0" fmla="*/ 66717 w 70413"/>
                <a:gd name="connsiteY0" fmla="*/ 55050 h 74128"/>
                <a:gd name="connsiteX1" fmla="*/ 54801 w 70413"/>
                <a:gd name="connsiteY1" fmla="*/ 65537 h 74128"/>
                <a:gd name="connsiteX2" fmla="*/ 52995 w 70413"/>
                <a:gd name="connsiteY2" fmla="*/ 63729 h 74128"/>
                <a:gd name="connsiteX3" fmla="*/ 54079 w 70413"/>
                <a:gd name="connsiteY3" fmla="*/ 59389 h 74128"/>
                <a:gd name="connsiteX4" fmla="*/ 70689 w 70413"/>
                <a:gd name="connsiteY4" fmla="*/ 810 h 74128"/>
                <a:gd name="connsiteX5" fmla="*/ 58412 w 70413"/>
                <a:gd name="connsiteY5" fmla="*/ 2256 h 74128"/>
                <a:gd name="connsiteX6" fmla="*/ 56245 w 70413"/>
                <a:gd name="connsiteY6" fmla="*/ 10935 h 74128"/>
                <a:gd name="connsiteX7" fmla="*/ 44329 w 70413"/>
                <a:gd name="connsiteY7" fmla="*/ 86 h 74128"/>
                <a:gd name="connsiteX8" fmla="*/ 275 w 70413"/>
                <a:gd name="connsiteY8" fmla="*/ 56135 h 74128"/>
                <a:gd name="connsiteX9" fmla="*/ 14358 w 70413"/>
                <a:gd name="connsiteY9" fmla="*/ 73492 h 74128"/>
                <a:gd name="connsiteX10" fmla="*/ 30246 w 70413"/>
                <a:gd name="connsiteY10" fmla="*/ 67345 h 74128"/>
                <a:gd name="connsiteX11" fmla="*/ 43968 w 70413"/>
                <a:gd name="connsiteY11" fmla="*/ 52519 h 74128"/>
                <a:gd name="connsiteX12" fmla="*/ 43246 w 70413"/>
                <a:gd name="connsiteY12" fmla="*/ 56135 h 74128"/>
                <a:gd name="connsiteX13" fmla="*/ 41079 w 70413"/>
                <a:gd name="connsiteY13" fmla="*/ 66983 h 74128"/>
                <a:gd name="connsiteX14" fmla="*/ 47579 w 70413"/>
                <a:gd name="connsiteY14" fmla="*/ 74215 h 74128"/>
                <a:gd name="connsiteX15" fmla="*/ 68883 w 70413"/>
                <a:gd name="connsiteY15" fmla="*/ 57220 h 74128"/>
                <a:gd name="connsiteX16" fmla="*/ 44690 w 70413"/>
                <a:gd name="connsiteY16" fmla="*/ 4787 h 74128"/>
                <a:gd name="connsiteX17" fmla="*/ 53356 w 70413"/>
                <a:gd name="connsiteY17" fmla="*/ 14912 h 74128"/>
                <a:gd name="connsiteX18" fmla="*/ 36746 w 70413"/>
                <a:gd name="connsiteY18" fmla="*/ 55050 h 74128"/>
                <a:gd name="connsiteX19" fmla="*/ 21580 w 70413"/>
                <a:gd name="connsiteY19" fmla="*/ 64090 h 74128"/>
                <a:gd name="connsiteX20" fmla="*/ 12914 w 70413"/>
                <a:gd name="connsiteY20" fmla="*/ 53242 h 74128"/>
                <a:gd name="connsiteX21" fmla="*/ 26274 w 70413"/>
                <a:gd name="connsiteY21" fmla="*/ 18167 h 74128"/>
                <a:gd name="connsiteX22" fmla="*/ 44690 w 70413"/>
                <a:gd name="connsiteY22" fmla="*/ 4787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7" y="55050"/>
                  </a:moveTo>
                  <a:cubicBezTo>
                    <a:pt x="62023" y="61921"/>
                    <a:pt x="58051" y="65537"/>
                    <a:pt x="54801" y="65537"/>
                  </a:cubicBezTo>
                  <a:cubicBezTo>
                    <a:pt x="53717" y="65537"/>
                    <a:pt x="52995" y="64814"/>
                    <a:pt x="52995" y="63729"/>
                  </a:cubicBezTo>
                  <a:cubicBezTo>
                    <a:pt x="52995" y="63006"/>
                    <a:pt x="52995" y="62644"/>
                    <a:pt x="54079" y="59389"/>
                  </a:cubicBezTo>
                  <a:lnTo>
                    <a:pt x="70689" y="810"/>
                  </a:lnTo>
                  <a:lnTo>
                    <a:pt x="58412" y="2256"/>
                  </a:lnTo>
                  <a:lnTo>
                    <a:pt x="56245" y="10935"/>
                  </a:lnTo>
                  <a:cubicBezTo>
                    <a:pt x="54801" y="4064"/>
                    <a:pt x="50468" y="86"/>
                    <a:pt x="44329" y="86"/>
                  </a:cubicBezTo>
                  <a:cubicBezTo>
                    <a:pt x="25191" y="86"/>
                    <a:pt x="275" y="31546"/>
                    <a:pt x="275" y="56135"/>
                  </a:cubicBezTo>
                  <a:cubicBezTo>
                    <a:pt x="275" y="66622"/>
                    <a:pt x="6053" y="73492"/>
                    <a:pt x="14358" y="73492"/>
                  </a:cubicBezTo>
                  <a:cubicBezTo>
                    <a:pt x="19052" y="73492"/>
                    <a:pt x="25191" y="71322"/>
                    <a:pt x="30246" y="67345"/>
                  </a:cubicBezTo>
                  <a:cubicBezTo>
                    <a:pt x="34940" y="64090"/>
                    <a:pt x="37829" y="60836"/>
                    <a:pt x="43968" y="52519"/>
                  </a:cubicBezTo>
                  <a:cubicBezTo>
                    <a:pt x="43968" y="53965"/>
                    <a:pt x="43246" y="55773"/>
                    <a:pt x="43246" y="56135"/>
                  </a:cubicBezTo>
                  <a:cubicBezTo>
                    <a:pt x="41079" y="64452"/>
                    <a:pt x="41079" y="64452"/>
                    <a:pt x="41079" y="66983"/>
                  </a:cubicBezTo>
                  <a:cubicBezTo>
                    <a:pt x="41079" y="71322"/>
                    <a:pt x="43607" y="74215"/>
                    <a:pt x="47579" y="74215"/>
                  </a:cubicBezTo>
                  <a:cubicBezTo>
                    <a:pt x="54079" y="74215"/>
                    <a:pt x="60578" y="68791"/>
                    <a:pt x="68883" y="57220"/>
                  </a:cubicBezTo>
                  <a:close/>
                  <a:moveTo>
                    <a:pt x="44690" y="4787"/>
                  </a:moveTo>
                  <a:cubicBezTo>
                    <a:pt x="50106" y="4787"/>
                    <a:pt x="53356" y="8765"/>
                    <a:pt x="53356" y="14912"/>
                  </a:cubicBezTo>
                  <a:cubicBezTo>
                    <a:pt x="53356" y="26845"/>
                    <a:pt x="46135" y="44564"/>
                    <a:pt x="36746" y="55050"/>
                  </a:cubicBezTo>
                  <a:cubicBezTo>
                    <a:pt x="31691" y="60836"/>
                    <a:pt x="25913" y="64090"/>
                    <a:pt x="21580" y="64090"/>
                  </a:cubicBezTo>
                  <a:cubicBezTo>
                    <a:pt x="15802" y="64090"/>
                    <a:pt x="12914" y="60474"/>
                    <a:pt x="12914" y="53242"/>
                  </a:cubicBezTo>
                  <a:cubicBezTo>
                    <a:pt x="12914" y="43479"/>
                    <a:pt x="17608" y="30823"/>
                    <a:pt x="26274" y="18167"/>
                  </a:cubicBezTo>
                  <a:cubicBezTo>
                    <a:pt x="32413" y="9488"/>
                    <a:pt x="38551" y="4787"/>
                    <a:pt x="44690" y="4787"/>
                  </a:cubicBezTo>
                  <a:close/>
                </a:path>
              </a:pathLst>
            </a:custGeom>
            <a:grpFill/>
            <a:ln w="9525" cap="flat">
              <a:solidFill>
                <a:srgbClr val="FF0000"/>
              </a:solidFill>
              <a:prstDash val="solid"/>
              <a:miter/>
            </a:ln>
          </p:spPr>
          <p:txBody>
            <a:bodyPr rtlCol="0" anchor="ctr"/>
            <a:lstStyle/>
            <a:p>
              <a:endParaRPr lang="zh-CN" altLang="en-US"/>
            </a:p>
          </p:txBody>
        </p:sp>
        <p:sp>
          <p:nvSpPr>
            <p:cNvPr id="48" name="任意多边形: 形状 47"/>
            <p:cNvSpPr/>
            <p:nvPr/>
          </p:nvSpPr>
          <p:spPr>
            <a:xfrm>
              <a:off x="9096080" y="4507480"/>
              <a:ext cx="55608" cy="73044"/>
            </a:xfrm>
            <a:custGeom>
              <a:avLst/>
              <a:gdLst>
                <a:gd name="connsiteX0" fmla="*/ 32416 w 55608"/>
                <a:gd name="connsiteY0" fmla="*/ 86 h 73044"/>
                <a:gd name="connsiteX1" fmla="*/ 9306 w 55608"/>
                <a:gd name="connsiteY1" fmla="*/ 2979 h 73044"/>
                <a:gd name="connsiteX2" fmla="*/ 8584 w 55608"/>
                <a:gd name="connsiteY2" fmla="*/ 6595 h 73044"/>
                <a:gd name="connsiteX3" fmla="*/ 12195 w 55608"/>
                <a:gd name="connsiteY3" fmla="*/ 5872 h 73044"/>
                <a:gd name="connsiteX4" fmla="*/ 15084 w 55608"/>
                <a:gd name="connsiteY4" fmla="*/ 5510 h 73044"/>
                <a:gd name="connsiteX5" fmla="*/ 18333 w 55608"/>
                <a:gd name="connsiteY5" fmla="*/ 8765 h 73044"/>
                <a:gd name="connsiteX6" fmla="*/ 16889 w 55608"/>
                <a:gd name="connsiteY6" fmla="*/ 15635 h 73044"/>
                <a:gd name="connsiteX7" fmla="*/ 279 w 55608"/>
                <a:gd name="connsiteY7" fmla="*/ 73130 h 73044"/>
                <a:gd name="connsiteX8" fmla="*/ 12917 w 55608"/>
                <a:gd name="connsiteY8" fmla="*/ 73130 h 73044"/>
                <a:gd name="connsiteX9" fmla="*/ 30972 w 55608"/>
                <a:gd name="connsiteY9" fmla="*/ 27568 h 73044"/>
                <a:gd name="connsiteX10" fmla="*/ 41444 w 55608"/>
                <a:gd name="connsiteY10" fmla="*/ 13104 h 73044"/>
                <a:gd name="connsiteX11" fmla="*/ 42888 w 55608"/>
                <a:gd name="connsiteY11" fmla="*/ 15635 h 73044"/>
                <a:gd name="connsiteX12" fmla="*/ 47943 w 55608"/>
                <a:gd name="connsiteY12" fmla="*/ 19975 h 73044"/>
                <a:gd name="connsiteX13" fmla="*/ 55887 w 55608"/>
                <a:gd name="connsiteY13" fmla="*/ 8765 h 73044"/>
                <a:gd name="connsiteX14" fmla="*/ 49388 w 55608"/>
                <a:gd name="connsiteY14" fmla="*/ 86 h 73044"/>
                <a:gd name="connsiteX15" fmla="*/ 22667 w 55608"/>
                <a:gd name="connsiteY15" fmla="*/ 35162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16" y="86"/>
                  </a:moveTo>
                  <a:cubicBezTo>
                    <a:pt x="22306" y="1894"/>
                    <a:pt x="20861" y="1894"/>
                    <a:pt x="9306" y="2979"/>
                  </a:cubicBezTo>
                  <a:lnTo>
                    <a:pt x="8584" y="6595"/>
                  </a:lnTo>
                  <a:cubicBezTo>
                    <a:pt x="10389" y="6234"/>
                    <a:pt x="11834" y="5872"/>
                    <a:pt x="12195" y="5872"/>
                  </a:cubicBezTo>
                  <a:cubicBezTo>
                    <a:pt x="13278" y="5872"/>
                    <a:pt x="14361" y="5510"/>
                    <a:pt x="15084" y="5510"/>
                  </a:cubicBezTo>
                  <a:cubicBezTo>
                    <a:pt x="16889" y="5510"/>
                    <a:pt x="18333" y="6957"/>
                    <a:pt x="18333" y="8765"/>
                  </a:cubicBezTo>
                  <a:cubicBezTo>
                    <a:pt x="18333" y="9488"/>
                    <a:pt x="17972" y="12019"/>
                    <a:pt x="16889" y="15635"/>
                  </a:cubicBezTo>
                  <a:lnTo>
                    <a:pt x="279" y="73130"/>
                  </a:lnTo>
                  <a:lnTo>
                    <a:pt x="12917" y="73130"/>
                  </a:lnTo>
                  <a:cubicBezTo>
                    <a:pt x="16167" y="59389"/>
                    <a:pt x="22667" y="43479"/>
                    <a:pt x="30972" y="27568"/>
                  </a:cubicBezTo>
                  <a:cubicBezTo>
                    <a:pt x="34222" y="21059"/>
                    <a:pt x="40360" y="13104"/>
                    <a:pt x="41444" y="13104"/>
                  </a:cubicBezTo>
                  <a:cubicBezTo>
                    <a:pt x="42166" y="13104"/>
                    <a:pt x="42527" y="13827"/>
                    <a:pt x="42888" y="15635"/>
                  </a:cubicBezTo>
                  <a:cubicBezTo>
                    <a:pt x="43249" y="18167"/>
                    <a:pt x="45055" y="19975"/>
                    <a:pt x="47943" y="19975"/>
                  </a:cubicBezTo>
                  <a:cubicBezTo>
                    <a:pt x="51915" y="19975"/>
                    <a:pt x="55887" y="14189"/>
                    <a:pt x="55887" y="8765"/>
                  </a:cubicBezTo>
                  <a:cubicBezTo>
                    <a:pt x="55887" y="3702"/>
                    <a:pt x="53360" y="86"/>
                    <a:pt x="49388" y="86"/>
                  </a:cubicBezTo>
                  <a:cubicBezTo>
                    <a:pt x="42527" y="86"/>
                    <a:pt x="32055" y="13827"/>
                    <a:pt x="22667" y="35162"/>
                  </a:cubicBezTo>
                  <a:close/>
                </a:path>
              </a:pathLst>
            </a:custGeom>
            <a:grpFill/>
            <a:ln w="9525" cap="flat">
              <a:solidFill>
                <a:srgbClr val="FF0000"/>
              </a:solidFill>
              <a:prstDash val="solid"/>
              <a:miter/>
            </a:ln>
          </p:spPr>
          <p:txBody>
            <a:bodyPr rtlCol="0" anchor="ctr"/>
            <a:lstStyle/>
            <a:p>
              <a:endParaRPr lang="zh-CN" altLang="en-US"/>
            </a:p>
          </p:txBody>
        </p:sp>
        <p:sp>
          <p:nvSpPr>
            <p:cNvPr id="49" name="任意多边形: 形状 48"/>
            <p:cNvSpPr/>
            <p:nvPr/>
          </p:nvSpPr>
          <p:spPr>
            <a:xfrm>
              <a:off x="9147309" y="4580524"/>
              <a:ext cx="23110" cy="23142"/>
            </a:xfrm>
            <a:custGeom>
              <a:avLst/>
              <a:gdLst/>
              <a:ahLst/>
              <a:cxnLst/>
              <a:rect l="l" t="t" r="r" b="b"/>
              <a:pathLst>
                <a:path w="23110" h="23142"/>
              </a:pathLst>
            </a:custGeom>
            <a:grpFill/>
            <a:ln w="9525" cap="flat">
              <a:solidFill>
                <a:srgbClr val="FF0000"/>
              </a:solidFill>
              <a:prstDash val="solid"/>
              <a:miter/>
            </a:ln>
          </p:spPr>
          <p:txBody>
            <a:bodyPr rtlCol="0" anchor="ctr"/>
            <a:lstStyle/>
            <a:p>
              <a:endParaRPr lang="zh-CN" altLang="en-US"/>
            </a:p>
          </p:txBody>
        </p:sp>
        <p:sp>
          <p:nvSpPr>
            <p:cNvPr id="50" name="任意多边形: 形状 49"/>
            <p:cNvSpPr/>
            <p:nvPr/>
          </p:nvSpPr>
          <p:spPr>
            <a:xfrm>
              <a:off x="9198585" y="4511819"/>
              <a:ext cx="67886" cy="29289"/>
            </a:xfrm>
            <a:custGeom>
              <a:avLst/>
              <a:gdLst>
                <a:gd name="connsiteX0" fmla="*/ 283 w 67886"/>
                <a:gd name="connsiteY0" fmla="*/ 86 h 29289"/>
                <a:gd name="connsiteX1" fmla="*/ 283 w 67886"/>
                <a:gd name="connsiteY1" fmla="*/ 8042 h 29289"/>
                <a:gd name="connsiteX2" fmla="*/ 68169 w 67886"/>
                <a:gd name="connsiteY2" fmla="*/ 8042 h 29289"/>
                <a:gd name="connsiteX3" fmla="*/ 68169 w 67886"/>
                <a:gd name="connsiteY3" fmla="*/ 86 h 29289"/>
                <a:gd name="connsiteX4" fmla="*/ 283 w 67886"/>
                <a:gd name="connsiteY4" fmla="*/ 21783 h 29289"/>
                <a:gd name="connsiteX5" fmla="*/ 283 w 67886"/>
                <a:gd name="connsiteY5" fmla="*/ 29376 h 29289"/>
                <a:gd name="connsiteX6" fmla="*/ 68169 w 67886"/>
                <a:gd name="connsiteY6" fmla="*/ 29376 h 29289"/>
                <a:gd name="connsiteX7" fmla="*/ 68169 w 67886"/>
                <a:gd name="connsiteY7" fmla="*/ 21783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83" y="86"/>
                  </a:moveTo>
                  <a:lnTo>
                    <a:pt x="283" y="8042"/>
                  </a:lnTo>
                  <a:lnTo>
                    <a:pt x="68169" y="8042"/>
                  </a:lnTo>
                  <a:lnTo>
                    <a:pt x="68169" y="86"/>
                  </a:lnTo>
                  <a:close/>
                  <a:moveTo>
                    <a:pt x="283" y="21783"/>
                  </a:moveTo>
                  <a:lnTo>
                    <a:pt x="283" y="29376"/>
                  </a:lnTo>
                  <a:lnTo>
                    <a:pt x="68169" y="29376"/>
                  </a:lnTo>
                  <a:lnTo>
                    <a:pt x="68169" y="21783"/>
                  </a:lnTo>
                  <a:close/>
                </a:path>
              </a:pathLst>
            </a:custGeom>
            <a:grpFill/>
            <a:ln w="9525" cap="flat">
              <a:solidFill>
                <a:srgbClr val="FF0000"/>
              </a:solidFill>
              <a:prstDash val="solid"/>
              <a:miter/>
            </a:ln>
          </p:spPr>
          <p:txBody>
            <a:bodyPr rtlCol="0" anchor="ctr"/>
            <a:lstStyle/>
            <a:p>
              <a:endParaRPr lang="zh-CN" altLang="en-US"/>
            </a:p>
          </p:txBody>
        </p:sp>
        <p:sp>
          <p:nvSpPr>
            <p:cNvPr id="51" name="任意多边形: 形状 50"/>
            <p:cNvSpPr/>
            <p:nvPr/>
          </p:nvSpPr>
          <p:spPr>
            <a:xfrm>
              <a:off x="9266211" y="4580524"/>
              <a:ext cx="23110" cy="23142"/>
            </a:xfrm>
            <a:custGeom>
              <a:avLst/>
              <a:gdLst/>
              <a:ahLst/>
              <a:cxnLst/>
              <a:rect l="l" t="t" r="r" b="b"/>
              <a:pathLst>
                <a:path w="23110" h="23142"/>
              </a:pathLst>
            </a:custGeom>
            <a:grpFill/>
            <a:ln w="9525" cap="flat">
              <a:solidFill>
                <a:srgbClr val="FF0000"/>
              </a:solidFill>
              <a:prstDash val="solid"/>
              <a:miter/>
            </a:ln>
          </p:spPr>
          <p:txBody>
            <a:bodyPr rtlCol="0" anchor="ctr"/>
            <a:lstStyle/>
            <a:p>
              <a:endParaRPr lang="zh-CN" altLang="en-US"/>
            </a:p>
          </p:txBody>
        </p:sp>
      </p:grpSp>
      <p:grpSp>
        <p:nvGrpSpPr>
          <p:cNvPr id="52" name="Graphic 2"/>
          <p:cNvGrpSpPr/>
          <p:nvPr/>
        </p:nvGrpSpPr>
        <p:grpSpPr>
          <a:xfrm>
            <a:off x="10077773" y="3531248"/>
            <a:ext cx="187203" cy="149904"/>
            <a:chOff x="9314214" y="4471319"/>
            <a:chExt cx="148410" cy="110289"/>
          </a:xfrm>
          <a:solidFill>
            <a:schemeClr val="accent2"/>
          </a:solidFill>
        </p:grpSpPr>
        <p:sp>
          <p:nvSpPr>
            <p:cNvPr id="53" name="任意多边形: 形状 52"/>
            <p:cNvSpPr/>
            <p:nvPr/>
          </p:nvSpPr>
          <p:spPr>
            <a:xfrm>
              <a:off x="9314214" y="4471319"/>
              <a:ext cx="66441" cy="109204"/>
            </a:xfrm>
            <a:custGeom>
              <a:avLst/>
              <a:gdLst>
                <a:gd name="connsiteX0" fmla="*/ 58786 w 66441"/>
                <a:gd name="connsiteY0" fmla="*/ 109291 h 109204"/>
                <a:gd name="connsiteX1" fmla="*/ 66730 w 66441"/>
                <a:gd name="connsiteY1" fmla="*/ 90126 h 109204"/>
                <a:gd name="connsiteX2" fmla="*/ 63841 w 66441"/>
                <a:gd name="connsiteY2" fmla="*/ 90126 h 109204"/>
                <a:gd name="connsiteX3" fmla="*/ 43980 w 66441"/>
                <a:gd name="connsiteY3" fmla="*/ 97720 h 109204"/>
                <a:gd name="connsiteX4" fmla="*/ 15815 w 66441"/>
                <a:gd name="connsiteY4" fmla="*/ 97720 h 109204"/>
                <a:gd name="connsiteX5" fmla="*/ 60230 w 66441"/>
                <a:gd name="connsiteY5" fmla="*/ 29015 h 109204"/>
                <a:gd name="connsiteX6" fmla="*/ 32064 w 66441"/>
                <a:gd name="connsiteY6" fmla="*/ 86 h 109204"/>
                <a:gd name="connsiteX7" fmla="*/ 11482 w 66441"/>
                <a:gd name="connsiteY7" fmla="*/ 9850 h 109204"/>
                <a:gd name="connsiteX8" fmla="*/ 3538 w 66441"/>
                <a:gd name="connsiteY8" fmla="*/ 29738 h 109204"/>
                <a:gd name="connsiteX9" fmla="*/ 6427 w 66441"/>
                <a:gd name="connsiteY9" fmla="*/ 29738 h 109204"/>
                <a:gd name="connsiteX10" fmla="*/ 27009 w 66441"/>
                <a:gd name="connsiteY10" fmla="*/ 12019 h 109204"/>
                <a:gd name="connsiteX11" fmla="*/ 47953 w 66441"/>
                <a:gd name="connsiteY11" fmla="*/ 35524 h 109204"/>
                <a:gd name="connsiteX12" fmla="*/ 16176 w 66441"/>
                <a:gd name="connsiteY12" fmla="*/ 90849 h 109204"/>
                <a:gd name="connsiteX13" fmla="*/ 3899 w 66441"/>
                <a:gd name="connsiteY13" fmla="*/ 103144 h 109204"/>
                <a:gd name="connsiteX14" fmla="*/ 288 w 66441"/>
                <a:gd name="connsiteY14" fmla="*/ 107121 h 109204"/>
                <a:gd name="connsiteX15" fmla="*/ 288 w 66441"/>
                <a:gd name="connsiteY15" fmla="*/ 109291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786" y="109291"/>
                  </a:moveTo>
                  <a:cubicBezTo>
                    <a:pt x="62757" y="100974"/>
                    <a:pt x="63119" y="99528"/>
                    <a:pt x="66730" y="90126"/>
                  </a:cubicBezTo>
                  <a:lnTo>
                    <a:pt x="63841" y="90126"/>
                  </a:lnTo>
                  <a:cubicBezTo>
                    <a:pt x="59147" y="96273"/>
                    <a:pt x="55536" y="97720"/>
                    <a:pt x="43980" y="97720"/>
                  </a:cubicBezTo>
                  <a:lnTo>
                    <a:pt x="15815" y="97720"/>
                  </a:lnTo>
                  <a:cubicBezTo>
                    <a:pt x="48675" y="65898"/>
                    <a:pt x="60230" y="48180"/>
                    <a:pt x="60230" y="29015"/>
                  </a:cubicBezTo>
                  <a:cubicBezTo>
                    <a:pt x="60230" y="12381"/>
                    <a:pt x="48314" y="86"/>
                    <a:pt x="32064" y="86"/>
                  </a:cubicBezTo>
                  <a:cubicBezTo>
                    <a:pt x="23759" y="86"/>
                    <a:pt x="16898" y="3341"/>
                    <a:pt x="11482" y="9850"/>
                  </a:cubicBezTo>
                  <a:cubicBezTo>
                    <a:pt x="7149" y="14912"/>
                    <a:pt x="4982" y="19975"/>
                    <a:pt x="3538" y="29738"/>
                  </a:cubicBezTo>
                  <a:lnTo>
                    <a:pt x="6427" y="29738"/>
                  </a:lnTo>
                  <a:cubicBezTo>
                    <a:pt x="10037" y="18167"/>
                    <a:pt x="16898" y="12019"/>
                    <a:pt x="27009" y="12019"/>
                  </a:cubicBezTo>
                  <a:cubicBezTo>
                    <a:pt x="38203" y="12019"/>
                    <a:pt x="47953" y="22867"/>
                    <a:pt x="47953" y="35524"/>
                  </a:cubicBezTo>
                  <a:cubicBezTo>
                    <a:pt x="47953" y="50711"/>
                    <a:pt x="36398" y="70599"/>
                    <a:pt x="16176" y="90849"/>
                  </a:cubicBezTo>
                  <a:lnTo>
                    <a:pt x="3899" y="103144"/>
                  </a:lnTo>
                  <a:cubicBezTo>
                    <a:pt x="2816" y="104590"/>
                    <a:pt x="1732" y="106036"/>
                    <a:pt x="288" y="107121"/>
                  </a:cubicBezTo>
                  <a:lnTo>
                    <a:pt x="288" y="109291"/>
                  </a:lnTo>
                  <a:close/>
                </a:path>
              </a:pathLst>
            </a:custGeom>
            <a:grpFill/>
            <a:ln w="9525" cap="flat">
              <a:solidFill>
                <a:srgbClr val="FF0000"/>
              </a:solidFill>
              <a:prstDash val="solid"/>
              <a:miter/>
            </a:ln>
          </p:spPr>
          <p:txBody>
            <a:bodyPr rtlCol="0" anchor="ctr"/>
            <a:lstStyle/>
            <a:p>
              <a:endParaRPr lang="zh-CN" altLang="en-US"/>
            </a:p>
          </p:txBody>
        </p:sp>
        <p:sp>
          <p:nvSpPr>
            <p:cNvPr id="54" name="任意多边形: 形状 53"/>
            <p:cNvSpPr/>
            <p:nvPr/>
          </p:nvSpPr>
          <p:spPr>
            <a:xfrm>
              <a:off x="9393294" y="4471319"/>
              <a:ext cx="69330" cy="110289"/>
            </a:xfrm>
            <a:custGeom>
              <a:avLst/>
              <a:gdLst>
                <a:gd name="connsiteX0" fmla="*/ 35318 w 69330"/>
                <a:gd name="connsiteY0" fmla="*/ 86 h 110289"/>
                <a:gd name="connsiteX1" fmla="*/ 291 w 69330"/>
                <a:gd name="connsiteY1" fmla="*/ 55050 h 110289"/>
                <a:gd name="connsiteX2" fmla="*/ 10041 w 69330"/>
                <a:gd name="connsiteY2" fmla="*/ 95550 h 110289"/>
                <a:gd name="connsiteX3" fmla="*/ 34234 w 69330"/>
                <a:gd name="connsiteY3" fmla="*/ 110376 h 110289"/>
                <a:gd name="connsiteX4" fmla="*/ 69622 w 69330"/>
                <a:gd name="connsiteY4" fmla="*/ 55050 h 110289"/>
                <a:gd name="connsiteX5" fmla="*/ 35318 w 69330"/>
                <a:gd name="connsiteY5" fmla="*/ 86 h 110289"/>
                <a:gd name="connsiteX6" fmla="*/ 34957 w 69330"/>
                <a:gd name="connsiteY6" fmla="*/ 6234 h 110289"/>
                <a:gd name="connsiteX7" fmla="*/ 49400 w 69330"/>
                <a:gd name="connsiteY7" fmla="*/ 17805 h 110289"/>
                <a:gd name="connsiteX8" fmla="*/ 54095 w 69330"/>
                <a:gd name="connsiteY8" fmla="*/ 55412 h 110289"/>
                <a:gd name="connsiteX9" fmla="*/ 34596 w 69330"/>
                <a:gd name="connsiteY9" fmla="*/ 104228 h 110289"/>
                <a:gd name="connsiteX10" fmla="*/ 15818 w 69330"/>
                <a:gd name="connsiteY10" fmla="*/ 55050 h 110289"/>
                <a:gd name="connsiteX11" fmla="*/ 34957 w 69330"/>
                <a:gd name="connsiteY11" fmla="*/ 6234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318" y="86"/>
                  </a:moveTo>
                  <a:cubicBezTo>
                    <a:pt x="14374" y="86"/>
                    <a:pt x="291" y="22506"/>
                    <a:pt x="291" y="55050"/>
                  </a:cubicBezTo>
                  <a:cubicBezTo>
                    <a:pt x="291" y="72046"/>
                    <a:pt x="3902" y="85425"/>
                    <a:pt x="10041" y="95550"/>
                  </a:cubicBezTo>
                  <a:cubicBezTo>
                    <a:pt x="16541" y="105313"/>
                    <a:pt x="24846" y="110376"/>
                    <a:pt x="34234" y="110376"/>
                  </a:cubicBezTo>
                  <a:cubicBezTo>
                    <a:pt x="55539" y="110376"/>
                    <a:pt x="69622" y="88318"/>
                    <a:pt x="69622" y="55050"/>
                  </a:cubicBezTo>
                  <a:cubicBezTo>
                    <a:pt x="69622" y="22867"/>
                    <a:pt x="55539" y="86"/>
                    <a:pt x="35318" y="86"/>
                  </a:cubicBezTo>
                  <a:close/>
                  <a:moveTo>
                    <a:pt x="34957" y="6234"/>
                  </a:moveTo>
                  <a:cubicBezTo>
                    <a:pt x="41095" y="6234"/>
                    <a:pt x="46151" y="10573"/>
                    <a:pt x="49400" y="17805"/>
                  </a:cubicBezTo>
                  <a:cubicBezTo>
                    <a:pt x="52289" y="25037"/>
                    <a:pt x="54095" y="38416"/>
                    <a:pt x="54095" y="55412"/>
                  </a:cubicBezTo>
                  <a:cubicBezTo>
                    <a:pt x="54095" y="88679"/>
                    <a:pt x="47956" y="104228"/>
                    <a:pt x="34596" y="104228"/>
                  </a:cubicBezTo>
                  <a:cubicBezTo>
                    <a:pt x="21957" y="104228"/>
                    <a:pt x="15818" y="87956"/>
                    <a:pt x="15818" y="55050"/>
                  </a:cubicBezTo>
                  <a:cubicBezTo>
                    <a:pt x="15818" y="22144"/>
                    <a:pt x="21957" y="6234"/>
                    <a:pt x="34957" y="6234"/>
                  </a:cubicBezTo>
                  <a:close/>
                </a:path>
              </a:pathLst>
            </a:custGeom>
            <a:grpFill/>
            <a:ln w="9525" cap="flat">
              <a:solidFill>
                <a:srgbClr val="FF0000"/>
              </a:solidFill>
              <a:prstDash val="solid"/>
              <a:miter/>
            </a:ln>
          </p:spPr>
          <p:txBody>
            <a:bodyPr rtlCol="0" anchor="ctr"/>
            <a:lstStyle/>
            <a:p>
              <a:endParaRPr lang="zh-CN" altLang="en-US"/>
            </a:p>
          </p:txBody>
        </p:sp>
      </p:grpSp>
      <p:sp>
        <p:nvSpPr>
          <p:cNvPr id="55" name="任意多边形: 形状 54"/>
          <p:cNvSpPr/>
          <p:nvPr/>
        </p:nvSpPr>
        <p:spPr>
          <a:xfrm>
            <a:off x="10288698" y="3531248"/>
            <a:ext cx="51469" cy="148429"/>
          </a:xfrm>
          <a:custGeom>
            <a:avLst/>
            <a:gdLst>
              <a:gd name="connsiteX0" fmla="*/ 27738 w 40803"/>
              <a:gd name="connsiteY0" fmla="*/ 86 h 109204"/>
              <a:gd name="connsiteX1" fmla="*/ 24849 w 40803"/>
              <a:gd name="connsiteY1" fmla="*/ 86 h 109204"/>
              <a:gd name="connsiteX2" fmla="*/ 22682 w 40803"/>
              <a:gd name="connsiteY2" fmla="*/ 1533 h 109204"/>
              <a:gd name="connsiteX3" fmla="*/ 16905 w 40803"/>
              <a:gd name="connsiteY3" fmla="*/ 4426 h 109204"/>
              <a:gd name="connsiteX4" fmla="*/ 7155 w 40803"/>
              <a:gd name="connsiteY4" fmla="*/ 9488 h 109204"/>
              <a:gd name="connsiteX5" fmla="*/ 294 w 40803"/>
              <a:gd name="connsiteY5" fmla="*/ 12742 h 109204"/>
              <a:gd name="connsiteX6" fmla="*/ 1378 w 40803"/>
              <a:gd name="connsiteY6" fmla="*/ 15635 h 109204"/>
              <a:gd name="connsiteX7" fmla="*/ 3544 w 40803"/>
              <a:gd name="connsiteY7" fmla="*/ 14551 h 109204"/>
              <a:gd name="connsiteX8" fmla="*/ 9322 w 40803"/>
              <a:gd name="connsiteY8" fmla="*/ 13104 h 109204"/>
              <a:gd name="connsiteX9" fmla="*/ 13294 w 40803"/>
              <a:gd name="connsiteY9" fmla="*/ 15274 h 109204"/>
              <a:gd name="connsiteX10" fmla="*/ 14377 w 40803"/>
              <a:gd name="connsiteY10" fmla="*/ 28653 h 109204"/>
              <a:gd name="connsiteX11" fmla="*/ 14377 w 40803"/>
              <a:gd name="connsiteY11" fmla="*/ 92295 h 109204"/>
              <a:gd name="connsiteX12" fmla="*/ 3183 w 40803"/>
              <a:gd name="connsiteY12" fmla="*/ 106398 h 109204"/>
              <a:gd name="connsiteX13" fmla="*/ 1378 w 40803"/>
              <a:gd name="connsiteY13" fmla="*/ 106398 h 109204"/>
              <a:gd name="connsiteX14" fmla="*/ 1378 w 40803"/>
              <a:gd name="connsiteY14" fmla="*/ 109291 h 109204"/>
              <a:gd name="connsiteX15" fmla="*/ 41098 w 40803"/>
              <a:gd name="connsiteY15" fmla="*/ 109291 h 109204"/>
              <a:gd name="connsiteX16" fmla="*/ 41098 w 40803"/>
              <a:gd name="connsiteY16" fmla="*/ 106398 h 109204"/>
              <a:gd name="connsiteX17" fmla="*/ 38932 w 40803"/>
              <a:gd name="connsiteY17" fmla="*/ 106398 h 109204"/>
              <a:gd name="connsiteX18" fmla="*/ 27738 w 40803"/>
              <a:gd name="connsiteY18" fmla="*/ 9229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738" y="86"/>
                </a:moveTo>
                <a:lnTo>
                  <a:pt x="24849" y="86"/>
                </a:lnTo>
                <a:cubicBezTo>
                  <a:pt x="23766" y="810"/>
                  <a:pt x="22682" y="1171"/>
                  <a:pt x="22682" y="1533"/>
                </a:cubicBezTo>
                <a:cubicBezTo>
                  <a:pt x="20516" y="2618"/>
                  <a:pt x="18710" y="3341"/>
                  <a:pt x="16905" y="4426"/>
                </a:cubicBezTo>
                <a:cubicBezTo>
                  <a:pt x="16544" y="4787"/>
                  <a:pt x="12572" y="6595"/>
                  <a:pt x="7155" y="9488"/>
                </a:cubicBezTo>
                <a:cubicBezTo>
                  <a:pt x="5711" y="10211"/>
                  <a:pt x="3183" y="11296"/>
                  <a:pt x="294" y="12742"/>
                </a:cubicBezTo>
                <a:lnTo>
                  <a:pt x="1378" y="15635"/>
                </a:lnTo>
                <a:lnTo>
                  <a:pt x="3544" y="14551"/>
                </a:lnTo>
                <a:cubicBezTo>
                  <a:pt x="5711" y="13827"/>
                  <a:pt x="7516" y="13104"/>
                  <a:pt x="9322" y="13104"/>
                </a:cubicBezTo>
                <a:cubicBezTo>
                  <a:pt x="10766" y="13104"/>
                  <a:pt x="12211" y="14189"/>
                  <a:pt x="13294" y="15274"/>
                </a:cubicBezTo>
                <a:cubicBezTo>
                  <a:pt x="14016" y="17082"/>
                  <a:pt x="14377" y="17805"/>
                  <a:pt x="14377" y="28653"/>
                </a:cubicBezTo>
                <a:lnTo>
                  <a:pt x="14377" y="92295"/>
                </a:lnTo>
                <a:cubicBezTo>
                  <a:pt x="14377" y="102420"/>
                  <a:pt x="11489" y="106398"/>
                  <a:pt x="3183" y="106398"/>
                </a:cubicBezTo>
                <a:lnTo>
                  <a:pt x="1378" y="106398"/>
                </a:lnTo>
                <a:lnTo>
                  <a:pt x="1378" y="109291"/>
                </a:lnTo>
                <a:lnTo>
                  <a:pt x="41098" y="109291"/>
                </a:lnTo>
                <a:lnTo>
                  <a:pt x="41098" y="106398"/>
                </a:lnTo>
                <a:lnTo>
                  <a:pt x="38932" y="106398"/>
                </a:lnTo>
                <a:cubicBezTo>
                  <a:pt x="30988" y="106398"/>
                  <a:pt x="27738" y="102420"/>
                  <a:pt x="27738" y="92295"/>
                </a:cubicBezTo>
                <a:close/>
              </a:path>
            </a:pathLst>
          </a:custGeom>
          <a:solidFill>
            <a:schemeClr val="accent2"/>
          </a:solidFill>
          <a:ln w="9525" cap="flat">
            <a:solidFill>
              <a:srgbClr val="FF0000"/>
            </a:solidFill>
            <a:prstDash val="solid"/>
            <a:miter/>
          </a:ln>
        </p:spPr>
        <p:txBody>
          <a:bodyPr rtlCol="0" anchor="ctr"/>
          <a:lstStyle/>
          <a:p>
            <a:endParaRPr lang="zh-CN" altLang="en-US"/>
          </a:p>
        </p:txBody>
      </p:sp>
      <p:sp>
        <p:nvSpPr>
          <p:cNvPr id="56" name="任意多边形: 形状 55"/>
          <p:cNvSpPr/>
          <p:nvPr/>
        </p:nvSpPr>
        <p:spPr>
          <a:xfrm>
            <a:off x="10356908" y="3532723"/>
            <a:ext cx="79253" cy="148429"/>
          </a:xfrm>
          <a:custGeom>
            <a:avLst/>
            <a:gdLst>
              <a:gd name="connsiteX0" fmla="*/ 20158 w 62830"/>
              <a:gd name="connsiteY0" fmla="*/ 106760 h 109204"/>
              <a:gd name="connsiteX1" fmla="*/ 29546 w 62830"/>
              <a:gd name="connsiteY1" fmla="*/ 109291 h 109204"/>
              <a:gd name="connsiteX2" fmla="*/ 63128 w 62830"/>
              <a:gd name="connsiteY2" fmla="*/ 86 h 109204"/>
              <a:gd name="connsiteX3" fmla="*/ 10047 w 62830"/>
              <a:gd name="connsiteY3" fmla="*/ 86 h 109204"/>
              <a:gd name="connsiteX4" fmla="*/ 297 w 62830"/>
              <a:gd name="connsiteY4" fmla="*/ 23591 h 109204"/>
              <a:gd name="connsiteX5" fmla="*/ 2464 w 62830"/>
              <a:gd name="connsiteY5" fmla="*/ 25399 h 109204"/>
              <a:gd name="connsiteX6" fmla="*/ 8964 w 62830"/>
              <a:gd name="connsiteY6" fmla="*/ 16359 h 109204"/>
              <a:gd name="connsiteX7" fmla="*/ 26657 w 62830"/>
              <a:gd name="connsiteY7" fmla="*/ 12019 h 109204"/>
              <a:gd name="connsiteX8" fmla="*/ 49768 w 62830"/>
              <a:gd name="connsiteY8" fmla="*/ 1201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20158" y="106760"/>
                </a:moveTo>
                <a:cubicBezTo>
                  <a:pt x="24491" y="107845"/>
                  <a:pt x="25213" y="107845"/>
                  <a:pt x="29546" y="109291"/>
                </a:cubicBezTo>
                <a:lnTo>
                  <a:pt x="63128" y="86"/>
                </a:lnTo>
                <a:lnTo>
                  <a:pt x="10047" y="86"/>
                </a:lnTo>
                <a:lnTo>
                  <a:pt x="297" y="23591"/>
                </a:lnTo>
                <a:lnTo>
                  <a:pt x="2464" y="25399"/>
                </a:lnTo>
                <a:cubicBezTo>
                  <a:pt x="4631" y="21421"/>
                  <a:pt x="6436" y="18890"/>
                  <a:pt x="8964" y="16359"/>
                </a:cubicBezTo>
                <a:cubicBezTo>
                  <a:pt x="12575" y="12381"/>
                  <a:pt x="14019" y="12019"/>
                  <a:pt x="26657" y="12019"/>
                </a:cubicBezTo>
                <a:lnTo>
                  <a:pt x="49768" y="12019"/>
                </a:lnTo>
                <a:close/>
              </a:path>
            </a:pathLst>
          </a:custGeom>
          <a:solidFill>
            <a:schemeClr val="accent2"/>
          </a:solidFill>
          <a:ln w="9525" cap="flat">
            <a:solidFill>
              <a:srgbClr val="FF0000"/>
            </a:solidFill>
            <a:prstDash val="solid"/>
            <a:miter/>
          </a:ln>
        </p:spPr>
        <p:txBody>
          <a:bodyPr rtlCol="0" anchor="ctr"/>
          <a:lstStyle/>
          <a:p>
            <a:endParaRPr lang="zh-CN" altLang="en-US"/>
          </a:p>
        </p:txBody>
      </p:sp>
      <p:sp>
        <p:nvSpPr>
          <p:cNvPr id="57" name="任意多边形: 形状 56"/>
          <p:cNvSpPr/>
          <p:nvPr/>
        </p:nvSpPr>
        <p:spPr>
          <a:xfrm>
            <a:off x="7342985" y="3486522"/>
            <a:ext cx="123436" cy="132210"/>
          </a:xfrm>
          <a:custGeom>
            <a:avLst/>
            <a:gdLst>
              <a:gd name="connsiteX0" fmla="*/ 98051 w 97857"/>
              <a:gd name="connsiteY0" fmla="*/ 84 h 97271"/>
              <a:gd name="connsiteX1" fmla="*/ 57247 w 97857"/>
              <a:gd name="connsiteY1" fmla="*/ 84 h 97271"/>
              <a:gd name="connsiteX2" fmla="*/ 24026 w 97857"/>
              <a:gd name="connsiteY2" fmla="*/ 7317 h 97271"/>
              <a:gd name="connsiteX3" fmla="*/ 194 w 97857"/>
              <a:gd name="connsiteY3" fmla="*/ 51071 h 97271"/>
              <a:gd name="connsiteX4" fmla="*/ 42803 w 97857"/>
              <a:gd name="connsiteY4" fmla="*/ 97356 h 97271"/>
              <a:gd name="connsiteX5" fmla="*/ 88302 w 97857"/>
              <a:gd name="connsiteY5" fmla="*/ 51794 h 97271"/>
              <a:gd name="connsiteX6" fmla="*/ 64469 w 97857"/>
              <a:gd name="connsiteY6" fmla="*/ 13825 h 97271"/>
              <a:gd name="connsiteX7" fmla="*/ 98051 w 97857"/>
              <a:gd name="connsiteY7" fmla="*/ 13825 h 97271"/>
              <a:gd name="connsiteX8" fmla="*/ 53998 w 97857"/>
              <a:gd name="connsiteY8" fmla="*/ 13825 h 97271"/>
              <a:gd name="connsiteX9" fmla="*/ 69886 w 97857"/>
              <a:gd name="connsiteY9" fmla="*/ 53240 h 97271"/>
              <a:gd name="connsiteX10" fmla="*/ 44248 w 97857"/>
              <a:gd name="connsiteY10" fmla="*/ 89762 h 97271"/>
              <a:gd name="connsiteX11" fmla="*/ 18610 w 97857"/>
              <a:gd name="connsiteY11" fmla="*/ 50348 h 97271"/>
              <a:gd name="connsiteX12" fmla="*/ 42442 w 97857"/>
              <a:gd name="connsiteY12" fmla="*/ 14549 h 97271"/>
              <a:gd name="connsiteX13" fmla="*/ 53998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051" y="84"/>
                </a:moveTo>
                <a:lnTo>
                  <a:pt x="57247" y="84"/>
                </a:lnTo>
                <a:cubicBezTo>
                  <a:pt x="42442" y="84"/>
                  <a:pt x="32332" y="2254"/>
                  <a:pt x="24026" y="7317"/>
                </a:cubicBezTo>
                <a:cubicBezTo>
                  <a:pt x="9221" y="15995"/>
                  <a:pt x="194" y="32267"/>
                  <a:pt x="194" y="51071"/>
                </a:cubicBezTo>
                <a:cubicBezTo>
                  <a:pt x="194" y="77468"/>
                  <a:pt x="18610" y="97356"/>
                  <a:pt x="42803" y="97356"/>
                </a:cubicBezTo>
                <a:cubicBezTo>
                  <a:pt x="67719" y="97356"/>
                  <a:pt x="88302" y="76745"/>
                  <a:pt x="88302" y="51794"/>
                </a:cubicBezTo>
                <a:cubicBezTo>
                  <a:pt x="88302" y="34437"/>
                  <a:pt x="78913" y="19250"/>
                  <a:pt x="64469" y="13825"/>
                </a:cubicBezTo>
                <a:lnTo>
                  <a:pt x="98051" y="13825"/>
                </a:lnTo>
                <a:close/>
                <a:moveTo>
                  <a:pt x="53998" y="13825"/>
                </a:moveTo>
                <a:cubicBezTo>
                  <a:pt x="64830" y="24312"/>
                  <a:pt x="69886" y="36607"/>
                  <a:pt x="69886" y="53240"/>
                </a:cubicBezTo>
                <a:cubicBezTo>
                  <a:pt x="69886" y="74575"/>
                  <a:pt x="59414" y="89762"/>
                  <a:pt x="44248" y="89762"/>
                </a:cubicBezTo>
                <a:cubicBezTo>
                  <a:pt x="29443" y="89762"/>
                  <a:pt x="18610" y="73129"/>
                  <a:pt x="18610" y="50348"/>
                </a:cubicBezTo>
                <a:cubicBezTo>
                  <a:pt x="18610" y="31544"/>
                  <a:pt x="27999" y="17441"/>
                  <a:pt x="42442" y="14549"/>
                </a:cubicBezTo>
                <a:cubicBezTo>
                  <a:pt x="45331" y="14187"/>
                  <a:pt x="49664" y="13825"/>
                  <a:pt x="53998" y="13825"/>
                </a:cubicBezTo>
                <a:close/>
              </a:path>
            </a:pathLst>
          </a:custGeom>
          <a:solidFill>
            <a:schemeClr val="accent2"/>
          </a:solidFill>
          <a:ln w="9525" cap="flat">
            <a:solidFill>
              <a:srgbClr val="FF0000"/>
            </a:solidFill>
            <a:prstDash val="solid"/>
            <a:miter/>
          </a:ln>
        </p:spPr>
        <p:txBody>
          <a:bodyPr rtlCol="0" anchor="ctr"/>
          <a:lstStyle/>
          <a:p>
            <a:endParaRPr lang="zh-CN" altLang="en-US"/>
          </a:p>
        </p:txBody>
      </p:sp>
      <p:grpSp>
        <p:nvGrpSpPr>
          <p:cNvPr id="58" name="Graphic 2"/>
          <p:cNvGrpSpPr/>
          <p:nvPr/>
        </p:nvGrpSpPr>
        <p:grpSpPr>
          <a:xfrm>
            <a:off x="7470009" y="3563196"/>
            <a:ext cx="262013" cy="184800"/>
            <a:chOff x="7246846" y="4494824"/>
            <a:chExt cx="207717" cy="135963"/>
          </a:xfrm>
          <a:solidFill>
            <a:schemeClr val="accent2"/>
          </a:solidFill>
        </p:grpSpPr>
        <p:sp>
          <p:nvSpPr>
            <p:cNvPr id="59" name="任意多边形: 形状 58"/>
            <p:cNvSpPr/>
            <p:nvPr/>
          </p:nvSpPr>
          <p:spPr>
            <a:xfrm>
              <a:off x="7246846" y="4494824"/>
              <a:ext cx="80524" cy="111374"/>
            </a:xfrm>
            <a:custGeom>
              <a:avLst/>
              <a:gdLst>
                <a:gd name="connsiteX0" fmla="*/ 43169 w 80524"/>
                <a:gd name="connsiteY0" fmla="*/ 93381 h 111374"/>
                <a:gd name="connsiteX1" fmla="*/ 41003 w 80524"/>
                <a:gd name="connsiteY1" fmla="*/ 104591 h 111374"/>
                <a:gd name="connsiteX2" fmla="*/ 46780 w 80524"/>
                <a:gd name="connsiteY2" fmla="*/ 111462 h 111374"/>
                <a:gd name="connsiteX3" fmla="*/ 69529 w 80524"/>
                <a:gd name="connsiteY3" fmla="*/ 94466 h 111374"/>
                <a:gd name="connsiteX4" fmla="*/ 67002 w 80524"/>
                <a:gd name="connsiteY4" fmla="*/ 92658 h 111374"/>
                <a:gd name="connsiteX5" fmla="*/ 54363 w 80524"/>
                <a:gd name="connsiteY5" fmla="*/ 102783 h 111374"/>
                <a:gd name="connsiteX6" fmla="*/ 51474 w 80524"/>
                <a:gd name="connsiteY6" fmla="*/ 100613 h 111374"/>
                <a:gd name="connsiteX7" fmla="*/ 52558 w 80524"/>
                <a:gd name="connsiteY7" fmla="*/ 95189 h 111374"/>
                <a:gd name="connsiteX8" fmla="*/ 80723 w 80524"/>
                <a:gd name="connsiteY8" fmla="*/ 87 h 111374"/>
                <a:gd name="connsiteX9" fmla="*/ 57974 w 80524"/>
                <a:gd name="connsiteY9" fmla="*/ 3342 h 111374"/>
                <a:gd name="connsiteX10" fmla="*/ 57252 w 80524"/>
                <a:gd name="connsiteY10" fmla="*/ 6235 h 111374"/>
                <a:gd name="connsiteX11" fmla="*/ 59057 w 80524"/>
                <a:gd name="connsiteY11" fmla="*/ 6235 h 111374"/>
                <a:gd name="connsiteX12" fmla="*/ 62307 w 80524"/>
                <a:gd name="connsiteY12" fmla="*/ 5873 h 111374"/>
                <a:gd name="connsiteX13" fmla="*/ 66640 w 80524"/>
                <a:gd name="connsiteY13" fmla="*/ 9489 h 111374"/>
                <a:gd name="connsiteX14" fmla="*/ 65918 w 80524"/>
                <a:gd name="connsiteY14" fmla="*/ 13105 h 111374"/>
                <a:gd name="connsiteX15" fmla="*/ 57974 w 80524"/>
                <a:gd name="connsiteY15" fmla="*/ 42033 h 111374"/>
                <a:gd name="connsiteX16" fmla="*/ 46780 w 80524"/>
                <a:gd name="connsiteY16" fmla="*/ 36971 h 111374"/>
                <a:gd name="connsiteX17" fmla="*/ 199 w 80524"/>
                <a:gd name="connsiteY17" fmla="*/ 90850 h 111374"/>
                <a:gd name="connsiteX18" fmla="*/ 14281 w 80524"/>
                <a:gd name="connsiteY18" fmla="*/ 111100 h 111374"/>
                <a:gd name="connsiteX19" fmla="*/ 30531 w 80524"/>
                <a:gd name="connsiteY19" fmla="*/ 104229 h 111374"/>
                <a:gd name="connsiteX20" fmla="*/ 44252 w 80524"/>
                <a:gd name="connsiteY20" fmla="*/ 88319 h 111374"/>
                <a:gd name="connsiteX21" fmla="*/ 45336 w 80524"/>
                <a:gd name="connsiteY21" fmla="*/ 41310 h 111374"/>
                <a:gd name="connsiteX22" fmla="*/ 54002 w 80524"/>
                <a:gd name="connsiteY22" fmla="*/ 49989 h 111374"/>
                <a:gd name="connsiteX23" fmla="*/ 42086 w 80524"/>
                <a:gd name="connsiteY23" fmla="*/ 83618 h 111374"/>
                <a:gd name="connsiteX24" fmla="*/ 21864 w 80524"/>
                <a:gd name="connsiteY24" fmla="*/ 101337 h 111374"/>
                <a:gd name="connsiteX25" fmla="*/ 14281 w 80524"/>
                <a:gd name="connsiteY25" fmla="*/ 89404 h 111374"/>
                <a:gd name="connsiteX26" fmla="*/ 24753 w 80524"/>
                <a:gd name="connsiteY26" fmla="*/ 57583 h 111374"/>
                <a:gd name="connsiteX27" fmla="*/ 45336 w 80524"/>
                <a:gd name="connsiteY27" fmla="*/ 41310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169" y="93381"/>
                  </a:moveTo>
                  <a:cubicBezTo>
                    <a:pt x="41003" y="102060"/>
                    <a:pt x="41003" y="102060"/>
                    <a:pt x="41003" y="104591"/>
                  </a:cubicBezTo>
                  <a:cubicBezTo>
                    <a:pt x="41003" y="108569"/>
                    <a:pt x="43169" y="111462"/>
                    <a:pt x="46780" y="111462"/>
                  </a:cubicBezTo>
                  <a:cubicBezTo>
                    <a:pt x="53641" y="111462"/>
                    <a:pt x="60502" y="106399"/>
                    <a:pt x="69529" y="94466"/>
                  </a:cubicBezTo>
                  <a:lnTo>
                    <a:pt x="67002" y="92658"/>
                  </a:lnTo>
                  <a:cubicBezTo>
                    <a:pt x="61224" y="99890"/>
                    <a:pt x="57974" y="102783"/>
                    <a:pt x="54363" y="102783"/>
                  </a:cubicBezTo>
                  <a:cubicBezTo>
                    <a:pt x="52558" y="102783"/>
                    <a:pt x="51474" y="101698"/>
                    <a:pt x="51474" y="100613"/>
                  </a:cubicBezTo>
                  <a:cubicBezTo>
                    <a:pt x="51474" y="99529"/>
                    <a:pt x="51835" y="97359"/>
                    <a:pt x="52558" y="95189"/>
                  </a:cubicBezTo>
                  <a:lnTo>
                    <a:pt x="80723" y="87"/>
                  </a:lnTo>
                  <a:cubicBezTo>
                    <a:pt x="70973" y="2257"/>
                    <a:pt x="69168" y="2619"/>
                    <a:pt x="57974" y="3342"/>
                  </a:cubicBezTo>
                  <a:lnTo>
                    <a:pt x="57252" y="6235"/>
                  </a:lnTo>
                  <a:lnTo>
                    <a:pt x="59057" y="6235"/>
                  </a:lnTo>
                  <a:cubicBezTo>
                    <a:pt x="60502" y="6235"/>
                    <a:pt x="61585" y="5873"/>
                    <a:pt x="62307" y="5873"/>
                  </a:cubicBezTo>
                  <a:cubicBezTo>
                    <a:pt x="64474" y="5873"/>
                    <a:pt x="66640" y="7681"/>
                    <a:pt x="66640" y="9489"/>
                  </a:cubicBezTo>
                  <a:cubicBezTo>
                    <a:pt x="66640" y="10212"/>
                    <a:pt x="66279" y="11297"/>
                    <a:pt x="65918" y="13105"/>
                  </a:cubicBezTo>
                  <a:lnTo>
                    <a:pt x="57974" y="42033"/>
                  </a:lnTo>
                  <a:cubicBezTo>
                    <a:pt x="54002" y="38056"/>
                    <a:pt x="51113" y="36971"/>
                    <a:pt x="46780" y="36971"/>
                  </a:cubicBezTo>
                  <a:cubicBezTo>
                    <a:pt x="25475" y="36971"/>
                    <a:pt x="199" y="66261"/>
                    <a:pt x="199" y="90850"/>
                  </a:cubicBezTo>
                  <a:cubicBezTo>
                    <a:pt x="199" y="102783"/>
                    <a:pt x="5976" y="111100"/>
                    <a:pt x="14281" y="111100"/>
                  </a:cubicBezTo>
                  <a:cubicBezTo>
                    <a:pt x="18976" y="111100"/>
                    <a:pt x="25475" y="108207"/>
                    <a:pt x="30531" y="104229"/>
                  </a:cubicBezTo>
                  <a:cubicBezTo>
                    <a:pt x="35225" y="100252"/>
                    <a:pt x="38475" y="96274"/>
                    <a:pt x="44252" y="88319"/>
                  </a:cubicBezTo>
                  <a:close/>
                  <a:moveTo>
                    <a:pt x="45336" y="41310"/>
                  </a:moveTo>
                  <a:cubicBezTo>
                    <a:pt x="50752" y="41310"/>
                    <a:pt x="54002" y="44565"/>
                    <a:pt x="54002" y="49989"/>
                  </a:cubicBezTo>
                  <a:cubicBezTo>
                    <a:pt x="54002" y="57583"/>
                    <a:pt x="48585" y="73131"/>
                    <a:pt x="42086" y="83618"/>
                  </a:cubicBezTo>
                  <a:cubicBezTo>
                    <a:pt x="36308" y="93381"/>
                    <a:pt x="26920" y="101337"/>
                    <a:pt x="21864" y="101337"/>
                  </a:cubicBezTo>
                  <a:cubicBezTo>
                    <a:pt x="17170" y="101337"/>
                    <a:pt x="14281" y="96997"/>
                    <a:pt x="14281" y="89404"/>
                  </a:cubicBezTo>
                  <a:cubicBezTo>
                    <a:pt x="14281" y="80364"/>
                    <a:pt x="18253" y="68431"/>
                    <a:pt x="24753" y="57583"/>
                  </a:cubicBezTo>
                  <a:cubicBezTo>
                    <a:pt x="31614" y="47096"/>
                    <a:pt x="38836" y="41310"/>
                    <a:pt x="45336" y="41310"/>
                  </a:cubicBezTo>
                  <a:close/>
                </a:path>
              </a:pathLst>
            </a:custGeom>
            <a:grpFill/>
            <a:ln w="9525" cap="flat">
              <a:solidFill>
                <a:srgbClr val="FF0000"/>
              </a:solidFill>
              <a:prstDash val="solid"/>
              <a:miter/>
            </a:ln>
          </p:spPr>
          <p:txBody>
            <a:bodyPr rtlCol="0" anchor="ctr"/>
            <a:lstStyle/>
            <a:p>
              <a:endParaRPr lang="zh-CN" altLang="en-US"/>
            </a:p>
          </p:txBody>
        </p:sp>
        <p:sp>
          <p:nvSpPr>
            <p:cNvPr id="60" name="任意多边形: 形状 59"/>
            <p:cNvSpPr/>
            <p:nvPr/>
          </p:nvSpPr>
          <p:spPr>
            <a:xfrm>
              <a:off x="7324609" y="4531346"/>
              <a:ext cx="59580" cy="74490"/>
            </a:xfrm>
            <a:custGeom>
              <a:avLst/>
              <a:gdLst>
                <a:gd name="connsiteX0" fmla="*/ 49311 w 59580"/>
                <a:gd name="connsiteY0" fmla="*/ 55413 h 74490"/>
                <a:gd name="connsiteX1" fmla="*/ 28368 w 59580"/>
                <a:gd name="connsiteY1" fmla="*/ 66261 h 74490"/>
                <a:gd name="connsiteX2" fmla="*/ 13201 w 59580"/>
                <a:gd name="connsiteY2" fmla="*/ 49627 h 74490"/>
                <a:gd name="connsiteX3" fmla="*/ 13924 w 59580"/>
                <a:gd name="connsiteY3" fmla="*/ 41310 h 74490"/>
                <a:gd name="connsiteX4" fmla="*/ 41367 w 59580"/>
                <a:gd name="connsiteY4" fmla="*/ 35525 h 74490"/>
                <a:gd name="connsiteX5" fmla="*/ 59783 w 59580"/>
                <a:gd name="connsiteY5" fmla="*/ 12020 h 74490"/>
                <a:gd name="connsiteX6" fmla="*/ 44617 w 59580"/>
                <a:gd name="connsiteY6" fmla="*/ 87 h 74490"/>
                <a:gd name="connsiteX7" fmla="*/ 202 w 59580"/>
                <a:gd name="connsiteY7" fmla="*/ 50350 h 74490"/>
                <a:gd name="connsiteX8" fmla="*/ 21507 w 59580"/>
                <a:gd name="connsiteY8" fmla="*/ 74578 h 74490"/>
                <a:gd name="connsiteX9" fmla="*/ 52561 w 59580"/>
                <a:gd name="connsiteY9" fmla="*/ 57582 h 74490"/>
                <a:gd name="connsiteX10" fmla="*/ 15007 w 59580"/>
                <a:gd name="connsiteY10" fmla="*/ 36971 h 74490"/>
                <a:gd name="connsiteX11" fmla="*/ 41728 w 59580"/>
                <a:gd name="connsiteY11" fmla="*/ 4788 h 74490"/>
                <a:gd name="connsiteX12" fmla="*/ 48228 w 59580"/>
                <a:gd name="connsiteY12" fmla="*/ 11659 h 74490"/>
                <a:gd name="connsiteX13" fmla="*/ 42450 w 59580"/>
                <a:gd name="connsiteY13" fmla="*/ 25400 h 74490"/>
                <a:gd name="connsiteX14" fmla="*/ 21507 w 59580"/>
                <a:gd name="connsiteY14" fmla="*/ 36609 h 74490"/>
                <a:gd name="connsiteX15" fmla="*/ 15007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11" y="55413"/>
                  </a:moveTo>
                  <a:cubicBezTo>
                    <a:pt x="42450" y="63007"/>
                    <a:pt x="35589" y="66261"/>
                    <a:pt x="28368" y="66261"/>
                  </a:cubicBezTo>
                  <a:cubicBezTo>
                    <a:pt x="19701" y="66261"/>
                    <a:pt x="13201" y="59390"/>
                    <a:pt x="13201" y="49627"/>
                  </a:cubicBezTo>
                  <a:cubicBezTo>
                    <a:pt x="13201" y="47096"/>
                    <a:pt x="13562" y="44203"/>
                    <a:pt x="13924" y="41310"/>
                  </a:cubicBezTo>
                  <a:cubicBezTo>
                    <a:pt x="26562" y="40587"/>
                    <a:pt x="33784" y="39141"/>
                    <a:pt x="41367" y="35525"/>
                  </a:cubicBezTo>
                  <a:cubicBezTo>
                    <a:pt x="52561" y="30462"/>
                    <a:pt x="59783" y="21060"/>
                    <a:pt x="59783" y="12020"/>
                  </a:cubicBezTo>
                  <a:cubicBezTo>
                    <a:pt x="59783" y="5150"/>
                    <a:pt x="53283" y="87"/>
                    <a:pt x="44617" y="87"/>
                  </a:cubicBezTo>
                  <a:cubicBezTo>
                    <a:pt x="22951" y="87"/>
                    <a:pt x="202" y="26123"/>
                    <a:pt x="202" y="50350"/>
                  </a:cubicBezTo>
                  <a:cubicBezTo>
                    <a:pt x="202" y="64815"/>
                    <a:pt x="8868" y="74578"/>
                    <a:pt x="21507" y="74578"/>
                  </a:cubicBezTo>
                  <a:cubicBezTo>
                    <a:pt x="31617" y="74578"/>
                    <a:pt x="40284" y="69515"/>
                    <a:pt x="52561" y="57582"/>
                  </a:cubicBezTo>
                  <a:close/>
                  <a:moveTo>
                    <a:pt x="15007" y="36971"/>
                  </a:moveTo>
                  <a:cubicBezTo>
                    <a:pt x="20423" y="18529"/>
                    <a:pt x="31979" y="4788"/>
                    <a:pt x="41728" y="4788"/>
                  </a:cubicBezTo>
                  <a:cubicBezTo>
                    <a:pt x="45339" y="4788"/>
                    <a:pt x="48228" y="7681"/>
                    <a:pt x="48228" y="11659"/>
                  </a:cubicBezTo>
                  <a:cubicBezTo>
                    <a:pt x="48228" y="15998"/>
                    <a:pt x="46061" y="21060"/>
                    <a:pt x="42450" y="25400"/>
                  </a:cubicBezTo>
                  <a:cubicBezTo>
                    <a:pt x="37034" y="31185"/>
                    <a:pt x="30173" y="35163"/>
                    <a:pt x="21507" y="36609"/>
                  </a:cubicBezTo>
                  <a:cubicBezTo>
                    <a:pt x="20062" y="36609"/>
                    <a:pt x="17896" y="36971"/>
                    <a:pt x="15007" y="36971"/>
                  </a:cubicBezTo>
                  <a:close/>
                </a:path>
              </a:pathLst>
            </a:custGeom>
            <a:grpFill/>
            <a:ln w="9525" cap="flat">
              <a:solidFill>
                <a:srgbClr val="FF0000"/>
              </a:solidFill>
              <a:prstDash val="solid"/>
              <a:miter/>
            </a:ln>
          </p:spPr>
          <p:txBody>
            <a:bodyPr rtlCol="0" anchor="ctr"/>
            <a:lstStyle/>
            <a:p>
              <a:endParaRPr lang="zh-CN" altLang="en-US"/>
            </a:p>
          </p:txBody>
        </p:sp>
        <p:sp>
          <p:nvSpPr>
            <p:cNvPr id="61" name="任意多边形: 形状 60"/>
            <p:cNvSpPr/>
            <p:nvPr/>
          </p:nvSpPr>
          <p:spPr>
            <a:xfrm>
              <a:off x="7372594" y="4532069"/>
              <a:ext cx="81968" cy="98717"/>
            </a:xfrm>
            <a:custGeom>
              <a:avLst/>
              <a:gdLst>
                <a:gd name="connsiteX0" fmla="*/ 29454 w 81968"/>
                <a:gd name="connsiteY0" fmla="*/ 70600 h 98717"/>
                <a:gd name="connsiteX1" fmla="*/ 39925 w 81968"/>
                <a:gd name="connsiteY1" fmla="*/ 73493 h 98717"/>
                <a:gd name="connsiteX2" fmla="*/ 82174 w 81968"/>
                <a:gd name="connsiteY2" fmla="*/ 21422 h 98717"/>
                <a:gd name="connsiteX3" fmla="*/ 66646 w 81968"/>
                <a:gd name="connsiteY3" fmla="*/ 87 h 98717"/>
                <a:gd name="connsiteX4" fmla="*/ 44981 w 81968"/>
                <a:gd name="connsiteY4" fmla="*/ 15636 h 98717"/>
                <a:gd name="connsiteX5" fmla="*/ 49675 w 81968"/>
                <a:gd name="connsiteY5" fmla="*/ 87 h 98717"/>
                <a:gd name="connsiteX6" fmla="*/ 27287 w 81968"/>
                <a:gd name="connsiteY6" fmla="*/ 3342 h 98717"/>
                <a:gd name="connsiteX7" fmla="*/ 26565 w 81968"/>
                <a:gd name="connsiteY7" fmla="*/ 6235 h 98717"/>
                <a:gd name="connsiteX8" fmla="*/ 30898 w 81968"/>
                <a:gd name="connsiteY8" fmla="*/ 5511 h 98717"/>
                <a:gd name="connsiteX9" fmla="*/ 34870 w 81968"/>
                <a:gd name="connsiteY9" fmla="*/ 10212 h 98717"/>
                <a:gd name="connsiteX10" fmla="*/ 33787 w 81968"/>
                <a:gd name="connsiteY10" fmla="*/ 15636 h 98717"/>
                <a:gd name="connsiteX11" fmla="*/ 15371 w 81968"/>
                <a:gd name="connsiteY11" fmla="*/ 80725 h 98717"/>
                <a:gd name="connsiteX12" fmla="*/ 5260 w 81968"/>
                <a:gd name="connsiteY12" fmla="*/ 95913 h 98717"/>
                <a:gd name="connsiteX13" fmla="*/ 927 w 81968"/>
                <a:gd name="connsiteY13" fmla="*/ 95913 h 98717"/>
                <a:gd name="connsiteX14" fmla="*/ 205 w 81968"/>
                <a:gd name="connsiteY14" fmla="*/ 98805 h 98717"/>
                <a:gd name="connsiteX15" fmla="*/ 34509 w 81968"/>
                <a:gd name="connsiteY15" fmla="*/ 98805 h 98717"/>
                <a:gd name="connsiteX16" fmla="*/ 35231 w 81968"/>
                <a:gd name="connsiteY16" fmla="*/ 95913 h 98717"/>
                <a:gd name="connsiteX17" fmla="*/ 27648 w 81968"/>
                <a:gd name="connsiteY17" fmla="*/ 95913 h 98717"/>
                <a:gd name="connsiteX18" fmla="*/ 23315 w 81968"/>
                <a:gd name="connsiteY18" fmla="*/ 92658 h 98717"/>
                <a:gd name="connsiteX19" fmla="*/ 24398 w 81968"/>
                <a:gd name="connsiteY19" fmla="*/ 88319 h 98717"/>
                <a:gd name="connsiteX20" fmla="*/ 39203 w 81968"/>
                <a:gd name="connsiteY20" fmla="*/ 35525 h 98717"/>
                <a:gd name="connsiteX21" fmla="*/ 48592 w 81968"/>
                <a:gd name="connsiteY21" fmla="*/ 15636 h 98717"/>
                <a:gd name="connsiteX22" fmla="*/ 61591 w 81968"/>
                <a:gd name="connsiteY22" fmla="*/ 8043 h 98717"/>
                <a:gd name="connsiteX23" fmla="*/ 69535 w 81968"/>
                <a:gd name="connsiteY23" fmla="*/ 21060 h 98717"/>
                <a:gd name="connsiteX24" fmla="*/ 40287 w 81968"/>
                <a:gd name="connsiteY24" fmla="*/ 69877 h 98717"/>
                <a:gd name="connsiteX25" fmla="*/ 30898 w 81968"/>
                <a:gd name="connsiteY25" fmla="*/ 65176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454" y="70600"/>
                  </a:moveTo>
                  <a:cubicBezTo>
                    <a:pt x="33426" y="72770"/>
                    <a:pt x="35953" y="73493"/>
                    <a:pt x="39925" y="73493"/>
                  </a:cubicBezTo>
                  <a:cubicBezTo>
                    <a:pt x="60147" y="73493"/>
                    <a:pt x="82174" y="46734"/>
                    <a:pt x="82174" y="21422"/>
                  </a:cubicBezTo>
                  <a:cubicBezTo>
                    <a:pt x="82174" y="8766"/>
                    <a:pt x="76035" y="87"/>
                    <a:pt x="66646" y="87"/>
                  </a:cubicBezTo>
                  <a:cubicBezTo>
                    <a:pt x="59064" y="87"/>
                    <a:pt x="53286" y="4427"/>
                    <a:pt x="44981" y="15636"/>
                  </a:cubicBezTo>
                  <a:lnTo>
                    <a:pt x="49675" y="87"/>
                  </a:lnTo>
                  <a:cubicBezTo>
                    <a:pt x="36314" y="2257"/>
                    <a:pt x="35231" y="2257"/>
                    <a:pt x="27287" y="3342"/>
                  </a:cubicBezTo>
                  <a:lnTo>
                    <a:pt x="26565" y="6235"/>
                  </a:lnTo>
                  <a:cubicBezTo>
                    <a:pt x="29092" y="5873"/>
                    <a:pt x="29815" y="5511"/>
                    <a:pt x="30898" y="5511"/>
                  </a:cubicBezTo>
                  <a:cubicBezTo>
                    <a:pt x="33787" y="5511"/>
                    <a:pt x="34870" y="7320"/>
                    <a:pt x="34870" y="10212"/>
                  </a:cubicBezTo>
                  <a:cubicBezTo>
                    <a:pt x="34870" y="12020"/>
                    <a:pt x="34870" y="12020"/>
                    <a:pt x="33787" y="15636"/>
                  </a:cubicBezTo>
                  <a:lnTo>
                    <a:pt x="15371" y="80725"/>
                  </a:lnTo>
                  <a:cubicBezTo>
                    <a:pt x="11038" y="94828"/>
                    <a:pt x="10315" y="95913"/>
                    <a:pt x="5260" y="95913"/>
                  </a:cubicBezTo>
                  <a:lnTo>
                    <a:pt x="927" y="95913"/>
                  </a:lnTo>
                  <a:lnTo>
                    <a:pt x="205" y="98805"/>
                  </a:lnTo>
                  <a:lnTo>
                    <a:pt x="34509" y="98805"/>
                  </a:lnTo>
                  <a:lnTo>
                    <a:pt x="35231" y="95913"/>
                  </a:lnTo>
                  <a:lnTo>
                    <a:pt x="27648" y="95913"/>
                  </a:lnTo>
                  <a:cubicBezTo>
                    <a:pt x="25481" y="95913"/>
                    <a:pt x="23315" y="94104"/>
                    <a:pt x="23315" y="92658"/>
                  </a:cubicBezTo>
                  <a:cubicBezTo>
                    <a:pt x="23315" y="91935"/>
                    <a:pt x="23676" y="90488"/>
                    <a:pt x="24398" y="88319"/>
                  </a:cubicBezTo>
                  <a:close/>
                  <a:moveTo>
                    <a:pt x="39203" y="35525"/>
                  </a:moveTo>
                  <a:cubicBezTo>
                    <a:pt x="42092" y="26484"/>
                    <a:pt x="44981" y="20337"/>
                    <a:pt x="48592" y="15636"/>
                  </a:cubicBezTo>
                  <a:cubicBezTo>
                    <a:pt x="52564" y="10936"/>
                    <a:pt x="57619" y="8043"/>
                    <a:pt x="61591" y="8043"/>
                  </a:cubicBezTo>
                  <a:cubicBezTo>
                    <a:pt x="66285" y="8043"/>
                    <a:pt x="69535" y="13467"/>
                    <a:pt x="69535" y="21060"/>
                  </a:cubicBezTo>
                  <a:cubicBezTo>
                    <a:pt x="69535" y="43841"/>
                    <a:pt x="54008" y="69877"/>
                    <a:pt x="40287" y="69877"/>
                  </a:cubicBezTo>
                  <a:cubicBezTo>
                    <a:pt x="36314" y="69877"/>
                    <a:pt x="33426" y="68431"/>
                    <a:pt x="30898" y="65176"/>
                  </a:cubicBezTo>
                  <a:close/>
                </a:path>
              </a:pathLst>
            </a:custGeom>
            <a:grpFill/>
            <a:ln w="9525" cap="flat">
              <a:solidFill>
                <a:srgbClr val="FF0000"/>
              </a:solidFill>
              <a:prstDash val="solid"/>
              <a:miter/>
            </a:ln>
          </p:spPr>
          <p:txBody>
            <a:bodyPr rtlCol="0" anchor="ctr"/>
            <a:lstStyle/>
            <a:p>
              <a:endParaRPr lang="zh-CN" altLang="en-US"/>
            </a:p>
          </p:txBody>
        </p:sp>
      </p:grpSp>
      <p:grpSp>
        <p:nvGrpSpPr>
          <p:cNvPr id="62" name="Graphic 2"/>
          <p:cNvGrpSpPr/>
          <p:nvPr/>
        </p:nvGrpSpPr>
        <p:grpSpPr>
          <a:xfrm>
            <a:off x="7743279" y="3591210"/>
            <a:ext cx="733263" cy="148921"/>
            <a:chOff x="7463487" y="4515435"/>
            <a:chExt cx="581312" cy="109566"/>
          </a:xfrm>
          <a:solidFill>
            <a:schemeClr val="accent2"/>
          </a:solidFill>
        </p:grpSpPr>
        <p:sp>
          <p:nvSpPr>
            <p:cNvPr id="63" name="任意多边形: 形状 62"/>
            <p:cNvSpPr/>
            <p:nvPr/>
          </p:nvSpPr>
          <p:spPr>
            <a:xfrm>
              <a:off x="7463487" y="4515435"/>
              <a:ext cx="39720" cy="90400"/>
            </a:xfrm>
            <a:custGeom>
              <a:avLst/>
              <a:gdLst>
                <a:gd name="connsiteX0" fmla="*/ 28012 w 39720"/>
                <a:gd name="connsiteY0" fmla="*/ 22868 h 90400"/>
                <a:gd name="connsiteX1" fmla="*/ 38484 w 39720"/>
                <a:gd name="connsiteY1" fmla="*/ 22868 h 90400"/>
                <a:gd name="connsiteX2" fmla="*/ 39928 w 39720"/>
                <a:gd name="connsiteY2" fmla="*/ 17806 h 90400"/>
                <a:gd name="connsiteX3" fmla="*/ 29457 w 39720"/>
                <a:gd name="connsiteY3" fmla="*/ 17806 h 90400"/>
                <a:gd name="connsiteX4" fmla="*/ 34512 w 39720"/>
                <a:gd name="connsiteY4" fmla="*/ 87 h 90400"/>
                <a:gd name="connsiteX5" fmla="*/ 30901 w 39720"/>
                <a:gd name="connsiteY5" fmla="*/ 87 h 90400"/>
                <a:gd name="connsiteX6" fmla="*/ 6346 w 39720"/>
                <a:gd name="connsiteY6" fmla="*/ 17806 h 90400"/>
                <a:gd name="connsiteX7" fmla="*/ 5263 w 39720"/>
                <a:gd name="connsiteY7" fmla="*/ 22868 h 90400"/>
                <a:gd name="connsiteX8" fmla="*/ 16457 w 39720"/>
                <a:gd name="connsiteY8" fmla="*/ 22868 h 90400"/>
                <a:gd name="connsiteX9" fmla="*/ 2374 w 39720"/>
                <a:gd name="connsiteY9" fmla="*/ 71685 h 90400"/>
                <a:gd name="connsiteX10" fmla="*/ 208 w 39720"/>
                <a:gd name="connsiteY10" fmla="*/ 82533 h 90400"/>
                <a:gd name="connsiteX11" fmla="*/ 8152 w 39720"/>
                <a:gd name="connsiteY11" fmla="*/ 90488 h 90400"/>
                <a:gd name="connsiteX12" fmla="*/ 28735 w 39720"/>
                <a:gd name="connsiteY12" fmla="*/ 73855 h 90400"/>
                <a:gd name="connsiteX13" fmla="*/ 26929 w 39720"/>
                <a:gd name="connsiteY13" fmla="*/ 71685 h 90400"/>
                <a:gd name="connsiteX14" fmla="*/ 14652 w 39720"/>
                <a:gd name="connsiteY14" fmla="*/ 82533 h 90400"/>
                <a:gd name="connsiteX15" fmla="*/ 12124 w 39720"/>
                <a:gd name="connsiteY15" fmla="*/ 80364 h 90400"/>
                <a:gd name="connsiteX16" fmla="*/ 13929 w 39720"/>
                <a:gd name="connsiteY16" fmla="*/ 72770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12" y="22868"/>
                  </a:moveTo>
                  <a:lnTo>
                    <a:pt x="38484" y="22868"/>
                  </a:lnTo>
                  <a:lnTo>
                    <a:pt x="39928" y="17806"/>
                  </a:lnTo>
                  <a:lnTo>
                    <a:pt x="29457" y="17806"/>
                  </a:lnTo>
                  <a:lnTo>
                    <a:pt x="34512" y="87"/>
                  </a:lnTo>
                  <a:lnTo>
                    <a:pt x="30901" y="87"/>
                  </a:lnTo>
                  <a:cubicBezTo>
                    <a:pt x="22235" y="11297"/>
                    <a:pt x="16096" y="15636"/>
                    <a:pt x="6346" y="17806"/>
                  </a:cubicBezTo>
                  <a:lnTo>
                    <a:pt x="5263" y="22868"/>
                  </a:lnTo>
                  <a:lnTo>
                    <a:pt x="16457" y="22868"/>
                  </a:lnTo>
                  <a:lnTo>
                    <a:pt x="2374" y="71685"/>
                  </a:lnTo>
                  <a:cubicBezTo>
                    <a:pt x="1291" y="75663"/>
                    <a:pt x="208" y="80364"/>
                    <a:pt x="208" y="82533"/>
                  </a:cubicBezTo>
                  <a:cubicBezTo>
                    <a:pt x="208" y="87234"/>
                    <a:pt x="3458" y="90488"/>
                    <a:pt x="8152" y="90488"/>
                  </a:cubicBezTo>
                  <a:cubicBezTo>
                    <a:pt x="14291" y="90488"/>
                    <a:pt x="20790" y="85064"/>
                    <a:pt x="28735" y="73855"/>
                  </a:cubicBezTo>
                  <a:lnTo>
                    <a:pt x="26929" y="71685"/>
                  </a:lnTo>
                  <a:cubicBezTo>
                    <a:pt x="21874" y="78194"/>
                    <a:pt x="17179" y="82533"/>
                    <a:pt x="14652" y="82533"/>
                  </a:cubicBezTo>
                  <a:cubicBezTo>
                    <a:pt x="13568" y="82533"/>
                    <a:pt x="12124" y="81448"/>
                    <a:pt x="12124" y="80364"/>
                  </a:cubicBezTo>
                  <a:cubicBezTo>
                    <a:pt x="12124" y="79279"/>
                    <a:pt x="12124" y="79279"/>
                    <a:pt x="13929" y="72770"/>
                  </a:cubicBezTo>
                  <a:close/>
                </a:path>
              </a:pathLst>
            </a:custGeom>
            <a:grpFill/>
            <a:ln w="9525" cap="flat">
              <a:solidFill>
                <a:srgbClr val="FF0000"/>
              </a:solidFill>
              <a:prstDash val="solid"/>
              <a:miter/>
            </a:ln>
          </p:spPr>
          <p:txBody>
            <a:bodyPr rtlCol="0" anchor="ctr"/>
            <a:lstStyle/>
            <a:p>
              <a:endParaRPr lang="zh-CN" altLang="en-US"/>
            </a:p>
          </p:txBody>
        </p:sp>
        <p:sp>
          <p:nvSpPr>
            <p:cNvPr id="128" name="任意多边形: 形状 127"/>
            <p:cNvSpPr/>
            <p:nvPr/>
          </p:nvSpPr>
          <p:spPr>
            <a:xfrm>
              <a:off x="7509369" y="4617769"/>
              <a:ext cx="73663" cy="7232"/>
            </a:xfrm>
            <a:custGeom>
              <a:avLst/>
              <a:gdLst>
                <a:gd name="connsiteX0" fmla="*/ 210 w 73663"/>
                <a:gd name="connsiteY0" fmla="*/ 87 h 7232"/>
                <a:gd name="connsiteX1" fmla="*/ 210 w 73663"/>
                <a:gd name="connsiteY1" fmla="*/ 7320 h 7232"/>
                <a:gd name="connsiteX2" fmla="*/ 73873 w 73663"/>
                <a:gd name="connsiteY2" fmla="*/ 7320 h 7232"/>
                <a:gd name="connsiteX3" fmla="*/ 73873 w 73663"/>
                <a:gd name="connsiteY3" fmla="*/ 87 h 7232"/>
              </a:gdLst>
              <a:ahLst/>
              <a:cxnLst>
                <a:cxn ang="0">
                  <a:pos x="connsiteX0" y="connsiteY0"/>
                </a:cxn>
                <a:cxn ang="0">
                  <a:pos x="connsiteX1" y="connsiteY1"/>
                </a:cxn>
                <a:cxn ang="0">
                  <a:pos x="connsiteX2" y="connsiteY2"/>
                </a:cxn>
                <a:cxn ang="0">
                  <a:pos x="connsiteX3" y="connsiteY3"/>
                </a:cxn>
              </a:cxnLst>
              <a:rect l="l" t="t" r="r" b="b"/>
              <a:pathLst>
                <a:path w="73663" h="7232">
                  <a:moveTo>
                    <a:pt x="210" y="87"/>
                  </a:moveTo>
                  <a:lnTo>
                    <a:pt x="210" y="7320"/>
                  </a:lnTo>
                  <a:lnTo>
                    <a:pt x="73873" y="7320"/>
                  </a:lnTo>
                  <a:lnTo>
                    <a:pt x="73873" y="87"/>
                  </a:lnTo>
                  <a:close/>
                </a:path>
              </a:pathLst>
            </a:custGeom>
            <a:grpFill/>
            <a:ln w="9525" cap="flat">
              <a:solidFill>
                <a:srgbClr val="FF0000"/>
              </a:solidFill>
              <a:prstDash val="solid"/>
              <a:miter/>
            </a:ln>
          </p:spPr>
          <p:txBody>
            <a:bodyPr rtlCol="0" anchor="ctr"/>
            <a:lstStyle/>
            <a:p>
              <a:endParaRPr lang="zh-CN" altLang="en-US"/>
            </a:p>
          </p:txBody>
        </p:sp>
        <p:sp>
          <p:nvSpPr>
            <p:cNvPr id="129" name="任意多边形: 形状 128"/>
            <p:cNvSpPr/>
            <p:nvPr/>
          </p:nvSpPr>
          <p:spPr>
            <a:xfrm>
              <a:off x="7584477" y="4531346"/>
              <a:ext cx="69330" cy="74128"/>
            </a:xfrm>
            <a:custGeom>
              <a:avLst/>
              <a:gdLst>
                <a:gd name="connsiteX0" fmla="*/ 33795 w 69330"/>
                <a:gd name="connsiteY0" fmla="*/ 87 h 74128"/>
                <a:gd name="connsiteX1" fmla="*/ 11768 w 69330"/>
                <a:gd name="connsiteY1" fmla="*/ 2257 h 74128"/>
                <a:gd name="connsiteX2" fmla="*/ 10685 w 69330"/>
                <a:gd name="connsiteY2" fmla="*/ 5511 h 74128"/>
                <a:gd name="connsiteX3" fmla="*/ 12490 w 69330"/>
                <a:gd name="connsiteY3" fmla="*/ 5150 h 74128"/>
                <a:gd name="connsiteX4" fmla="*/ 15379 w 69330"/>
                <a:gd name="connsiteY4" fmla="*/ 4788 h 74128"/>
                <a:gd name="connsiteX5" fmla="*/ 18990 w 69330"/>
                <a:gd name="connsiteY5" fmla="*/ 8043 h 74128"/>
                <a:gd name="connsiteX6" fmla="*/ 17546 w 69330"/>
                <a:gd name="connsiteY6" fmla="*/ 14913 h 74128"/>
                <a:gd name="connsiteX7" fmla="*/ 213 w 69330"/>
                <a:gd name="connsiteY7" fmla="*/ 72408 h 74128"/>
                <a:gd name="connsiteX8" fmla="*/ 12129 w 69330"/>
                <a:gd name="connsiteY8" fmla="*/ 72408 h 74128"/>
                <a:gd name="connsiteX9" fmla="*/ 17185 w 69330"/>
                <a:gd name="connsiteY9" fmla="*/ 53605 h 74128"/>
                <a:gd name="connsiteX10" fmla="*/ 32351 w 69330"/>
                <a:gd name="connsiteY10" fmla="*/ 26846 h 74128"/>
                <a:gd name="connsiteX11" fmla="*/ 52572 w 69330"/>
                <a:gd name="connsiteY11" fmla="*/ 9851 h 74128"/>
                <a:gd name="connsiteX12" fmla="*/ 56544 w 69330"/>
                <a:gd name="connsiteY12" fmla="*/ 14552 h 74128"/>
                <a:gd name="connsiteX13" fmla="*/ 55461 w 69330"/>
                <a:gd name="connsiteY13" fmla="*/ 22145 h 74128"/>
                <a:gd name="connsiteX14" fmla="*/ 42823 w 69330"/>
                <a:gd name="connsiteY14" fmla="*/ 63007 h 74128"/>
                <a:gd name="connsiteX15" fmla="*/ 41739 w 69330"/>
                <a:gd name="connsiteY15" fmla="*/ 67707 h 74128"/>
                <a:gd name="connsiteX16" fmla="*/ 48600 w 69330"/>
                <a:gd name="connsiteY16" fmla="*/ 74216 h 74128"/>
                <a:gd name="connsiteX17" fmla="*/ 69544 w 69330"/>
                <a:gd name="connsiteY17" fmla="*/ 58667 h 74128"/>
                <a:gd name="connsiteX18" fmla="*/ 68099 w 69330"/>
                <a:gd name="connsiteY18" fmla="*/ 57221 h 74128"/>
                <a:gd name="connsiteX19" fmla="*/ 56905 w 69330"/>
                <a:gd name="connsiteY19" fmla="*/ 66623 h 74128"/>
                <a:gd name="connsiteX20" fmla="*/ 54739 w 69330"/>
                <a:gd name="connsiteY20" fmla="*/ 64453 h 74128"/>
                <a:gd name="connsiteX21" fmla="*/ 55461 w 69330"/>
                <a:gd name="connsiteY21" fmla="*/ 60837 h 74128"/>
                <a:gd name="connsiteX22" fmla="*/ 67016 w 69330"/>
                <a:gd name="connsiteY22" fmla="*/ 20337 h 74128"/>
                <a:gd name="connsiteX23" fmla="*/ 68460 w 69330"/>
                <a:gd name="connsiteY23" fmla="*/ 10936 h 74128"/>
                <a:gd name="connsiteX24" fmla="*/ 59794 w 69330"/>
                <a:gd name="connsiteY24" fmla="*/ 811 h 74128"/>
                <a:gd name="connsiteX25" fmla="*/ 22962 w 69330"/>
                <a:gd name="connsiteY25" fmla="*/ 3407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795" y="87"/>
                  </a:moveTo>
                  <a:cubicBezTo>
                    <a:pt x="23684" y="1534"/>
                    <a:pt x="21879" y="1534"/>
                    <a:pt x="11768" y="2257"/>
                  </a:cubicBezTo>
                  <a:lnTo>
                    <a:pt x="10685" y="5511"/>
                  </a:lnTo>
                  <a:lnTo>
                    <a:pt x="12490" y="5150"/>
                  </a:lnTo>
                  <a:cubicBezTo>
                    <a:pt x="13574" y="5150"/>
                    <a:pt x="14657" y="4788"/>
                    <a:pt x="15379" y="4788"/>
                  </a:cubicBezTo>
                  <a:cubicBezTo>
                    <a:pt x="17185" y="4788"/>
                    <a:pt x="18990" y="6596"/>
                    <a:pt x="18990" y="8043"/>
                  </a:cubicBezTo>
                  <a:cubicBezTo>
                    <a:pt x="18990" y="8766"/>
                    <a:pt x="18629" y="11659"/>
                    <a:pt x="17546" y="14913"/>
                  </a:cubicBezTo>
                  <a:lnTo>
                    <a:pt x="213" y="72408"/>
                  </a:lnTo>
                  <a:lnTo>
                    <a:pt x="12129" y="72408"/>
                  </a:lnTo>
                  <a:lnTo>
                    <a:pt x="17185" y="53605"/>
                  </a:lnTo>
                  <a:cubicBezTo>
                    <a:pt x="20073" y="44565"/>
                    <a:pt x="24046" y="37333"/>
                    <a:pt x="32351" y="26846"/>
                  </a:cubicBezTo>
                  <a:cubicBezTo>
                    <a:pt x="42100" y="14913"/>
                    <a:pt x="47878" y="9851"/>
                    <a:pt x="52572" y="9851"/>
                  </a:cubicBezTo>
                  <a:cubicBezTo>
                    <a:pt x="54739" y="9851"/>
                    <a:pt x="56544" y="12020"/>
                    <a:pt x="56544" y="14552"/>
                  </a:cubicBezTo>
                  <a:cubicBezTo>
                    <a:pt x="56544" y="16360"/>
                    <a:pt x="56183" y="19614"/>
                    <a:pt x="55461" y="22145"/>
                  </a:cubicBezTo>
                  <a:lnTo>
                    <a:pt x="42823" y="63007"/>
                  </a:lnTo>
                  <a:cubicBezTo>
                    <a:pt x="42100" y="64453"/>
                    <a:pt x="41739" y="66623"/>
                    <a:pt x="41739" y="67707"/>
                  </a:cubicBezTo>
                  <a:cubicBezTo>
                    <a:pt x="41739" y="71323"/>
                    <a:pt x="44628" y="74216"/>
                    <a:pt x="48600" y="74216"/>
                  </a:cubicBezTo>
                  <a:cubicBezTo>
                    <a:pt x="54739" y="74216"/>
                    <a:pt x="61961" y="69154"/>
                    <a:pt x="69544" y="58667"/>
                  </a:cubicBezTo>
                  <a:lnTo>
                    <a:pt x="68099" y="57221"/>
                  </a:lnTo>
                  <a:cubicBezTo>
                    <a:pt x="63766" y="63007"/>
                    <a:pt x="59072" y="66623"/>
                    <a:pt x="56905" y="66623"/>
                  </a:cubicBezTo>
                  <a:cubicBezTo>
                    <a:pt x="55822" y="66623"/>
                    <a:pt x="54739" y="65538"/>
                    <a:pt x="54739" y="64453"/>
                  </a:cubicBezTo>
                  <a:cubicBezTo>
                    <a:pt x="54739" y="63368"/>
                    <a:pt x="55100" y="62283"/>
                    <a:pt x="55461" y="60837"/>
                  </a:cubicBezTo>
                  <a:lnTo>
                    <a:pt x="67016" y="20337"/>
                  </a:lnTo>
                  <a:cubicBezTo>
                    <a:pt x="68099" y="17083"/>
                    <a:pt x="68460" y="14190"/>
                    <a:pt x="68460" y="10936"/>
                  </a:cubicBezTo>
                  <a:cubicBezTo>
                    <a:pt x="68460" y="4788"/>
                    <a:pt x="65211" y="811"/>
                    <a:pt x="59794" y="811"/>
                  </a:cubicBezTo>
                  <a:cubicBezTo>
                    <a:pt x="50045" y="811"/>
                    <a:pt x="39573" y="10212"/>
                    <a:pt x="22962" y="34078"/>
                  </a:cubicBezTo>
                  <a:close/>
                </a:path>
              </a:pathLst>
            </a:custGeom>
            <a:grpFill/>
            <a:ln w="9525" cap="flat">
              <a:solidFill>
                <a:srgbClr val="FF0000"/>
              </a:solidFill>
              <a:prstDash val="solid"/>
              <a:miter/>
            </a:ln>
          </p:spPr>
          <p:txBody>
            <a:bodyPr rtlCol="0" anchor="ctr"/>
            <a:lstStyle/>
            <a:p>
              <a:endParaRPr lang="zh-CN" altLang="en-US"/>
            </a:p>
          </p:txBody>
        </p:sp>
        <p:sp>
          <p:nvSpPr>
            <p:cNvPr id="130" name="任意多边形: 形状 129"/>
            <p:cNvSpPr/>
            <p:nvPr/>
          </p:nvSpPr>
          <p:spPr>
            <a:xfrm>
              <a:off x="7664354" y="4532069"/>
              <a:ext cx="70413" cy="74128"/>
            </a:xfrm>
            <a:custGeom>
              <a:avLst/>
              <a:gdLst>
                <a:gd name="connsiteX0" fmla="*/ 66658 w 70413"/>
                <a:gd name="connsiteY0" fmla="*/ 55051 h 74128"/>
                <a:gd name="connsiteX1" fmla="*/ 54742 w 70413"/>
                <a:gd name="connsiteY1" fmla="*/ 65538 h 74128"/>
                <a:gd name="connsiteX2" fmla="*/ 52937 w 70413"/>
                <a:gd name="connsiteY2" fmla="*/ 63730 h 74128"/>
                <a:gd name="connsiteX3" fmla="*/ 54020 w 70413"/>
                <a:gd name="connsiteY3" fmla="*/ 59390 h 74128"/>
                <a:gd name="connsiteX4" fmla="*/ 70631 w 70413"/>
                <a:gd name="connsiteY4" fmla="*/ 811 h 74128"/>
                <a:gd name="connsiteX5" fmla="*/ 58353 w 70413"/>
                <a:gd name="connsiteY5" fmla="*/ 2257 h 74128"/>
                <a:gd name="connsiteX6" fmla="*/ 56187 w 70413"/>
                <a:gd name="connsiteY6" fmla="*/ 10936 h 74128"/>
                <a:gd name="connsiteX7" fmla="*/ 44270 w 70413"/>
                <a:gd name="connsiteY7" fmla="*/ 87 h 74128"/>
                <a:gd name="connsiteX8" fmla="*/ 217 w 70413"/>
                <a:gd name="connsiteY8" fmla="*/ 56136 h 74128"/>
                <a:gd name="connsiteX9" fmla="*/ 14299 w 70413"/>
                <a:gd name="connsiteY9" fmla="*/ 73493 h 74128"/>
                <a:gd name="connsiteX10" fmla="*/ 30188 w 70413"/>
                <a:gd name="connsiteY10" fmla="*/ 67346 h 74128"/>
                <a:gd name="connsiteX11" fmla="*/ 43909 w 70413"/>
                <a:gd name="connsiteY11" fmla="*/ 52520 h 74128"/>
                <a:gd name="connsiteX12" fmla="*/ 43187 w 70413"/>
                <a:gd name="connsiteY12" fmla="*/ 56136 h 74128"/>
                <a:gd name="connsiteX13" fmla="*/ 41021 w 70413"/>
                <a:gd name="connsiteY13" fmla="*/ 66984 h 74128"/>
                <a:gd name="connsiteX14" fmla="*/ 47520 w 70413"/>
                <a:gd name="connsiteY14" fmla="*/ 74216 h 74128"/>
                <a:gd name="connsiteX15" fmla="*/ 68825 w 70413"/>
                <a:gd name="connsiteY15" fmla="*/ 57221 h 74128"/>
                <a:gd name="connsiteX16" fmla="*/ 44632 w 70413"/>
                <a:gd name="connsiteY16" fmla="*/ 4788 h 74128"/>
                <a:gd name="connsiteX17" fmla="*/ 53298 w 70413"/>
                <a:gd name="connsiteY17" fmla="*/ 14913 h 74128"/>
                <a:gd name="connsiteX18" fmla="*/ 36688 w 70413"/>
                <a:gd name="connsiteY18" fmla="*/ 55051 h 74128"/>
                <a:gd name="connsiteX19" fmla="*/ 21521 w 70413"/>
                <a:gd name="connsiteY19" fmla="*/ 64091 h 74128"/>
                <a:gd name="connsiteX20" fmla="*/ 12855 w 70413"/>
                <a:gd name="connsiteY20" fmla="*/ 53243 h 74128"/>
                <a:gd name="connsiteX21" fmla="*/ 26216 w 70413"/>
                <a:gd name="connsiteY21" fmla="*/ 18168 h 74128"/>
                <a:gd name="connsiteX22" fmla="*/ 44632 w 70413"/>
                <a:gd name="connsiteY22" fmla="*/ 478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658" y="55051"/>
                  </a:moveTo>
                  <a:cubicBezTo>
                    <a:pt x="61964" y="61922"/>
                    <a:pt x="57992" y="65538"/>
                    <a:pt x="54742" y="65538"/>
                  </a:cubicBezTo>
                  <a:cubicBezTo>
                    <a:pt x="53659" y="65538"/>
                    <a:pt x="52937" y="64815"/>
                    <a:pt x="52937" y="63730"/>
                  </a:cubicBezTo>
                  <a:cubicBezTo>
                    <a:pt x="52937" y="63007"/>
                    <a:pt x="52937" y="62645"/>
                    <a:pt x="54020" y="59390"/>
                  </a:cubicBezTo>
                  <a:lnTo>
                    <a:pt x="70631" y="811"/>
                  </a:lnTo>
                  <a:lnTo>
                    <a:pt x="58353" y="2257"/>
                  </a:lnTo>
                  <a:lnTo>
                    <a:pt x="56187" y="10936"/>
                  </a:lnTo>
                  <a:cubicBezTo>
                    <a:pt x="54742" y="4065"/>
                    <a:pt x="50409" y="87"/>
                    <a:pt x="44270" y="87"/>
                  </a:cubicBezTo>
                  <a:cubicBezTo>
                    <a:pt x="25132" y="87"/>
                    <a:pt x="217" y="31547"/>
                    <a:pt x="217" y="56136"/>
                  </a:cubicBezTo>
                  <a:cubicBezTo>
                    <a:pt x="217" y="66623"/>
                    <a:pt x="5994" y="73493"/>
                    <a:pt x="14299" y="73493"/>
                  </a:cubicBezTo>
                  <a:cubicBezTo>
                    <a:pt x="18994" y="73493"/>
                    <a:pt x="25132" y="71323"/>
                    <a:pt x="30188" y="67346"/>
                  </a:cubicBezTo>
                  <a:cubicBezTo>
                    <a:pt x="34882" y="64091"/>
                    <a:pt x="37771" y="60837"/>
                    <a:pt x="43909" y="52520"/>
                  </a:cubicBezTo>
                  <a:cubicBezTo>
                    <a:pt x="43909" y="53966"/>
                    <a:pt x="43187" y="55774"/>
                    <a:pt x="43187" y="56136"/>
                  </a:cubicBezTo>
                  <a:cubicBezTo>
                    <a:pt x="41021" y="64453"/>
                    <a:pt x="41021" y="64453"/>
                    <a:pt x="41021" y="66984"/>
                  </a:cubicBezTo>
                  <a:cubicBezTo>
                    <a:pt x="41021" y="71323"/>
                    <a:pt x="43548" y="74216"/>
                    <a:pt x="47520" y="74216"/>
                  </a:cubicBezTo>
                  <a:cubicBezTo>
                    <a:pt x="54020" y="74216"/>
                    <a:pt x="60520" y="68792"/>
                    <a:pt x="68825" y="57221"/>
                  </a:cubicBezTo>
                  <a:close/>
                  <a:moveTo>
                    <a:pt x="44632" y="4788"/>
                  </a:moveTo>
                  <a:cubicBezTo>
                    <a:pt x="50048" y="4788"/>
                    <a:pt x="53298" y="8766"/>
                    <a:pt x="53298" y="14913"/>
                  </a:cubicBezTo>
                  <a:cubicBezTo>
                    <a:pt x="53298" y="26846"/>
                    <a:pt x="46076" y="44565"/>
                    <a:pt x="36688" y="55051"/>
                  </a:cubicBezTo>
                  <a:cubicBezTo>
                    <a:pt x="31632" y="60837"/>
                    <a:pt x="25855" y="64091"/>
                    <a:pt x="21521" y="64091"/>
                  </a:cubicBezTo>
                  <a:cubicBezTo>
                    <a:pt x="15744" y="64091"/>
                    <a:pt x="12855" y="60475"/>
                    <a:pt x="12855" y="53243"/>
                  </a:cubicBezTo>
                  <a:cubicBezTo>
                    <a:pt x="12855" y="43480"/>
                    <a:pt x="17549" y="30824"/>
                    <a:pt x="26216" y="18168"/>
                  </a:cubicBezTo>
                  <a:cubicBezTo>
                    <a:pt x="32354" y="9489"/>
                    <a:pt x="38493" y="4788"/>
                    <a:pt x="44632" y="4788"/>
                  </a:cubicBezTo>
                  <a:close/>
                </a:path>
              </a:pathLst>
            </a:custGeom>
            <a:grpFill/>
            <a:ln w="9525" cap="flat">
              <a:solidFill>
                <a:srgbClr val="FF0000"/>
              </a:solidFill>
              <a:prstDash val="solid"/>
              <a:miter/>
            </a:ln>
          </p:spPr>
          <p:txBody>
            <a:bodyPr rtlCol="0" anchor="ctr"/>
            <a:lstStyle/>
            <a:p>
              <a:endParaRPr lang="zh-CN" altLang="en-US"/>
            </a:p>
          </p:txBody>
        </p:sp>
        <p:sp>
          <p:nvSpPr>
            <p:cNvPr id="131" name="任意多边形: 形状 130"/>
            <p:cNvSpPr/>
            <p:nvPr/>
          </p:nvSpPr>
          <p:spPr>
            <a:xfrm>
              <a:off x="7743212" y="4530622"/>
              <a:ext cx="109412" cy="73767"/>
            </a:xfrm>
            <a:custGeom>
              <a:avLst/>
              <a:gdLst>
                <a:gd name="connsiteX0" fmla="*/ 33080 w 109412"/>
                <a:gd name="connsiteY0" fmla="*/ 87 h 73767"/>
                <a:gd name="connsiteX1" fmla="*/ 11053 w 109412"/>
                <a:gd name="connsiteY1" fmla="*/ 2980 h 73767"/>
                <a:gd name="connsiteX2" fmla="*/ 10331 w 109412"/>
                <a:gd name="connsiteY2" fmla="*/ 6235 h 73767"/>
                <a:gd name="connsiteX3" fmla="*/ 12136 w 109412"/>
                <a:gd name="connsiteY3" fmla="*/ 5873 h 73767"/>
                <a:gd name="connsiteX4" fmla="*/ 14664 w 109412"/>
                <a:gd name="connsiteY4" fmla="*/ 5511 h 73767"/>
                <a:gd name="connsiteX5" fmla="*/ 18275 w 109412"/>
                <a:gd name="connsiteY5" fmla="*/ 8766 h 73767"/>
                <a:gd name="connsiteX6" fmla="*/ 17553 w 109412"/>
                <a:gd name="connsiteY6" fmla="*/ 13467 h 73767"/>
                <a:gd name="connsiteX7" fmla="*/ 220 w 109412"/>
                <a:gd name="connsiteY7" fmla="*/ 73131 h 73767"/>
                <a:gd name="connsiteX8" fmla="*/ 12136 w 109412"/>
                <a:gd name="connsiteY8" fmla="*/ 73131 h 73767"/>
                <a:gd name="connsiteX9" fmla="*/ 17192 w 109412"/>
                <a:gd name="connsiteY9" fmla="*/ 54690 h 73767"/>
                <a:gd name="connsiteX10" fmla="*/ 32719 w 109412"/>
                <a:gd name="connsiteY10" fmla="*/ 26484 h 73767"/>
                <a:gd name="connsiteX11" fmla="*/ 52579 w 109412"/>
                <a:gd name="connsiteY11" fmla="*/ 9489 h 73767"/>
                <a:gd name="connsiteX12" fmla="*/ 56551 w 109412"/>
                <a:gd name="connsiteY12" fmla="*/ 13828 h 73767"/>
                <a:gd name="connsiteX13" fmla="*/ 55829 w 109412"/>
                <a:gd name="connsiteY13" fmla="*/ 18891 h 73767"/>
                <a:gd name="connsiteX14" fmla="*/ 40302 w 109412"/>
                <a:gd name="connsiteY14" fmla="*/ 73131 h 73767"/>
                <a:gd name="connsiteX15" fmla="*/ 52218 w 109412"/>
                <a:gd name="connsiteY15" fmla="*/ 73131 h 73767"/>
                <a:gd name="connsiteX16" fmla="*/ 57634 w 109412"/>
                <a:gd name="connsiteY16" fmla="*/ 54328 h 73767"/>
                <a:gd name="connsiteX17" fmla="*/ 71717 w 109412"/>
                <a:gd name="connsiteY17" fmla="*/ 27569 h 73767"/>
                <a:gd name="connsiteX18" fmla="*/ 92300 w 109412"/>
                <a:gd name="connsiteY18" fmla="*/ 9489 h 73767"/>
                <a:gd name="connsiteX19" fmla="*/ 96633 w 109412"/>
                <a:gd name="connsiteY19" fmla="*/ 14190 h 73767"/>
                <a:gd name="connsiteX20" fmla="*/ 95911 w 109412"/>
                <a:gd name="connsiteY20" fmla="*/ 18891 h 73767"/>
                <a:gd name="connsiteX21" fmla="*/ 83272 w 109412"/>
                <a:gd name="connsiteY21" fmla="*/ 62283 h 73767"/>
                <a:gd name="connsiteX22" fmla="*/ 82189 w 109412"/>
                <a:gd name="connsiteY22" fmla="*/ 66984 h 73767"/>
                <a:gd name="connsiteX23" fmla="*/ 89050 w 109412"/>
                <a:gd name="connsiteY23" fmla="*/ 73855 h 73767"/>
                <a:gd name="connsiteX24" fmla="*/ 109632 w 109412"/>
                <a:gd name="connsiteY24" fmla="*/ 58306 h 73767"/>
                <a:gd name="connsiteX25" fmla="*/ 107827 w 109412"/>
                <a:gd name="connsiteY25" fmla="*/ 56498 h 73767"/>
                <a:gd name="connsiteX26" fmla="*/ 96633 w 109412"/>
                <a:gd name="connsiteY26" fmla="*/ 65899 h 73767"/>
                <a:gd name="connsiteX27" fmla="*/ 94827 w 109412"/>
                <a:gd name="connsiteY27" fmla="*/ 63730 h 73767"/>
                <a:gd name="connsiteX28" fmla="*/ 95549 w 109412"/>
                <a:gd name="connsiteY28" fmla="*/ 60475 h 73767"/>
                <a:gd name="connsiteX29" fmla="*/ 106382 w 109412"/>
                <a:gd name="connsiteY29" fmla="*/ 22507 h 73767"/>
                <a:gd name="connsiteX30" fmla="*/ 108549 w 109412"/>
                <a:gd name="connsiteY30" fmla="*/ 9851 h 73767"/>
                <a:gd name="connsiteX31" fmla="*/ 99883 w 109412"/>
                <a:gd name="connsiteY31" fmla="*/ 87 h 73767"/>
                <a:gd name="connsiteX32" fmla="*/ 63412 w 109412"/>
                <a:gd name="connsiteY32" fmla="*/ 33716 h 73767"/>
                <a:gd name="connsiteX33" fmla="*/ 67745 w 109412"/>
                <a:gd name="connsiteY33" fmla="*/ 18891 h 73767"/>
                <a:gd name="connsiteX34" fmla="*/ 69190 w 109412"/>
                <a:gd name="connsiteY34" fmla="*/ 9851 h 73767"/>
                <a:gd name="connsiteX35" fmla="*/ 60523 w 109412"/>
                <a:gd name="connsiteY35" fmla="*/ 87 h 73767"/>
                <a:gd name="connsiteX36" fmla="*/ 22969 w 109412"/>
                <a:gd name="connsiteY36" fmla="*/ 3552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080" y="87"/>
                  </a:moveTo>
                  <a:cubicBezTo>
                    <a:pt x="22969" y="1895"/>
                    <a:pt x="21525" y="1895"/>
                    <a:pt x="11053" y="2980"/>
                  </a:cubicBezTo>
                  <a:lnTo>
                    <a:pt x="10331" y="6235"/>
                  </a:lnTo>
                  <a:lnTo>
                    <a:pt x="12136" y="5873"/>
                  </a:lnTo>
                  <a:cubicBezTo>
                    <a:pt x="13220" y="5873"/>
                    <a:pt x="13942" y="5511"/>
                    <a:pt x="14664" y="5511"/>
                  </a:cubicBezTo>
                  <a:cubicBezTo>
                    <a:pt x="16830" y="5511"/>
                    <a:pt x="18275" y="6958"/>
                    <a:pt x="18275" y="8766"/>
                  </a:cubicBezTo>
                  <a:cubicBezTo>
                    <a:pt x="18275" y="9489"/>
                    <a:pt x="18275" y="11297"/>
                    <a:pt x="17553" y="13467"/>
                  </a:cubicBezTo>
                  <a:lnTo>
                    <a:pt x="220" y="73131"/>
                  </a:lnTo>
                  <a:lnTo>
                    <a:pt x="12136" y="73131"/>
                  </a:lnTo>
                  <a:lnTo>
                    <a:pt x="17192" y="54690"/>
                  </a:lnTo>
                  <a:cubicBezTo>
                    <a:pt x="20080" y="44926"/>
                    <a:pt x="24052" y="37694"/>
                    <a:pt x="32719" y="26484"/>
                  </a:cubicBezTo>
                  <a:cubicBezTo>
                    <a:pt x="41746" y="15275"/>
                    <a:pt x="48246" y="9489"/>
                    <a:pt x="52579" y="9489"/>
                  </a:cubicBezTo>
                  <a:cubicBezTo>
                    <a:pt x="55107" y="9489"/>
                    <a:pt x="56551" y="11297"/>
                    <a:pt x="56551" y="13828"/>
                  </a:cubicBezTo>
                  <a:cubicBezTo>
                    <a:pt x="56551" y="15275"/>
                    <a:pt x="56190" y="17444"/>
                    <a:pt x="55829" y="18891"/>
                  </a:cubicBezTo>
                  <a:lnTo>
                    <a:pt x="40302" y="73131"/>
                  </a:lnTo>
                  <a:lnTo>
                    <a:pt x="52218" y="73131"/>
                  </a:lnTo>
                  <a:lnTo>
                    <a:pt x="57634" y="54328"/>
                  </a:lnTo>
                  <a:cubicBezTo>
                    <a:pt x="60884" y="43480"/>
                    <a:pt x="63051" y="39141"/>
                    <a:pt x="71717" y="27569"/>
                  </a:cubicBezTo>
                  <a:cubicBezTo>
                    <a:pt x="82189" y="14190"/>
                    <a:pt x="87605" y="9489"/>
                    <a:pt x="92300" y="9489"/>
                  </a:cubicBezTo>
                  <a:cubicBezTo>
                    <a:pt x="94466" y="9489"/>
                    <a:pt x="96633" y="11659"/>
                    <a:pt x="96633" y="14190"/>
                  </a:cubicBezTo>
                  <a:cubicBezTo>
                    <a:pt x="96633" y="15636"/>
                    <a:pt x="96272" y="16721"/>
                    <a:pt x="95911" y="18891"/>
                  </a:cubicBezTo>
                  <a:lnTo>
                    <a:pt x="83272" y="62283"/>
                  </a:lnTo>
                  <a:cubicBezTo>
                    <a:pt x="82550" y="64815"/>
                    <a:pt x="82189" y="65899"/>
                    <a:pt x="82189" y="66984"/>
                  </a:cubicBezTo>
                  <a:cubicBezTo>
                    <a:pt x="82189" y="70962"/>
                    <a:pt x="85078" y="73855"/>
                    <a:pt x="89050" y="73855"/>
                  </a:cubicBezTo>
                  <a:cubicBezTo>
                    <a:pt x="95549" y="73855"/>
                    <a:pt x="102410" y="68792"/>
                    <a:pt x="109632" y="58306"/>
                  </a:cubicBezTo>
                  <a:lnTo>
                    <a:pt x="107827" y="56498"/>
                  </a:lnTo>
                  <a:cubicBezTo>
                    <a:pt x="103855" y="61922"/>
                    <a:pt x="99160" y="65899"/>
                    <a:pt x="96633" y="65899"/>
                  </a:cubicBezTo>
                  <a:cubicBezTo>
                    <a:pt x="95911" y="65899"/>
                    <a:pt x="94827" y="64815"/>
                    <a:pt x="94827" y="63730"/>
                  </a:cubicBezTo>
                  <a:cubicBezTo>
                    <a:pt x="94827" y="63007"/>
                    <a:pt x="95188" y="61922"/>
                    <a:pt x="95549" y="60475"/>
                  </a:cubicBezTo>
                  <a:lnTo>
                    <a:pt x="106382" y="22507"/>
                  </a:lnTo>
                  <a:cubicBezTo>
                    <a:pt x="107827" y="17444"/>
                    <a:pt x="108549" y="12743"/>
                    <a:pt x="108549" y="9851"/>
                  </a:cubicBezTo>
                  <a:cubicBezTo>
                    <a:pt x="108549" y="4427"/>
                    <a:pt x="104938" y="87"/>
                    <a:pt x="99883" y="87"/>
                  </a:cubicBezTo>
                  <a:cubicBezTo>
                    <a:pt x="89772" y="87"/>
                    <a:pt x="78939" y="10212"/>
                    <a:pt x="63412" y="33716"/>
                  </a:cubicBezTo>
                  <a:lnTo>
                    <a:pt x="67745" y="18891"/>
                  </a:lnTo>
                  <a:cubicBezTo>
                    <a:pt x="68828" y="15636"/>
                    <a:pt x="69190" y="12382"/>
                    <a:pt x="69190" y="9851"/>
                  </a:cubicBezTo>
                  <a:cubicBezTo>
                    <a:pt x="69190" y="4427"/>
                    <a:pt x="65217" y="87"/>
                    <a:pt x="60523" y="87"/>
                  </a:cubicBezTo>
                  <a:cubicBezTo>
                    <a:pt x="50413" y="87"/>
                    <a:pt x="38496" y="11297"/>
                    <a:pt x="22969" y="35525"/>
                  </a:cubicBezTo>
                  <a:close/>
                </a:path>
              </a:pathLst>
            </a:custGeom>
            <a:grpFill/>
            <a:ln w="9525" cap="flat">
              <a:solidFill>
                <a:srgbClr val="FF0000"/>
              </a:solidFill>
              <a:prstDash val="solid"/>
              <a:miter/>
            </a:ln>
          </p:spPr>
          <p:txBody>
            <a:bodyPr rtlCol="0" anchor="ctr"/>
            <a:lstStyle/>
            <a:p>
              <a:endParaRPr lang="zh-CN" altLang="en-US"/>
            </a:p>
          </p:txBody>
        </p:sp>
        <p:sp>
          <p:nvSpPr>
            <p:cNvPr id="132" name="任意多边形: 形状 131"/>
            <p:cNvSpPr/>
            <p:nvPr/>
          </p:nvSpPr>
          <p:spPr>
            <a:xfrm>
              <a:off x="7863931" y="4531346"/>
              <a:ext cx="59580" cy="74490"/>
            </a:xfrm>
            <a:custGeom>
              <a:avLst/>
              <a:gdLst>
                <a:gd name="connsiteX0" fmla="*/ 49334 w 59580"/>
                <a:gd name="connsiteY0" fmla="*/ 55413 h 74490"/>
                <a:gd name="connsiteX1" fmla="*/ 28391 w 59580"/>
                <a:gd name="connsiteY1" fmla="*/ 66261 h 74490"/>
                <a:gd name="connsiteX2" fmla="*/ 13225 w 59580"/>
                <a:gd name="connsiteY2" fmla="*/ 49627 h 74490"/>
                <a:gd name="connsiteX3" fmla="*/ 13947 w 59580"/>
                <a:gd name="connsiteY3" fmla="*/ 41310 h 74490"/>
                <a:gd name="connsiteX4" fmla="*/ 41390 w 59580"/>
                <a:gd name="connsiteY4" fmla="*/ 35525 h 74490"/>
                <a:gd name="connsiteX5" fmla="*/ 59806 w 59580"/>
                <a:gd name="connsiteY5" fmla="*/ 12020 h 74490"/>
                <a:gd name="connsiteX6" fmla="*/ 44640 w 59580"/>
                <a:gd name="connsiteY6" fmla="*/ 87 h 74490"/>
                <a:gd name="connsiteX7" fmla="*/ 225 w 59580"/>
                <a:gd name="connsiteY7" fmla="*/ 50350 h 74490"/>
                <a:gd name="connsiteX8" fmla="*/ 21530 w 59580"/>
                <a:gd name="connsiteY8" fmla="*/ 74578 h 74490"/>
                <a:gd name="connsiteX9" fmla="*/ 52584 w 59580"/>
                <a:gd name="connsiteY9" fmla="*/ 57582 h 74490"/>
                <a:gd name="connsiteX10" fmla="*/ 15030 w 59580"/>
                <a:gd name="connsiteY10" fmla="*/ 36971 h 74490"/>
                <a:gd name="connsiteX11" fmla="*/ 41751 w 59580"/>
                <a:gd name="connsiteY11" fmla="*/ 4788 h 74490"/>
                <a:gd name="connsiteX12" fmla="*/ 48251 w 59580"/>
                <a:gd name="connsiteY12" fmla="*/ 11659 h 74490"/>
                <a:gd name="connsiteX13" fmla="*/ 42474 w 59580"/>
                <a:gd name="connsiteY13" fmla="*/ 25400 h 74490"/>
                <a:gd name="connsiteX14" fmla="*/ 21530 w 59580"/>
                <a:gd name="connsiteY14" fmla="*/ 36609 h 74490"/>
                <a:gd name="connsiteX15" fmla="*/ 15030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34" y="55413"/>
                  </a:moveTo>
                  <a:cubicBezTo>
                    <a:pt x="42474" y="63007"/>
                    <a:pt x="35613" y="66261"/>
                    <a:pt x="28391" y="66261"/>
                  </a:cubicBezTo>
                  <a:cubicBezTo>
                    <a:pt x="19725" y="66261"/>
                    <a:pt x="13225" y="59390"/>
                    <a:pt x="13225" y="49627"/>
                  </a:cubicBezTo>
                  <a:cubicBezTo>
                    <a:pt x="13225" y="47096"/>
                    <a:pt x="13586" y="44203"/>
                    <a:pt x="13947" y="41310"/>
                  </a:cubicBezTo>
                  <a:cubicBezTo>
                    <a:pt x="26585" y="40587"/>
                    <a:pt x="33807" y="39141"/>
                    <a:pt x="41390" y="35525"/>
                  </a:cubicBezTo>
                  <a:cubicBezTo>
                    <a:pt x="52584" y="30462"/>
                    <a:pt x="59806" y="21060"/>
                    <a:pt x="59806" y="12020"/>
                  </a:cubicBezTo>
                  <a:cubicBezTo>
                    <a:pt x="59806" y="5150"/>
                    <a:pt x="53306" y="87"/>
                    <a:pt x="44640" y="87"/>
                  </a:cubicBezTo>
                  <a:cubicBezTo>
                    <a:pt x="22974" y="87"/>
                    <a:pt x="225" y="26123"/>
                    <a:pt x="225" y="50350"/>
                  </a:cubicBezTo>
                  <a:cubicBezTo>
                    <a:pt x="225" y="64815"/>
                    <a:pt x="8892" y="74578"/>
                    <a:pt x="21530" y="74578"/>
                  </a:cubicBezTo>
                  <a:cubicBezTo>
                    <a:pt x="31641" y="74578"/>
                    <a:pt x="40307" y="69515"/>
                    <a:pt x="52584" y="57582"/>
                  </a:cubicBezTo>
                  <a:close/>
                  <a:moveTo>
                    <a:pt x="15030" y="36971"/>
                  </a:moveTo>
                  <a:cubicBezTo>
                    <a:pt x="20447" y="18529"/>
                    <a:pt x="32002" y="4788"/>
                    <a:pt x="41751" y="4788"/>
                  </a:cubicBezTo>
                  <a:cubicBezTo>
                    <a:pt x="45362" y="4788"/>
                    <a:pt x="48251" y="7681"/>
                    <a:pt x="48251" y="11659"/>
                  </a:cubicBezTo>
                  <a:cubicBezTo>
                    <a:pt x="48251" y="15998"/>
                    <a:pt x="46084" y="21060"/>
                    <a:pt x="42474" y="25400"/>
                  </a:cubicBezTo>
                  <a:cubicBezTo>
                    <a:pt x="37057" y="31185"/>
                    <a:pt x="30196" y="35163"/>
                    <a:pt x="21530" y="36609"/>
                  </a:cubicBezTo>
                  <a:cubicBezTo>
                    <a:pt x="20086" y="36609"/>
                    <a:pt x="17919" y="36971"/>
                    <a:pt x="15030" y="36971"/>
                  </a:cubicBezTo>
                  <a:close/>
                </a:path>
              </a:pathLst>
            </a:custGeom>
            <a:grpFill/>
            <a:ln w="9525" cap="flat">
              <a:solidFill>
                <a:srgbClr val="FF0000"/>
              </a:solidFill>
              <a:prstDash val="solid"/>
              <a:miter/>
            </a:ln>
          </p:spPr>
          <p:txBody>
            <a:bodyPr rtlCol="0" anchor="ctr"/>
            <a:lstStyle/>
            <a:p>
              <a:endParaRPr lang="zh-CN" altLang="en-US"/>
            </a:p>
          </p:txBody>
        </p:sp>
        <p:sp>
          <p:nvSpPr>
            <p:cNvPr id="133" name="任意多边形: 形状 132"/>
            <p:cNvSpPr/>
            <p:nvPr/>
          </p:nvSpPr>
          <p:spPr>
            <a:xfrm>
              <a:off x="7925638" y="4603666"/>
              <a:ext cx="23110" cy="23142"/>
            </a:xfrm>
            <a:custGeom>
              <a:avLst/>
              <a:gdLst/>
              <a:ahLst/>
              <a:cxnLst/>
              <a:rect l="l" t="t" r="r" b="b"/>
              <a:pathLst>
                <a:path w="23110" h="23142"/>
              </a:pathLst>
            </a:custGeom>
            <a:grpFill/>
            <a:ln w="9525" cap="flat">
              <a:solidFill>
                <a:srgbClr val="FF0000"/>
              </a:solidFill>
              <a:prstDash val="solid"/>
              <a:miter/>
            </a:ln>
          </p:spPr>
          <p:txBody>
            <a:bodyPr rtlCol="0" anchor="ctr"/>
            <a:lstStyle/>
            <a:p>
              <a:endParaRPr lang="zh-CN" altLang="en-US"/>
            </a:p>
          </p:txBody>
        </p:sp>
        <p:sp>
          <p:nvSpPr>
            <p:cNvPr id="134" name="任意多边形: 形状 133"/>
            <p:cNvSpPr/>
            <p:nvPr/>
          </p:nvSpPr>
          <p:spPr>
            <a:xfrm>
              <a:off x="7976913" y="4534962"/>
              <a:ext cx="67886" cy="29289"/>
            </a:xfrm>
            <a:custGeom>
              <a:avLst/>
              <a:gdLst>
                <a:gd name="connsiteX0" fmla="*/ 230 w 67886"/>
                <a:gd name="connsiteY0" fmla="*/ 87 h 29289"/>
                <a:gd name="connsiteX1" fmla="*/ 230 w 67886"/>
                <a:gd name="connsiteY1" fmla="*/ 8043 h 29289"/>
                <a:gd name="connsiteX2" fmla="*/ 68116 w 67886"/>
                <a:gd name="connsiteY2" fmla="*/ 8043 h 29289"/>
                <a:gd name="connsiteX3" fmla="*/ 68116 w 67886"/>
                <a:gd name="connsiteY3" fmla="*/ 87 h 29289"/>
                <a:gd name="connsiteX4" fmla="*/ 230 w 67886"/>
                <a:gd name="connsiteY4" fmla="*/ 21784 h 29289"/>
                <a:gd name="connsiteX5" fmla="*/ 230 w 67886"/>
                <a:gd name="connsiteY5" fmla="*/ 29377 h 29289"/>
                <a:gd name="connsiteX6" fmla="*/ 68116 w 67886"/>
                <a:gd name="connsiteY6" fmla="*/ 29377 h 29289"/>
                <a:gd name="connsiteX7" fmla="*/ 68116 w 67886"/>
                <a:gd name="connsiteY7" fmla="*/ 21784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30" y="87"/>
                  </a:moveTo>
                  <a:lnTo>
                    <a:pt x="230" y="8043"/>
                  </a:lnTo>
                  <a:lnTo>
                    <a:pt x="68116" y="8043"/>
                  </a:lnTo>
                  <a:lnTo>
                    <a:pt x="68116" y="87"/>
                  </a:lnTo>
                  <a:close/>
                  <a:moveTo>
                    <a:pt x="230" y="21784"/>
                  </a:moveTo>
                  <a:lnTo>
                    <a:pt x="230" y="29377"/>
                  </a:lnTo>
                  <a:lnTo>
                    <a:pt x="68116" y="29377"/>
                  </a:lnTo>
                  <a:lnTo>
                    <a:pt x="68116" y="21784"/>
                  </a:lnTo>
                  <a:close/>
                </a:path>
              </a:pathLst>
            </a:custGeom>
            <a:grpFill/>
            <a:ln w="9525" cap="flat">
              <a:solidFill>
                <a:srgbClr val="FF0000"/>
              </a:solidFill>
              <a:prstDash val="solid"/>
              <a:miter/>
            </a:ln>
          </p:spPr>
          <p:txBody>
            <a:bodyPr rtlCol="0" anchor="ctr"/>
            <a:lstStyle/>
            <a:p>
              <a:endParaRPr lang="zh-CN" altLang="en-US"/>
            </a:p>
          </p:txBody>
        </p:sp>
        <p:sp>
          <p:nvSpPr>
            <p:cNvPr id="135" name="任意多边形: 形状 134"/>
            <p:cNvSpPr/>
            <p:nvPr/>
          </p:nvSpPr>
          <p:spPr>
            <a:xfrm>
              <a:off x="8044539" y="4603666"/>
              <a:ext cx="23110" cy="23142"/>
            </a:xfrm>
            <a:custGeom>
              <a:avLst/>
              <a:gdLst/>
              <a:ahLst/>
              <a:cxnLst/>
              <a:rect l="l" t="t" r="r" b="b"/>
              <a:pathLst>
                <a:path w="23110" h="23142"/>
              </a:pathLst>
            </a:custGeom>
            <a:grpFill/>
            <a:ln w="9525" cap="flat">
              <a:solidFill>
                <a:srgbClr val="FF0000"/>
              </a:solidFill>
              <a:prstDash val="solid"/>
              <a:miter/>
            </a:ln>
          </p:spPr>
          <p:txBody>
            <a:bodyPr rtlCol="0" anchor="ctr"/>
            <a:lstStyle/>
            <a:p>
              <a:endParaRPr lang="zh-CN" altLang="en-US"/>
            </a:p>
          </p:txBody>
        </p:sp>
      </p:grpSp>
      <p:grpSp>
        <p:nvGrpSpPr>
          <p:cNvPr id="136" name="Graphic 2"/>
          <p:cNvGrpSpPr/>
          <p:nvPr/>
        </p:nvGrpSpPr>
        <p:grpSpPr>
          <a:xfrm>
            <a:off x="8532239" y="3564179"/>
            <a:ext cx="488387" cy="148921"/>
            <a:chOff x="8088954" y="4495547"/>
            <a:chExt cx="387181" cy="109566"/>
          </a:xfrm>
          <a:solidFill>
            <a:schemeClr val="accent2"/>
          </a:solidFill>
        </p:grpSpPr>
        <p:sp>
          <p:nvSpPr>
            <p:cNvPr id="137" name="任意多边形: 形状 136"/>
            <p:cNvSpPr/>
            <p:nvPr/>
          </p:nvSpPr>
          <p:spPr>
            <a:xfrm>
              <a:off x="8088954" y="4495547"/>
              <a:ext cx="134327" cy="108119"/>
            </a:xfrm>
            <a:custGeom>
              <a:avLst/>
              <a:gdLst>
                <a:gd name="connsiteX0" fmla="*/ 61982 w 134327"/>
                <a:gd name="connsiteY0" fmla="*/ 108207 h 108119"/>
                <a:gd name="connsiteX1" fmla="*/ 64510 w 134327"/>
                <a:gd name="connsiteY1" fmla="*/ 108207 h 108119"/>
                <a:gd name="connsiteX2" fmla="*/ 103147 w 134327"/>
                <a:gd name="connsiteY2" fmla="*/ 21422 h 108119"/>
                <a:gd name="connsiteX3" fmla="*/ 103147 w 134327"/>
                <a:gd name="connsiteY3" fmla="*/ 91212 h 108119"/>
                <a:gd name="connsiteX4" fmla="*/ 91954 w 134327"/>
                <a:gd name="connsiteY4" fmla="*/ 104953 h 108119"/>
                <a:gd name="connsiteX5" fmla="*/ 88704 w 134327"/>
                <a:gd name="connsiteY5" fmla="*/ 105314 h 108119"/>
                <a:gd name="connsiteX6" fmla="*/ 88704 w 134327"/>
                <a:gd name="connsiteY6" fmla="*/ 108207 h 108119"/>
                <a:gd name="connsiteX7" fmla="*/ 134563 w 134327"/>
                <a:gd name="connsiteY7" fmla="*/ 108207 h 108119"/>
                <a:gd name="connsiteX8" fmla="*/ 134563 w 134327"/>
                <a:gd name="connsiteY8" fmla="*/ 105314 h 108119"/>
                <a:gd name="connsiteX9" fmla="*/ 131313 w 134327"/>
                <a:gd name="connsiteY9" fmla="*/ 104953 h 108119"/>
                <a:gd name="connsiteX10" fmla="*/ 120119 w 134327"/>
                <a:gd name="connsiteY10" fmla="*/ 91212 h 108119"/>
                <a:gd name="connsiteX11" fmla="*/ 120119 w 134327"/>
                <a:gd name="connsiteY11" fmla="*/ 17083 h 108119"/>
                <a:gd name="connsiteX12" fmla="*/ 131313 w 134327"/>
                <a:gd name="connsiteY12" fmla="*/ 3342 h 108119"/>
                <a:gd name="connsiteX13" fmla="*/ 134563 w 134327"/>
                <a:gd name="connsiteY13" fmla="*/ 2980 h 108119"/>
                <a:gd name="connsiteX14" fmla="*/ 134563 w 134327"/>
                <a:gd name="connsiteY14" fmla="*/ 87 h 108119"/>
                <a:gd name="connsiteX15" fmla="*/ 103147 w 134327"/>
                <a:gd name="connsiteY15" fmla="*/ 87 h 108119"/>
                <a:gd name="connsiteX16" fmla="*/ 68121 w 134327"/>
                <a:gd name="connsiteY16" fmla="*/ 80364 h 108119"/>
                <a:gd name="connsiteX17" fmla="*/ 31289 w 134327"/>
                <a:gd name="connsiteY17" fmla="*/ 87 h 108119"/>
                <a:gd name="connsiteX18" fmla="*/ 235 w 134327"/>
                <a:gd name="connsiteY18" fmla="*/ 87 h 108119"/>
                <a:gd name="connsiteX19" fmla="*/ 235 w 134327"/>
                <a:gd name="connsiteY19" fmla="*/ 2980 h 108119"/>
                <a:gd name="connsiteX20" fmla="*/ 3846 w 134327"/>
                <a:gd name="connsiteY20" fmla="*/ 3342 h 108119"/>
                <a:gd name="connsiteX21" fmla="*/ 15040 w 134327"/>
                <a:gd name="connsiteY21" fmla="*/ 17083 h 108119"/>
                <a:gd name="connsiteX22" fmla="*/ 15040 w 134327"/>
                <a:gd name="connsiteY22" fmla="*/ 91212 h 108119"/>
                <a:gd name="connsiteX23" fmla="*/ 3846 w 134327"/>
                <a:gd name="connsiteY23" fmla="*/ 104953 h 108119"/>
                <a:gd name="connsiteX24" fmla="*/ 235 w 134327"/>
                <a:gd name="connsiteY24" fmla="*/ 105314 h 108119"/>
                <a:gd name="connsiteX25" fmla="*/ 235 w 134327"/>
                <a:gd name="connsiteY25" fmla="*/ 108207 h 108119"/>
                <a:gd name="connsiteX26" fmla="*/ 38150 w 134327"/>
                <a:gd name="connsiteY26" fmla="*/ 108207 h 108119"/>
                <a:gd name="connsiteX27" fmla="*/ 38150 w 134327"/>
                <a:gd name="connsiteY27" fmla="*/ 105314 h 108119"/>
                <a:gd name="connsiteX28" fmla="*/ 34178 w 134327"/>
                <a:gd name="connsiteY28" fmla="*/ 104953 h 108119"/>
                <a:gd name="connsiteX29" fmla="*/ 22984 w 134327"/>
                <a:gd name="connsiteY29" fmla="*/ 91212 h 108119"/>
                <a:gd name="connsiteX30" fmla="*/ 22984 w 134327"/>
                <a:gd name="connsiteY30" fmla="*/ 2250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982" y="108207"/>
                  </a:moveTo>
                  <a:lnTo>
                    <a:pt x="64510" y="108207"/>
                  </a:lnTo>
                  <a:lnTo>
                    <a:pt x="103147" y="21422"/>
                  </a:lnTo>
                  <a:lnTo>
                    <a:pt x="103147" y="91212"/>
                  </a:lnTo>
                  <a:cubicBezTo>
                    <a:pt x="103147" y="101698"/>
                    <a:pt x="100620" y="104953"/>
                    <a:pt x="91954" y="104953"/>
                  </a:cubicBezTo>
                  <a:lnTo>
                    <a:pt x="88704" y="105314"/>
                  </a:lnTo>
                  <a:lnTo>
                    <a:pt x="88704" y="108207"/>
                  </a:lnTo>
                  <a:lnTo>
                    <a:pt x="134563" y="108207"/>
                  </a:lnTo>
                  <a:lnTo>
                    <a:pt x="134563" y="105314"/>
                  </a:lnTo>
                  <a:lnTo>
                    <a:pt x="131313" y="104953"/>
                  </a:lnTo>
                  <a:cubicBezTo>
                    <a:pt x="122647" y="104953"/>
                    <a:pt x="120119" y="101698"/>
                    <a:pt x="120119" y="91212"/>
                  </a:cubicBezTo>
                  <a:lnTo>
                    <a:pt x="120119" y="17083"/>
                  </a:lnTo>
                  <a:cubicBezTo>
                    <a:pt x="120119" y="6596"/>
                    <a:pt x="122647" y="3342"/>
                    <a:pt x="131313" y="3342"/>
                  </a:cubicBezTo>
                  <a:lnTo>
                    <a:pt x="134563" y="2980"/>
                  </a:lnTo>
                  <a:lnTo>
                    <a:pt x="134563" y="87"/>
                  </a:lnTo>
                  <a:lnTo>
                    <a:pt x="103147" y="87"/>
                  </a:lnTo>
                  <a:lnTo>
                    <a:pt x="68121" y="80364"/>
                  </a:lnTo>
                  <a:lnTo>
                    <a:pt x="31289" y="87"/>
                  </a:lnTo>
                  <a:lnTo>
                    <a:pt x="235" y="87"/>
                  </a:lnTo>
                  <a:lnTo>
                    <a:pt x="235" y="2980"/>
                  </a:lnTo>
                  <a:lnTo>
                    <a:pt x="3846" y="3342"/>
                  </a:lnTo>
                  <a:cubicBezTo>
                    <a:pt x="12512" y="3342"/>
                    <a:pt x="15040" y="6596"/>
                    <a:pt x="15040" y="17083"/>
                  </a:cubicBezTo>
                  <a:lnTo>
                    <a:pt x="15040" y="91212"/>
                  </a:lnTo>
                  <a:cubicBezTo>
                    <a:pt x="15040" y="101698"/>
                    <a:pt x="12512" y="104953"/>
                    <a:pt x="3846" y="104953"/>
                  </a:cubicBezTo>
                  <a:lnTo>
                    <a:pt x="235" y="105314"/>
                  </a:lnTo>
                  <a:lnTo>
                    <a:pt x="235" y="108207"/>
                  </a:lnTo>
                  <a:lnTo>
                    <a:pt x="38150" y="108207"/>
                  </a:lnTo>
                  <a:lnTo>
                    <a:pt x="38150" y="105314"/>
                  </a:lnTo>
                  <a:lnTo>
                    <a:pt x="34178" y="104953"/>
                  </a:lnTo>
                  <a:cubicBezTo>
                    <a:pt x="25512" y="104953"/>
                    <a:pt x="22984" y="101698"/>
                    <a:pt x="22984" y="91212"/>
                  </a:cubicBezTo>
                  <a:lnTo>
                    <a:pt x="22984" y="22507"/>
                  </a:lnTo>
                  <a:close/>
                </a:path>
              </a:pathLst>
            </a:custGeom>
            <a:grpFill/>
            <a:ln w="9525" cap="flat">
              <a:solidFill>
                <a:srgbClr val="FF0000"/>
              </a:solidFill>
              <a:prstDash val="solid"/>
              <a:miter/>
            </a:ln>
          </p:spPr>
          <p:txBody>
            <a:bodyPr rtlCol="0" anchor="ctr"/>
            <a:lstStyle/>
            <a:p>
              <a:endParaRPr lang="zh-CN" altLang="en-US"/>
            </a:p>
          </p:txBody>
        </p:sp>
        <p:sp>
          <p:nvSpPr>
            <p:cNvPr id="138" name="任意多边形: 形状 137"/>
            <p:cNvSpPr/>
            <p:nvPr/>
          </p:nvSpPr>
          <p:spPr>
            <a:xfrm>
              <a:off x="8227502" y="4529176"/>
              <a:ext cx="78357" cy="75936"/>
            </a:xfrm>
            <a:custGeom>
              <a:avLst/>
              <a:gdLst>
                <a:gd name="connsiteX0" fmla="*/ 66683 w 78357"/>
                <a:gd name="connsiteY0" fmla="*/ 87 h 75936"/>
                <a:gd name="connsiteX1" fmla="*/ 40684 w 78357"/>
                <a:gd name="connsiteY1" fmla="*/ 87 h 75936"/>
                <a:gd name="connsiteX2" fmla="*/ 40684 w 78357"/>
                <a:gd name="connsiteY2" fmla="*/ 2980 h 75936"/>
                <a:gd name="connsiteX3" fmla="*/ 44656 w 78357"/>
                <a:gd name="connsiteY3" fmla="*/ 2980 h 75936"/>
                <a:gd name="connsiteX4" fmla="*/ 54045 w 78357"/>
                <a:gd name="connsiteY4" fmla="*/ 19976 h 75936"/>
                <a:gd name="connsiteX5" fmla="*/ 54045 w 78357"/>
                <a:gd name="connsiteY5" fmla="*/ 55413 h 75936"/>
                <a:gd name="connsiteX6" fmla="*/ 35990 w 78357"/>
                <a:gd name="connsiteY6" fmla="*/ 65176 h 75936"/>
                <a:gd name="connsiteX7" fmla="*/ 24796 w 78357"/>
                <a:gd name="connsiteY7" fmla="*/ 47096 h 75936"/>
                <a:gd name="connsiteX8" fmla="*/ 24796 w 78357"/>
                <a:gd name="connsiteY8" fmla="*/ 87 h 75936"/>
                <a:gd name="connsiteX9" fmla="*/ 241 w 78357"/>
                <a:gd name="connsiteY9" fmla="*/ 87 h 75936"/>
                <a:gd name="connsiteX10" fmla="*/ 241 w 78357"/>
                <a:gd name="connsiteY10" fmla="*/ 2980 h 75936"/>
                <a:gd name="connsiteX11" fmla="*/ 2769 w 78357"/>
                <a:gd name="connsiteY11" fmla="*/ 2980 h 75936"/>
                <a:gd name="connsiteX12" fmla="*/ 11796 w 78357"/>
                <a:gd name="connsiteY12" fmla="*/ 19976 h 75936"/>
                <a:gd name="connsiteX13" fmla="*/ 11796 w 78357"/>
                <a:gd name="connsiteY13" fmla="*/ 47457 h 75936"/>
                <a:gd name="connsiteX14" fmla="*/ 14324 w 78357"/>
                <a:gd name="connsiteY14" fmla="*/ 65538 h 75936"/>
                <a:gd name="connsiteX15" fmla="*/ 29851 w 78357"/>
                <a:gd name="connsiteY15" fmla="*/ 75663 h 75936"/>
                <a:gd name="connsiteX16" fmla="*/ 45739 w 78357"/>
                <a:gd name="connsiteY16" fmla="*/ 69515 h 75936"/>
                <a:gd name="connsiteX17" fmla="*/ 54045 w 78357"/>
                <a:gd name="connsiteY17" fmla="*/ 60837 h 75936"/>
                <a:gd name="connsiteX18" fmla="*/ 54045 w 78357"/>
                <a:gd name="connsiteY18" fmla="*/ 76024 h 75936"/>
                <a:gd name="connsiteX19" fmla="*/ 78599 w 78357"/>
                <a:gd name="connsiteY19" fmla="*/ 66984 h 75936"/>
                <a:gd name="connsiteX20" fmla="*/ 77877 w 78357"/>
                <a:gd name="connsiteY20" fmla="*/ 64091 h 75936"/>
                <a:gd name="connsiteX21" fmla="*/ 73183 w 78357"/>
                <a:gd name="connsiteY21" fmla="*/ 65176 h 75936"/>
                <a:gd name="connsiteX22" fmla="*/ 66683 w 78357"/>
                <a:gd name="connsiteY22" fmla="*/ 46011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683" y="87"/>
                  </a:moveTo>
                  <a:lnTo>
                    <a:pt x="40684" y="87"/>
                  </a:lnTo>
                  <a:lnTo>
                    <a:pt x="40684" y="2980"/>
                  </a:lnTo>
                  <a:lnTo>
                    <a:pt x="44656" y="2980"/>
                  </a:lnTo>
                  <a:cubicBezTo>
                    <a:pt x="52600" y="2980"/>
                    <a:pt x="54045" y="5511"/>
                    <a:pt x="54045" y="19976"/>
                  </a:cubicBezTo>
                  <a:lnTo>
                    <a:pt x="54045" y="55413"/>
                  </a:lnTo>
                  <a:cubicBezTo>
                    <a:pt x="44656" y="63730"/>
                    <a:pt x="41767" y="65176"/>
                    <a:pt x="35990" y="65176"/>
                  </a:cubicBezTo>
                  <a:cubicBezTo>
                    <a:pt x="28046" y="65176"/>
                    <a:pt x="24796" y="60114"/>
                    <a:pt x="24796" y="47096"/>
                  </a:cubicBezTo>
                  <a:lnTo>
                    <a:pt x="24796" y="87"/>
                  </a:lnTo>
                  <a:lnTo>
                    <a:pt x="241" y="87"/>
                  </a:lnTo>
                  <a:lnTo>
                    <a:pt x="241" y="2980"/>
                  </a:lnTo>
                  <a:lnTo>
                    <a:pt x="2769" y="2980"/>
                  </a:lnTo>
                  <a:cubicBezTo>
                    <a:pt x="10352" y="2980"/>
                    <a:pt x="11796" y="5511"/>
                    <a:pt x="11796" y="19976"/>
                  </a:cubicBezTo>
                  <a:lnTo>
                    <a:pt x="11796" y="47457"/>
                  </a:lnTo>
                  <a:cubicBezTo>
                    <a:pt x="11796" y="56498"/>
                    <a:pt x="12518" y="61199"/>
                    <a:pt x="14324" y="65538"/>
                  </a:cubicBezTo>
                  <a:cubicBezTo>
                    <a:pt x="17213" y="72047"/>
                    <a:pt x="22629" y="75663"/>
                    <a:pt x="29851" y="75663"/>
                  </a:cubicBezTo>
                  <a:cubicBezTo>
                    <a:pt x="35629" y="75663"/>
                    <a:pt x="41045" y="73493"/>
                    <a:pt x="45739" y="69515"/>
                  </a:cubicBezTo>
                  <a:cubicBezTo>
                    <a:pt x="48267" y="66984"/>
                    <a:pt x="49350" y="65899"/>
                    <a:pt x="54045" y="60837"/>
                  </a:cubicBezTo>
                  <a:lnTo>
                    <a:pt x="54045" y="76024"/>
                  </a:lnTo>
                  <a:cubicBezTo>
                    <a:pt x="65238" y="71323"/>
                    <a:pt x="67044" y="70962"/>
                    <a:pt x="78599" y="66984"/>
                  </a:cubicBezTo>
                  <a:lnTo>
                    <a:pt x="77877" y="64091"/>
                  </a:lnTo>
                  <a:cubicBezTo>
                    <a:pt x="75710" y="64815"/>
                    <a:pt x="74627" y="65176"/>
                    <a:pt x="73183" y="65176"/>
                  </a:cubicBezTo>
                  <a:cubicBezTo>
                    <a:pt x="67766" y="65176"/>
                    <a:pt x="66683" y="61922"/>
                    <a:pt x="66683" y="46011"/>
                  </a:cubicBezTo>
                  <a:close/>
                </a:path>
              </a:pathLst>
            </a:custGeom>
            <a:grpFill/>
            <a:ln w="9525" cap="flat">
              <a:solidFill>
                <a:srgbClr val="FF0000"/>
              </a:solidFill>
              <a:prstDash val="solid"/>
              <a:miter/>
            </a:ln>
          </p:spPr>
          <p:txBody>
            <a:bodyPr rtlCol="0" anchor="ctr"/>
            <a:lstStyle/>
            <a:p>
              <a:endParaRPr lang="zh-CN" altLang="en-US"/>
            </a:p>
          </p:txBody>
        </p:sp>
        <p:sp>
          <p:nvSpPr>
            <p:cNvPr id="139" name="任意多边形: 形状 138"/>
            <p:cNvSpPr/>
            <p:nvPr/>
          </p:nvSpPr>
          <p:spPr>
            <a:xfrm>
              <a:off x="8314801" y="4528091"/>
              <a:ext cx="48025" cy="76660"/>
            </a:xfrm>
            <a:custGeom>
              <a:avLst/>
              <a:gdLst>
                <a:gd name="connsiteX0" fmla="*/ 4939 w 48025"/>
                <a:gd name="connsiteY0" fmla="*/ 76024 h 76660"/>
                <a:gd name="connsiteX1" fmla="*/ 7467 w 48025"/>
                <a:gd name="connsiteY1" fmla="*/ 73855 h 76660"/>
                <a:gd name="connsiteX2" fmla="*/ 9994 w 48025"/>
                <a:gd name="connsiteY2" fmla="*/ 74216 h 76660"/>
                <a:gd name="connsiteX3" fmla="*/ 25521 w 48025"/>
                <a:gd name="connsiteY3" fmla="*/ 76748 h 76660"/>
                <a:gd name="connsiteX4" fmla="*/ 48271 w 48025"/>
                <a:gd name="connsiteY4" fmla="*/ 55775 h 76660"/>
                <a:gd name="connsiteX5" fmla="*/ 31299 w 48025"/>
                <a:gd name="connsiteY5" fmla="*/ 32994 h 76660"/>
                <a:gd name="connsiteX6" fmla="*/ 22994 w 48025"/>
                <a:gd name="connsiteY6" fmla="*/ 28654 h 76660"/>
                <a:gd name="connsiteX7" fmla="*/ 11078 w 48025"/>
                <a:gd name="connsiteY7" fmla="*/ 14913 h 76660"/>
                <a:gd name="connsiteX8" fmla="*/ 21910 w 48025"/>
                <a:gd name="connsiteY8" fmla="*/ 5512 h 76660"/>
                <a:gd name="connsiteX9" fmla="*/ 39604 w 48025"/>
                <a:gd name="connsiteY9" fmla="*/ 24315 h 76660"/>
                <a:gd name="connsiteX10" fmla="*/ 42132 w 48025"/>
                <a:gd name="connsiteY10" fmla="*/ 24315 h 76660"/>
                <a:gd name="connsiteX11" fmla="*/ 42132 w 48025"/>
                <a:gd name="connsiteY11" fmla="*/ 811 h 76660"/>
                <a:gd name="connsiteX12" fmla="*/ 39243 w 48025"/>
                <a:gd name="connsiteY12" fmla="*/ 811 h 76660"/>
                <a:gd name="connsiteX13" fmla="*/ 37076 w 48025"/>
                <a:gd name="connsiteY13" fmla="*/ 2619 h 76660"/>
                <a:gd name="connsiteX14" fmla="*/ 35993 w 48025"/>
                <a:gd name="connsiteY14" fmla="*/ 2619 h 76660"/>
                <a:gd name="connsiteX15" fmla="*/ 21910 w 48025"/>
                <a:gd name="connsiteY15" fmla="*/ 87 h 76660"/>
                <a:gd name="connsiteX16" fmla="*/ 245 w 48025"/>
                <a:gd name="connsiteY16" fmla="*/ 21060 h 76660"/>
                <a:gd name="connsiteX17" fmla="*/ 7105 w 48025"/>
                <a:gd name="connsiteY17" fmla="*/ 35886 h 76660"/>
                <a:gd name="connsiteX18" fmla="*/ 17938 w 48025"/>
                <a:gd name="connsiteY18" fmla="*/ 42757 h 76660"/>
                <a:gd name="connsiteX19" fmla="*/ 24077 w 48025"/>
                <a:gd name="connsiteY19" fmla="*/ 46011 h 76660"/>
                <a:gd name="connsiteX20" fmla="*/ 35993 w 48025"/>
                <a:gd name="connsiteY20" fmla="*/ 60837 h 76660"/>
                <a:gd name="connsiteX21" fmla="*/ 24799 w 48025"/>
                <a:gd name="connsiteY21" fmla="*/ 70962 h 76660"/>
                <a:gd name="connsiteX22" fmla="*/ 4939 w 48025"/>
                <a:gd name="connsiteY22" fmla="*/ 49266 h 76660"/>
                <a:gd name="connsiteX23" fmla="*/ 2050 w 48025"/>
                <a:gd name="connsiteY23" fmla="*/ 49266 h 76660"/>
                <a:gd name="connsiteX24" fmla="*/ 2050 w 48025"/>
                <a:gd name="connsiteY24" fmla="*/ 76024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939" y="76024"/>
                  </a:moveTo>
                  <a:cubicBezTo>
                    <a:pt x="5300" y="74216"/>
                    <a:pt x="6022" y="73855"/>
                    <a:pt x="7467" y="73855"/>
                  </a:cubicBezTo>
                  <a:cubicBezTo>
                    <a:pt x="8189" y="73855"/>
                    <a:pt x="9272" y="73855"/>
                    <a:pt x="9994" y="74216"/>
                  </a:cubicBezTo>
                  <a:cubicBezTo>
                    <a:pt x="17938" y="76386"/>
                    <a:pt x="20827" y="76748"/>
                    <a:pt x="25521" y="76748"/>
                  </a:cubicBezTo>
                  <a:cubicBezTo>
                    <a:pt x="38521" y="76748"/>
                    <a:pt x="48271" y="68069"/>
                    <a:pt x="48271" y="55775"/>
                  </a:cubicBezTo>
                  <a:cubicBezTo>
                    <a:pt x="48271" y="46373"/>
                    <a:pt x="42854" y="39141"/>
                    <a:pt x="31299" y="32994"/>
                  </a:cubicBezTo>
                  <a:lnTo>
                    <a:pt x="22994" y="28654"/>
                  </a:lnTo>
                  <a:cubicBezTo>
                    <a:pt x="14688" y="23953"/>
                    <a:pt x="11078" y="19976"/>
                    <a:pt x="11078" y="14913"/>
                  </a:cubicBezTo>
                  <a:cubicBezTo>
                    <a:pt x="11078" y="9489"/>
                    <a:pt x="15772" y="5512"/>
                    <a:pt x="21910" y="5512"/>
                  </a:cubicBezTo>
                  <a:cubicBezTo>
                    <a:pt x="31299" y="5512"/>
                    <a:pt x="37438" y="11659"/>
                    <a:pt x="39604" y="24315"/>
                  </a:cubicBezTo>
                  <a:lnTo>
                    <a:pt x="42132" y="24315"/>
                  </a:lnTo>
                  <a:lnTo>
                    <a:pt x="42132" y="811"/>
                  </a:lnTo>
                  <a:lnTo>
                    <a:pt x="39243" y="811"/>
                  </a:lnTo>
                  <a:cubicBezTo>
                    <a:pt x="38521" y="1896"/>
                    <a:pt x="38160" y="2619"/>
                    <a:pt x="37076" y="2619"/>
                  </a:cubicBezTo>
                  <a:cubicBezTo>
                    <a:pt x="36715" y="2619"/>
                    <a:pt x="36354" y="2619"/>
                    <a:pt x="35993" y="2619"/>
                  </a:cubicBezTo>
                  <a:cubicBezTo>
                    <a:pt x="27327" y="87"/>
                    <a:pt x="25883" y="87"/>
                    <a:pt x="21910" y="87"/>
                  </a:cubicBezTo>
                  <a:cubicBezTo>
                    <a:pt x="9272" y="87"/>
                    <a:pt x="245" y="8766"/>
                    <a:pt x="245" y="21060"/>
                  </a:cubicBezTo>
                  <a:cubicBezTo>
                    <a:pt x="245" y="26485"/>
                    <a:pt x="2411" y="31185"/>
                    <a:pt x="7105" y="35886"/>
                  </a:cubicBezTo>
                  <a:cubicBezTo>
                    <a:pt x="9994" y="38417"/>
                    <a:pt x="10355" y="38417"/>
                    <a:pt x="17938" y="42757"/>
                  </a:cubicBezTo>
                  <a:lnTo>
                    <a:pt x="24077" y="46011"/>
                  </a:lnTo>
                  <a:cubicBezTo>
                    <a:pt x="32021" y="50712"/>
                    <a:pt x="35993" y="55413"/>
                    <a:pt x="35993" y="60837"/>
                  </a:cubicBezTo>
                  <a:cubicBezTo>
                    <a:pt x="35993" y="66623"/>
                    <a:pt x="31299" y="70962"/>
                    <a:pt x="24799" y="70962"/>
                  </a:cubicBezTo>
                  <a:cubicBezTo>
                    <a:pt x="14327" y="70962"/>
                    <a:pt x="7467" y="63368"/>
                    <a:pt x="4939" y="49266"/>
                  </a:cubicBezTo>
                  <a:lnTo>
                    <a:pt x="2050" y="49266"/>
                  </a:lnTo>
                  <a:lnTo>
                    <a:pt x="2050" y="76024"/>
                  </a:lnTo>
                  <a:close/>
                </a:path>
              </a:pathLst>
            </a:custGeom>
            <a:grpFill/>
            <a:ln w="9525" cap="flat">
              <a:solidFill>
                <a:srgbClr val="FF0000"/>
              </a:solidFill>
              <a:prstDash val="solid"/>
              <a:miter/>
            </a:ln>
          </p:spPr>
          <p:txBody>
            <a:bodyPr rtlCol="0" anchor="ctr"/>
            <a:lstStyle/>
            <a:p>
              <a:endParaRPr lang="zh-CN" altLang="en-US"/>
            </a:p>
          </p:txBody>
        </p:sp>
        <p:sp>
          <p:nvSpPr>
            <p:cNvPr id="140" name="任意多边形: 形状 139"/>
            <p:cNvSpPr/>
            <p:nvPr/>
          </p:nvSpPr>
          <p:spPr>
            <a:xfrm>
              <a:off x="8370609" y="4495547"/>
              <a:ext cx="36831" cy="108119"/>
            </a:xfrm>
            <a:custGeom>
              <a:avLst/>
              <a:gdLst>
                <a:gd name="connsiteX0" fmla="*/ 25163 w 36831"/>
                <a:gd name="connsiteY0" fmla="*/ 31547 h 108119"/>
                <a:gd name="connsiteX1" fmla="*/ 608 w 36831"/>
                <a:gd name="connsiteY1" fmla="*/ 42757 h 108119"/>
                <a:gd name="connsiteX2" fmla="*/ 1331 w 36831"/>
                <a:gd name="connsiteY2" fmla="*/ 45288 h 108119"/>
                <a:gd name="connsiteX3" fmla="*/ 3497 w 36831"/>
                <a:gd name="connsiteY3" fmla="*/ 44565 h 108119"/>
                <a:gd name="connsiteX4" fmla="*/ 6747 w 36831"/>
                <a:gd name="connsiteY4" fmla="*/ 44203 h 108119"/>
                <a:gd name="connsiteX5" fmla="*/ 12525 w 36831"/>
                <a:gd name="connsiteY5" fmla="*/ 55413 h 108119"/>
                <a:gd name="connsiteX6" fmla="*/ 12525 w 36831"/>
                <a:gd name="connsiteY6" fmla="*/ 88319 h 108119"/>
                <a:gd name="connsiteX7" fmla="*/ 11802 w 36831"/>
                <a:gd name="connsiteY7" fmla="*/ 100252 h 108119"/>
                <a:gd name="connsiteX8" fmla="*/ 3136 w 36831"/>
                <a:gd name="connsiteY8" fmla="*/ 105314 h 108119"/>
                <a:gd name="connsiteX9" fmla="*/ 247 w 36831"/>
                <a:gd name="connsiteY9" fmla="*/ 105314 h 108119"/>
                <a:gd name="connsiteX10" fmla="*/ 247 w 36831"/>
                <a:gd name="connsiteY10" fmla="*/ 108207 h 108119"/>
                <a:gd name="connsiteX11" fmla="*/ 37079 w 36831"/>
                <a:gd name="connsiteY11" fmla="*/ 108207 h 108119"/>
                <a:gd name="connsiteX12" fmla="*/ 37079 w 36831"/>
                <a:gd name="connsiteY12" fmla="*/ 105314 h 108119"/>
                <a:gd name="connsiteX13" fmla="*/ 34551 w 36831"/>
                <a:gd name="connsiteY13" fmla="*/ 105314 h 108119"/>
                <a:gd name="connsiteX14" fmla="*/ 25163 w 36831"/>
                <a:gd name="connsiteY14" fmla="*/ 88319 h 108119"/>
                <a:gd name="connsiteX15" fmla="*/ 17941 w 36831"/>
                <a:gd name="connsiteY15" fmla="*/ 87 h 108119"/>
                <a:gd name="connsiteX16" fmla="*/ 9275 w 36831"/>
                <a:gd name="connsiteY16" fmla="*/ 8404 h 108119"/>
                <a:gd name="connsiteX17" fmla="*/ 17941 w 36831"/>
                <a:gd name="connsiteY17" fmla="*/ 17083 h 108119"/>
                <a:gd name="connsiteX18" fmla="*/ 26246 w 36831"/>
                <a:gd name="connsiteY18" fmla="*/ 8404 h 108119"/>
                <a:gd name="connsiteX19" fmla="*/ 17941 w 36831"/>
                <a:gd name="connsiteY19" fmla="*/ 8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163" y="31547"/>
                  </a:moveTo>
                  <a:cubicBezTo>
                    <a:pt x="14330" y="36971"/>
                    <a:pt x="12525" y="38056"/>
                    <a:pt x="608" y="42757"/>
                  </a:cubicBezTo>
                  <a:lnTo>
                    <a:pt x="1331" y="45288"/>
                  </a:lnTo>
                  <a:lnTo>
                    <a:pt x="3497" y="44565"/>
                  </a:lnTo>
                  <a:cubicBezTo>
                    <a:pt x="4219" y="44203"/>
                    <a:pt x="5664" y="44203"/>
                    <a:pt x="6747" y="44203"/>
                  </a:cubicBezTo>
                  <a:cubicBezTo>
                    <a:pt x="11441" y="44203"/>
                    <a:pt x="12525" y="46373"/>
                    <a:pt x="12525" y="55413"/>
                  </a:cubicBezTo>
                  <a:lnTo>
                    <a:pt x="12525" y="88319"/>
                  </a:lnTo>
                  <a:cubicBezTo>
                    <a:pt x="12163" y="98805"/>
                    <a:pt x="12163" y="98805"/>
                    <a:pt x="11802" y="100252"/>
                  </a:cubicBezTo>
                  <a:cubicBezTo>
                    <a:pt x="10358" y="103868"/>
                    <a:pt x="8191" y="105314"/>
                    <a:pt x="3136" y="105314"/>
                  </a:cubicBezTo>
                  <a:lnTo>
                    <a:pt x="247" y="105314"/>
                  </a:lnTo>
                  <a:lnTo>
                    <a:pt x="247" y="108207"/>
                  </a:lnTo>
                  <a:lnTo>
                    <a:pt x="37079" y="108207"/>
                  </a:lnTo>
                  <a:lnTo>
                    <a:pt x="37079" y="105314"/>
                  </a:lnTo>
                  <a:lnTo>
                    <a:pt x="34551" y="105314"/>
                  </a:lnTo>
                  <a:cubicBezTo>
                    <a:pt x="26607" y="105314"/>
                    <a:pt x="25163" y="102783"/>
                    <a:pt x="25163" y="88319"/>
                  </a:cubicBezTo>
                  <a:close/>
                  <a:moveTo>
                    <a:pt x="17941" y="87"/>
                  </a:moveTo>
                  <a:cubicBezTo>
                    <a:pt x="13247" y="87"/>
                    <a:pt x="9275" y="3703"/>
                    <a:pt x="9275" y="8404"/>
                  </a:cubicBezTo>
                  <a:cubicBezTo>
                    <a:pt x="9275" y="13105"/>
                    <a:pt x="13247" y="17083"/>
                    <a:pt x="17941" y="17083"/>
                  </a:cubicBezTo>
                  <a:cubicBezTo>
                    <a:pt x="22274" y="17083"/>
                    <a:pt x="26246" y="13105"/>
                    <a:pt x="26246" y="8404"/>
                  </a:cubicBezTo>
                  <a:cubicBezTo>
                    <a:pt x="26246" y="4065"/>
                    <a:pt x="22635" y="87"/>
                    <a:pt x="17941" y="87"/>
                  </a:cubicBezTo>
                  <a:close/>
                </a:path>
              </a:pathLst>
            </a:custGeom>
            <a:grpFill/>
            <a:ln w="9525" cap="flat">
              <a:solidFill>
                <a:srgbClr val="FF0000"/>
              </a:solidFill>
              <a:prstDash val="solid"/>
              <a:miter/>
            </a:ln>
          </p:spPr>
          <p:txBody>
            <a:bodyPr rtlCol="0" anchor="ctr"/>
            <a:lstStyle/>
            <a:p>
              <a:endParaRPr lang="zh-CN" altLang="en-US"/>
            </a:p>
          </p:txBody>
        </p:sp>
        <p:sp>
          <p:nvSpPr>
            <p:cNvPr id="141" name="任意多边形: 形状 140"/>
            <p:cNvSpPr/>
            <p:nvPr/>
          </p:nvSpPr>
          <p:spPr>
            <a:xfrm>
              <a:off x="8415111" y="4528091"/>
              <a:ext cx="61025" cy="76660"/>
            </a:xfrm>
            <a:custGeom>
              <a:avLst/>
              <a:gdLst>
                <a:gd name="connsiteX0" fmla="*/ 58386 w 61025"/>
                <a:gd name="connsiteY0" fmla="*/ 45650 h 76660"/>
                <a:gd name="connsiteX1" fmla="*/ 35998 w 61025"/>
                <a:gd name="connsiteY1" fmla="*/ 63368 h 76660"/>
                <a:gd name="connsiteX2" fmla="*/ 13610 w 61025"/>
                <a:gd name="connsiteY2" fmla="*/ 34078 h 76660"/>
                <a:gd name="connsiteX3" fmla="*/ 32025 w 61025"/>
                <a:gd name="connsiteY3" fmla="*/ 6235 h 76660"/>
                <a:gd name="connsiteX4" fmla="*/ 42136 w 61025"/>
                <a:gd name="connsiteY4" fmla="*/ 15637 h 76660"/>
                <a:gd name="connsiteX5" fmla="*/ 50802 w 61025"/>
                <a:gd name="connsiteY5" fmla="*/ 24315 h 76660"/>
                <a:gd name="connsiteX6" fmla="*/ 58747 w 61025"/>
                <a:gd name="connsiteY6" fmla="*/ 17083 h 76660"/>
                <a:gd name="connsiteX7" fmla="*/ 34192 w 61025"/>
                <a:gd name="connsiteY7" fmla="*/ 87 h 76660"/>
                <a:gd name="connsiteX8" fmla="*/ 249 w 61025"/>
                <a:gd name="connsiteY8" fmla="*/ 39141 h 76660"/>
                <a:gd name="connsiteX9" fmla="*/ 7832 w 61025"/>
                <a:gd name="connsiteY9" fmla="*/ 64815 h 76660"/>
                <a:gd name="connsiteX10" fmla="*/ 31303 w 61025"/>
                <a:gd name="connsiteY10" fmla="*/ 76748 h 76660"/>
                <a:gd name="connsiteX11" fmla="*/ 61274 w 61025"/>
                <a:gd name="connsiteY11" fmla="*/ 47096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386" y="45650"/>
                  </a:moveTo>
                  <a:cubicBezTo>
                    <a:pt x="54413" y="57221"/>
                    <a:pt x="46469" y="63368"/>
                    <a:pt x="35998" y="63368"/>
                  </a:cubicBezTo>
                  <a:cubicBezTo>
                    <a:pt x="22637" y="63368"/>
                    <a:pt x="13610" y="52158"/>
                    <a:pt x="13610" y="34078"/>
                  </a:cubicBezTo>
                  <a:cubicBezTo>
                    <a:pt x="13610" y="17083"/>
                    <a:pt x="20832" y="6235"/>
                    <a:pt x="32025" y="6235"/>
                  </a:cubicBezTo>
                  <a:cubicBezTo>
                    <a:pt x="38164" y="6235"/>
                    <a:pt x="41053" y="8766"/>
                    <a:pt x="42136" y="15637"/>
                  </a:cubicBezTo>
                  <a:cubicBezTo>
                    <a:pt x="42858" y="21422"/>
                    <a:pt x="45747" y="24315"/>
                    <a:pt x="50802" y="24315"/>
                  </a:cubicBezTo>
                  <a:cubicBezTo>
                    <a:pt x="55497" y="24315"/>
                    <a:pt x="58747" y="21060"/>
                    <a:pt x="58747" y="17083"/>
                  </a:cubicBezTo>
                  <a:cubicBezTo>
                    <a:pt x="58747" y="7681"/>
                    <a:pt x="47553" y="87"/>
                    <a:pt x="34192" y="87"/>
                  </a:cubicBezTo>
                  <a:cubicBezTo>
                    <a:pt x="14332" y="87"/>
                    <a:pt x="249" y="16360"/>
                    <a:pt x="249" y="39141"/>
                  </a:cubicBezTo>
                  <a:cubicBezTo>
                    <a:pt x="249" y="49266"/>
                    <a:pt x="2777" y="58306"/>
                    <a:pt x="7832" y="64815"/>
                  </a:cubicBezTo>
                  <a:cubicBezTo>
                    <a:pt x="13610" y="72047"/>
                    <a:pt x="22637" y="76748"/>
                    <a:pt x="31303" y="76748"/>
                  </a:cubicBezTo>
                  <a:cubicBezTo>
                    <a:pt x="45025" y="76748"/>
                    <a:pt x="55497" y="66623"/>
                    <a:pt x="61274" y="47096"/>
                  </a:cubicBezTo>
                  <a:close/>
                </a:path>
              </a:pathLst>
            </a:custGeom>
            <a:grpFill/>
            <a:ln w="9525" cap="flat">
              <a:solidFill>
                <a:srgbClr val="FF0000"/>
              </a:solidFill>
              <a:prstDash val="solid"/>
              <a:miter/>
            </a:ln>
          </p:spPr>
          <p:txBody>
            <a:bodyPr rtlCol="0" anchor="ctr"/>
            <a:lstStyle/>
            <a:p>
              <a:endParaRPr lang="zh-CN" altLang="en-US"/>
            </a:p>
          </p:txBody>
        </p:sp>
      </p:grpSp>
      <p:sp>
        <p:nvSpPr>
          <p:cNvPr id="142" name="任意多边形: 形状 141"/>
          <p:cNvSpPr/>
          <p:nvPr/>
        </p:nvSpPr>
        <p:spPr>
          <a:xfrm>
            <a:off x="9379939" y="3462598"/>
            <a:ext cx="123436" cy="132210"/>
          </a:xfrm>
          <a:custGeom>
            <a:avLst/>
            <a:gdLst>
              <a:gd name="connsiteX0" fmla="*/ 98121 w 97857"/>
              <a:gd name="connsiteY0" fmla="*/ 84 h 97271"/>
              <a:gd name="connsiteX1" fmla="*/ 57317 w 97857"/>
              <a:gd name="connsiteY1" fmla="*/ 84 h 97271"/>
              <a:gd name="connsiteX2" fmla="*/ 24096 w 97857"/>
              <a:gd name="connsiteY2" fmla="*/ 7316 h 97271"/>
              <a:gd name="connsiteX3" fmla="*/ 264 w 97857"/>
              <a:gd name="connsiteY3" fmla="*/ 51070 h 97271"/>
              <a:gd name="connsiteX4" fmla="*/ 42873 w 97857"/>
              <a:gd name="connsiteY4" fmla="*/ 97355 h 97271"/>
              <a:gd name="connsiteX5" fmla="*/ 88371 w 97857"/>
              <a:gd name="connsiteY5" fmla="*/ 51793 h 97271"/>
              <a:gd name="connsiteX6" fmla="*/ 64539 w 97857"/>
              <a:gd name="connsiteY6" fmla="*/ 13825 h 97271"/>
              <a:gd name="connsiteX7" fmla="*/ 98121 w 97857"/>
              <a:gd name="connsiteY7" fmla="*/ 13825 h 97271"/>
              <a:gd name="connsiteX8" fmla="*/ 54067 w 97857"/>
              <a:gd name="connsiteY8" fmla="*/ 13825 h 97271"/>
              <a:gd name="connsiteX9" fmla="*/ 69956 w 97857"/>
              <a:gd name="connsiteY9" fmla="*/ 53240 h 97271"/>
              <a:gd name="connsiteX10" fmla="*/ 44318 w 97857"/>
              <a:gd name="connsiteY10" fmla="*/ 89762 h 97271"/>
              <a:gd name="connsiteX11" fmla="*/ 18680 w 97857"/>
              <a:gd name="connsiteY11" fmla="*/ 50347 h 97271"/>
              <a:gd name="connsiteX12" fmla="*/ 42512 w 97857"/>
              <a:gd name="connsiteY12" fmla="*/ 14548 h 97271"/>
              <a:gd name="connsiteX13" fmla="*/ 54067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121" y="84"/>
                </a:moveTo>
                <a:lnTo>
                  <a:pt x="57317" y="84"/>
                </a:lnTo>
                <a:cubicBezTo>
                  <a:pt x="42512" y="84"/>
                  <a:pt x="32402" y="2253"/>
                  <a:pt x="24096" y="7316"/>
                </a:cubicBezTo>
                <a:cubicBezTo>
                  <a:pt x="9291" y="15994"/>
                  <a:pt x="264" y="32267"/>
                  <a:pt x="264" y="51070"/>
                </a:cubicBezTo>
                <a:cubicBezTo>
                  <a:pt x="264" y="77467"/>
                  <a:pt x="18680" y="97355"/>
                  <a:pt x="42873" y="97355"/>
                </a:cubicBezTo>
                <a:cubicBezTo>
                  <a:pt x="67789" y="97355"/>
                  <a:pt x="88371" y="76744"/>
                  <a:pt x="88371" y="51793"/>
                </a:cubicBezTo>
                <a:cubicBezTo>
                  <a:pt x="88371" y="34436"/>
                  <a:pt x="78983" y="19249"/>
                  <a:pt x="64539" y="13825"/>
                </a:cubicBezTo>
                <a:lnTo>
                  <a:pt x="98121" y="13825"/>
                </a:lnTo>
                <a:close/>
                <a:moveTo>
                  <a:pt x="54067" y="13825"/>
                </a:moveTo>
                <a:cubicBezTo>
                  <a:pt x="64900" y="24311"/>
                  <a:pt x="69956" y="36606"/>
                  <a:pt x="69956" y="53240"/>
                </a:cubicBezTo>
                <a:cubicBezTo>
                  <a:pt x="69956" y="74574"/>
                  <a:pt x="59484" y="89762"/>
                  <a:pt x="44318" y="89762"/>
                </a:cubicBezTo>
                <a:cubicBezTo>
                  <a:pt x="29513" y="89762"/>
                  <a:pt x="18680" y="73128"/>
                  <a:pt x="18680" y="50347"/>
                </a:cubicBezTo>
                <a:cubicBezTo>
                  <a:pt x="18680" y="31543"/>
                  <a:pt x="28068" y="17441"/>
                  <a:pt x="42512" y="14548"/>
                </a:cubicBezTo>
                <a:cubicBezTo>
                  <a:pt x="45401" y="14186"/>
                  <a:pt x="49734" y="13825"/>
                  <a:pt x="54067" y="13825"/>
                </a:cubicBezTo>
                <a:close/>
              </a:path>
            </a:pathLst>
          </a:custGeom>
          <a:solidFill>
            <a:schemeClr val="accent2"/>
          </a:solidFill>
          <a:ln w="9525" cap="flat">
            <a:solidFill>
              <a:srgbClr val="FF0000"/>
            </a:solidFill>
            <a:prstDash val="solid"/>
            <a:miter/>
          </a:ln>
        </p:spPr>
        <p:txBody>
          <a:bodyPr rtlCol="0" anchor="ctr"/>
          <a:lstStyle/>
          <a:p>
            <a:endParaRPr lang="zh-CN" altLang="en-US"/>
          </a:p>
        </p:txBody>
      </p:sp>
      <p:grpSp>
        <p:nvGrpSpPr>
          <p:cNvPr id="143" name="Graphic 2"/>
          <p:cNvGrpSpPr/>
          <p:nvPr/>
        </p:nvGrpSpPr>
        <p:grpSpPr>
          <a:xfrm>
            <a:off x="6934200" y="4379877"/>
            <a:ext cx="273345" cy="178901"/>
            <a:chOff x="6822070" y="5095682"/>
            <a:chExt cx="216701" cy="131623"/>
          </a:xfrm>
          <a:solidFill>
            <a:schemeClr val="accent2"/>
          </a:solidFill>
        </p:grpSpPr>
        <p:sp>
          <p:nvSpPr>
            <p:cNvPr id="144" name="任意多边形: 形状 143"/>
            <p:cNvSpPr/>
            <p:nvPr/>
          </p:nvSpPr>
          <p:spPr>
            <a:xfrm>
              <a:off x="6822070" y="5095682"/>
              <a:ext cx="46942" cy="131623"/>
            </a:xfrm>
            <a:custGeom>
              <a:avLst/>
              <a:gdLst>
                <a:gd name="connsiteX0" fmla="*/ 33762 w 46942"/>
                <a:gd name="connsiteY0" fmla="*/ 106788 h 131623"/>
                <a:gd name="connsiteX1" fmla="*/ 19318 w 46942"/>
                <a:gd name="connsiteY1" fmla="*/ 120528 h 131623"/>
                <a:gd name="connsiteX2" fmla="*/ 16068 w 46942"/>
                <a:gd name="connsiteY2" fmla="*/ 117636 h 131623"/>
                <a:gd name="connsiteX3" fmla="*/ 16790 w 46942"/>
                <a:gd name="connsiteY3" fmla="*/ 114743 h 131623"/>
                <a:gd name="connsiteX4" fmla="*/ 39178 w 46942"/>
                <a:gd name="connsiteY4" fmla="*/ 35190 h 131623"/>
                <a:gd name="connsiteX5" fmla="*/ 8846 w 46942"/>
                <a:gd name="connsiteY5" fmla="*/ 40252 h 131623"/>
                <a:gd name="connsiteX6" fmla="*/ 7763 w 46942"/>
                <a:gd name="connsiteY6" fmla="*/ 44230 h 131623"/>
                <a:gd name="connsiteX7" fmla="*/ 14263 w 46942"/>
                <a:gd name="connsiteY7" fmla="*/ 43507 h 131623"/>
                <a:gd name="connsiteX8" fmla="*/ 20040 w 46942"/>
                <a:gd name="connsiteY8" fmla="*/ 48208 h 131623"/>
                <a:gd name="connsiteX9" fmla="*/ 18235 w 46942"/>
                <a:gd name="connsiteY9" fmla="*/ 57248 h 131623"/>
                <a:gd name="connsiteX10" fmla="*/ 1263 w 46942"/>
                <a:gd name="connsiteY10" fmla="*/ 116551 h 131623"/>
                <a:gd name="connsiteX11" fmla="*/ 180 w 46942"/>
                <a:gd name="connsiteY11" fmla="*/ 123783 h 131623"/>
                <a:gd name="connsiteX12" fmla="*/ 8846 w 46942"/>
                <a:gd name="connsiteY12" fmla="*/ 131738 h 131623"/>
                <a:gd name="connsiteX13" fmla="*/ 35206 w 46942"/>
                <a:gd name="connsiteY13" fmla="*/ 111127 h 131623"/>
                <a:gd name="connsiteX14" fmla="*/ 37012 w 46942"/>
                <a:gd name="connsiteY14" fmla="*/ 114 h 131623"/>
                <a:gd name="connsiteX15" fmla="*/ 26179 w 46942"/>
                <a:gd name="connsiteY15" fmla="*/ 10601 h 131623"/>
                <a:gd name="connsiteX16" fmla="*/ 36651 w 46942"/>
                <a:gd name="connsiteY16" fmla="*/ 21087 h 131623"/>
                <a:gd name="connsiteX17" fmla="*/ 47123 w 46942"/>
                <a:gd name="connsiteY17" fmla="*/ 10601 h 131623"/>
                <a:gd name="connsiteX18" fmla="*/ 37012 w 46942"/>
                <a:gd name="connsiteY18" fmla="*/ 114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762" y="106788"/>
                  </a:moveTo>
                  <a:cubicBezTo>
                    <a:pt x="28346" y="114743"/>
                    <a:pt x="22207" y="120528"/>
                    <a:pt x="19318" y="120528"/>
                  </a:cubicBezTo>
                  <a:cubicBezTo>
                    <a:pt x="17513" y="120528"/>
                    <a:pt x="16068" y="119082"/>
                    <a:pt x="16068" y="117636"/>
                  </a:cubicBezTo>
                  <a:cubicBezTo>
                    <a:pt x="16068" y="116912"/>
                    <a:pt x="16429" y="115828"/>
                    <a:pt x="16790" y="114743"/>
                  </a:cubicBezTo>
                  <a:lnTo>
                    <a:pt x="39178" y="35190"/>
                  </a:lnTo>
                  <a:cubicBezTo>
                    <a:pt x="29068" y="37721"/>
                    <a:pt x="17874" y="39891"/>
                    <a:pt x="8846" y="40252"/>
                  </a:cubicBezTo>
                  <a:lnTo>
                    <a:pt x="7763" y="44230"/>
                  </a:lnTo>
                  <a:cubicBezTo>
                    <a:pt x="11013" y="43868"/>
                    <a:pt x="12818" y="43507"/>
                    <a:pt x="14263" y="43507"/>
                  </a:cubicBezTo>
                  <a:cubicBezTo>
                    <a:pt x="18235" y="43507"/>
                    <a:pt x="20040" y="44953"/>
                    <a:pt x="20040" y="48208"/>
                  </a:cubicBezTo>
                  <a:cubicBezTo>
                    <a:pt x="20040" y="50739"/>
                    <a:pt x="19679" y="52547"/>
                    <a:pt x="18235" y="57248"/>
                  </a:cubicBezTo>
                  <a:lnTo>
                    <a:pt x="1263" y="116551"/>
                  </a:lnTo>
                  <a:cubicBezTo>
                    <a:pt x="541" y="119444"/>
                    <a:pt x="180" y="121975"/>
                    <a:pt x="180" y="123783"/>
                  </a:cubicBezTo>
                  <a:cubicBezTo>
                    <a:pt x="180" y="127761"/>
                    <a:pt x="4152" y="131738"/>
                    <a:pt x="8846" y="131738"/>
                  </a:cubicBezTo>
                  <a:cubicBezTo>
                    <a:pt x="15346" y="131738"/>
                    <a:pt x="24374" y="124506"/>
                    <a:pt x="35206" y="111127"/>
                  </a:cubicBezTo>
                  <a:close/>
                  <a:moveTo>
                    <a:pt x="37012" y="114"/>
                  </a:moveTo>
                  <a:cubicBezTo>
                    <a:pt x="30873" y="114"/>
                    <a:pt x="26179" y="4815"/>
                    <a:pt x="26179" y="10601"/>
                  </a:cubicBezTo>
                  <a:cubicBezTo>
                    <a:pt x="26179" y="16387"/>
                    <a:pt x="30873" y="21087"/>
                    <a:pt x="36651" y="21087"/>
                  </a:cubicBezTo>
                  <a:cubicBezTo>
                    <a:pt x="42428" y="21087"/>
                    <a:pt x="47123" y="16387"/>
                    <a:pt x="47123" y="10601"/>
                  </a:cubicBezTo>
                  <a:cubicBezTo>
                    <a:pt x="47123" y="4815"/>
                    <a:pt x="42428" y="114"/>
                    <a:pt x="37012" y="114"/>
                  </a:cubicBezTo>
                  <a:close/>
                </a:path>
              </a:pathLst>
            </a:custGeom>
            <a:grpFill/>
            <a:ln w="9525" cap="flat">
              <a:solidFill>
                <a:srgbClr val="FF0000"/>
              </a:solidFill>
              <a:prstDash val="solid"/>
              <a:miter/>
            </a:ln>
          </p:spPr>
          <p:txBody>
            <a:bodyPr rtlCol="0" anchor="ctr"/>
            <a:lstStyle/>
            <a:p>
              <a:endParaRPr lang="zh-CN" altLang="en-US"/>
            </a:p>
          </p:txBody>
        </p:sp>
        <p:sp>
          <p:nvSpPr>
            <p:cNvPr id="145" name="任意多边形: 形状 144"/>
            <p:cNvSpPr/>
            <p:nvPr/>
          </p:nvSpPr>
          <p:spPr>
            <a:xfrm>
              <a:off x="6870971" y="5131119"/>
              <a:ext cx="88829" cy="95101"/>
            </a:xfrm>
            <a:custGeom>
              <a:avLst/>
              <a:gdLst>
                <a:gd name="connsiteX0" fmla="*/ 43153 w 88829"/>
                <a:gd name="connsiteY0" fmla="*/ 114 h 95101"/>
                <a:gd name="connsiteX1" fmla="*/ 14626 w 88829"/>
                <a:gd name="connsiteY1" fmla="*/ 3007 h 95101"/>
                <a:gd name="connsiteX2" fmla="*/ 13543 w 88829"/>
                <a:gd name="connsiteY2" fmla="*/ 6985 h 95101"/>
                <a:gd name="connsiteX3" fmla="*/ 15709 w 88829"/>
                <a:gd name="connsiteY3" fmla="*/ 6623 h 95101"/>
                <a:gd name="connsiteX4" fmla="*/ 19320 w 88829"/>
                <a:gd name="connsiteY4" fmla="*/ 6262 h 95101"/>
                <a:gd name="connsiteX5" fmla="*/ 24376 w 88829"/>
                <a:gd name="connsiteY5" fmla="*/ 10239 h 95101"/>
                <a:gd name="connsiteX6" fmla="*/ 22209 w 88829"/>
                <a:gd name="connsiteY6" fmla="*/ 19279 h 95101"/>
                <a:gd name="connsiteX7" fmla="*/ 182 w 88829"/>
                <a:gd name="connsiteY7" fmla="*/ 93047 h 95101"/>
                <a:gd name="connsiteX8" fmla="*/ 15348 w 88829"/>
                <a:gd name="connsiteY8" fmla="*/ 93047 h 95101"/>
                <a:gd name="connsiteX9" fmla="*/ 22209 w 88829"/>
                <a:gd name="connsiteY9" fmla="*/ 69181 h 95101"/>
                <a:gd name="connsiteX10" fmla="*/ 41347 w 88829"/>
                <a:gd name="connsiteY10" fmla="*/ 34467 h 95101"/>
                <a:gd name="connsiteX11" fmla="*/ 67346 w 88829"/>
                <a:gd name="connsiteY11" fmla="*/ 12770 h 95101"/>
                <a:gd name="connsiteX12" fmla="*/ 72763 w 88829"/>
                <a:gd name="connsiteY12" fmla="*/ 18556 h 95101"/>
                <a:gd name="connsiteX13" fmla="*/ 70957 w 88829"/>
                <a:gd name="connsiteY13" fmla="*/ 28319 h 95101"/>
                <a:gd name="connsiteX14" fmla="*/ 54708 w 88829"/>
                <a:gd name="connsiteY14" fmla="*/ 80752 h 95101"/>
                <a:gd name="connsiteX15" fmla="*/ 53625 w 88829"/>
                <a:gd name="connsiteY15" fmla="*/ 86899 h 95101"/>
                <a:gd name="connsiteX16" fmla="*/ 62291 w 88829"/>
                <a:gd name="connsiteY16" fmla="*/ 95216 h 95101"/>
                <a:gd name="connsiteX17" fmla="*/ 89012 w 88829"/>
                <a:gd name="connsiteY17" fmla="*/ 75690 h 95101"/>
                <a:gd name="connsiteX18" fmla="*/ 87207 w 88829"/>
                <a:gd name="connsiteY18" fmla="*/ 73520 h 95101"/>
                <a:gd name="connsiteX19" fmla="*/ 73124 w 88829"/>
                <a:gd name="connsiteY19" fmla="*/ 85453 h 95101"/>
                <a:gd name="connsiteX20" fmla="*/ 70235 w 88829"/>
                <a:gd name="connsiteY20" fmla="*/ 82560 h 95101"/>
                <a:gd name="connsiteX21" fmla="*/ 71318 w 88829"/>
                <a:gd name="connsiteY21" fmla="*/ 78221 h 95101"/>
                <a:gd name="connsiteX22" fmla="*/ 86123 w 88829"/>
                <a:gd name="connsiteY22" fmla="*/ 26150 h 95101"/>
                <a:gd name="connsiteX23" fmla="*/ 87929 w 88829"/>
                <a:gd name="connsiteY23" fmla="*/ 14217 h 95101"/>
                <a:gd name="connsiteX24" fmla="*/ 76374 w 88829"/>
                <a:gd name="connsiteY24" fmla="*/ 837 h 95101"/>
                <a:gd name="connsiteX25" fmla="*/ 29431 w 88829"/>
                <a:gd name="connsiteY25" fmla="*/ 4386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3153" y="114"/>
                  </a:moveTo>
                  <a:cubicBezTo>
                    <a:pt x="30153" y="1922"/>
                    <a:pt x="27987" y="1922"/>
                    <a:pt x="14626" y="3007"/>
                  </a:cubicBezTo>
                  <a:lnTo>
                    <a:pt x="13543" y="6985"/>
                  </a:lnTo>
                  <a:lnTo>
                    <a:pt x="15709" y="6623"/>
                  </a:lnTo>
                  <a:cubicBezTo>
                    <a:pt x="17154" y="6262"/>
                    <a:pt x="18598" y="6262"/>
                    <a:pt x="19320" y="6262"/>
                  </a:cubicBezTo>
                  <a:cubicBezTo>
                    <a:pt x="22209" y="6262"/>
                    <a:pt x="24376" y="8431"/>
                    <a:pt x="24376" y="10239"/>
                  </a:cubicBezTo>
                  <a:cubicBezTo>
                    <a:pt x="24376" y="11324"/>
                    <a:pt x="23654" y="14578"/>
                    <a:pt x="22209" y="19279"/>
                  </a:cubicBezTo>
                  <a:lnTo>
                    <a:pt x="182" y="93047"/>
                  </a:lnTo>
                  <a:lnTo>
                    <a:pt x="15348" y="93047"/>
                  </a:lnTo>
                  <a:lnTo>
                    <a:pt x="22209" y="69181"/>
                  </a:lnTo>
                  <a:cubicBezTo>
                    <a:pt x="25459" y="57609"/>
                    <a:pt x="30876" y="47846"/>
                    <a:pt x="41347" y="34467"/>
                  </a:cubicBezTo>
                  <a:cubicBezTo>
                    <a:pt x="53625" y="19279"/>
                    <a:pt x="61208" y="12770"/>
                    <a:pt x="67346" y="12770"/>
                  </a:cubicBezTo>
                  <a:cubicBezTo>
                    <a:pt x="70235" y="12770"/>
                    <a:pt x="72763" y="15302"/>
                    <a:pt x="72763" y="18556"/>
                  </a:cubicBezTo>
                  <a:cubicBezTo>
                    <a:pt x="72763" y="21087"/>
                    <a:pt x="72041" y="25065"/>
                    <a:pt x="70957" y="28319"/>
                  </a:cubicBezTo>
                  <a:lnTo>
                    <a:pt x="54708" y="80752"/>
                  </a:lnTo>
                  <a:cubicBezTo>
                    <a:pt x="53986" y="82922"/>
                    <a:pt x="53625" y="85453"/>
                    <a:pt x="53625" y="86899"/>
                  </a:cubicBezTo>
                  <a:cubicBezTo>
                    <a:pt x="53625" y="91962"/>
                    <a:pt x="57235" y="95216"/>
                    <a:pt x="62291" y="95216"/>
                  </a:cubicBezTo>
                  <a:cubicBezTo>
                    <a:pt x="70235" y="95216"/>
                    <a:pt x="79262" y="88707"/>
                    <a:pt x="89012" y="75690"/>
                  </a:cubicBezTo>
                  <a:lnTo>
                    <a:pt x="87207" y="73520"/>
                  </a:lnTo>
                  <a:cubicBezTo>
                    <a:pt x="81429" y="80752"/>
                    <a:pt x="76012" y="85453"/>
                    <a:pt x="73124" y="85453"/>
                  </a:cubicBezTo>
                  <a:cubicBezTo>
                    <a:pt x="71679" y="85453"/>
                    <a:pt x="70235" y="84006"/>
                    <a:pt x="70235" y="82560"/>
                  </a:cubicBezTo>
                  <a:cubicBezTo>
                    <a:pt x="70235" y="81475"/>
                    <a:pt x="70596" y="80029"/>
                    <a:pt x="71318" y="78221"/>
                  </a:cubicBezTo>
                  <a:lnTo>
                    <a:pt x="86123" y="26150"/>
                  </a:lnTo>
                  <a:cubicBezTo>
                    <a:pt x="87207" y="22172"/>
                    <a:pt x="87929" y="18194"/>
                    <a:pt x="87929" y="14217"/>
                  </a:cubicBezTo>
                  <a:cubicBezTo>
                    <a:pt x="87929" y="5900"/>
                    <a:pt x="83596" y="837"/>
                    <a:pt x="76374" y="837"/>
                  </a:cubicBezTo>
                  <a:cubicBezTo>
                    <a:pt x="64096" y="837"/>
                    <a:pt x="50736" y="13132"/>
                    <a:pt x="29431" y="43868"/>
                  </a:cubicBezTo>
                  <a:close/>
                </a:path>
              </a:pathLst>
            </a:custGeom>
            <a:grpFill/>
            <a:ln w="9525" cap="flat">
              <a:solidFill>
                <a:srgbClr val="FF0000"/>
              </a:solidFill>
              <a:prstDash val="solid"/>
              <a:miter/>
            </a:ln>
          </p:spPr>
          <p:txBody>
            <a:bodyPr rtlCol="0" anchor="ctr"/>
            <a:lstStyle/>
            <a:p>
              <a:endParaRPr lang="zh-CN" altLang="en-US"/>
            </a:p>
          </p:txBody>
        </p:sp>
        <p:sp>
          <p:nvSpPr>
            <p:cNvPr id="146" name="任意多边形: 形状 145"/>
            <p:cNvSpPr/>
            <p:nvPr/>
          </p:nvSpPr>
          <p:spPr>
            <a:xfrm>
              <a:off x="6969080" y="5131119"/>
              <a:ext cx="69691" cy="95463"/>
            </a:xfrm>
            <a:custGeom>
              <a:avLst/>
              <a:gdLst>
                <a:gd name="connsiteX0" fmla="*/ 69878 w 69691"/>
                <a:gd name="connsiteY0" fmla="*/ 837 h 95463"/>
                <a:gd name="connsiteX1" fmla="*/ 66990 w 69691"/>
                <a:gd name="connsiteY1" fmla="*/ 837 h 95463"/>
                <a:gd name="connsiteX2" fmla="*/ 60851 w 69691"/>
                <a:gd name="connsiteY2" fmla="*/ 5538 h 95463"/>
                <a:gd name="connsiteX3" fmla="*/ 57240 w 69691"/>
                <a:gd name="connsiteY3" fmla="*/ 4453 h 95463"/>
                <a:gd name="connsiteX4" fmla="*/ 42435 w 69691"/>
                <a:gd name="connsiteY4" fmla="*/ 114 h 95463"/>
                <a:gd name="connsiteX5" fmla="*/ 19325 w 69691"/>
                <a:gd name="connsiteY5" fmla="*/ 23619 h 95463"/>
                <a:gd name="connsiteX6" fmla="*/ 33047 w 69691"/>
                <a:gd name="connsiteY6" fmla="*/ 51101 h 95463"/>
                <a:gd name="connsiteX7" fmla="*/ 44963 w 69691"/>
                <a:gd name="connsiteY7" fmla="*/ 73520 h 95463"/>
                <a:gd name="connsiteX8" fmla="*/ 27991 w 69691"/>
                <a:gd name="connsiteY8" fmla="*/ 90877 h 95463"/>
                <a:gd name="connsiteX9" fmla="*/ 9214 w 69691"/>
                <a:gd name="connsiteY9" fmla="*/ 63757 h 95463"/>
                <a:gd name="connsiteX10" fmla="*/ 5964 w 69691"/>
                <a:gd name="connsiteY10" fmla="*/ 63757 h 95463"/>
                <a:gd name="connsiteX11" fmla="*/ 187 w 69691"/>
                <a:gd name="connsiteY11" fmla="*/ 95578 h 95463"/>
                <a:gd name="connsiteX12" fmla="*/ 4159 w 69691"/>
                <a:gd name="connsiteY12" fmla="*/ 95578 h 95463"/>
                <a:gd name="connsiteX13" fmla="*/ 9936 w 69691"/>
                <a:gd name="connsiteY13" fmla="*/ 91239 h 95463"/>
                <a:gd name="connsiteX14" fmla="*/ 13908 w 69691"/>
                <a:gd name="connsiteY14" fmla="*/ 92323 h 95463"/>
                <a:gd name="connsiteX15" fmla="*/ 30880 w 69691"/>
                <a:gd name="connsiteY15" fmla="*/ 95578 h 95463"/>
                <a:gd name="connsiteX16" fmla="*/ 59046 w 69691"/>
                <a:gd name="connsiteY16" fmla="*/ 68819 h 95463"/>
                <a:gd name="connsiteX17" fmla="*/ 44240 w 69691"/>
                <a:gd name="connsiteY17" fmla="*/ 39891 h 95463"/>
                <a:gd name="connsiteX18" fmla="*/ 32324 w 69691"/>
                <a:gd name="connsiteY18" fmla="*/ 18194 h 95463"/>
                <a:gd name="connsiteX19" fmla="*/ 44240 w 69691"/>
                <a:gd name="connsiteY19" fmla="*/ 5900 h 95463"/>
                <a:gd name="connsiteX20" fmla="*/ 61573 w 69691"/>
                <a:gd name="connsiteY20" fmla="*/ 26511 h 95463"/>
                <a:gd name="connsiteX21" fmla="*/ 61573 w 69691"/>
                <a:gd name="connsiteY21" fmla="*/ 30851 h 95463"/>
                <a:gd name="connsiteX22" fmla="*/ 64823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78" y="837"/>
                  </a:moveTo>
                  <a:lnTo>
                    <a:pt x="66990" y="837"/>
                  </a:lnTo>
                  <a:cubicBezTo>
                    <a:pt x="64823" y="4092"/>
                    <a:pt x="63017" y="5538"/>
                    <a:pt x="60851" y="5538"/>
                  </a:cubicBezTo>
                  <a:cubicBezTo>
                    <a:pt x="60129" y="5538"/>
                    <a:pt x="58684" y="5177"/>
                    <a:pt x="57240" y="4453"/>
                  </a:cubicBezTo>
                  <a:cubicBezTo>
                    <a:pt x="52185" y="1561"/>
                    <a:pt x="47129" y="114"/>
                    <a:pt x="42435" y="114"/>
                  </a:cubicBezTo>
                  <a:cubicBezTo>
                    <a:pt x="29797" y="114"/>
                    <a:pt x="19325" y="10601"/>
                    <a:pt x="19325" y="23619"/>
                  </a:cubicBezTo>
                  <a:cubicBezTo>
                    <a:pt x="19325" y="32659"/>
                    <a:pt x="22214" y="38083"/>
                    <a:pt x="33047" y="51101"/>
                  </a:cubicBezTo>
                  <a:cubicBezTo>
                    <a:pt x="41352" y="60864"/>
                    <a:pt x="44963" y="67373"/>
                    <a:pt x="44963" y="73520"/>
                  </a:cubicBezTo>
                  <a:cubicBezTo>
                    <a:pt x="44963" y="82922"/>
                    <a:pt x="37019" y="90877"/>
                    <a:pt x="27991" y="90877"/>
                  </a:cubicBezTo>
                  <a:cubicBezTo>
                    <a:pt x="17158" y="90877"/>
                    <a:pt x="9575" y="80029"/>
                    <a:pt x="9214" y="63757"/>
                  </a:cubicBezTo>
                  <a:lnTo>
                    <a:pt x="5964" y="63757"/>
                  </a:lnTo>
                  <a:lnTo>
                    <a:pt x="187" y="95578"/>
                  </a:lnTo>
                  <a:lnTo>
                    <a:pt x="4159" y="95578"/>
                  </a:lnTo>
                  <a:cubicBezTo>
                    <a:pt x="5603" y="92323"/>
                    <a:pt x="7409" y="91239"/>
                    <a:pt x="9936" y="91239"/>
                  </a:cubicBezTo>
                  <a:cubicBezTo>
                    <a:pt x="11020" y="91239"/>
                    <a:pt x="12464" y="91600"/>
                    <a:pt x="13908" y="92323"/>
                  </a:cubicBezTo>
                  <a:cubicBezTo>
                    <a:pt x="23658" y="95216"/>
                    <a:pt x="25825" y="95578"/>
                    <a:pt x="30880" y="95578"/>
                  </a:cubicBezTo>
                  <a:cubicBezTo>
                    <a:pt x="46407" y="95578"/>
                    <a:pt x="59046" y="83645"/>
                    <a:pt x="59046" y="68819"/>
                  </a:cubicBezTo>
                  <a:cubicBezTo>
                    <a:pt x="59046" y="59779"/>
                    <a:pt x="55435" y="53270"/>
                    <a:pt x="44240" y="39891"/>
                  </a:cubicBezTo>
                  <a:cubicBezTo>
                    <a:pt x="34491" y="28319"/>
                    <a:pt x="32324" y="23980"/>
                    <a:pt x="32324" y="18194"/>
                  </a:cubicBezTo>
                  <a:cubicBezTo>
                    <a:pt x="32324" y="11324"/>
                    <a:pt x="37380" y="5900"/>
                    <a:pt x="44240" y="5900"/>
                  </a:cubicBezTo>
                  <a:cubicBezTo>
                    <a:pt x="53990" y="5900"/>
                    <a:pt x="61573" y="14578"/>
                    <a:pt x="61573" y="26511"/>
                  </a:cubicBezTo>
                  <a:cubicBezTo>
                    <a:pt x="61573" y="27596"/>
                    <a:pt x="61573" y="29043"/>
                    <a:pt x="61573" y="30851"/>
                  </a:cubicBezTo>
                  <a:lnTo>
                    <a:pt x="64823" y="30851"/>
                  </a:lnTo>
                  <a:close/>
                </a:path>
              </a:pathLst>
            </a:custGeom>
            <a:grpFill/>
            <a:ln w="9525" cap="flat">
              <a:solidFill>
                <a:srgbClr val="FF0000"/>
              </a:solidFill>
              <a:prstDash val="solid"/>
              <a:miter/>
            </a:ln>
          </p:spPr>
          <p:txBody>
            <a:bodyPr rtlCol="0" anchor="ctr"/>
            <a:lstStyle/>
            <a:p>
              <a:endParaRPr lang="zh-CN" altLang="en-US"/>
            </a:p>
          </p:txBody>
        </p:sp>
      </p:grpSp>
      <p:grpSp>
        <p:nvGrpSpPr>
          <p:cNvPr id="147" name="Graphic 2"/>
          <p:cNvGrpSpPr/>
          <p:nvPr/>
        </p:nvGrpSpPr>
        <p:grpSpPr>
          <a:xfrm>
            <a:off x="7220419" y="4400029"/>
            <a:ext cx="155487" cy="157767"/>
            <a:chOff x="7048977" y="5110508"/>
            <a:chExt cx="123266" cy="116074"/>
          </a:xfrm>
          <a:solidFill>
            <a:schemeClr val="accent2"/>
          </a:solidFill>
        </p:grpSpPr>
        <p:sp>
          <p:nvSpPr>
            <p:cNvPr id="148" name="任意多边形: 形状 147"/>
            <p:cNvSpPr/>
            <p:nvPr/>
          </p:nvSpPr>
          <p:spPr>
            <a:xfrm>
              <a:off x="7048977" y="5110508"/>
              <a:ext cx="50914" cy="116074"/>
            </a:xfrm>
            <a:custGeom>
              <a:avLst/>
              <a:gdLst>
                <a:gd name="connsiteX0" fmla="*/ 35577 w 50914"/>
                <a:gd name="connsiteY0" fmla="*/ 29404 h 116074"/>
                <a:gd name="connsiteX1" fmla="*/ 49299 w 50914"/>
                <a:gd name="connsiteY1" fmla="*/ 29404 h 116074"/>
                <a:gd name="connsiteX2" fmla="*/ 51104 w 50914"/>
                <a:gd name="connsiteY2" fmla="*/ 22895 h 116074"/>
                <a:gd name="connsiteX3" fmla="*/ 37383 w 50914"/>
                <a:gd name="connsiteY3" fmla="*/ 22895 h 116074"/>
                <a:gd name="connsiteX4" fmla="*/ 44244 w 50914"/>
                <a:gd name="connsiteY4" fmla="*/ 114 h 116074"/>
                <a:gd name="connsiteX5" fmla="*/ 39188 w 50914"/>
                <a:gd name="connsiteY5" fmla="*/ 114 h 116074"/>
                <a:gd name="connsiteX6" fmla="*/ 8134 w 50914"/>
                <a:gd name="connsiteY6" fmla="*/ 22895 h 116074"/>
                <a:gd name="connsiteX7" fmla="*/ 6328 w 50914"/>
                <a:gd name="connsiteY7" fmla="*/ 29404 h 116074"/>
                <a:gd name="connsiteX8" fmla="*/ 20772 w 50914"/>
                <a:gd name="connsiteY8" fmla="*/ 29404 h 116074"/>
                <a:gd name="connsiteX9" fmla="*/ 2717 w 50914"/>
                <a:gd name="connsiteY9" fmla="*/ 92323 h 116074"/>
                <a:gd name="connsiteX10" fmla="*/ 190 w 50914"/>
                <a:gd name="connsiteY10" fmla="*/ 106064 h 116074"/>
                <a:gd name="connsiteX11" fmla="*/ 10300 w 50914"/>
                <a:gd name="connsiteY11" fmla="*/ 116189 h 116074"/>
                <a:gd name="connsiteX12" fmla="*/ 36299 w 50914"/>
                <a:gd name="connsiteY12" fmla="*/ 95216 h 116074"/>
                <a:gd name="connsiteX13" fmla="*/ 34133 w 50914"/>
                <a:gd name="connsiteY13" fmla="*/ 92323 h 116074"/>
                <a:gd name="connsiteX14" fmla="*/ 18606 w 50914"/>
                <a:gd name="connsiteY14" fmla="*/ 106426 h 116074"/>
                <a:gd name="connsiteX15" fmla="*/ 15356 w 50914"/>
                <a:gd name="connsiteY15" fmla="*/ 103171 h 116074"/>
                <a:gd name="connsiteX16" fmla="*/ 17161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77" y="29404"/>
                  </a:moveTo>
                  <a:lnTo>
                    <a:pt x="49299" y="29404"/>
                  </a:lnTo>
                  <a:lnTo>
                    <a:pt x="51104" y="22895"/>
                  </a:lnTo>
                  <a:lnTo>
                    <a:pt x="37383" y="22895"/>
                  </a:lnTo>
                  <a:lnTo>
                    <a:pt x="44244" y="114"/>
                  </a:lnTo>
                  <a:lnTo>
                    <a:pt x="39188" y="114"/>
                  </a:lnTo>
                  <a:cubicBezTo>
                    <a:pt x="27994" y="14578"/>
                    <a:pt x="20411" y="20364"/>
                    <a:pt x="8134" y="22895"/>
                  </a:cubicBezTo>
                  <a:lnTo>
                    <a:pt x="6328" y="29404"/>
                  </a:lnTo>
                  <a:lnTo>
                    <a:pt x="20772" y="29404"/>
                  </a:lnTo>
                  <a:lnTo>
                    <a:pt x="2717" y="92323"/>
                  </a:lnTo>
                  <a:cubicBezTo>
                    <a:pt x="912" y="97386"/>
                    <a:pt x="190" y="103171"/>
                    <a:pt x="190" y="106064"/>
                  </a:cubicBezTo>
                  <a:cubicBezTo>
                    <a:pt x="190" y="112211"/>
                    <a:pt x="4162" y="116189"/>
                    <a:pt x="10300" y="116189"/>
                  </a:cubicBezTo>
                  <a:cubicBezTo>
                    <a:pt x="18245" y="116189"/>
                    <a:pt x="26550" y="109680"/>
                    <a:pt x="36299" y="95216"/>
                  </a:cubicBezTo>
                  <a:lnTo>
                    <a:pt x="34133" y="92323"/>
                  </a:lnTo>
                  <a:cubicBezTo>
                    <a:pt x="27994" y="100640"/>
                    <a:pt x="21856" y="106426"/>
                    <a:pt x="18606" y="106426"/>
                  </a:cubicBezTo>
                  <a:cubicBezTo>
                    <a:pt x="16800" y="106426"/>
                    <a:pt x="15356" y="104979"/>
                    <a:pt x="15356" y="103171"/>
                  </a:cubicBezTo>
                  <a:cubicBezTo>
                    <a:pt x="15356" y="102087"/>
                    <a:pt x="15356" y="102087"/>
                    <a:pt x="17161" y="93770"/>
                  </a:cubicBezTo>
                  <a:close/>
                </a:path>
              </a:pathLst>
            </a:custGeom>
            <a:grpFill/>
            <a:ln w="9525" cap="flat">
              <a:solidFill>
                <a:srgbClr val="FF0000"/>
              </a:solidFill>
              <a:prstDash val="solid"/>
              <a:miter/>
            </a:ln>
          </p:spPr>
          <p:txBody>
            <a:bodyPr rtlCol="0" anchor="ctr"/>
            <a:lstStyle/>
            <a:p>
              <a:endParaRPr lang="zh-CN" altLang="en-US"/>
            </a:p>
          </p:txBody>
        </p:sp>
        <p:sp>
          <p:nvSpPr>
            <p:cNvPr id="151" name="任意多边形: 形状 150"/>
            <p:cNvSpPr/>
            <p:nvPr/>
          </p:nvSpPr>
          <p:spPr>
            <a:xfrm>
              <a:off x="7100747" y="5130035"/>
              <a:ext cx="71497" cy="94017"/>
            </a:xfrm>
            <a:custGeom>
              <a:avLst/>
              <a:gdLst>
                <a:gd name="connsiteX0" fmla="*/ 41718 w 71497"/>
                <a:gd name="connsiteY0" fmla="*/ 476 h 94017"/>
                <a:gd name="connsiteX1" fmla="*/ 12108 w 71497"/>
                <a:gd name="connsiteY1" fmla="*/ 4092 h 94017"/>
                <a:gd name="connsiteX2" fmla="*/ 10664 w 71497"/>
                <a:gd name="connsiteY2" fmla="*/ 8431 h 94017"/>
                <a:gd name="connsiteX3" fmla="*/ 15719 w 71497"/>
                <a:gd name="connsiteY3" fmla="*/ 7708 h 94017"/>
                <a:gd name="connsiteX4" fmla="*/ 18969 w 71497"/>
                <a:gd name="connsiteY4" fmla="*/ 7346 h 94017"/>
                <a:gd name="connsiteX5" fmla="*/ 23663 w 71497"/>
                <a:gd name="connsiteY5" fmla="*/ 11324 h 94017"/>
                <a:gd name="connsiteX6" fmla="*/ 21497 w 71497"/>
                <a:gd name="connsiteY6" fmla="*/ 20364 h 94017"/>
                <a:gd name="connsiteX7" fmla="*/ 192 w 71497"/>
                <a:gd name="connsiteY7" fmla="*/ 94131 h 94017"/>
                <a:gd name="connsiteX8" fmla="*/ 16442 w 71497"/>
                <a:gd name="connsiteY8" fmla="*/ 94131 h 94017"/>
                <a:gd name="connsiteX9" fmla="*/ 39552 w 71497"/>
                <a:gd name="connsiteY9" fmla="*/ 35551 h 94017"/>
                <a:gd name="connsiteX10" fmla="*/ 53273 w 71497"/>
                <a:gd name="connsiteY10" fmla="*/ 16748 h 94017"/>
                <a:gd name="connsiteX11" fmla="*/ 54718 w 71497"/>
                <a:gd name="connsiteY11" fmla="*/ 20002 h 94017"/>
                <a:gd name="connsiteX12" fmla="*/ 61217 w 71497"/>
                <a:gd name="connsiteY12" fmla="*/ 25427 h 94017"/>
                <a:gd name="connsiteX13" fmla="*/ 71689 w 71497"/>
                <a:gd name="connsiteY13" fmla="*/ 11324 h 94017"/>
                <a:gd name="connsiteX14" fmla="*/ 63384 w 71497"/>
                <a:gd name="connsiteY14" fmla="*/ 114 h 94017"/>
                <a:gd name="connsiteX15" fmla="*/ 28719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18" y="476"/>
                  </a:moveTo>
                  <a:cubicBezTo>
                    <a:pt x="28719" y="2645"/>
                    <a:pt x="26552" y="2645"/>
                    <a:pt x="12108" y="4092"/>
                  </a:cubicBezTo>
                  <a:lnTo>
                    <a:pt x="10664" y="8431"/>
                  </a:lnTo>
                  <a:cubicBezTo>
                    <a:pt x="12831" y="8070"/>
                    <a:pt x="14997" y="7708"/>
                    <a:pt x="15719" y="7708"/>
                  </a:cubicBezTo>
                  <a:cubicBezTo>
                    <a:pt x="16803" y="7346"/>
                    <a:pt x="18247" y="7346"/>
                    <a:pt x="18969" y="7346"/>
                  </a:cubicBezTo>
                  <a:cubicBezTo>
                    <a:pt x="21136" y="7346"/>
                    <a:pt x="23663" y="9154"/>
                    <a:pt x="23663" y="11324"/>
                  </a:cubicBezTo>
                  <a:cubicBezTo>
                    <a:pt x="23663" y="12409"/>
                    <a:pt x="22580" y="15663"/>
                    <a:pt x="21497" y="20364"/>
                  </a:cubicBezTo>
                  <a:lnTo>
                    <a:pt x="192" y="94131"/>
                  </a:lnTo>
                  <a:lnTo>
                    <a:pt x="16442" y="94131"/>
                  </a:lnTo>
                  <a:cubicBezTo>
                    <a:pt x="20775" y="76774"/>
                    <a:pt x="28719" y="56163"/>
                    <a:pt x="39552" y="35551"/>
                  </a:cubicBezTo>
                  <a:cubicBezTo>
                    <a:pt x="43885" y="27234"/>
                    <a:pt x="51468" y="16748"/>
                    <a:pt x="53273" y="16748"/>
                  </a:cubicBezTo>
                  <a:cubicBezTo>
                    <a:pt x="53996" y="16748"/>
                    <a:pt x="54357" y="17833"/>
                    <a:pt x="54718" y="20002"/>
                  </a:cubicBezTo>
                  <a:cubicBezTo>
                    <a:pt x="55079" y="23618"/>
                    <a:pt x="57606" y="25427"/>
                    <a:pt x="61217" y="25427"/>
                  </a:cubicBezTo>
                  <a:cubicBezTo>
                    <a:pt x="66634" y="25427"/>
                    <a:pt x="71689" y="18556"/>
                    <a:pt x="71689" y="11324"/>
                  </a:cubicBezTo>
                  <a:cubicBezTo>
                    <a:pt x="71689" y="4815"/>
                    <a:pt x="68439" y="114"/>
                    <a:pt x="63384" y="114"/>
                  </a:cubicBezTo>
                  <a:cubicBezTo>
                    <a:pt x="54357" y="114"/>
                    <a:pt x="40996" y="17833"/>
                    <a:pt x="28719" y="45315"/>
                  </a:cubicBezTo>
                  <a:close/>
                </a:path>
              </a:pathLst>
            </a:custGeom>
            <a:grpFill/>
            <a:ln w="9525" cap="flat">
              <a:solidFill>
                <a:srgbClr val="FF0000"/>
              </a:solidFill>
              <a:prstDash val="solid"/>
              <a:miter/>
            </a:ln>
          </p:spPr>
          <p:txBody>
            <a:bodyPr rtlCol="0" anchor="ctr"/>
            <a:lstStyle/>
            <a:p>
              <a:endParaRPr lang="zh-CN" altLang="en-US"/>
            </a:p>
          </p:txBody>
        </p:sp>
      </p:grpSp>
      <p:grpSp>
        <p:nvGrpSpPr>
          <p:cNvPr id="152" name="Graphic 2"/>
          <p:cNvGrpSpPr/>
          <p:nvPr/>
        </p:nvGrpSpPr>
        <p:grpSpPr>
          <a:xfrm>
            <a:off x="7382958" y="4400029"/>
            <a:ext cx="295223" cy="158259"/>
            <a:chOff x="7177834" y="5110508"/>
            <a:chExt cx="234045" cy="116436"/>
          </a:xfrm>
          <a:solidFill>
            <a:schemeClr val="accent2"/>
          </a:solidFill>
        </p:grpSpPr>
        <p:sp>
          <p:nvSpPr>
            <p:cNvPr id="153" name="任意多边形: 形状 152"/>
            <p:cNvSpPr/>
            <p:nvPr/>
          </p:nvSpPr>
          <p:spPr>
            <a:xfrm>
              <a:off x="7177834" y="5131842"/>
              <a:ext cx="89190" cy="95101"/>
            </a:xfrm>
            <a:custGeom>
              <a:avLst/>
              <a:gdLst>
                <a:gd name="connsiteX0" fmla="*/ 89386 w 89190"/>
                <a:gd name="connsiteY0" fmla="*/ 2284 h 95101"/>
                <a:gd name="connsiteX1" fmla="*/ 73859 w 89190"/>
                <a:gd name="connsiteY1" fmla="*/ 2284 h 95101"/>
                <a:gd name="connsiteX2" fmla="*/ 69165 w 89190"/>
                <a:gd name="connsiteY2" fmla="*/ 19641 h 95101"/>
                <a:gd name="connsiteX3" fmla="*/ 48221 w 89190"/>
                <a:gd name="connsiteY3" fmla="*/ 61949 h 95101"/>
                <a:gd name="connsiteX4" fmla="*/ 24389 w 89190"/>
                <a:gd name="connsiteY4" fmla="*/ 83283 h 95101"/>
                <a:gd name="connsiteX5" fmla="*/ 17889 w 89190"/>
                <a:gd name="connsiteY5" fmla="*/ 77136 h 95101"/>
                <a:gd name="connsiteX6" fmla="*/ 19334 w 89190"/>
                <a:gd name="connsiteY6" fmla="*/ 69181 h 95101"/>
                <a:gd name="connsiteX7" fmla="*/ 34500 w 89190"/>
                <a:gd name="connsiteY7" fmla="*/ 16025 h 95101"/>
                <a:gd name="connsiteX8" fmla="*/ 35583 w 89190"/>
                <a:gd name="connsiteY8" fmla="*/ 8070 h 95101"/>
                <a:gd name="connsiteX9" fmla="*/ 27278 w 89190"/>
                <a:gd name="connsiteY9" fmla="*/ 114 h 95101"/>
                <a:gd name="connsiteX10" fmla="*/ 195 w 89190"/>
                <a:gd name="connsiteY10" fmla="*/ 21087 h 95101"/>
                <a:gd name="connsiteX11" fmla="*/ 2362 w 89190"/>
                <a:gd name="connsiteY11" fmla="*/ 23257 h 95101"/>
                <a:gd name="connsiteX12" fmla="*/ 5251 w 89190"/>
                <a:gd name="connsiteY12" fmla="*/ 20003 h 95101"/>
                <a:gd name="connsiteX13" fmla="*/ 16445 w 89190"/>
                <a:gd name="connsiteY13" fmla="*/ 10962 h 95101"/>
                <a:gd name="connsiteX14" fmla="*/ 20056 w 89190"/>
                <a:gd name="connsiteY14" fmla="*/ 14217 h 95101"/>
                <a:gd name="connsiteX15" fmla="*/ 19334 w 89190"/>
                <a:gd name="connsiteY15" fmla="*/ 18556 h 95101"/>
                <a:gd name="connsiteX16" fmla="*/ 3445 w 89190"/>
                <a:gd name="connsiteY16" fmla="*/ 73882 h 95101"/>
                <a:gd name="connsiteX17" fmla="*/ 2362 w 89190"/>
                <a:gd name="connsiteY17" fmla="*/ 80752 h 95101"/>
                <a:gd name="connsiteX18" fmla="*/ 13195 w 89190"/>
                <a:gd name="connsiteY18" fmla="*/ 95216 h 95101"/>
                <a:gd name="connsiteX19" fmla="*/ 35222 w 89190"/>
                <a:gd name="connsiteY19" fmla="*/ 83283 h 95101"/>
                <a:gd name="connsiteX20" fmla="*/ 60137 w 89190"/>
                <a:gd name="connsiteY20" fmla="*/ 50739 h 95101"/>
                <a:gd name="connsiteX21" fmla="*/ 52193 w 89190"/>
                <a:gd name="connsiteY21" fmla="*/ 77859 h 95101"/>
                <a:gd name="connsiteX22" fmla="*/ 50388 w 89190"/>
                <a:gd name="connsiteY22" fmla="*/ 87623 h 95101"/>
                <a:gd name="connsiteX23" fmla="*/ 58332 w 89190"/>
                <a:gd name="connsiteY23" fmla="*/ 94855 h 95101"/>
                <a:gd name="connsiteX24" fmla="*/ 84692 w 89190"/>
                <a:gd name="connsiteY24" fmla="*/ 76774 h 95101"/>
                <a:gd name="connsiteX25" fmla="*/ 82887 w 89190"/>
                <a:gd name="connsiteY25" fmla="*/ 73882 h 95101"/>
                <a:gd name="connsiteX26" fmla="*/ 69526 w 89190"/>
                <a:gd name="connsiteY26" fmla="*/ 84730 h 95101"/>
                <a:gd name="connsiteX27" fmla="*/ 66998 w 89190"/>
                <a:gd name="connsiteY27" fmla="*/ 82198 h 95101"/>
                <a:gd name="connsiteX28" fmla="*/ 67359 w 89190"/>
                <a:gd name="connsiteY28" fmla="*/ 80390 h 95101"/>
                <a:gd name="connsiteX29" fmla="*/ 68443 w 89190"/>
                <a:gd name="connsiteY29" fmla="*/ 75328 h 95101"/>
                <a:gd name="connsiteX30" fmla="*/ 69526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86" y="2284"/>
                  </a:moveTo>
                  <a:lnTo>
                    <a:pt x="73859" y="2284"/>
                  </a:lnTo>
                  <a:lnTo>
                    <a:pt x="69165" y="19641"/>
                  </a:lnTo>
                  <a:cubicBezTo>
                    <a:pt x="63026" y="39891"/>
                    <a:pt x="60860" y="44953"/>
                    <a:pt x="48221" y="61949"/>
                  </a:cubicBezTo>
                  <a:cubicBezTo>
                    <a:pt x="38472" y="75690"/>
                    <a:pt x="29805" y="83283"/>
                    <a:pt x="24389" y="83283"/>
                  </a:cubicBezTo>
                  <a:cubicBezTo>
                    <a:pt x="20056" y="83283"/>
                    <a:pt x="17889" y="81114"/>
                    <a:pt x="17889" y="77136"/>
                  </a:cubicBezTo>
                  <a:cubicBezTo>
                    <a:pt x="17889" y="75328"/>
                    <a:pt x="18250" y="72797"/>
                    <a:pt x="19334" y="69181"/>
                  </a:cubicBezTo>
                  <a:lnTo>
                    <a:pt x="34500" y="16025"/>
                  </a:lnTo>
                  <a:cubicBezTo>
                    <a:pt x="35222" y="13855"/>
                    <a:pt x="35583" y="9878"/>
                    <a:pt x="35583" y="8070"/>
                  </a:cubicBezTo>
                  <a:cubicBezTo>
                    <a:pt x="35583" y="3369"/>
                    <a:pt x="32333" y="114"/>
                    <a:pt x="27278" y="114"/>
                  </a:cubicBezTo>
                  <a:cubicBezTo>
                    <a:pt x="19334" y="114"/>
                    <a:pt x="13556" y="4815"/>
                    <a:pt x="195" y="21087"/>
                  </a:cubicBezTo>
                  <a:lnTo>
                    <a:pt x="2362" y="23257"/>
                  </a:lnTo>
                  <a:lnTo>
                    <a:pt x="5251" y="20003"/>
                  </a:lnTo>
                  <a:cubicBezTo>
                    <a:pt x="11750" y="12409"/>
                    <a:pt x="13556" y="10962"/>
                    <a:pt x="16445" y="10962"/>
                  </a:cubicBezTo>
                  <a:cubicBezTo>
                    <a:pt x="18250" y="10962"/>
                    <a:pt x="20056" y="12409"/>
                    <a:pt x="20056" y="14217"/>
                  </a:cubicBezTo>
                  <a:cubicBezTo>
                    <a:pt x="20056" y="15302"/>
                    <a:pt x="19695" y="16748"/>
                    <a:pt x="19334" y="18556"/>
                  </a:cubicBezTo>
                  <a:lnTo>
                    <a:pt x="3445" y="73882"/>
                  </a:lnTo>
                  <a:cubicBezTo>
                    <a:pt x="2723" y="76051"/>
                    <a:pt x="2362" y="78221"/>
                    <a:pt x="2362" y="80752"/>
                  </a:cubicBezTo>
                  <a:cubicBezTo>
                    <a:pt x="2362" y="89792"/>
                    <a:pt x="6695" y="95216"/>
                    <a:pt x="13195" y="95216"/>
                  </a:cubicBezTo>
                  <a:cubicBezTo>
                    <a:pt x="19334" y="95216"/>
                    <a:pt x="26556" y="91239"/>
                    <a:pt x="35222" y="83283"/>
                  </a:cubicBezTo>
                  <a:cubicBezTo>
                    <a:pt x="42805" y="75690"/>
                    <a:pt x="48943" y="68096"/>
                    <a:pt x="60137" y="50739"/>
                  </a:cubicBezTo>
                  <a:lnTo>
                    <a:pt x="52193" y="77859"/>
                  </a:lnTo>
                  <a:cubicBezTo>
                    <a:pt x="51110" y="81837"/>
                    <a:pt x="50388" y="85091"/>
                    <a:pt x="50388" y="87623"/>
                  </a:cubicBezTo>
                  <a:cubicBezTo>
                    <a:pt x="50388" y="91600"/>
                    <a:pt x="53638" y="94855"/>
                    <a:pt x="58332" y="94855"/>
                  </a:cubicBezTo>
                  <a:cubicBezTo>
                    <a:pt x="65915" y="94855"/>
                    <a:pt x="76026" y="87984"/>
                    <a:pt x="84692" y="76774"/>
                  </a:cubicBezTo>
                  <a:lnTo>
                    <a:pt x="82887" y="73882"/>
                  </a:lnTo>
                  <a:cubicBezTo>
                    <a:pt x="76748" y="81114"/>
                    <a:pt x="72415" y="84730"/>
                    <a:pt x="69526" y="84730"/>
                  </a:cubicBezTo>
                  <a:cubicBezTo>
                    <a:pt x="68081" y="84730"/>
                    <a:pt x="66998" y="83645"/>
                    <a:pt x="66998" y="82198"/>
                  </a:cubicBezTo>
                  <a:cubicBezTo>
                    <a:pt x="66998" y="81837"/>
                    <a:pt x="66998" y="81114"/>
                    <a:pt x="67359" y="80390"/>
                  </a:cubicBezTo>
                  <a:cubicBezTo>
                    <a:pt x="67359" y="80029"/>
                    <a:pt x="67720" y="78221"/>
                    <a:pt x="68443" y="75328"/>
                  </a:cubicBezTo>
                  <a:cubicBezTo>
                    <a:pt x="68804" y="74243"/>
                    <a:pt x="69165" y="72435"/>
                    <a:pt x="69526" y="70627"/>
                  </a:cubicBezTo>
                  <a:close/>
                </a:path>
              </a:pathLst>
            </a:custGeom>
            <a:grpFill/>
            <a:ln w="9525" cap="flat">
              <a:solidFill>
                <a:srgbClr val="FF0000"/>
              </a:solidFill>
              <a:prstDash val="solid"/>
              <a:miter/>
            </a:ln>
          </p:spPr>
          <p:txBody>
            <a:bodyPr rtlCol="0" anchor="ctr"/>
            <a:lstStyle/>
            <a:p>
              <a:endParaRPr lang="zh-CN" altLang="en-US"/>
            </a:p>
          </p:txBody>
        </p:sp>
        <p:sp>
          <p:nvSpPr>
            <p:cNvPr id="154" name="任意多边形: 形状 153"/>
            <p:cNvSpPr/>
            <p:nvPr/>
          </p:nvSpPr>
          <p:spPr>
            <a:xfrm>
              <a:off x="7278678" y="5131481"/>
              <a:ext cx="74024" cy="95101"/>
            </a:xfrm>
            <a:custGeom>
              <a:avLst/>
              <a:gdLst>
                <a:gd name="connsiteX0" fmla="*/ 61586 w 74024"/>
                <a:gd name="connsiteY0" fmla="*/ 69904 h 95101"/>
                <a:gd name="connsiteX1" fmla="*/ 35226 w 74024"/>
                <a:gd name="connsiteY1" fmla="*/ 86176 h 95101"/>
                <a:gd name="connsiteX2" fmla="*/ 16449 w 74024"/>
                <a:gd name="connsiteY2" fmla="*/ 63395 h 95101"/>
                <a:gd name="connsiteX3" fmla="*/ 54725 w 74024"/>
                <a:gd name="connsiteY3" fmla="*/ 4815 h 95101"/>
                <a:gd name="connsiteX4" fmla="*/ 62670 w 74024"/>
                <a:gd name="connsiteY4" fmla="*/ 10601 h 95101"/>
                <a:gd name="connsiteX5" fmla="*/ 59420 w 74024"/>
                <a:gd name="connsiteY5" fmla="*/ 15663 h 95101"/>
                <a:gd name="connsiteX6" fmla="*/ 56170 w 74024"/>
                <a:gd name="connsiteY6" fmla="*/ 22895 h 95101"/>
                <a:gd name="connsiteX7" fmla="*/ 63392 w 74024"/>
                <a:gd name="connsiteY7" fmla="*/ 29766 h 95101"/>
                <a:gd name="connsiteX8" fmla="*/ 74225 w 74024"/>
                <a:gd name="connsiteY8" fmla="*/ 16025 h 95101"/>
                <a:gd name="connsiteX9" fmla="*/ 55809 w 74024"/>
                <a:gd name="connsiteY9" fmla="*/ 114 h 95101"/>
                <a:gd name="connsiteX10" fmla="*/ 200 w 74024"/>
                <a:gd name="connsiteY10" fmla="*/ 64480 h 95101"/>
                <a:gd name="connsiteX11" fmla="*/ 7422 w 74024"/>
                <a:gd name="connsiteY11" fmla="*/ 86538 h 95101"/>
                <a:gd name="connsiteX12" fmla="*/ 26560 w 74024"/>
                <a:gd name="connsiteY12" fmla="*/ 95216 h 95101"/>
                <a:gd name="connsiteX13" fmla="*/ 65558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586" y="69904"/>
                  </a:moveTo>
                  <a:cubicBezTo>
                    <a:pt x="54364" y="80029"/>
                    <a:pt x="44976" y="86176"/>
                    <a:pt x="35226" y="86176"/>
                  </a:cubicBezTo>
                  <a:cubicBezTo>
                    <a:pt x="24393" y="86176"/>
                    <a:pt x="16449" y="76774"/>
                    <a:pt x="16449" y="63395"/>
                  </a:cubicBezTo>
                  <a:cubicBezTo>
                    <a:pt x="16449" y="35190"/>
                    <a:pt x="36310" y="4815"/>
                    <a:pt x="54725" y="4815"/>
                  </a:cubicBezTo>
                  <a:cubicBezTo>
                    <a:pt x="58698" y="4815"/>
                    <a:pt x="62670" y="7708"/>
                    <a:pt x="62670" y="10601"/>
                  </a:cubicBezTo>
                  <a:cubicBezTo>
                    <a:pt x="62670" y="12409"/>
                    <a:pt x="62309" y="12770"/>
                    <a:pt x="59420" y="15663"/>
                  </a:cubicBezTo>
                  <a:cubicBezTo>
                    <a:pt x="57253" y="17833"/>
                    <a:pt x="56170" y="20364"/>
                    <a:pt x="56170" y="22895"/>
                  </a:cubicBezTo>
                  <a:cubicBezTo>
                    <a:pt x="56170" y="26511"/>
                    <a:pt x="59420" y="29766"/>
                    <a:pt x="63392" y="29766"/>
                  </a:cubicBezTo>
                  <a:cubicBezTo>
                    <a:pt x="69169" y="29766"/>
                    <a:pt x="74225" y="23257"/>
                    <a:pt x="74225" y="16025"/>
                  </a:cubicBezTo>
                  <a:cubicBezTo>
                    <a:pt x="74225" y="7346"/>
                    <a:pt x="65919" y="114"/>
                    <a:pt x="55809" y="114"/>
                  </a:cubicBezTo>
                  <a:cubicBezTo>
                    <a:pt x="28365" y="114"/>
                    <a:pt x="200" y="32659"/>
                    <a:pt x="200" y="64480"/>
                  </a:cubicBezTo>
                  <a:cubicBezTo>
                    <a:pt x="200" y="73520"/>
                    <a:pt x="2728" y="81475"/>
                    <a:pt x="7422" y="86538"/>
                  </a:cubicBezTo>
                  <a:cubicBezTo>
                    <a:pt x="12116" y="91600"/>
                    <a:pt x="19699" y="95216"/>
                    <a:pt x="26560" y="95216"/>
                  </a:cubicBezTo>
                  <a:cubicBezTo>
                    <a:pt x="40282" y="95216"/>
                    <a:pt x="55448" y="86176"/>
                    <a:pt x="65558" y="71712"/>
                  </a:cubicBezTo>
                  <a:close/>
                </a:path>
              </a:pathLst>
            </a:custGeom>
            <a:grpFill/>
            <a:ln w="9525" cap="flat">
              <a:solidFill>
                <a:srgbClr val="FF0000"/>
              </a:solidFill>
              <a:prstDash val="solid"/>
              <a:miter/>
            </a:ln>
          </p:spPr>
          <p:txBody>
            <a:bodyPr rtlCol="0" anchor="ctr"/>
            <a:lstStyle/>
            <a:p>
              <a:endParaRPr lang="zh-CN" altLang="en-US"/>
            </a:p>
          </p:txBody>
        </p:sp>
        <p:sp>
          <p:nvSpPr>
            <p:cNvPr id="155" name="任意多边形: 形状 154"/>
            <p:cNvSpPr/>
            <p:nvPr/>
          </p:nvSpPr>
          <p:spPr>
            <a:xfrm>
              <a:off x="7360964" y="5110508"/>
              <a:ext cx="50914" cy="116074"/>
            </a:xfrm>
            <a:custGeom>
              <a:avLst/>
              <a:gdLst>
                <a:gd name="connsiteX0" fmla="*/ 35591 w 50914"/>
                <a:gd name="connsiteY0" fmla="*/ 29404 h 116074"/>
                <a:gd name="connsiteX1" fmla="*/ 49312 w 50914"/>
                <a:gd name="connsiteY1" fmla="*/ 29404 h 116074"/>
                <a:gd name="connsiteX2" fmla="*/ 51118 w 50914"/>
                <a:gd name="connsiteY2" fmla="*/ 22895 h 116074"/>
                <a:gd name="connsiteX3" fmla="*/ 37396 w 50914"/>
                <a:gd name="connsiteY3" fmla="*/ 22895 h 116074"/>
                <a:gd name="connsiteX4" fmla="*/ 44257 w 50914"/>
                <a:gd name="connsiteY4" fmla="*/ 114 h 116074"/>
                <a:gd name="connsiteX5" fmla="*/ 39202 w 50914"/>
                <a:gd name="connsiteY5" fmla="*/ 114 h 116074"/>
                <a:gd name="connsiteX6" fmla="*/ 8147 w 50914"/>
                <a:gd name="connsiteY6" fmla="*/ 22895 h 116074"/>
                <a:gd name="connsiteX7" fmla="*/ 6342 w 50914"/>
                <a:gd name="connsiteY7" fmla="*/ 29404 h 116074"/>
                <a:gd name="connsiteX8" fmla="*/ 20786 w 50914"/>
                <a:gd name="connsiteY8" fmla="*/ 29404 h 116074"/>
                <a:gd name="connsiteX9" fmla="*/ 2731 w 50914"/>
                <a:gd name="connsiteY9" fmla="*/ 92323 h 116074"/>
                <a:gd name="connsiteX10" fmla="*/ 203 w 50914"/>
                <a:gd name="connsiteY10" fmla="*/ 106064 h 116074"/>
                <a:gd name="connsiteX11" fmla="*/ 10314 w 50914"/>
                <a:gd name="connsiteY11" fmla="*/ 116189 h 116074"/>
                <a:gd name="connsiteX12" fmla="*/ 36313 w 50914"/>
                <a:gd name="connsiteY12" fmla="*/ 95216 h 116074"/>
                <a:gd name="connsiteX13" fmla="*/ 34146 w 50914"/>
                <a:gd name="connsiteY13" fmla="*/ 92323 h 116074"/>
                <a:gd name="connsiteX14" fmla="*/ 18619 w 50914"/>
                <a:gd name="connsiteY14" fmla="*/ 106426 h 116074"/>
                <a:gd name="connsiteX15" fmla="*/ 15369 w 50914"/>
                <a:gd name="connsiteY15" fmla="*/ 103171 h 116074"/>
                <a:gd name="connsiteX16" fmla="*/ 17175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91" y="29404"/>
                  </a:moveTo>
                  <a:lnTo>
                    <a:pt x="49312" y="29404"/>
                  </a:lnTo>
                  <a:lnTo>
                    <a:pt x="51118" y="22895"/>
                  </a:lnTo>
                  <a:lnTo>
                    <a:pt x="37396" y="22895"/>
                  </a:lnTo>
                  <a:lnTo>
                    <a:pt x="44257" y="114"/>
                  </a:lnTo>
                  <a:lnTo>
                    <a:pt x="39202" y="114"/>
                  </a:lnTo>
                  <a:cubicBezTo>
                    <a:pt x="28008" y="14578"/>
                    <a:pt x="20425" y="20364"/>
                    <a:pt x="8147" y="22895"/>
                  </a:cubicBezTo>
                  <a:lnTo>
                    <a:pt x="6342" y="29404"/>
                  </a:lnTo>
                  <a:lnTo>
                    <a:pt x="20786" y="29404"/>
                  </a:lnTo>
                  <a:lnTo>
                    <a:pt x="2731" y="92323"/>
                  </a:lnTo>
                  <a:cubicBezTo>
                    <a:pt x="925" y="97386"/>
                    <a:pt x="203" y="103171"/>
                    <a:pt x="203" y="106064"/>
                  </a:cubicBezTo>
                  <a:cubicBezTo>
                    <a:pt x="203" y="112211"/>
                    <a:pt x="4175" y="116189"/>
                    <a:pt x="10314" y="116189"/>
                  </a:cubicBezTo>
                  <a:cubicBezTo>
                    <a:pt x="18258" y="116189"/>
                    <a:pt x="26563" y="109680"/>
                    <a:pt x="36313" y="95216"/>
                  </a:cubicBezTo>
                  <a:lnTo>
                    <a:pt x="34146" y="92323"/>
                  </a:lnTo>
                  <a:cubicBezTo>
                    <a:pt x="28008" y="100640"/>
                    <a:pt x="21869" y="106426"/>
                    <a:pt x="18619" y="106426"/>
                  </a:cubicBezTo>
                  <a:cubicBezTo>
                    <a:pt x="16814" y="106426"/>
                    <a:pt x="15369" y="104979"/>
                    <a:pt x="15369" y="103171"/>
                  </a:cubicBezTo>
                  <a:cubicBezTo>
                    <a:pt x="15369" y="102087"/>
                    <a:pt x="15369" y="102087"/>
                    <a:pt x="17175" y="93770"/>
                  </a:cubicBezTo>
                  <a:close/>
                </a:path>
              </a:pathLst>
            </a:custGeom>
            <a:grpFill/>
            <a:ln w="9525" cap="flat">
              <a:solidFill>
                <a:srgbClr val="FF0000"/>
              </a:solidFill>
              <a:prstDash val="solid"/>
              <a:miter/>
            </a:ln>
          </p:spPr>
          <p:txBody>
            <a:bodyPr rtlCol="0" anchor="ctr"/>
            <a:lstStyle/>
            <a:p>
              <a:endParaRPr lang="zh-CN" altLang="en-US"/>
            </a:p>
          </p:txBody>
        </p:sp>
      </p:grpSp>
      <p:grpSp>
        <p:nvGrpSpPr>
          <p:cNvPr id="156" name="Graphic 2"/>
          <p:cNvGrpSpPr/>
          <p:nvPr/>
        </p:nvGrpSpPr>
        <p:grpSpPr>
          <a:xfrm>
            <a:off x="7677932" y="4426570"/>
            <a:ext cx="206424" cy="130735"/>
            <a:chOff x="7411682" y="5130035"/>
            <a:chExt cx="163648" cy="96186"/>
          </a:xfrm>
          <a:solidFill>
            <a:schemeClr val="accent2"/>
          </a:solidFill>
        </p:grpSpPr>
        <p:sp>
          <p:nvSpPr>
            <p:cNvPr id="157" name="任意多边形: 形状 156"/>
            <p:cNvSpPr/>
            <p:nvPr/>
          </p:nvSpPr>
          <p:spPr>
            <a:xfrm>
              <a:off x="7411682" y="5131119"/>
              <a:ext cx="81246" cy="95101"/>
            </a:xfrm>
            <a:custGeom>
              <a:avLst/>
              <a:gdLst>
                <a:gd name="connsiteX0" fmla="*/ 54009 w 81246"/>
                <a:gd name="connsiteY0" fmla="*/ 114 h 95101"/>
                <a:gd name="connsiteX1" fmla="*/ 206 w 81246"/>
                <a:gd name="connsiteY1" fmla="*/ 61949 h 95101"/>
                <a:gd name="connsiteX2" fmla="*/ 27649 w 81246"/>
                <a:gd name="connsiteY2" fmla="*/ 95216 h 95101"/>
                <a:gd name="connsiteX3" fmla="*/ 59425 w 81246"/>
                <a:gd name="connsiteY3" fmla="*/ 81114 h 95101"/>
                <a:gd name="connsiteX4" fmla="*/ 81452 w 81246"/>
                <a:gd name="connsiteY4" fmla="*/ 33744 h 95101"/>
                <a:gd name="connsiteX5" fmla="*/ 54009 w 81246"/>
                <a:gd name="connsiteY5" fmla="*/ 114 h 95101"/>
                <a:gd name="connsiteX6" fmla="*/ 51842 w 81246"/>
                <a:gd name="connsiteY6" fmla="*/ 5538 h 95101"/>
                <a:gd name="connsiteX7" fmla="*/ 65925 w 81246"/>
                <a:gd name="connsiteY7" fmla="*/ 25427 h 95101"/>
                <a:gd name="connsiteX8" fmla="*/ 52565 w 81246"/>
                <a:gd name="connsiteY8" fmla="*/ 72074 h 95101"/>
                <a:gd name="connsiteX9" fmla="*/ 29454 w 81246"/>
                <a:gd name="connsiteY9" fmla="*/ 90154 h 95101"/>
                <a:gd name="connsiteX10" fmla="*/ 15011 w 81246"/>
                <a:gd name="connsiteY10" fmla="*/ 70266 h 95101"/>
                <a:gd name="connsiteX11" fmla="*/ 29454 w 81246"/>
                <a:gd name="connsiteY11" fmla="*/ 21087 h 95101"/>
                <a:gd name="connsiteX12" fmla="*/ 51842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009" y="114"/>
                  </a:moveTo>
                  <a:cubicBezTo>
                    <a:pt x="27288" y="114"/>
                    <a:pt x="206" y="30851"/>
                    <a:pt x="206" y="61949"/>
                  </a:cubicBezTo>
                  <a:cubicBezTo>
                    <a:pt x="206" y="81837"/>
                    <a:pt x="11038" y="95216"/>
                    <a:pt x="27649" y="95216"/>
                  </a:cubicBezTo>
                  <a:cubicBezTo>
                    <a:pt x="37760" y="95216"/>
                    <a:pt x="48593" y="90515"/>
                    <a:pt x="59425" y="81114"/>
                  </a:cubicBezTo>
                  <a:cubicBezTo>
                    <a:pt x="73147" y="68819"/>
                    <a:pt x="81452" y="51101"/>
                    <a:pt x="81452" y="33744"/>
                  </a:cubicBezTo>
                  <a:cubicBezTo>
                    <a:pt x="81452" y="14217"/>
                    <a:pt x="69897" y="114"/>
                    <a:pt x="54009" y="114"/>
                  </a:cubicBezTo>
                  <a:close/>
                  <a:moveTo>
                    <a:pt x="51842" y="5538"/>
                  </a:moveTo>
                  <a:cubicBezTo>
                    <a:pt x="60148" y="5538"/>
                    <a:pt x="65925" y="13855"/>
                    <a:pt x="65925" y="25427"/>
                  </a:cubicBezTo>
                  <a:cubicBezTo>
                    <a:pt x="65925" y="38806"/>
                    <a:pt x="60509" y="57971"/>
                    <a:pt x="52565" y="72074"/>
                  </a:cubicBezTo>
                  <a:cubicBezTo>
                    <a:pt x="46065" y="84006"/>
                    <a:pt x="38482" y="90154"/>
                    <a:pt x="29454" y="90154"/>
                  </a:cubicBezTo>
                  <a:cubicBezTo>
                    <a:pt x="20788" y="90154"/>
                    <a:pt x="15011" y="82560"/>
                    <a:pt x="15011" y="70266"/>
                  </a:cubicBezTo>
                  <a:cubicBezTo>
                    <a:pt x="15011" y="54717"/>
                    <a:pt x="21149" y="34467"/>
                    <a:pt x="29454" y="21087"/>
                  </a:cubicBezTo>
                  <a:cubicBezTo>
                    <a:pt x="35954" y="10601"/>
                    <a:pt x="43898" y="5538"/>
                    <a:pt x="51842" y="5538"/>
                  </a:cubicBezTo>
                  <a:close/>
                </a:path>
              </a:pathLst>
            </a:custGeom>
            <a:grpFill/>
            <a:ln w="9525" cap="flat">
              <a:solidFill>
                <a:srgbClr val="FF0000"/>
              </a:solidFill>
              <a:prstDash val="solid"/>
              <a:miter/>
            </a:ln>
          </p:spPr>
          <p:txBody>
            <a:bodyPr rtlCol="0" anchor="ctr"/>
            <a:lstStyle/>
            <a:p>
              <a:endParaRPr lang="zh-CN" altLang="en-US"/>
            </a:p>
          </p:txBody>
        </p:sp>
        <p:sp>
          <p:nvSpPr>
            <p:cNvPr id="158" name="任意多边形: 形状 157"/>
            <p:cNvSpPr/>
            <p:nvPr/>
          </p:nvSpPr>
          <p:spPr>
            <a:xfrm>
              <a:off x="7503834" y="5130035"/>
              <a:ext cx="71497" cy="94017"/>
            </a:xfrm>
            <a:custGeom>
              <a:avLst/>
              <a:gdLst>
                <a:gd name="connsiteX0" fmla="*/ 41736 w 71497"/>
                <a:gd name="connsiteY0" fmla="*/ 476 h 94017"/>
                <a:gd name="connsiteX1" fmla="*/ 12126 w 71497"/>
                <a:gd name="connsiteY1" fmla="*/ 4092 h 94017"/>
                <a:gd name="connsiteX2" fmla="*/ 10681 w 71497"/>
                <a:gd name="connsiteY2" fmla="*/ 8431 h 94017"/>
                <a:gd name="connsiteX3" fmla="*/ 15737 w 71497"/>
                <a:gd name="connsiteY3" fmla="*/ 7708 h 94017"/>
                <a:gd name="connsiteX4" fmla="*/ 18987 w 71497"/>
                <a:gd name="connsiteY4" fmla="*/ 7346 h 94017"/>
                <a:gd name="connsiteX5" fmla="*/ 23681 w 71497"/>
                <a:gd name="connsiteY5" fmla="*/ 11324 h 94017"/>
                <a:gd name="connsiteX6" fmla="*/ 21514 w 71497"/>
                <a:gd name="connsiteY6" fmla="*/ 20364 h 94017"/>
                <a:gd name="connsiteX7" fmla="*/ 210 w 71497"/>
                <a:gd name="connsiteY7" fmla="*/ 94131 h 94017"/>
                <a:gd name="connsiteX8" fmla="*/ 16459 w 71497"/>
                <a:gd name="connsiteY8" fmla="*/ 94131 h 94017"/>
                <a:gd name="connsiteX9" fmla="*/ 39569 w 71497"/>
                <a:gd name="connsiteY9" fmla="*/ 35551 h 94017"/>
                <a:gd name="connsiteX10" fmla="*/ 53291 w 71497"/>
                <a:gd name="connsiteY10" fmla="*/ 16748 h 94017"/>
                <a:gd name="connsiteX11" fmla="*/ 54735 w 71497"/>
                <a:gd name="connsiteY11" fmla="*/ 20002 h 94017"/>
                <a:gd name="connsiteX12" fmla="*/ 61235 w 71497"/>
                <a:gd name="connsiteY12" fmla="*/ 25427 h 94017"/>
                <a:gd name="connsiteX13" fmla="*/ 71707 w 71497"/>
                <a:gd name="connsiteY13" fmla="*/ 11324 h 94017"/>
                <a:gd name="connsiteX14" fmla="*/ 63401 w 71497"/>
                <a:gd name="connsiteY14" fmla="*/ 114 h 94017"/>
                <a:gd name="connsiteX15" fmla="*/ 28736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36" y="476"/>
                  </a:moveTo>
                  <a:cubicBezTo>
                    <a:pt x="28736" y="2645"/>
                    <a:pt x="26570" y="2645"/>
                    <a:pt x="12126" y="4092"/>
                  </a:cubicBezTo>
                  <a:lnTo>
                    <a:pt x="10681" y="8431"/>
                  </a:lnTo>
                  <a:cubicBezTo>
                    <a:pt x="12848" y="8070"/>
                    <a:pt x="15015" y="7708"/>
                    <a:pt x="15737" y="7708"/>
                  </a:cubicBezTo>
                  <a:cubicBezTo>
                    <a:pt x="16820" y="7346"/>
                    <a:pt x="18264" y="7346"/>
                    <a:pt x="18987" y="7346"/>
                  </a:cubicBezTo>
                  <a:cubicBezTo>
                    <a:pt x="21153" y="7346"/>
                    <a:pt x="23681" y="9154"/>
                    <a:pt x="23681" y="11324"/>
                  </a:cubicBezTo>
                  <a:cubicBezTo>
                    <a:pt x="23681" y="12409"/>
                    <a:pt x="22598" y="15663"/>
                    <a:pt x="21514" y="20364"/>
                  </a:cubicBezTo>
                  <a:lnTo>
                    <a:pt x="210" y="94131"/>
                  </a:lnTo>
                  <a:lnTo>
                    <a:pt x="16459" y="94131"/>
                  </a:lnTo>
                  <a:cubicBezTo>
                    <a:pt x="20792" y="76774"/>
                    <a:pt x="28736" y="56163"/>
                    <a:pt x="39569" y="35551"/>
                  </a:cubicBezTo>
                  <a:cubicBezTo>
                    <a:pt x="43902" y="27234"/>
                    <a:pt x="51485" y="16748"/>
                    <a:pt x="53291" y="16748"/>
                  </a:cubicBezTo>
                  <a:cubicBezTo>
                    <a:pt x="54013" y="16748"/>
                    <a:pt x="54374" y="17833"/>
                    <a:pt x="54735" y="20002"/>
                  </a:cubicBezTo>
                  <a:cubicBezTo>
                    <a:pt x="55096" y="23618"/>
                    <a:pt x="57624" y="25427"/>
                    <a:pt x="61235" y="25427"/>
                  </a:cubicBezTo>
                  <a:cubicBezTo>
                    <a:pt x="66651" y="25427"/>
                    <a:pt x="71707" y="18556"/>
                    <a:pt x="71707" y="11324"/>
                  </a:cubicBezTo>
                  <a:cubicBezTo>
                    <a:pt x="71707" y="4815"/>
                    <a:pt x="68457" y="114"/>
                    <a:pt x="63401" y="114"/>
                  </a:cubicBezTo>
                  <a:cubicBezTo>
                    <a:pt x="54374" y="114"/>
                    <a:pt x="41014" y="17833"/>
                    <a:pt x="28736" y="45315"/>
                  </a:cubicBezTo>
                  <a:close/>
                </a:path>
              </a:pathLst>
            </a:custGeom>
            <a:grpFill/>
            <a:ln w="9525" cap="flat">
              <a:solidFill>
                <a:srgbClr val="FF0000"/>
              </a:solidFill>
              <a:prstDash val="solid"/>
              <a:miter/>
            </a:ln>
          </p:spPr>
          <p:txBody>
            <a:bodyPr rtlCol="0" anchor="ctr"/>
            <a:lstStyle/>
            <a:p>
              <a:endParaRPr lang="zh-CN" altLang="en-US"/>
            </a:p>
          </p:txBody>
        </p:sp>
      </p:grpSp>
      <p:sp>
        <p:nvSpPr>
          <p:cNvPr id="159" name="任意多边形: 形状 158"/>
          <p:cNvSpPr/>
          <p:nvPr/>
        </p:nvSpPr>
        <p:spPr>
          <a:xfrm>
            <a:off x="9091241" y="4400060"/>
            <a:ext cx="64223" cy="157767"/>
          </a:xfrm>
          <a:custGeom>
            <a:avLst/>
            <a:gdLst>
              <a:gd name="connsiteX0" fmla="*/ 35641 w 50914"/>
              <a:gd name="connsiteY0" fmla="*/ 29404 h 116074"/>
              <a:gd name="connsiteX1" fmla="*/ 49363 w 50914"/>
              <a:gd name="connsiteY1" fmla="*/ 29404 h 116074"/>
              <a:gd name="connsiteX2" fmla="*/ 51169 w 50914"/>
              <a:gd name="connsiteY2" fmla="*/ 22895 h 116074"/>
              <a:gd name="connsiteX3" fmla="*/ 37447 w 50914"/>
              <a:gd name="connsiteY3" fmla="*/ 22895 h 116074"/>
              <a:gd name="connsiteX4" fmla="*/ 44308 w 50914"/>
              <a:gd name="connsiteY4" fmla="*/ 114 h 116074"/>
              <a:gd name="connsiteX5" fmla="*/ 39252 w 50914"/>
              <a:gd name="connsiteY5" fmla="*/ 114 h 116074"/>
              <a:gd name="connsiteX6" fmla="*/ 8198 w 50914"/>
              <a:gd name="connsiteY6" fmla="*/ 22895 h 116074"/>
              <a:gd name="connsiteX7" fmla="*/ 6393 w 50914"/>
              <a:gd name="connsiteY7" fmla="*/ 29404 h 116074"/>
              <a:gd name="connsiteX8" fmla="*/ 20837 w 50914"/>
              <a:gd name="connsiteY8" fmla="*/ 29404 h 116074"/>
              <a:gd name="connsiteX9" fmla="*/ 2782 w 50914"/>
              <a:gd name="connsiteY9" fmla="*/ 92323 h 116074"/>
              <a:gd name="connsiteX10" fmla="*/ 254 w 50914"/>
              <a:gd name="connsiteY10" fmla="*/ 106064 h 116074"/>
              <a:gd name="connsiteX11" fmla="*/ 10365 w 50914"/>
              <a:gd name="connsiteY11" fmla="*/ 116189 h 116074"/>
              <a:gd name="connsiteX12" fmla="*/ 36364 w 50914"/>
              <a:gd name="connsiteY12" fmla="*/ 95216 h 116074"/>
              <a:gd name="connsiteX13" fmla="*/ 34197 w 50914"/>
              <a:gd name="connsiteY13" fmla="*/ 92323 h 116074"/>
              <a:gd name="connsiteX14" fmla="*/ 18670 w 50914"/>
              <a:gd name="connsiteY14" fmla="*/ 106426 h 116074"/>
              <a:gd name="connsiteX15" fmla="*/ 15420 w 50914"/>
              <a:gd name="connsiteY15" fmla="*/ 103171 h 116074"/>
              <a:gd name="connsiteX16" fmla="*/ 17226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641" y="29404"/>
                </a:moveTo>
                <a:lnTo>
                  <a:pt x="49363" y="29404"/>
                </a:lnTo>
                <a:lnTo>
                  <a:pt x="51169" y="22895"/>
                </a:lnTo>
                <a:lnTo>
                  <a:pt x="37447" y="22895"/>
                </a:lnTo>
                <a:lnTo>
                  <a:pt x="44308" y="114"/>
                </a:lnTo>
                <a:lnTo>
                  <a:pt x="39252" y="114"/>
                </a:lnTo>
                <a:cubicBezTo>
                  <a:pt x="28058" y="14578"/>
                  <a:pt x="20475" y="20364"/>
                  <a:pt x="8198" y="22895"/>
                </a:cubicBezTo>
                <a:lnTo>
                  <a:pt x="6393" y="29404"/>
                </a:lnTo>
                <a:lnTo>
                  <a:pt x="20837" y="29404"/>
                </a:lnTo>
                <a:lnTo>
                  <a:pt x="2782" y="92323"/>
                </a:lnTo>
                <a:cubicBezTo>
                  <a:pt x="976" y="97386"/>
                  <a:pt x="254" y="103171"/>
                  <a:pt x="254" y="106064"/>
                </a:cubicBezTo>
                <a:cubicBezTo>
                  <a:pt x="254" y="112211"/>
                  <a:pt x="4226" y="116189"/>
                  <a:pt x="10365" y="116189"/>
                </a:cubicBezTo>
                <a:cubicBezTo>
                  <a:pt x="18309" y="116189"/>
                  <a:pt x="26614" y="109680"/>
                  <a:pt x="36364" y="95216"/>
                </a:cubicBezTo>
                <a:lnTo>
                  <a:pt x="34197" y="92323"/>
                </a:lnTo>
                <a:cubicBezTo>
                  <a:pt x="28058" y="100640"/>
                  <a:pt x="21920" y="106426"/>
                  <a:pt x="18670" y="106426"/>
                </a:cubicBezTo>
                <a:cubicBezTo>
                  <a:pt x="16864" y="106426"/>
                  <a:pt x="15420" y="104979"/>
                  <a:pt x="15420" y="103171"/>
                </a:cubicBezTo>
                <a:cubicBezTo>
                  <a:pt x="15420" y="102087"/>
                  <a:pt x="15420" y="102087"/>
                  <a:pt x="17226" y="93770"/>
                </a:cubicBezTo>
                <a:close/>
              </a:path>
            </a:pathLst>
          </a:custGeom>
          <a:solidFill>
            <a:schemeClr val="accent2"/>
          </a:solidFill>
          <a:ln w="9525" cap="flat">
            <a:solidFill>
              <a:srgbClr val="FF0000"/>
            </a:solidFill>
            <a:prstDash val="solid"/>
            <a:miter/>
          </a:ln>
        </p:spPr>
        <p:txBody>
          <a:bodyPr rtlCol="0" anchor="ctr"/>
          <a:lstStyle/>
          <a:p>
            <a:endParaRPr lang="zh-CN" altLang="en-US"/>
          </a:p>
        </p:txBody>
      </p:sp>
      <p:grpSp>
        <p:nvGrpSpPr>
          <p:cNvPr id="160" name="Graphic 2"/>
          <p:cNvGrpSpPr/>
          <p:nvPr/>
        </p:nvGrpSpPr>
        <p:grpSpPr>
          <a:xfrm>
            <a:off x="9154404" y="4428074"/>
            <a:ext cx="327067" cy="130735"/>
            <a:chOff x="8582191" y="5131142"/>
            <a:chExt cx="259290" cy="96186"/>
          </a:xfrm>
          <a:solidFill>
            <a:schemeClr val="accent2"/>
          </a:solidFill>
        </p:grpSpPr>
        <p:sp>
          <p:nvSpPr>
            <p:cNvPr id="161" name="任意多边形: 形状 160"/>
            <p:cNvSpPr/>
            <p:nvPr/>
          </p:nvSpPr>
          <p:spPr>
            <a:xfrm>
              <a:off x="8582191" y="5131142"/>
              <a:ext cx="76552" cy="95463"/>
            </a:xfrm>
            <a:custGeom>
              <a:avLst/>
              <a:gdLst>
                <a:gd name="connsiteX0" fmla="*/ 63809 w 76552"/>
                <a:gd name="connsiteY0" fmla="*/ 71350 h 95463"/>
                <a:gd name="connsiteX1" fmla="*/ 36366 w 76552"/>
                <a:gd name="connsiteY1" fmla="*/ 85453 h 95463"/>
                <a:gd name="connsiteX2" fmla="*/ 17228 w 76552"/>
                <a:gd name="connsiteY2" fmla="*/ 63757 h 95463"/>
                <a:gd name="connsiteX3" fmla="*/ 17950 w 76552"/>
                <a:gd name="connsiteY3" fmla="*/ 52908 h 95463"/>
                <a:gd name="connsiteX4" fmla="*/ 53338 w 76552"/>
                <a:gd name="connsiteY4" fmla="*/ 45676 h 95463"/>
                <a:gd name="connsiteX5" fmla="*/ 76809 w 76552"/>
                <a:gd name="connsiteY5" fmla="*/ 15302 h 95463"/>
                <a:gd name="connsiteX6" fmla="*/ 57309 w 76552"/>
                <a:gd name="connsiteY6" fmla="*/ 114 h 95463"/>
                <a:gd name="connsiteX7" fmla="*/ 256 w 76552"/>
                <a:gd name="connsiteY7" fmla="*/ 64480 h 95463"/>
                <a:gd name="connsiteX8" fmla="*/ 27700 w 76552"/>
                <a:gd name="connsiteY8" fmla="*/ 95578 h 95463"/>
                <a:gd name="connsiteX9" fmla="*/ 67420 w 76552"/>
                <a:gd name="connsiteY9" fmla="*/ 74243 h 95463"/>
                <a:gd name="connsiteX10" fmla="*/ 19033 w 76552"/>
                <a:gd name="connsiteY10" fmla="*/ 47484 h 95463"/>
                <a:gd name="connsiteX11" fmla="*/ 53699 w 76552"/>
                <a:gd name="connsiteY11" fmla="*/ 5900 h 95463"/>
                <a:gd name="connsiteX12" fmla="*/ 62004 w 76552"/>
                <a:gd name="connsiteY12" fmla="*/ 14578 h 95463"/>
                <a:gd name="connsiteX13" fmla="*/ 54421 w 76552"/>
                <a:gd name="connsiteY13" fmla="*/ 32297 h 95463"/>
                <a:gd name="connsiteX14" fmla="*/ 27700 w 76552"/>
                <a:gd name="connsiteY14" fmla="*/ 46761 h 95463"/>
                <a:gd name="connsiteX15" fmla="*/ 19033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09" y="71350"/>
                  </a:moveTo>
                  <a:cubicBezTo>
                    <a:pt x="54421" y="80752"/>
                    <a:pt x="45754" y="85453"/>
                    <a:pt x="36366" y="85453"/>
                  </a:cubicBezTo>
                  <a:cubicBezTo>
                    <a:pt x="25172" y="85453"/>
                    <a:pt x="17228" y="76413"/>
                    <a:pt x="17228" y="63757"/>
                  </a:cubicBezTo>
                  <a:cubicBezTo>
                    <a:pt x="17228" y="60502"/>
                    <a:pt x="17589" y="56886"/>
                    <a:pt x="17950" y="52908"/>
                  </a:cubicBezTo>
                  <a:cubicBezTo>
                    <a:pt x="34199" y="52185"/>
                    <a:pt x="43588" y="50377"/>
                    <a:pt x="53338" y="45676"/>
                  </a:cubicBezTo>
                  <a:cubicBezTo>
                    <a:pt x="67420" y="39167"/>
                    <a:pt x="76809" y="26873"/>
                    <a:pt x="76809" y="15302"/>
                  </a:cubicBezTo>
                  <a:cubicBezTo>
                    <a:pt x="76809" y="6623"/>
                    <a:pt x="68504" y="114"/>
                    <a:pt x="57309" y="114"/>
                  </a:cubicBezTo>
                  <a:cubicBezTo>
                    <a:pt x="29866" y="114"/>
                    <a:pt x="256" y="33382"/>
                    <a:pt x="256" y="64480"/>
                  </a:cubicBezTo>
                  <a:cubicBezTo>
                    <a:pt x="256" y="83283"/>
                    <a:pt x="11450" y="95578"/>
                    <a:pt x="27700" y="95578"/>
                  </a:cubicBezTo>
                  <a:cubicBezTo>
                    <a:pt x="40699" y="95578"/>
                    <a:pt x="51893" y="89431"/>
                    <a:pt x="67420" y="74243"/>
                  </a:cubicBezTo>
                  <a:close/>
                  <a:moveTo>
                    <a:pt x="19033" y="47484"/>
                  </a:moveTo>
                  <a:cubicBezTo>
                    <a:pt x="26255" y="23619"/>
                    <a:pt x="41060" y="5900"/>
                    <a:pt x="53699" y="5900"/>
                  </a:cubicBezTo>
                  <a:cubicBezTo>
                    <a:pt x="58393" y="5900"/>
                    <a:pt x="62004" y="9878"/>
                    <a:pt x="62004" y="14578"/>
                  </a:cubicBezTo>
                  <a:cubicBezTo>
                    <a:pt x="62004" y="20364"/>
                    <a:pt x="59115" y="26873"/>
                    <a:pt x="54421" y="32297"/>
                  </a:cubicBezTo>
                  <a:cubicBezTo>
                    <a:pt x="47921" y="40252"/>
                    <a:pt x="38894" y="44953"/>
                    <a:pt x="27700" y="46761"/>
                  </a:cubicBezTo>
                  <a:cubicBezTo>
                    <a:pt x="25894" y="47123"/>
                    <a:pt x="23366" y="47484"/>
                    <a:pt x="19033" y="47484"/>
                  </a:cubicBezTo>
                  <a:close/>
                </a:path>
              </a:pathLst>
            </a:custGeom>
            <a:grpFill/>
            <a:ln w="9525" cap="flat">
              <a:solidFill>
                <a:srgbClr val="FF0000"/>
              </a:solidFill>
              <a:prstDash val="solid"/>
              <a:miter/>
            </a:ln>
          </p:spPr>
          <p:txBody>
            <a:bodyPr rtlCol="0" anchor="ctr"/>
            <a:lstStyle/>
            <a:p>
              <a:endParaRPr lang="zh-CN" altLang="en-US"/>
            </a:p>
          </p:txBody>
        </p:sp>
        <p:sp>
          <p:nvSpPr>
            <p:cNvPr id="162" name="任意多边形: 形状 161"/>
            <p:cNvSpPr/>
            <p:nvPr/>
          </p:nvSpPr>
          <p:spPr>
            <a:xfrm>
              <a:off x="8665191" y="5131866"/>
              <a:ext cx="90996" cy="95463"/>
            </a:xfrm>
            <a:custGeom>
              <a:avLst/>
              <a:gdLst>
                <a:gd name="connsiteX0" fmla="*/ 85840 w 90996"/>
                <a:gd name="connsiteY0" fmla="*/ 70989 h 95463"/>
                <a:gd name="connsiteX1" fmla="*/ 70674 w 90996"/>
                <a:gd name="connsiteY1" fmla="*/ 84368 h 95463"/>
                <a:gd name="connsiteX2" fmla="*/ 68146 w 90996"/>
                <a:gd name="connsiteY2" fmla="*/ 81837 h 95463"/>
                <a:gd name="connsiteX3" fmla="*/ 69590 w 90996"/>
                <a:gd name="connsiteY3" fmla="*/ 76774 h 95463"/>
                <a:gd name="connsiteX4" fmla="*/ 91256 w 90996"/>
                <a:gd name="connsiteY4" fmla="*/ 1199 h 95463"/>
                <a:gd name="connsiteX5" fmla="*/ 75368 w 90996"/>
                <a:gd name="connsiteY5" fmla="*/ 3007 h 95463"/>
                <a:gd name="connsiteX6" fmla="*/ 72118 w 90996"/>
                <a:gd name="connsiteY6" fmla="*/ 14578 h 95463"/>
                <a:gd name="connsiteX7" fmla="*/ 57313 w 90996"/>
                <a:gd name="connsiteY7" fmla="*/ 114 h 95463"/>
                <a:gd name="connsiteX8" fmla="*/ 260 w 90996"/>
                <a:gd name="connsiteY8" fmla="*/ 72074 h 95463"/>
                <a:gd name="connsiteX9" fmla="*/ 18315 w 90996"/>
                <a:gd name="connsiteY9" fmla="*/ 94855 h 95463"/>
                <a:gd name="connsiteX10" fmla="*/ 38897 w 90996"/>
                <a:gd name="connsiteY10" fmla="*/ 86899 h 95463"/>
                <a:gd name="connsiteX11" fmla="*/ 56591 w 90996"/>
                <a:gd name="connsiteY11" fmla="*/ 67734 h 95463"/>
                <a:gd name="connsiteX12" fmla="*/ 55869 w 90996"/>
                <a:gd name="connsiteY12" fmla="*/ 72435 h 95463"/>
                <a:gd name="connsiteX13" fmla="*/ 52619 w 90996"/>
                <a:gd name="connsiteY13" fmla="*/ 86176 h 95463"/>
                <a:gd name="connsiteX14" fmla="*/ 61285 w 90996"/>
                <a:gd name="connsiteY14" fmla="*/ 95578 h 95463"/>
                <a:gd name="connsiteX15" fmla="*/ 88367 w 90996"/>
                <a:gd name="connsiteY15" fmla="*/ 73882 h 95463"/>
                <a:gd name="connsiteX16" fmla="*/ 57674 w 90996"/>
                <a:gd name="connsiteY16" fmla="*/ 6262 h 95463"/>
                <a:gd name="connsiteX17" fmla="*/ 68507 w 90996"/>
                <a:gd name="connsiteY17" fmla="*/ 19279 h 95463"/>
                <a:gd name="connsiteX18" fmla="*/ 47564 w 90996"/>
                <a:gd name="connsiteY18" fmla="*/ 70989 h 95463"/>
                <a:gd name="connsiteX19" fmla="*/ 27703 w 90996"/>
                <a:gd name="connsiteY19" fmla="*/ 82922 h 95463"/>
                <a:gd name="connsiteX20" fmla="*/ 16509 w 90996"/>
                <a:gd name="connsiteY20" fmla="*/ 68458 h 95463"/>
                <a:gd name="connsiteX21" fmla="*/ 33842 w 90996"/>
                <a:gd name="connsiteY21" fmla="*/ 23619 h 95463"/>
                <a:gd name="connsiteX22" fmla="*/ 57674 w 90996"/>
                <a:gd name="connsiteY22" fmla="*/ 626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840" y="70989"/>
                  </a:moveTo>
                  <a:cubicBezTo>
                    <a:pt x="79701" y="79667"/>
                    <a:pt x="74285" y="84368"/>
                    <a:pt x="70674" y="84368"/>
                  </a:cubicBezTo>
                  <a:cubicBezTo>
                    <a:pt x="69229" y="84368"/>
                    <a:pt x="68146" y="83645"/>
                    <a:pt x="68146" y="81837"/>
                  </a:cubicBezTo>
                  <a:cubicBezTo>
                    <a:pt x="68146" y="81114"/>
                    <a:pt x="68146" y="80752"/>
                    <a:pt x="69590" y="76774"/>
                  </a:cubicBezTo>
                  <a:lnTo>
                    <a:pt x="91256" y="1199"/>
                  </a:lnTo>
                  <a:lnTo>
                    <a:pt x="75368" y="3007"/>
                  </a:lnTo>
                  <a:lnTo>
                    <a:pt x="72118" y="14578"/>
                  </a:lnTo>
                  <a:cubicBezTo>
                    <a:pt x="70313" y="5177"/>
                    <a:pt x="64896" y="114"/>
                    <a:pt x="57313" y="114"/>
                  </a:cubicBezTo>
                  <a:cubicBezTo>
                    <a:pt x="32398" y="114"/>
                    <a:pt x="260" y="40976"/>
                    <a:pt x="260" y="72074"/>
                  </a:cubicBezTo>
                  <a:cubicBezTo>
                    <a:pt x="260" y="85815"/>
                    <a:pt x="7843" y="94855"/>
                    <a:pt x="18315" y="94855"/>
                  </a:cubicBezTo>
                  <a:cubicBezTo>
                    <a:pt x="24454" y="94855"/>
                    <a:pt x="32036" y="91600"/>
                    <a:pt x="38897" y="86899"/>
                  </a:cubicBezTo>
                  <a:cubicBezTo>
                    <a:pt x="45036" y="82922"/>
                    <a:pt x="49008" y="78221"/>
                    <a:pt x="56591" y="67734"/>
                  </a:cubicBezTo>
                  <a:cubicBezTo>
                    <a:pt x="56230" y="69542"/>
                    <a:pt x="55869" y="71712"/>
                    <a:pt x="55869" y="72435"/>
                  </a:cubicBezTo>
                  <a:cubicBezTo>
                    <a:pt x="52619" y="83283"/>
                    <a:pt x="52619" y="83283"/>
                    <a:pt x="52619" y="86176"/>
                  </a:cubicBezTo>
                  <a:cubicBezTo>
                    <a:pt x="52619" y="91962"/>
                    <a:pt x="55869" y="95578"/>
                    <a:pt x="61285" y="95578"/>
                  </a:cubicBezTo>
                  <a:cubicBezTo>
                    <a:pt x="69590" y="95578"/>
                    <a:pt x="77896" y="88707"/>
                    <a:pt x="88367" y="73882"/>
                  </a:cubicBezTo>
                  <a:close/>
                  <a:moveTo>
                    <a:pt x="57674" y="6262"/>
                  </a:moveTo>
                  <a:cubicBezTo>
                    <a:pt x="64174" y="6262"/>
                    <a:pt x="68507" y="11324"/>
                    <a:pt x="68507" y="19279"/>
                  </a:cubicBezTo>
                  <a:cubicBezTo>
                    <a:pt x="68507" y="34828"/>
                    <a:pt x="59119" y="57609"/>
                    <a:pt x="47564" y="70989"/>
                  </a:cubicBezTo>
                  <a:cubicBezTo>
                    <a:pt x="41064" y="78221"/>
                    <a:pt x="33481" y="82922"/>
                    <a:pt x="27703" y="82922"/>
                  </a:cubicBezTo>
                  <a:cubicBezTo>
                    <a:pt x="20481" y="82922"/>
                    <a:pt x="16509" y="77859"/>
                    <a:pt x="16509" y="68458"/>
                  </a:cubicBezTo>
                  <a:cubicBezTo>
                    <a:pt x="16509" y="56163"/>
                    <a:pt x="23009" y="39529"/>
                    <a:pt x="33842" y="23619"/>
                  </a:cubicBezTo>
                  <a:cubicBezTo>
                    <a:pt x="41786" y="12047"/>
                    <a:pt x="49730" y="6262"/>
                    <a:pt x="57674" y="6262"/>
                  </a:cubicBezTo>
                  <a:close/>
                </a:path>
              </a:pathLst>
            </a:custGeom>
            <a:grpFill/>
            <a:ln w="9525" cap="flat">
              <a:solidFill>
                <a:srgbClr val="FF0000"/>
              </a:solidFill>
              <a:prstDash val="solid"/>
              <a:miter/>
            </a:ln>
          </p:spPr>
          <p:txBody>
            <a:bodyPr rtlCol="0" anchor="ctr"/>
            <a:lstStyle/>
            <a:p>
              <a:endParaRPr lang="zh-CN" altLang="en-US"/>
            </a:p>
          </p:txBody>
        </p:sp>
        <p:sp>
          <p:nvSpPr>
            <p:cNvPr id="163" name="任意多边形: 形状 162"/>
            <p:cNvSpPr/>
            <p:nvPr/>
          </p:nvSpPr>
          <p:spPr>
            <a:xfrm>
              <a:off x="8767457" y="5131504"/>
              <a:ext cx="74024" cy="95101"/>
            </a:xfrm>
            <a:custGeom>
              <a:avLst/>
              <a:gdLst>
                <a:gd name="connsiteX0" fmla="*/ 61651 w 74024"/>
                <a:gd name="connsiteY0" fmla="*/ 69904 h 95101"/>
                <a:gd name="connsiteX1" fmla="*/ 35291 w 74024"/>
                <a:gd name="connsiteY1" fmla="*/ 86176 h 95101"/>
                <a:gd name="connsiteX2" fmla="*/ 16514 w 74024"/>
                <a:gd name="connsiteY2" fmla="*/ 63395 h 95101"/>
                <a:gd name="connsiteX3" fmla="*/ 54790 w 74024"/>
                <a:gd name="connsiteY3" fmla="*/ 4815 h 95101"/>
                <a:gd name="connsiteX4" fmla="*/ 62734 w 74024"/>
                <a:gd name="connsiteY4" fmla="*/ 10601 h 95101"/>
                <a:gd name="connsiteX5" fmla="*/ 59484 w 74024"/>
                <a:gd name="connsiteY5" fmla="*/ 15663 h 95101"/>
                <a:gd name="connsiteX6" fmla="*/ 56234 w 74024"/>
                <a:gd name="connsiteY6" fmla="*/ 22895 h 95101"/>
                <a:gd name="connsiteX7" fmla="*/ 63456 w 74024"/>
                <a:gd name="connsiteY7" fmla="*/ 29766 h 95101"/>
                <a:gd name="connsiteX8" fmla="*/ 74289 w 74024"/>
                <a:gd name="connsiteY8" fmla="*/ 16025 h 95101"/>
                <a:gd name="connsiteX9" fmla="*/ 55873 w 74024"/>
                <a:gd name="connsiteY9" fmla="*/ 114 h 95101"/>
                <a:gd name="connsiteX10" fmla="*/ 264 w 74024"/>
                <a:gd name="connsiteY10" fmla="*/ 64480 h 95101"/>
                <a:gd name="connsiteX11" fmla="*/ 7486 w 74024"/>
                <a:gd name="connsiteY11" fmla="*/ 86538 h 95101"/>
                <a:gd name="connsiteX12" fmla="*/ 26624 w 74024"/>
                <a:gd name="connsiteY12" fmla="*/ 95216 h 95101"/>
                <a:gd name="connsiteX13" fmla="*/ 65623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51" y="69904"/>
                  </a:moveTo>
                  <a:cubicBezTo>
                    <a:pt x="54429" y="80029"/>
                    <a:pt x="45040" y="86176"/>
                    <a:pt x="35291" y="86176"/>
                  </a:cubicBezTo>
                  <a:cubicBezTo>
                    <a:pt x="24458" y="86176"/>
                    <a:pt x="16514" y="76774"/>
                    <a:pt x="16514" y="63395"/>
                  </a:cubicBezTo>
                  <a:cubicBezTo>
                    <a:pt x="16514" y="35190"/>
                    <a:pt x="36374" y="4815"/>
                    <a:pt x="54790" y="4815"/>
                  </a:cubicBezTo>
                  <a:cubicBezTo>
                    <a:pt x="58762" y="4815"/>
                    <a:pt x="62734" y="7708"/>
                    <a:pt x="62734" y="10601"/>
                  </a:cubicBezTo>
                  <a:cubicBezTo>
                    <a:pt x="62734" y="12409"/>
                    <a:pt x="62373" y="12770"/>
                    <a:pt x="59484" y="15663"/>
                  </a:cubicBezTo>
                  <a:cubicBezTo>
                    <a:pt x="57318" y="17833"/>
                    <a:pt x="56234" y="20364"/>
                    <a:pt x="56234" y="22895"/>
                  </a:cubicBezTo>
                  <a:cubicBezTo>
                    <a:pt x="56234" y="26511"/>
                    <a:pt x="59484" y="29766"/>
                    <a:pt x="63456" y="29766"/>
                  </a:cubicBezTo>
                  <a:cubicBezTo>
                    <a:pt x="69234" y="29766"/>
                    <a:pt x="74289" y="23257"/>
                    <a:pt x="74289" y="16025"/>
                  </a:cubicBezTo>
                  <a:cubicBezTo>
                    <a:pt x="74289" y="7346"/>
                    <a:pt x="65984" y="114"/>
                    <a:pt x="55873" y="114"/>
                  </a:cubicBezTo>
                  <a:cubicBezTo>
                    <a:pt x="28430" y="114"/>
                    <a:pt x="264" y="32659"/>
                    <a:pt x="264" y="64480"/>
                  </a:cubicBezTo>
                  <a:cubicBezTo>
                    <a:pt x="264" y="73520"/>
                    <a:pt x="2792" y="81475"/>
                    <a:pt x="7486" y="86538"/>
                  </a:cubicBezTo>
                  <a:cubicBezTo>
                    <a:pt x="12180" y="91600"/>
                    <a:pt x="19764" y="95216"/>
                    <a:pt x="26624" y="95216"/>
                  </a:cubicBezTo>
                  <a:cubicBezTo>
                    <a:pt x="40346" y="95216"/>
                    <a:pt x="55512" y="86176"/>
                    <a:pt x="65623" y="71712"/>
                  </a:cubicBezTo>
                  <a:close/>
                </a:path>
              </a:pathLst>
            </a:custGeom>
            <a:grpFill/>
            <a:ln w="9525" cap="flat">
              <a:solidFill>
                <a:srgbClr val="FF0000"/>
              </a:solidFill>
              <a:prstDash val="solid"/>
              <a:miter/>
            </a:ln>
          </p:spPr>
          <p:txBody>
            <a:bodyPr rtlCol="0" anchor="ctr"/>
            <a:lstStyle/>
            <a:p>
              <a:endParaRPr lang="zh-CN" altLang="en-US"/>
            </a:p>
          </p:txBody>
        </p:sp>
      </p:grpSp>
      <p:grpSp>
        <p:nvGrpSpPr>
          <p:cNvPr id="164" name="Graphic 2"/>
          <p:cNvGrpSpPr/>
          <p:nvPr/>
        </p:nvGrpSpPr>
        <p:grpSpPr>
          <a:xfrm>
            <a:off x="9482076" y="4364673"/>
            <a:ext cx="318302" cy="194630"/>
            <a:chOff x="8841961" y="5084496"/>
            <a:chExt cx="252342" cy="143195"/>
          </a:xfrm>
          <a:solidFill>
            <a:schemeClr val="accent2"/>
          </a:solidFill>
        </p:grpSpPr>
        <p:sp>
          <p:nvSpPr>
            <p:cNvPr id="165" name="任意多边形: 形状 164"/>
            <p:cNvSpPr/>
            <p:nvPr/>
          </p:nvSpPr>
          <p:spPr>
            <a:xfrm>
              <a:off x="8841961" y="5084496"/>
              <a:ext cx="89190" cy="143195"/>
            </a:xfrm>
            <a:custGeom>
              <a:avLst/>
              <a:gdLst>
                <a:gd name="connsiteX0" fmla="*/ 56599 w 89190"/>
                <a:gd name="connsiteY0" fmla="*/ 114 h 143195"/>
                <a:gd name="connsiteX1" fmla="*/ 28433 w 89190"/>
                <a:gd name="connsiteY1" fmla="*/ 3730 h 143195"/>
                <a:gd name="connsiteX2" fmla="*/ 27350 w 89190"/>
                <a:gd name="connsiteY2" fmla="*/ 7708 h 143195"/>
                <a:gd name="connsiteX3" fmla="*/ 29517 w 89190"/>
                <a:gd name="connsiteY3" fmla="*/ 7708 h 143195"/>
                <a:gd name="connsiteX4" fmla="*/ 33127 w 89190"/>
                <a:gd name="connsiteY4" fmla="*/ 7346 h 143195"/>
                <a:gd name="connsiteX5" fmla="*/ 37822 w 89190"/>
                <a:gd name="connsiteY5" fmla="*/ 11324 h 143195"/>
                <a:gd name="connsiteX6" fmla="*/ 35294 w 89190"/>
                <a:gd name="connsiteY6" fmla="*/ 22895 h 143195"/>
                <a:gd name="connsiteX7" fmla="*/ 268 w 89190"/>
                <a:gd name="connsiteY7" fmla="*/ 139693 h 143195"/>
                <a:gd name="connsiteX8" fmla="*/ 15434 w 89190"/>
                <a:gd name="connsiteY8" fmla="*/ 139693 h 143195"/>
                <a:gd name="connsiteX9" fmla="*/ 18322 w 89190"/>
                <a:gd name="connsiteY9" fmla="*/ 129568 h 143195"/>
                <a:gd name="connsiteX10" fmla="*/ 41433 w 89190"/>
                <a:gd name="connsiteY10" fmla="*/ 82198 h 143195"/>
                <a:gd name="connsiteX11" fmla="*/ 68154 w 89190"/>
                <a:gd name="connsiteY11" fmla="*/ 59779 h 143195"/>
                <a:gd name="connsiteX12" fmla="*/ 72848 w 89190"/>
                <a:gd name="connsiteY12" fmla="*/ 65203 h 143195"/>
                <a:gd name="connsiteX13" fmla="*/ 70681 w 89190"/>
                <a:gd name="connsiteY13" fmla="*/ 74966 h 143195"/>
                <a:gd name="connsiteX14" fmla="*/ 56238 w 89190"/>
                <a:gd name="connsiteY14" fmla="*/ 125229 h 143195"/>
                <a:gd name="connsiteX15" fmla="*/ 54793 w 89190"/>
                <a:gd name="connsiteY15" fmla="*/ 134631 h 143195"/>
                <a:gd name="connsiteX16" fmla="*/ 62737 w 89190"/>
                <a:gd name="connsiteY16" fmla="*/ 143309 h 143195"/>
                <a:gd name="connsiteX17" fmla="*/ 78626 w 89190"/>
                <a:gd name="connsiteY17" fmla="*/ 134993 h 143195"/>
                <a:gd name="connsiteX18" fmla="*/ 89458 w 89190"/>
                <a:gd name="connsiteY18" fmla="*/ 122698 h 143195"/>
                <a:gd name="connsiteX19" fmla="*/ 86208 w 89190"/>
                <a:gd name="connsiteY19" fmla="*/ 121252 h 143195"/>
                <a:gd name="connsiteX20" fmla="*/ 72848 w 89190"/>
                <a:gd name="connsiteY20" fmla="*/ 133185 h 143195"/>
                <a:gd name="connsiteX21" fmla="*/ 69959 w 89190"/>
                <a:gd name="connsiteY21" fmla="*/ 129568 h 143195"/>
                <a:gd name="connsiteX22" fmla="*/ 71042 w 89190"/>
                <a:gd name="connsiteY22" fmla="*/ 125229 h 143195"/>
                <a:gd name="connsiteX23" fmla="*/ 85125 w 89190"/>
                <a:gd name="connsiteY23" fmla="*/ 76051 h 143195"/>
                <a:gd name="connsiteX24" fmla="*/ 88014 w 89190"/>
                <a:gd name="connsiteY24" fmla="*/ 60502 h 143195"/>
                <a:gd name="connsiteX25" fmla="*/ 76820 w 89190"/>
                <a:gd name="connsiteY25" fmla="*/ 48569 h 143195"/>
                <a:gd name="connsiteX26" fmla="*/ 54432 w 89190"/>
                <a:gd name="connsiteY26" fmla="*/ 61225 h 143195"/>
                <a:gd name="connsiteX27" fmla="*/ 29877 w 89190"/>
                <a:gd name="connsiteY27" fmla="*/ 90877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599" y="114"/>
                  </a:moveTo>
                  <a:cubicBezTo>
                    <a:pt x="43599" y="2284"/>
                    <a:pt x="41794" y="2284"/>
                    <a:pt x="28433" y="3730"/>
                  </a:cubicBezTo>
                  <a:lnTo>
                    <a:pt x="27350" y="7708"/>
                  </a:lnTo>
                  <a:lnTo>
                    <a:pt x="29517" y="7708"/>
                  </a:lnTo>
                  <a:cubicBezTo>
                    <a:pt x="30961" y="7346"/>
                    <a:pt x="32044" y="7346"/>
                    <a:pt x="33127" y="7346"/>
                  </a:cubicBezTo>
                  <a:cubicBezTo>
                    <a:pt x="35655" y="7346"/>
                    <a:pt x="37822" y="9154"/>
                    <a:pt x="37822" y="11324"/>
                  </a:cubicBezTo>
                  <a:cubicBezTo>
                    <a:pt x="37822" y="12770"/>
                    <a:pt x="36738" y="16748"/>
                    <a:pt x="35294" y="22895"/>
                  </a:cubicBezTo>
                  <a:lnTo>
                    <a:pt x="268" y="139693"/>
                  </a:lnTo>
                  <a:lnTo>
                    <a:pt x="15434" y="139693"/>
                  </a:lnTo>
                  <a:lnTo>
                    <a:pt x="18322" y="129568"/>
                  </a:lnTo>
                  <a:cubicBezTo>
                    <a:pt x="25544" y="105703"/>
                    <a:pt x="29155" y="98109"/>
                    <a:pt x="41433" y="82198"/>
                  </a:cubicBezTo>
                  <a:cubicBezTo>
                    <a:pt x="53349" y="67011"/>
                    <a:pt x="61654" y="59779"/>
                    <a:pt x="68154" y="59779"/>
                  </a:cubicBezTo>
                  <a:cubicBezTo>
                    <a:pt x="70681" y="59779"/>
                    <a:pt x="72848" y="62310"/>
                    <a:pt x="72848" y="65203"/>
                  </a:cubicBezTo>
                  <a:cubicBezTo>
                    <a:pt x="72848" y="67373"/>
                    <a:pt x="72487" y="68819"/>
                    <a:pt x="70681" y="74966"/>
                  </a:cubicBezTo>
                  <a:lnTo>
                    <a:pt x="56238" y="125229"/>
                  </a:lnTo>
                  <a:cubicBezTo>
                    <a:pt x="55154" y="129207"/>
                    <a:pt x="54793" y="132100"/>
                    <a:pt x="54793" y="134631"/>
                  </a:cubicBezTo>
                  <a:cubicBezTo>
                    <a:pt x="54793" y="139332"/>
                    <a:pt x="58043" y="143309"/>
                    <a:pt x="62737" y="143309"/>
                  </a:cubicBezTo>
                  <a:cubicBezTo>
                    <a:pt x="66709" y="143309"/>
                    <a:pt x="73931" y="139332"/>
                    <a:pt x="78626" y="134993"/>
                  </a:cubicBezTo>
                  <a:cubicBezTo>
                    <a:pt x="81875" y="132100"/>
                    <a:pt x="82959" y="130653"/>
                    <a:pt x="89458" y="122698"/>
                  </a:cubicBezTo>
                  <a:lnTo>
                    <a:pt x="86208" y="121252"/>
                  </a:lnTo>
                  <a:cubicBezTo>
                    <a:pt x="81875" y="127760"/>
                    <a:pt x="75737" y="133185"/>
                    <a:pt x="72848" y="133185"/>
                  </a:cubicBezTo>
                  <a:cubicBezTo>
                    <a:pt x="71404" y="133185"/>
                    <a:pt x="69959" y="131376"/>
                    <a:pt x="69959" y="129568"/>
                  </a:cubicBezTo>
                  <a:cubicBezTo>
                    <a:pt x="69959" y="128845"/>
                    <a:pt x="69959" y="128484"/>
                    <a:pt x="71042" y="125229"/>
                  </a:cubicBezTo>
                  <a:lnTo>
                    <a:pt x="85125" y="76051"/>
                  </a:lnTo>
                  <a:cubicBezTo>
                    <a:pt x="87292" y="68819"/>
                    <a:pt x="88014" y="64118"/>
                    <a:pt x="88014" y="60502"/>
                  </a:cubicBezTo>
                  <a:cubicBezTo>
                    <a:pt x="88014" y="53632"/>
                    <a:pt x="83681" y="48569"/>
                    <a:pt x="76820" y="48569"/>
                  </a:cubicBezTo>
                  <a:cubicBezTo>
                    <a:pt x="70320" y="48569"/>
                    <a:pt x="64182" y="52185"/>
                    <a:pt x="54432" y="61225"/>
                  </a:cubicBezTo>
                  <a:cubicBezTo>
                    <a:pt x="46849" y="68096"/>
                    <a:pt x="45044" y="70265"/>
                    <a:pt x="29877" y="90877"/>
                  </a:cubicBezTo>
                  <a:close/>
                </a:path>
              </a:pathLst>
            </a:custGeom>
            <a:grpFill/>
            <a:ln w="9525" cap="flat">
              <a:solidFill>
                <a:srgbClr val="FF0000"/>
              </a:solidFill>
              <a:prstDash val="solid"/>
              <a:miter/>
            </a:ln>
          </p:spPr>
          <p:txBody>
            <a:bodyPr rtlCol="0" anchor="ctr"/>
            <a:lstStyle/>
            <a:p>
              <a:endParaRPr lang="zh-CN" altLang="en-US"/>
            </a:p>
          </p:txBody>
        </p:sp>
        <p:sp>
          <p:nvSpPr>
            <p:cNvPr id="166" name="任意多边形: 形状 165"/>
            <p:cNvSpPr/>
            <p:nvPr/>
          </p:nvSpPr>
          <p:spPr>
            <a:xfrm>
              <a:off x="8945945" y="5131142"/>
              <a:ext cx="76552" cy="95463"/>
            </a:xfrm>
            <a:custGeom>
              <a:avLst/>
              <a:gdLst>
                <a:gd name="connsiteX0" fmla="*/ 63825 w 76552"/>
                <a:gd name="connsiteY0" fmla="*/ 71350 h 95463"/>
                <a:gd name="connsiteX1" fmla="*/ 36382 w 76552"/>
                <a:gd name="connsiteY1" fmla="*/ 85453 h 95463"/>
                <a:gd name="connsiteX2" fmla="*/ 17244 w 76552"/>
                <a:gd name="connsiteY2" fmla="*/ 63757 h 95463"/>
                <a:gd name="connsiteX3" fmla="*/ 17966 w 76552"/>
                <a:gd name="connsiteY3" fmla="*/ 52908 h 95463"/>
                <a:gd name="connsiteX4" fmla="*/ 53353 w 76552"/>
                <a:gd name="connsiteY4" fmla="*/ 45676 h 95463"/>
                <a:gd name="connsiteX5" fmla="*/ 76824 w 76552"/>
                <a:gd name="connsiteY5" fmla="*/ 15302 h 95463"/>
                <a:gd name="connsiteX6" fmla="*/ 57325 w 76552"/>
                <a:gd name="connsiteY6" fmla="*/ 114 h 95463"/>
                <a:gd name="connsiteX7" fmla="*/ 272 w 76552"/>
                <a:gd name="connsiteY7" fmla="*/ 64480 h 95463"/>
                <a:gd name="connsiteX8" fmla="*/ 27715 w 76552"/>
                <a:gd name="connsiteY8" fmla="*/ 95578 h 95463"/>
                <a:gd name="connsiteX9" fmla="*/ 67436 w 76552"/>
                <a:gd name="connsiteY9" fmla="*/ 74243 h 95463"/>
                <a:gd name="connsiteX10" fmla="*/ 19049 w 76552"/>
                <a:gd name="connsiteY10" fmla="*/ 47484 h 95463"/>
                <a:gd name="connsiteX11" fmla="*/ 53714 w 76552"/>
                <a:gd name="connsiteY11" fmla="*/ 5900 h 95463"/>
                <a:gd name="connsiteX12" fmla="*/ 62020 w 76552"/>
                <a:gd name="connsiteY12" fmla="*/ 14578 h 95463"/>
                <a:gd name="connsiteX13" fmla="*/ 54436 w 76552"/>
                <a:gd name="connsiteY13" fmla="*/ 32297 h 95463"/>
                <a:gd name="connsiteX14" fmla="*/ 27715 w 76552"/>
                <a:gd name="connsiteY14" fmla="*/ 46761 h 95463"/>
                <a:gd name="connsiteX15" fmla="*/ 19049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25" y="71350"/>
                  </a:moveTo>
                  <a:cubicBezTo>
                    <a:pt x="54436" y="80752"/>
                    <a:pt x="45770" y="85453"/>
                    <a:pt x="36382" y="85453"/>
                  </a:cubicBezTo>
                  <a:cubicBezTo>
                    <a:pt x="25188" y="85453"/>
                    <a:pt x="17244" y="76413"/>
                    <a:pt x="17244" y="63757"/>
                  </a:cubicBezTo>
                  <a:cubicBezTo>
                    <a:pt x="17244" y="60502"/>
                    <a:pt x="17605" y="56886"/>
                    <a:pt x="17966" y="52908"/>
                  </a:cubicBezTo>
                  <a:cubicBezTo>
                    <a:pt x="34215" y="52185"/>
                    <a:pt x="43604" y="50377"/>
                    <a:pt x="53353" y="45676"/>
                  </a:cubicBezTo>
                  <a:cubicBezTo>
                    <a:pt x="67436" y="39167"/>
                    <a:pt x="76824" y="26873"/>
                    <a:pt x="76824" y="15302"/>
                  </a:cubicBezTo>
                  <a:cubicBezTo>
                    <a:pt x="76824" y="6623"/>
                    <a:pt x="68519" y="114"/>
                    <a:pt x="57325" y="114"/>
                  </a:cubicBezTo>
                  <a:cubicBezTo>
                    <a:pt x="29882" y="114"/>
                    <a:pt x="272" y="33382"/>
                    <a:pt x="272" y="64480"/>
                  </a:cubicBezTo>
                  <a:cubicBezTo>
                    <a:pt x="272" y="83283"/>
                    <a:pt x="11466" y="95578"/>
                    <a:pt x="27715" y="95578"/>
                  </a:cubicBezTo>
                  <a:cubicBezTo>
                    <a:pt x="40715" y="95578"/>
                    <a:pt x="51909" y="89431"/>
                    <a:pt x="67436" y="74243"/>
                  </a:cubicBezTo>
                  <a:close/>
                  <a:moveTo>
                    <a:pt x="19049" y="47484"/>
                  </a:moveTo>
                  <a:cubicBezTo>
                    <a:pt x="26271" y="23619"/>
                    <a:pt x="41076" y="5900"/>
                    <a:pt x="53714" y="5900"/>
                  </a:cubicBezTo>
                  <a:cubicBezTo>
                    <a:pt x="58409" y="5900"/>
                    <a:pt x="62020" y="9878"/>
                    <a:pt x="62020" y="14578"/>
                  </a:cubicBezTo>
                  <a:cubicBezTo>
                    <a:pt x="62020" y="20364"/>
                    <a:pt x="59131" y="26873"/>
                    <a:pt x="54436" y="32297"/>
                  </a:cubicBezTo>
                  <a:cubicBezTo>
                    <a:pt x="47937" y="40252"/>
                    <a:pt x="38909" y="44953"/>
                    <a:pt x="27715" y="46761"/>
                  </a:cubicBezTo>
                  <a:cubicBezTo>
                    <a:pt x="25910" y="47123"/>
                    <a:pt x="23382" y="47484"/>
                    <a:pt x="19049" y="47484"/>
                  </a:cubicBezTo>
                  <a:close/>
                </a:path>
              </a:pathLst>
            </a:custGeom>
            <a:grpFill/>
            <a:ln w="9525" cap="flat">
              <a:solidFill>
                <a:srgbClr val="FF0000"/>
              </a:solidFill>
              <a:prstDash val="solid"/>
              <a:miter/>
            </a:ln>
          </p:spPr>
          <p:txBody>
            <a:bodyPr rtlCol="0" anchor="ctr"/>
            <a:lstStyle/>
            <a:p>
              <a:endParaRPr lang="zh-CN" altLang="en-US"/>
            </a:p>
          </p:txBody>
        </p:sp>
        <p:sp>
          <p:nvSpPr>
            <p:cNvPr id="167" name="任意多边形: 形状 166"/>
            <p:cNvSpPr/>
            <p:nvPr/>
          </p:nvSpPr>
          <p:spPr>
            <a:xfrm>
              <a:off x="9024612" y="5131142"/>
              <a:ext cx="69691" cy="95463"/>
            </a:xfrm>
            <a:custGeom>
              <a:avLst/>
              <a:gdLst>
                <a:gd name="connsiteX0" fmla="*/ 69967 w 69691"/>
                <a:gd name="connsiteY0" fmla="*/ 837 h 95463"/>
                <a:gd name="connsiteX1" fmla="*/ 67079 w 69691"/>
                <a:gd name="connsiteY1" fmla="*/ 837 h 95463"/>
                <a:gd name="connsiteX2" fmla="*/ 60940 w 69691"/>
                <a:gd name="connsiteY2" fmla="*/ 5538 h 95463"/>
                <a:gd name="connsiteX3" fmla="*/ 57329 w 69691"/>
                <a:gd name="connsiteY3" fmla="*/ 4453 h 95463"/>
                <a:gd name="connsiteX4" fmla="*/ 42524 w 69691"/>
                <a:gd name="connsiteY4" fmla="*/ 114 h 95463"/>
                <a:gd name="connsiteX5" fmla="*/ 19414 w 69691"/>
                <a:gd name="connsiteY5" fmla="*/ 23619 h 95463"/>
                <a:gd name="connsiteX6" fmla="*/ 33136 w 69691"/>
                <a:gd name="connsiteY6" fmla="*/ 51101 h 95463"/>
                <a:gd name="connsiteX7" fmla="*/ 45052 w 69691"/>
                <a:gd name="connsiteY7" fmla="*/ 73520 h 95463"/>
                <a:gd name="connsiteX8" fmla="*/ 28080 w 69691"/>
                <a:gd name="connsiteY8" fmla="*/ 90877 h 95463"/>
                <a:gd name="connsiteX9" fmla="*/ 9303 w 69691"/>
                <a:gd name="connsiteY9" fmla="*/ 63757 h 95463"/>
                <a:gd name="connsiteX10" fmla="*/ 6053 w 69691"/>
                <a:gd name="connsiteY10" fmla="*/ 63757 h 95463"/>
                <a:gd name="connsiteX11" fmla="*/ 276 w 69691"/>
                <a:gd name="connsiteY11" fmla="*/ 95578 h 95463"/>
                <a:gd name="connsiteX12" fmla="*/ 4248 w 69691"/>
                <a:gd name="connsiteY12" fmla="*/ 95578 h 95463"/>
                <a:gd name="connsiteX13" fmla="*/ 10025 w 69691"/>
                <a:gd name="connsiteY13" fmla="*/ 91239 h 95463"/>
                <a:gd name="connsiteX14" fmla="*/ 13997 w 69691"/>
                <a:gd name="connsiteY14" fmla="*/ 92323 h 95463"/>
                <a:gd name="connsiteX15" fmla="*/ 30969 w 69691"/>
                <a:gd name="connsiteY15" fmla="*/ 95578 h 95463"/>
                <a:gd name="connsiteX16" fmla="*/ 59134 w 69691"/>
                <a:gd name="connsiteY16" fmla="*/ 68819 h 95463"/>
                <a:gd name="connsiteX17" fmla="*/ 44329 w 69691"/>
                <a:gd name="connsiteY17" fmla="*/ 39891 h 95463"/>
                <a:gd name="connsiteX18" fmla="*/ 32413 w 69691"/>
                <a:gd name="connsiteY18" fmla="*/ 18194 h 95463"/>
                <a:gd name="connsiteX19" fmla="*/ 44329 w 69691"/>
                <a:gd name="connsiteY19" fmla="*/ 5900 h 95463"/>
                <a:gd name="connsiteX20" fmla="*/ 61662 w 69691"/>
                <a:gd name="connsiteY20" fmla="*/ 26511 h 95463"/>
                <a:gd name="connsiteX21" fmla="*/ 61662 w 69691"/>
                <a:gd name="connsiteY21" fmla="*/ 30851 h 95463"/>
                <a:gd name="connsiteX22" fmla="*/ 64912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967" y="837"/>
                  </a:moveTo>
                  <a:lnTo>
                    <a:pt x="67079" y="837"/>
                  </a:lnTo>
                  <a:cubicBezTo>
                    <a:pt x="64912" y="4092"/>
                    <a:pt x="63106" y="5538"/>
                    <a:pt x="60940" y="5538"/>
                  </a:cubicBezTo>
                  <a:cubicBezTo>
                    <a:pt x="60218" y="5538"/>
                    <a:pt x="58773" y="5177"/>
                    <a:pt x="57329" y="4453"/>
                  </a:cubicBezTo>
                  <a:cubicBezTo>
                    <a:pt x="52274" y="1561"/>
                    <a:pt x="47218" y="114"/>
                    <a:pt x="42524" y="114"/>
                  </a:cubicBezTo>
                  <a:cubicBezTo>
                    <a:pt x="29886" y="114"/>
                    <a:pt x="19414" y="10601"/>
                    <a:pt x="19414" y="23619"/>
                  </a:cubicBezTo>
                  <a:cubicBezTo>
                    <a:pt x="19414" y="32659"/>
                    <a:pt x="22303" y="38083"/>
                    <a:pt x="33136" y="51101"/>
                  </a:cubicBezTo>
                  <a:cubicBezTo>
                    <a:pt x="41441" y="60864"/>
                    <a:pt x="45052" y="67373"/>
                    <a:pt x="45052" y="73520"/>
                  </a:cubicBezTo>
                  <a:cubicBezTo>
                    <a:pt x="45052" y="82922"/>
                    <a:pt x="37107" y="90877"/>
                    <a:pt x="28080" y="90877"/>
                  </a:cubicBezTo>
                  <a:cubicBezTo>
                    <a:pt x="17247" y="90877"/>
                    <a:pt x="9664" y="80029"/>
                    <a:pt x="9303" y="63757"/>
                  </a:cubicBezTo>
                  <a:lnTo>
                    <a:pt x="6053" y="63757"/>
                  </a:lnTo>
                  <a:lnTo>
                    <a:pt x="276" y="95578"/>
                  </a:lnTo>
                  <a:lnTo>
                    <a:pt x="4248" y="95578"/>
                  </a:lnTo>
                  <a:cubicBezTo>
                    <a:pt x="5692" y="92323"/>
                    <a:pt x="7498" y="91239"/>
                    <a:pt x="10025" y="91239"/>
                  </a:cubicBezTo>
                  <a:cubicBezTo>
                    <a:pt x="11109" y="91239"/>
                    <a:pt x="12553" y="91600"/>
                    <a:pt x="13997" y="92323"/>
                  </a:cubicBezTo>
                  <a:cubicBezTo>
                    <a:pt x="23747" y="95216"/>
                    <a:pt x="25914" y="95578"/>
                    <a:pt x="30969" y="95578"/>
                  </a:cubicBezTo>
                  <a:cubicBezTo>
                    <a:pt x="46496" y="95578"/>
                    <a:pt x="59134" y="83645"/>
                    <a:pt x="59134" y="68819"/>
                  </a:cubicBezTo>
                  <a:cubicBezTo>
                    <a:pt x="59134" y="59779"/>
                    <a:pt x="55524" y="53270"/>
                    <a:pt x="44329" y="39891"/>
                  </a:cubicBezTo>
                  <a:cubicBezTo>
                    <a:pt x="34580" y="28319"/>
                    <a:pt x="32413" y="23980"/>
                    <a:pt x="32413" y="18194"/>
                  </a:cubicBezTo>
                  <a:cubicBezTo>
                    <a:pt x="32413" y="11324"/>
                    <a:pt x="37469" y="5900"/>
                    <a:pt x="44329" y="5900"/>
                  </a:cubicBezTo>
                  <a:cubicBezTo>
                    <a:pt x="54079" y="5900"/>
                    <a:pt x="61662" y="14578"/>
                    <a:pt x="61662" y="26511"/>
                  </a:cubicBezTo>
                  <a:cubicBezTo>
                    <a:pt x="61662" y="27596"/>
                    <a:pt x="61662" y="29043"/>
                    <a:pt x="61662" y="30851"/>
                  </a:cubicBezTo>
                  <a:lnTo>
                    <a:pt x="64912" y="30851"/>
                  </a:lnTo>
                  <a:close/>
                </a:path>
              </a:pathLst>
            </a:custGeom>
            <a:grpFill/>
            <a:ln w="9525" cap="flat">
              <a:solidFill>
                <a:srgbClr val="FF0000"/>
              </a:solidFill>
              <a:prstDash val="solid"/>
              <a:miter/>
            </a:ln>
          </p:spPr>
          <p:txBody>
            <a:bodyPr rtlCol="0" anchor="ctr"/>
            <a:lstStyle/>
            <a:p>
              <a:endParaRPr lang="zh-CN" altLang="en-US"/>
            </a:p>
          </p:txBody>
        </p:sp>
      </p:grpSp>
      <p:grpSp>
        <p:nvGrpSpPr>
          <p:cNvPr id="168" name="Graphic 2"/>
          <p:cNvGrpSpPr/>
          <p:nvPr/>
        </p:nvGrpSpPr>
        <p:grpSpPr>
          <a:xfrm>
            <a:off x="10512975" y="4426570"/>
            <a:ext cx="437425" cy="131718"/>
            <a:chOff x="9659231" y="5130035"/>
            <a:chExt cx="346779" cy="96909"/>
          </a:xfrm>
        </p:grpSpPr>
        <p:sp>
          <p:nvSpPr>
            <p:cNvPr id="169" name="任意多边形: 形状 168"/>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170" name="任意多边形: 形状 169"/>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171" name="任意多边形: 形状 170"/>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172" name="任意多边形: 形状 171"/>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173" name="Graphic 2"/>
          <p:cNvGrpSpPr/>
          <p:nvPr/>
        </p:nvGrpSpPr>
        <p:grpSpPr>
          <a:xfrm>
            <a:off x="10941010" y="4428043"/>
            <a:ext cx="195937" cy="129753"/>
            <a:chOff x="9998566" y="5131119"/>
            <a:chExt cx="155334" cy="95463"/>
          </a:xfrm>
        </p:grpSpPr>
        <p:sp>
          <p:nvSpPr>
            <p:cNvPr id="174" name="任意多边形: 形状 173"/>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175" name="任意多边形: 形状 174"/>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176" name="任意多边形: 形状 175"/>
          <p:cNvSpPr/>
          <p:nvPr/>
        </p:nvSpPr>
        <p:spPr>
          <a:xfrm flipV="1">
            <a:off x="8307197" y="2629102"/>
            <a:ext cx="255070" cy="237141"/>
          </a:xfrm>
          <a:custGeom>
            <a:avLst/>
            <a:gdLst>
              <a:gd name="connsiteX0" fmla="*/ -2086 w 202213"/>
              <a:gd name="connsiteY0" fmla="*/ 173536 h 174472"/>
              <a:gd name="connsiteX1" fmla="*/ 200127 w 202213"/>
              <a:gd name="connsiteY1" fmla="*/ -936 h 174472"/>
              <a:gd name="connsiteX2" fmla="*/ 200127 w 202213"/>
              <a:gd name="connsiteY2" fmla="*/ 173536 h 174472"/>
              <a:gd name="connsiteX3" fmla="*/ -2086 w 202213"/>
              <a:gd name="connsiteY3" fmla="*/ -34 h 174472"/>
            </a:gdLst>
            <a:ahLst/>
            <a:cxnLst>
              <a:cxn ang="0">
                <a:pos x="connsiteX0" y="connsiteY0"/>
              </a:cxn>
              <a:cxn ang="0">
                <a:pos x="connsiteX1" y="connsiteY1"/>
              </a:cxn>
              <a:cxn ang="0">
                <a:pos x="connsiteX2" y="connsiteY2"/>
              </a:cxn>
              <a:cxn ang="0">
                <a:pos x="connsiteX3" y="connsiteY3"/>
              </a:cxn>
            </a:cxnLst>
            <a:rect l="l" t="t" r="r" b="b"/>
            <a:pathLst>
              <a:path w="202213" h="174472">
                <a:moveTo>
                  <a:pt x="-2086" y="173536"/>
                </a:moveTo>
                <a:lnTo>
                  <a:pt x="200127" y="-936"/>
                </a:lnTo>
                <a:lnTo>
                  <a:pt x="200127" y="173536"/>
                </a:lnTo>
                <a:lnTo>
                  <a:pt x="-2086" y="-34"/>
                </a:lnTo>
                <a:close/>
              </a:path>
            </a:pathLst>
          </a:custGeom>
          <a:noFill/>
          <a:ln w="11545" cap="flat">
            <a:solidFill>
              <a:srgbClr val="231F20"/>
            </a:solidFill>
            <a:prstDash val="solid"/>
            <a:miter/>
          </a:ln>
        </p:spPr>
        <p:txBody>
          <a:bodyPr rtlCol="0" anchor="ctr"/>
          <a:lstStyle/>
          <a:p>
            <a:endParaRPr lang="zh-CN" altLang="en-US"/>
          </a:p>
        </p:txBody>
      </p:sp>
      <p:sp>
        <p:nvSpPr>
          <p:cNvPr id="177" name="任意多边形: 形状 176"/>
          <p:cNvSpPr/>
          <p:nvPr/>
        </p:nvSpPr>
        <p:spPr>
          <a:xfrm flipV="1">
            <a:off x="9187761" y="1871344"/>
            <a:ext cx="255070" cy="237141"/>
          </a:xfrm>
          <a:custGeom>
            <a:avLst/>
            <a:gdLst>
              <a:gd name="connsiteX0" fmla="*/ -2358 w 202213"/>
              <a:gd name="connsiteY0" fmla="*/ 173271 h 174472"/>
              <a:gd name="connsiteX1" fmla="*/ 199855 w 202213"/>
              <a:gd name="connsiteY1" fmla="*/ -1201 h 174472"/>
              <a:gd name="connsiteX2" fmla="*/ 199855 w 202213"/>
              <a:gd name="connsiteY2" fmla="*/ 173271 h 174472"/>
              <a:gd name="connsiteX3" fmla="*/ -2358 w 202213"/>
              <a:gd name="connsiteY3" fmla="*/ -299 h 174472"/>
            </a:gdLst>
            <a:ahLst/>
            <a:cxnLst>
              <a:cxn ang="0">
                <a:pos x="connsiteX0" y="connsiteY0"/>
              </a:cxn>
              <a:cxn ang="0">
                <a:pos x="connsiteX1" y="connsiteY1"/>
              </a:cxn>
              <a:cxn ang="0">
                <a:pos x="connsiteX2" y="connsiteY2"/>
              </a:cxn>
              <a:cxn ang="0">
                <a:pos x="connsiteX3" y="connsiteY3"/>
              </a:cxn>
            </a:cxnLst>
            <a:rect l="l" t="t" r="r" b="b"/>
            <a:pathLst>
              <a:path w="202213" h="174472">
                <a:moveTo>
                  <a:pt x="-2358" y="173271"/>
                </a:moveTo>
                <a:lnTo>
                  <a:pt x="199855" y="-1201"/>
                </a:lnTo>
                <a:lnTo>
                  <a:pt x="199855" y="173271"/>
                </a:lnTo>
                <a:lnTo>
                  <a:pt x="-2358" y="-299"/>
                </a:lnTo>
                <a:close/>
              </a:path>
            </a:pathLst>
          </a:custGeom>
          <a:noFill/>
          <a:ln w="11545" cap="flat">
            <a:solidFill>
              <a:srgbClr val="231F20"/>
            </a:solidFill>
            <a:prstDash val="solid"/>
            <a:miter/>
          </a:ln>
        </p:spPr>
        <p:txBody>
          <a:bodyPr rtlCol="0" anchor="ctr"/>
          <a:lstStyle/>
          <a:p>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p:sp>
        <p:nvSpPr>
          <p:cNvPr id="13" name="文本框 12"/>
          <p:cNvSpPr txBox="1"/>
          <p:nvPr/>
        </p:nvSpPr>
        <p:spPr>
          <a:xfrm>
            <a:off x="603237" y="906423"/>
            <a:ext cx="10609246" cy="1200329"/>
          </a:xfrm>
          <a:prstGeom prst="rect">
            <a:avLst/>
          </a:prstGeom>
          <a:no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rPr>
              <a:t>Instructor (</a:t>
            </a:r>
            <a:r>
              <a:rPr lang="en-US" altLang="zh-CN" sz="2400" u="sng" dirty="0">
                <a:ea typeface="华文楷体" panose="02010600040101010101" pitchFamily="2" charset="-122"/>
                <a:cs typeface="Times New Roman" panose="02020603050405020304" pitchFamily="18" charset="0"/>
              </a:rPr>
              <a:t>ID</a:t>
            </a:r>
            <a:r>
              <a:rPr lang="en-US" altLang="zh-CN" sz="2400" dirty="0">
                <a:ea typeface="华文楷体" panose="02010600040101010101" pitchFamily="2" charset="-122"/>
                <a:cs typeface="Times New Roman" panose="02020603050405020304" pitchFamily="18" charset="0"/>
              </a:rPr>
              <a:t>, name, </a:t>
            </a:r>
            <a:r>
              <a:rPr lang="en-US" altLang="zh-CN" sz="2400" dirty="0" err="1">
                <a:ea typeface="华文楷体" panose="02010600040101010101" pitchFamily="2" charset="-122"/>
                <a:cs typeface="Times New Roman" panose="02020603050405020304" pitchFamily="18" charset="0"/>
              </a:rPr>
              <a:t>dept_name</a:t>
            </a:r>
            <a:r>
              <a:rPr lang="en-US" altLang="zh-CN" sz="2400" dirty="0">
                <a:ea typeface="华文楷体" panose="02010600040101010101" pitchFamily="2" charset="-122"/>
                <a:cs typeface="Times New Roman" panose="02020603050405020304" pitchFamily="18" charset="0"/>
              </a:rPr>
              <a:t>, salary)</a:t>
            </a:r>
            <a:endParaRPr lang="en-US" altLang="zh-CN" sz="2400" dirty="0">
              <a:ea typeface="华文楷体" panose="02010600040101010101" pitchFamily="2" charset="-122"/>
              <a:cs typeface="Times New Roman" panose="02020603050405020304" pitchFamily="18" charset="0"/>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Teaches(</a:t>
            </a:r>
            <a:r>
              <a:rPr lang="en-US" altLang="zh-CN" sz="2400" u="sng" dirty="0">
                <a:ea typeface="华文楷体" panose="02010600040101010101" pitchFamily="2" charset="-122"/>
                <a:cs typeface="Times New Roman" panose="02020603050405020304" pitchFamily="18" charset="0"/>
                <a:sym typeface="+mn-ea"/>
              </a:rPr>
              <a:t>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sec_id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semester</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year</a:t>
            </a:r>
            <a:r>
              <a:rPr lang="en-US" altLang="zh-CN" sz="2400" dirty="0">
                <a:ea typeface="华文楷体" panose="02010600040101010101" pitchFamily="2" charset="-122"/>
                <a:cs typeface="Times New Roman" panose="02020603050405020304" pitchFamily="18" charset="0"/>
                <a:sym typeface="+mn-ea"/>
              </a:rPr>
              <a:t>)</a:t>
            </a:r>
            <a:endParaRPr lang="en-US" altLang="zh-CN" sz="2400" dirty="0">
              <a:ea typeface="华文楷体" panose="02010600040101010101" pitchFamily="2" charset="-122"/>
              <a:cs typeface="Times New Roman" panose="02020603050405020304" pitchFamily="18" charset="0"/>
              <a:sym typeface="+mn-ea"/>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Course(</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title, </a:t>
            </a:r>
            <a:r>
              <a:rPr lang="en-US" altLang="zh-CN" sz="2400" dirty="0" err="1">
                <a:ea typeface="华文楷体" panose="02010600040101010101" pitchFamily="2" charset="-122"/>
                <a:cs typeface="Times New Roman" panose="02020603050405020304" pitchFamily="18" charset="0"/>
                <a:sym typeface="+mn-ea"/>
              </a:rPr>
              <a:t>dept_name</a:t>
            </a:r>
            <a:r>
              <a:rPr lang="en-US" altLang="zh-CN" sz="2400" dirty="0">
                <a:ea typeface="华文楷体" panose="02010600040101010101" pitchFamily="2" charset="-122"/>
                <a:cs typeface="Times New Roman" panose="02020603050405020304" pitchFamily="18" charset="0"/>
                <a:sym typeface="+mn-ea"/>
              </a:rPr>
              <a:t>, credits)</a:t>
            </a:r>
            <a:endParaRPr lang="en-US" altLang="zh-CN" sz="2400" dirty="0">
              <a:ea typeface="华文楷体" panose="02010600040101010101" pitchFamily="2" charset="-122"/>
              <a:cs typeface="Times New Roman" panose="02020603050405020304" pitchFamily="18" charset="0"/>
              <a:sym typeface="+mn-ea"/>
            </a:endParaRPr>
          </a:p>
        </p:txBody>
      </p:sp>
      <p:sp>
        <p:nvSpPr>
          <p:cNvPr id="149" name="文本框 148"/>
          <p:cNvSpPr txBox="1"/>
          <p:nvPr/>
        </p:nvSpPr>
        <p:spPr>
          <a:xfrm>
            <a:off x="603237" y="2122252"/>
            <a:ext cx="6175250" cy="1569660"/>
          </a:xfrm>
          <a:prstGeom prst="rect">
            <a:avLst/>
          </a:prstGeom>
          <a:noFill/>
        </p:spPr>
        <p:txBody>
          <a:bodyPr wrap="square">
            <a:spAutoFit/>
          </a:bodyPr>
          <a:lstStyle/>
          <a:p>
            <a:pPr indent="0" algn="just">
              <a:spcBef>
                <a:spcPts val="0"/>
              </a:spcBef>
              <a:spcAft>
                <a:spcPts val="0"/>
              </a:spcAft>
              <a:buNone/>
            </a:pPr>
            <a:r>
              <a:rPr lang="en-US" altLang="zh-CN" sz="2400" b="1" u="sng" dirty="0">
                <a:ea typeface="华文楷体" panose="02010600040101010101" pitchFamily="2" charset="-122"/>
                <a:cs typeface="Times New Roman" panose="02020603050405020304" pitchFamily="18" charset="0"/>
                <a:sym typeface="+mn-ea"/>
              </a:rPr>
              <a:t>Q</a:t>
            </a:r>
            <a:r>
              <a:rPr lang="en-US" altLang="zh-CN" sz="2400" dirty="0">
                <a:ea typeface="华文楷体" panose="02010600040101010101" pitchFamily="2" charset="-122"/>
                <a:cs typeface="Times New Roman" panose="02020603050405020304" pitchFamily="18" charset="0"/>
                <a:sym typeface="+mn-ea"/>
              </a:rPr>
              <a:t>: Please find the names of all the teachers in the Music Department who taught courses in 2017, and the names of all the courses each person taught that year.</a:t>
            </a:r>
            <a:endParaRPr lang="en-US" altLang="zh-CN" sz="2400" dirty="0">
              <a:ea typeface="华文楷体" panose="02010600040101010101" pitchFamily="2" charset="-122"/>
              <a:cs typeface="Times New Roman" panose="02020603050405020304" pitchFamily="18" charset="0"/>
              <a:sym typeface="+mn-ea"/>
            </a:endParaRPr>
          </a:p>
        </p:txBody>
      </p:sp>
      <p:sp>
        <p:nvSpPr>
          <p:cNvPr id="150" name="文本框 149"/>
          <p:cNvSpPr txBox="1"/>
          <p:nvPr/>
        </p:nvSpPr>
        <p:spPr>
          <a:xfrm>
            <a:off x="603237" y="4282163"/>
            <a:ext cx="6175250" cy="830997"/>
          </a:xfrm>
          <a:prstGeom prst="rect">
            <a:avLst/>
          </a:prstGeom>
          <a:solidFill>
            <a:schemeClr val="accent2">
              <a:lumMod val="20000"/>
              <a:lumOff val="80000"/>
            </a:schemeClr>
          </a:solid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According to </a:t>
            </a:r>
            <a:r>
              <a:rPr lang="en-US" altLang="zh-CN" sz="2400" b="1" dirty="0">
                <a:solidFill>
                  <a:srgbClr val="FF0000"/>
                </a:solidFill>
                <a:ea typeface="华文楷体" panose="02010600040101010101" pitchFamily="2" charset="-122"/>
                <a:cs typeface="Times New Roman" panose="02020603050405020304" pitchFamily="18" charset="0"/>
                <a:sym typeface="+mn-ea"/>
              </a:rPr>
              <a:t>L5</a:t>
            </a:r>
            <a:r>
              <a:rPr lang="en-US" altLang="zh-CN" sz="2400" dirty="0">
                <a:ea typeface="华文楷体" panose="02010600040101010101" pitchFamily="2" charset="-122"/>
                <a:cs typeface="Times New Roman" panose="02020603050405020304" pitchFamily="18" charset="0"/>
                <a:sym typeface="+mn-ea"/>
              </a:rPr>
              <a:t>, projection is performed before joining to reduce the size of intermediate results:</a:t>
            </a:r>
            <a:endParaRPr lang="en-US" altLang="zh-CN" sz="2400" dirty="0">
              <a:ea typeface="华文楷体" panose="02010600040101010101" pitchFamily="2" charset="-122"/>
              <a:cs typeface="Times New Roman" panose="02020603050405020304" pitchFamily="18" charset="0"/>
              <a:sym typeface="+mn-ea"/>
            </a:endParaRPr>
          </a:p>
        </p:txBody>
      </p:sp>
      <p:sp>
        <p:nvSpPr>
          <p:cNvPr id="18" name="文本框 17"/>
          <p:cNvSpPr txBox="1"/>
          <p:nvPr/>
        </p:nvSpPr>
        <p:spPr>
          <a:xfrm>
            <a:off x="96012" y="5226464"/>
            <a:ext cx="11325683" cy="946028"/>
          </a:xfrm>
          <a:prstGeom prst="rect">
            <a:avLst/>
          </a:prstGeom>
          <a:noFill/>
        </p:spPr>
        <p:txBody>
          <a:bodyPr wrap="square">
            <a:spAutoFit/>
          </a:bodyPr>
          <a:lstStyle/>
          <a:p>
            <a:pPr lvl="1">
              <a:lnSpc>
                <a:spcPct val="120000"/>
              </a:lnSpc>
            </a:pPr>
            <a:r>
              <a:rPr lang="en-US" altLang="en-US" sz="2400" dirty="0">
                <a:sym typeface="Symbol" panose="05050102010706020507" pitchFamily="18" charset="2"/>
              </a:rPr>
              <a:t></a:t>
            </a:r>
            <a:r>
              <a:rPr lang="en-US" altLang="en-US" sz="2400" i="1" baseline="-25000" dirty="0">
                <a:sym typeface="Symbol" panose="05050102010706020507" pitchFamily="18" charset="2"/>
              </a:rPr>
              <a:t>name, title</a:t>
            </a:r>
            <a:r>
              <a:rPr lang="en-US" altLang="en-US" sz="2400" dirty="0">
                <a:sym typeface="Symbol" panose="05050102010706020507" pitchFamily="18" charset="2"/>
              </a:rPr>
              <a:t>(</a:t>
            </a:r>
            <a:r>
              <a:rPr lang="en-US" altLang="en-US" sz="2400" b="1" dirty="0">
                <a:solidFill>
                  <a:srgbClr val="FF0000"/>
                </a:solidFill>
                <a:sym typeface="Symbol" panose="05050102010706020507" pitchFamily="18" charset="2"/>
              </a:rPr>
              <a:t></a:t>
            </a:r>
            <a:r>
              <a:rPr lang="en-US" altLang="en-US" sz="2400" b="1" i="1" baseline="-25000" dirty="0">
                <a:solidFill>
                  <a:srgbClr val="FF0000"/>
                </a:solidFill>
                <a:sym typeface="Symbol" panose="05050102010706020507" pitchFamily="18" charset="2"/>
              </a:rPr>
              <a:t>ID</a:t>
            </a:r>
            <a:r>
              <a:rPr lang="en-US" altLang="en-US" sz="2400" b="1" baseline="-25000" dirty="0">
                <a:solidFill>
                  <a:srgbClr val="FF0000"/>
                </a:solidFill>
                <a:sym typeface="Symbol" panose="05050102010706020507" pitchFamily="18" charset="2"/>
              </a:rPr>
              <a:t>, </a:t>
            </a:r>
            <a:r>
              <a:rPr lang="en-US" altLang="en-US" sz="2400" b="1" i="1" baseline="-25000" dirty="0">
                <a:solidFill>
                  <a:srgbClr val="FF0000"/>
                </a:solidFill>
                <a:sym typeface="Symbol" panose="05050102010706020507" pitchFamily="18" charset="2"/>
              </a:rPr>
              <a:t>name</a:t>
            </a:r>
            <a:r>
              <a:rPr lang="en-US" altLang="en-US" sz="2400" dirty="0">
                <a:sym typeface="Symbol" panose="05050102010706020507" pitchFamily="18" charset="2"/>
              </a:rPr>
              <a:t>(</a:t>
            </a:r>
            <a:r>
              <a:rPr lang="en-US" altLang="en-US" sz="2400" b="1" dirty="0">
                <a:sym typeface="Symbol" panose="05050102010706020507" pitchFamily="18" charset="2"/>
              </a:rPr>
              <a:t></a:t>
            </a:r>
            <a:r>
              <a:rPr lang="en-US" altLang="en-US" sz="2400" b="1" i="1" baseline="-25000" dirty="0" err="1">
                <a:sym typeface="Symbol" panose="05050102010706020507" pitchFamily="18" charset="2"/>
              </a:rPr>
              <a:t>dept_name</a:t>
            </a:r>
            <a:r>
              <a:rPr lang="en-US" altLang="en-US" sz="2400" b="1" i="1" baseline="-25000" dirty="0">
                <a:sym typeface="Symbol" panose="05050102010706020507" pitchFamily="18" charset="2"/>
              </a:rPr>
              <a:t>= </a:t>
            </a:r>
            <a:r>
              <a:rPr lang="en-IN" altLang="en-US" sz="2400" b="1" i="1" baseline="-25000" dirty="0">
                <a:sym typeface="Symbol" panose="05050102010706020507" pitchFamily="18" charset="2"/>
              </a:rPr>
              <a:t>‘</a:t>
            </a:r>
            <a:r>
              <a:rPr lang="en-US" altLang="ja-JP" sz="2400" b="1" baseline="-25000" dirty="0">
                <a:sym typeface="Symbol" panose="05050102010706020507" pitchFamily="18" charset="2"/>
              </a:rPr>
              <a:t>Music</a:t>
            </a:r>
            <a:r>
              <a:rPr lang="en-IN" altLang="ja-JP" sz="2400" b="1" baseline="-25000" dirty="0">
                <a:sym typeface="Symbol" panose="05050102010706020507" pitchFamily="18" charset="2"/>
              </a:rPr>
              <a:t>’</a:t>
            </a:r>
            <a:r>
              <a:rPr lang="en-US" altLang="ja-JP" sz="2400" dirty="0">
                <a:sym typeface="Symbol" panose="05050102010706020507" pitchFamily="18" charset="2"/>
              </a:rPr>
              <a:t>(</a:t>
            </a:r>
            <a:r>
              <a:rPr lang="en-US" altLang="ja-JP" sz="2400" i="1" dirty="0">
                <a:sym typeface="Symbol" panose="05050102010706020507" pitchFamily="18" charset="2"/>
              </a:rPr>
              <a:t>instructor</a:t>
            </a:r>
            <a:r>
              <a:rPr lang="en-US" altLang="ja-JP" sz="2400" dirty="0">
                <a:sym typeface="Symbol" panose="05050102010706020507" pitchFamily="18" charset="2"/>
              </a:rPr>
              <a:t>))</a:t>
            </a:r>
            <a:r>
              <a:rPr lang="en-IN" altLang="en-US" sz="2400" dirty="0">
                <a:ea typeface="MS PGothic" panose="020B0600070205080204" pitchFamily="34" charset="-128"/>
              </a:rPr>
              <a:t>⨝</a:t>
            </a:r>
            <a:r>
              <a:rPr lang="en-US" altLang="en-US" sz="2400" i="1" dirty="0">
                <a:ea typeface="MS PGothic" panose="020B0600070205080204" pitchFamily="34" charset="-128"/>
              </a:rPr>
              <a:t> </a:t>
            </a:r>
            <a:r>
              <a:rPr lang="en-US" altLang="en-US" sz="2400" b="1" dirty="0">
                <a:solidFill>
                  <a:srgbClr val="FF0000"/>
                </a:solidFill>
                <a:sym typeface="Symbol" panose="05050102010706020507" pitchFamily="18" charset="2"/>
              </a:rPr>
              <a:t></a:t>
            </a:r>
            <a:r>
              <a:rPr lang="en-US" altLang="en-US" sz="2400" b="1" i="1" baseline="-25000" dirty="0">
                <a:solidFill>
                  <a:srgbClr val="FF0000"/>
                </a:solidFill>
                <a:sym typeface="Symbol" panose="05050102010706020507" pitchFamily="18" charset="2"/>
              </a:rPr>
              <a:t>ID</a:t>
            </a:r>
            <a:r>
              <a:rPr lang="en-US" altLang="en-US" sz="2400" b="1" baseline="-25000" dirty="0">
                <a:solidFill>
                  <a:srgbClr val="FF0000"/>
                </a:solidFill>
                <a:sym typeface="Symbol" panose="05050102010706020507" pitchFamily="18" charset="2"/>
              </a:rPr>
              <a:t>, </a:t>
            </a:r>
            <a:r>
              <a:rPr lang="en-US" altLang="en-US" sz="2400" b="1" i="1" baseline="-25000" dirty="0" err="1">
                <a:solidFill>
                  <a:srgbClr val="FF0000"/>
                </a:solidFill>
                <a:sym typeface="Symbol" panose="05050102010706020507" pitchFamily="18" charset="2"/>
              </a:rPr>
              <a:t>course_id</a:t>
            </a:r>
            <a:r>
              <a:rPr lang="en-US" altLang="en-US" sz="2400" dirty="0">
                <a:sym typeface="Symbol" panose="05050102010706020507" pitchFamily="18" charset="2"/>
              </a:rPr>
              <a:t>(</a:t>
            </a:r>
            <a:r>
              <a:rPr lang="en-US" altLang="en-US" sz="2400" b="1" dirty="0">
                <a:sym typeface="Symbol" panose="05050102010706020507" pitchFamily="18" charset="2"/>
              </a:rPr>
              <a:t></a:t>
            </a:r>
            <a:r>
              <a:rPr lang="en-US" altLang="ja-JP" sz="2400" b="1" i="1" baseline="-25000" dirty="0">
                <a:sym typeface="Symbol" panose="05050102010706020507" pitchFamily="18" charset="2"/>
              </a:rPr>
              <a:t>year</a:t>
            </a:r>
            <a:r>
              <a:rPr lang="en-US" altLang="ja-JP" sz="2400" b="1" baseline="-25000" dirty="0">
                <a:sym typeface="Symbol" panose="05050102010706020507" pitchFamily="18" charset="2"/>
              </a:rPr>
              <a:t> = 2017 </a:t>
            </a:r>
            <a:r>
              <a:rPr lang="en-US" altLang="ja-JP" sz="2400" dirty="0">
                <a:sym typeface="Symbol" panose="05050102010706020507" pitchFamily="18" charset="2"/>
              </a:rPr>
              <a:t>(</a:t>
            </a:r>
            <a:r>
              <a:rPr lang="en-US" altLang="ja-JP" sz="2400" i="1" dirty="0">
                <a:sym typeface="Symbol" panose="05050102010706020507" pitchFamily="18" charset="2"/>
              </a:rPr>
              <a:t>teaches</a:t>
            </a:r>
            <a:r>
              <a:rPr lang="en-US" altLang="ja-JP" sz="2400" dirty="0">
                <a:sym typeface="Symbol" panose="05050102010706020507" pitchFamily="18" charset="2"/>
              </a:rPr>
              <a:t>)</a:t>
            </a:r>
            <a:r>
              <a:rPr lang="en-IN" altLang="en-US" sz="2400" dirty="0">
                <a:ea typeface="MS PGothic" panose="020B0600070205080204" pitchFamily="34" charset="-128"/>
              </a:rPr>
              <a:t>)</a:t>
            </a:r>
            <a:endParaRPr lang="en-IN" altLang="en-US" sz="2400" dirty="0">
              <a:ea typeface="MS PGothic" panose="020B0600070205080204" pitchFamily="34" charset="-128"/>
            </a:endParaRPr>
          </a:p>
          <a:p>
            <a:pPr lvl="1">
              <a:lnSpc>
                <a:spcPct val="120000"/>
              </a:lnSpc>
            </a:pPr>
            <a:r>
              <a:rPr lang="en-IN" altLang="en-US" sz="2400" dirty="0">
                <a:ea typeface="MS PGothic" panose="020B0600070205080204" pitchFamily="34" charset="-128"/>
              </a:rPr>
              <a:t>⨝</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baseline="-25000" dirty="0" err="1">
                <a:sym typeface="Symbol" panose="05050102010706020507" pitchFamily="18" charset="2"/>
              </a:rPr>
              <a:t>course_id</a:t>
            </a:r>
            <a:r>
              <a:rPr lang="en-US" altLang="ja-JP" sz="2400" i="1" baseline="-25000" dirty="0">
                <a:sym typeface="Symbol" panose="05050102010706020507" pitchFamily="18" charset="2"/>
              </a:rPr>
              <a:t>, title</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dirty="0">
                <a:sym typeface="Symbol" panose="05050102010706020507" pitchFamily="18" charset="2"/>
              </a:rPr>
              <a:t>course</a:t>
            </a:r>
            <a:r>
              <a:rPr lang="en-US" altLang="ja-JP" sz="2400" dirty="0">
                <a:sym typeface="Symbol" panose="05050102010706020507" pitchFamily="18" charset="2"/>
              </a:rPr>
              <a:t>))</a:t>
            </a:r>
            <a:endParaRPr lang="en-US" altLang="ja-JP" sz="2400" dirty="0">
              <a:sym typeface="Symbol" panose="05050102010706020507" pitchFamily="18" charset="2"/>
            </a:endParaRPr>
          </a:p>
        </p:txBody>
      </p:sp>
      <p:sp>
        <p:nvSpPr>
          <p:cNvPr id="288" name="任意多边形: 形状 287"/>
          <p:cNvSpPr/>
          <p:nvPr/>
        </p:nvSpPr>
        <p:spPr>
          <a:xfrm flipV="1">
            <a:off x="9447963" y="1288663"/>
            <a:ext cx="29151" cy="488405"/>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289" name="任意多边形: 形状 288"/>
          <p:cNvSpPr/>
          <p:nvPr/>
        </p:nvSpPr>
        <p:spPr>
          <a:xfrm flipH="1" flipV="1">
            <a:off x="7308871" y="4466477"/>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290" name="任意多边形: 形状 289"/>
          <p:cNvSpPr/>
          <p:nvPr/>
        </p:nvSpPr>
        <p:spPr>
          <a:xfrm flipV="1">
            <a:off x="8598153" y="2155665"/>
            <a:ext cx="600217" cy="427446"/>
          </a:xfrm>
          <a:custGeom>
            <a:avLst/>
            <a:gdLst>
              <a:gd name="connsiteX0" fmla="*/ 473652 w 475837"/>
              <a:gd name="connsiteY0" fmla="*/ 313422 h 314485"/>
              <a:gd name="connsiteX1" fmla="*/ -2186 w 475837"/>
              <a:gd name="connsiteY1" fmla="*/ -1063 h 314485"/>
            </a:gdLst>
            <a:ahLst/>
            <a:cxnLst>
              <a:cxn ang="0">
                <a:pos x="connsiteX0" y="connsiteY0"/>
              </a:cxn>
              <a:cxn ang="0">
                <a:pos x="connsiteX1" y="connsiteY1"/>
              </a:cxn>
            </a:cxnLst>
            <a:rect l="l" t="t" r="r" b="b"/>
            <a:pathLst>
              <a:path w="475837" h="314485">
                <a:moveTo>
                  <a:pt x="473652" y="313422"/>
                </a:moveTo>
                <a:lnTo>
                  <a:pt x="-2186" y="-1063"/>
                </a:lnTo>
              </a:path>
            </a:pathLst>
          </a:custGeom>
          <a:noFill/>
          <a:ln w="11545" cap="flat">
            <a:solidFill>
              <a:srgbClr val="231F20"/>
            </a:solidFill>
            <a:prstDash val="solid"/>
            <a:miter/>
          </a:ln>
        </p:spPr>
        <p:txBody>
          <a:bodyPr rtlCol="0" anchor="ctr"/>
          <a:lstStyle/>
          <a:p>
            <a:endParaRPr lang="zh-CN" altLang="en-US"/>
          </a:p>
        </p:txBody>
      </p:sp>
      <p:sp>
        <p:nvSpPr>
          <p:cNvPr id="291" name="任意多边形: 形状 290"/>
          <p:cNvSpPr/>
          <p:nvPr/>
        </p:nvSpPr>
        <p:spPr>
          <a:xfrm flipV="1">
            <a:off x="7589821" y="2106752"/>
            <a:ext cx="3285169" cy="1270495"/>
          </a:xfrm>
          <a:custGeom>
            <a:avLst/>
            <a:gdLst>
              <a:gd name="connsiteX0" fmla="*/ 1713177 w 2604398"/>
              <a:gd name="connsiteY0" fmla="*/ 933811 h 934743"/>
              <a:gd name="connsiteX1" fmla="*/ 2602110 w 2604398"/>
              <a:gd name="connsiteY1" fmla="*/ 592109 h 934743"/>
              <a:gd name="connsiteX2" fmla="*/ 617433 w 2604398"/>
              <a:gd name="connsiteY2" fmla="*/ 349644 h 934743"/>
              <a:gd name="connsiteX3" fmla="*/ -2289 w 2604398"/>
              <a:gd name="connsiteY3" fmla="*/ -933 h 934743"/>
              <a:gd name="connsiteX4" fmla="*/ 967806 w 2604398"/>
              <a:gd name="connsiteY4" fmla="*/ 340422 h 934743"/>
              <a:gd name="connsiteX5" fmla="*/ 1551591 w 2604398"/>
              <a:gd name="connsiteY5" fmla="*/ 8200 h 93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4398" h="934743">
                <a:moveTo>
                  <a:pt x="1713177" y="933811"/>
                </a:moveTo>
                <a:lnTo>
                  <a:pt x="2602110" y="592109"/>
                </a:lnTo>
                <a:moveTo>
                  <a:pt x="617433" y="349644"/>
                </a:moveTo>
                <a:lnTo>
                  <a:pt x="-2289" y="-933"/>
                </a:lnTo>
                <a:moveTo>
                  <a:pt x="967806" y="340422"/>
                </a:moveTo>
                <a:lnTo>
                  <a:pt x="1551591" y="8200"/>
                </a:lnTo>
              </a:path>
            </a:pathLst>
          </a:custGeom>
          <a:noFill/>
          <a:ln w="11545" cap="flat">
            <a:solidFill>
              <a:srgbClr val="231F20"/>
            </a:solidFill>
            <a:prstDash val="solid"/>
            <a:miter/>
          </a:ln>
        </p:spPr>
        <p:txBody>
          <a:bodyPr rtlCol="0" anchor="ctr"/>
          <a:lstStyle/>
          <a:p>
            <a:endParaRPr lang="zh-CN" altLang="en-US"/>
          </a:p>
        </p:txBody>
      </p:sp>
      <p:sp>
        <p:nvSpPr>
          <p:cNvPr id="292" name="任意多边形: 形状 291"/>
          <p:cNvSpPr/>
          <p:nvPr/>
        </p:nvSpPr>
        <p:spPr>
          <a:xfrm flipV="1">
            <a:off x="9377811" y="4463388"/>
            <a:ext cx="45719" cy="415131"/>
          </a:xfrm>
          <a:custGeom>
            <a:avLst/>
            <a:gdLst>
              <a:gd name="connsiteX0" fmla="*/ -2398 w 23110"/>
              <a:gd name="connsiteY0" fmla="*/ 430913 h 431393"/>
              <a:gd name="connsiteX1" fmla="*/ -2398 w 23110"/>
              <a:gd name="connsiteY1" fmla="*/ -480 h 431393"/>
            </a:gdLst>
            <a:ahLst/>
            <a:cxnLst>
              <a:cxn ang="0">
                <a:pos x="connsiteX0" y="connsiteY0"/>
              </a:cxn>
              <a:cxn ang="0">
                <a:pos x="connsiteX1" y="connsiteY1"/>
              </a:cxn>
            </a:cxnLst>
            <a:rect l="l" t="t" r="r" b="b"/>
            <a:pathLst>
              <a:path w="23110" h="431393">
                <a:moveTo>
                  <a:pt x="-2398" y="430913"/>
                </a:moveTo>
                <a:lnTo>
                  <a:pt x="-2398" y="-480"/>
                </a:lnTo>
              </a:path>
            </a:pathLst>
          </a:custGeom>
          <a:noFill/>
          <a:ln w="3175" cap="flat">
            <a:solidFill>
              <a:schemeClr val="tx1"/>
            </a:solidFill>
            <a:prstDash val="solid"/>
            <a:miter/>
          </a:ln>
        </p:spPr>
        <p:txBody>
          <a:bodyPr rtlCol="0" anchor="ctr"/>
          <a:lstStyle/>
          <a:p>
            <a:endParaRPr lang="zh-CN" altLang="en-US"/>
          </a:p>
        </p:txBody>
      </p:sp>
      <p:sp>
        <p:nvSpPr>
          <p:cNvPr id="293" name="任意多边形: 形状 292"/>
          <p:cNvSpPr/>
          <p:nvPr/>
        </p:nvSpPr>
        <p:spPr>
          <a:xfrm flipV="1">
            <a:off x="10965767" y="2984547"/>
            <a:ext cx="29151" cy="1345573"/>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294" name="任意多边形: 形状 293"/>
          <p:cNvSpPr/>
          <p:nvPr/>
        </p:nvSpPr>
        <p:spPr>
          <a:xfrm>
            <a:off x="9342877" y="991221"/>
            <a:ext cx="170351" cy="254590"/>
          </a:xfrm>
          <a:custGeom>
            <a:avLst/>
            <a:gdLst>
              <a:gd name="connsiteX0" fmla="*/ 258 w 135050"/>
              <a:gd name="connsiteY0" fmla="*/ 8 h 187310"/>
              <a:gd name="connsiteX1" fmla="*/ 258 w 135050"/>
              <a:gd name="connsiteY1" fmla="*/ 3985 h 187310"/>
              <a:gd name="connsiteX2" fmla="*/ 5313 w 135050"/>
              <a:gd name="connsiteY2" fmla="*/ 3985 h 187310"/>
              <a:gd name="connsiteX3" fmla="*/ 19035 w 135050"/>
              <a:gd name="connsiteY3" fmla="*/ 20619 h 187310"/>
              <a:gd name="connsiteX4" fmla="*/ 19035 w 135050"/>
              <a:gd name="connsiteY4" fmla="*/ 167069 h 187310"/>
              <a:gd name="connsiteX5" fmla="*/ 5313 w 135050"/>
              <a:gd name="connsiteY5" fmla="*/ 183341 h 187310"/>
              <a:gd name="connsiteX6" fmla="*/ 619 w 135050"/>
              <a:gd name="connsiteY6" fmla="*/ 183341 h 187310"/>
              <a:gd name="connsiteX7" fmla="*/ 619 w 135050"/>
              <a:gd name="connsiteY7" fmla="*/ 187318 h 187310"/>
              <a:gd name="connsiteX8" fmla="*/ 56950 w 135050"/>
              <a:gd name="connsiteY8" fmla="*/ 187318 h 187310"/>
              <a:gd name="connsiteX9" fmla="*/ 56950 w 135050"/>
              <a:gd name="connsiteY9" fmla="*/ 183341 h 187310"/>
              <a:gd name="connsiteX10" fmla="*/ 51895 w 135050"/>
              <a:gd name="connsiteY10" fmla="*/ 183341 h 187310"/>
              <a:gd name="connsiteX11" fmla="*/ 38534 w 135050"/>
              <a:gd name="connsiteY11" fmla="*/ 167069 h 187310"/>
              <a:gd name="connsiteX12" fmla="*/ 38534 w 135050"/>
              <a:gd name="connsiteY12" fmla="*/ 20619 h 187310"/>
              <a:gd name="connsiteX13" fmla="*/ 52256 w 135050"/>
              <a:gd name="connsiteY13" fmla="*/ 3985 h 187310"/>
              <a:gd name="connsiteX14" fmla="*/ 83671 w 135050"/>
              <a:gd name="connsiteY14" fmla="*/ 3985 h 187310"/>
              <a:gd name="connsiteX15" fmla="*/ 97393 w 135050"/>
              <a:gd name="connsiteY15" fmla="*/ 20619 h 187310"/>
              <a:gd name="connsiteX16" fmla="*/ 97393 w 135050"/>
              <a:gd name="connsiteY16" fmla="*/ 167069 h 187310"/>
              <a:gd name="connsiteX17" fmla="*/ 83671 w 135050"/>
              <a:gd name="connsiteY17" fmla="*/ 183341 h 187310"/>
              <a:gd name="connsiteX18" fmla="*/ 78977 w 135050"/>
              <a:gd name="connsiteY18" fmla="*/ 183341 h 187310"/>
              <a:gd name="connsiteX19" fmla="*/ 78977 w 135050"/>
              <a:gd name="connsiteY19" fmla="*/ 187318 h 187310"/>
              <a:gd name="connsiteX20" fmla="*/ 134947 w 135050"/>
              <a:gd name="connsiteY20" fmla="*/ 187318 h 187310"/>
              <a:gd name="connsiteX21" fmla="*/ 134947 w 135050"/>
              <a:gd name="connsiteY21" fmla="*/ 183341 h 187310"/>
              <a:gd name="connsiteX22" fmla="*/ 130253 w 135050"/>
              <a:gd name="connsiteY22" fmla="*/ 183341 h 187310"/>
              <a:gd name="connsiteX23" fmla="*/ 116892 w 135050"/>
              <a:gd name="connsiteY23" fmla="*/ 167069 h 187310"/>
              <a:gd name="connsiteX24" fmla="*/ 116892 w 135050"/>
              <a:gd name="connsiteY24" fmla="*/ 20619 h 187310"/>
              <a:gd name="connsiteX25" fmla="*/ 130614 w 135050"/>
              <a:gd name="connsiteY25" fmla="*/ 3985 h 187310"/>
              <a:gd name="connsiteX26" fmla="*/ 135308 w 135050"/>
              <a:gd name="connsiteY26" fmla="*/ 3985 h 187310"/>
              <a:gd name="connsiteX27" fmla="*/ 135308 w 135050"/>
              <a:gd name="connsiteY27" fmla="*/ 8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258" y="8"/>
                </a:moveTo>
                <a:lnTo>
                  <a:pt x="258" y="3985"/>
                </a:lnTo>
                <a:lnTo>
                  <a:pt x="5313" y="3985"/>
                </a:lnTo>
                <a:cubicBezTo>
                  <a:pt x="17230" y="3985"/>
                  <a:pt x="19035" y="6155"/>
                  <a:pt x="19035" y="20619"/>
                </a:cubicBezTo>
                <a:lnTo>
                  <a:pt x="19035" y="167069"/>
                </a:lnTo>
                <a:cubicBezTo>
                  <a:pt x="19035" y="181533"/>
                  <a:pt x="17230" y="183341"/>
                  <a:pt x="5313" y="183341"/>
                </a:cubicBezTo>
                <a:lnTo>
                  <a:pt x="619" y="183341"/>
                </a:lnTo>
                <a:lnTo>
                  <a:pt x="619" y="187318"/>
                </a:lnTo>
                <a:lnTo>
                  <a:pt x="56950" y="187318"/>
                </a:lnTo>
                <a:lnTo>
                  <a:pt x="56950" y="183341"/>
                </a:lnTo>
                <a:lnTo>
                  <a:pt x="51895" y="183341"/>
                </a:lnTo>
                <a:cubicBezTo>
                  <a:pt x="40340" y="183341"/>
                  <a:pt x="38534" y="181171"/>
                  <a:pt x="38534" y="167069"/>
                </a:cubicBezTo>
                <a:lnTo>
                  <a:pt x="38534" y="20619"/>
                </a:lnTo>
                <a:cubicBezTo>
                  <a:pt x="38534" y="6155"/>
                  <a:pt x="40340" y="3985"/>
                  <a:pt x="52256" y="3985"/>
                </a:cubicBezTo>
                <a:lnTo>
                  <a:pt x="83671" y="3985"/>
                </a:lnTo>
                <a:cubicBezTo>
                  <a:pt x="95226" y="3985"/>
                  <a:pt x="97393" y="6155"/>
                  <a:pt x="97393" y="20619"/>
                </a:cubicBezTo>
                <a:lnTo>
                  <a:pt x="97393" y="167069"/>
                </a:lnTo>
                <a:cubicBezTo>
                  <a:pt x="97393" y="181533"/>
                  <a:pt x="95226" y="183341"/>
                  <a:pt x="83671" y="183341"/>
                </a:cubicBezTo>
                <a:lnTo>
                  <a:pt x="78977" y="183341"/>
                </a:lnTo>
                <a:lnTo>
                  <a:pt x="78977" y="187318"/>
                </a:lnTo>
                <a:lnTo>
                  <a:pt x="134947" y="187318"/>
                </a:lnTo>
                <a:lnTo>
                  <a:pt x="134947" y="183341"/>
                </a:lnTo>
                <a:lnTo>
                  <a:pt x="130253" y="183341"/>
                </a:lnTo>
                <a:cubicBezTo>
                  <a:pt x="118698" y="183341"/>
                  <a:pt x="116892" y="181171"/>
                  <a:pt x="116892" y="167069"/>
                </a:cubicBezTo>
                <a:lnTo>
                  <a:pt x="116892" y="20619"/>
                </a:lnTo>
                <a:cubicBezTo>
                  <a:pt x="116892" y="6155"/>
                  <a:pt x="118698" y="3985"/>
                  <a:pt x="130614" y="3985"/>
                </a:cubicBezTo>
                <a:lnTo>
                  <a:pt x="135308" y="3985"/>
                </a:lnTo>
                <a:lnTo>
                  <a:pt x="135308" y="8"/>
                </a:lnTo>
                <a:close/>
              </a:path>
            </a:pathLst>
          </a:custGeom>
          <a:solidFill>
            <a:srgbClr val="000000"/>
          </a:solidFill>
          <a:ln w="23090" cap="flat">
            <a:noFill/>
            <a:prstDash val="solid"/>
            <a:miter/>
          </a:ln>
        </p:spPr>
        <p:txBody>
          <a:bodyPr rtlCol="0" anchor="ctr"/>
          <a:lstStyle/>
          <a:p>
            <a:endParaRPr lang="zh-CN" altLang="en-US"/>
          </a:p>
        </p:txBody>
      </p:sp>
      <p:grpSp>
        <p:nvGrpSpPr>
          <p:cNvPr id="295" name="Graphic 2"/>
          <p:cNvGrpSpPr/>
          <p:nvPr/>
        </p:nvGrpSpPr>
        <p:grpSpPr>
          <a:xfrm>
            <a:off x="9545898" y="1126380"/>
            <a:ext cx="815568" cy="173495"/>
            <a:chOff x="8779618" y="2714205"/>
            <a:chExt cx="646561" cy="127646"/>
          </a:xfrm>
        </p:grpSpPr>
        <p:sp>
          <p:nvSpPr>
            <p:cNvPr id="296" name="任意多边形: 形状 295"/>
            <p:cNvSpPr/>
            <p:nvPr/>
          </p:nvSpPr>
          <p:spPr>
            <a:xfrm>
              <a:off x="8779618" y="2750727"/>
              <a:ext cx="69330" cy="74128"/>
            </a:xfrm>
            <a:custGeom>
              <a:avLst/>
              <a:gdLst>
                <a:gd name="connsiteX0" fmla="*/ 33847 w 69330"/>
                <a:gd name="connsiteY0" fmla="*/ 11 h 74128"/>
                <a:gd name="connsiteX1" fmla="*/ 11820 w 69330"/>
                <a:gd name="connsiteY1" fmla="*/ 2180 h 74128"/>
                <a:gd name="connsiteX2" fmla="*/ 10737 w 69330"/>
                <a:gd name="connsiteY2" fmla="*/ 5434 h 74128"/>
                <a:gd name="connsiteX3" fmla="*/ 12542 w 69330"/>
                <a:gd name="connsiteY3" fmla="*/ 5073 h 74128"/>
                <a:gd name="connsiteX4" fmla="*/ 15431 w 69330"/>
                <a:gd name="connsiteY4" fmla="*/ 4711 h 74128"/>
                <a:gd name="connsiteX5" fmla="*/ 19042 w 69330"/>
                <a:gd name="connsiteY5" fmla="*/ 7966 h 74128"/>
                <a:gd name="connsiteX6" fmla="*/ 17598 w 69330"/>
                <a:gd name="connsiteY6" fmla="*/ 14836 h 74128"/>
                <a:gd name="connsiteX7" fmla="*/ 265 w 69330"/>
                <a:gd name="connsiteY7" fmla="*/ 72331 h 74128"/>
                <a:gd name="connsiteX8" fmla="*/ 12181 w 69330"/>
                <a:gd name="connsiteY8" fmla="*/ 72331 h 74128"/>
                <a:gd name="connsiteX9" fmla="*/ 17236 w 69330"/>
                <a:gd name="connsiteY9" fmla="*/ 53528 h 74128"/>
                <a:gd name="connsiteX10" fmla="*/ 32402 w 69330"/>
                <a:gd name="connsiteY10" fmla="*/ 26769 h 74128"/>
                <a:gd name="connsiteX11" fmla="*/ 52624 w 69330"/>
                <a:gd name="connsiteY11" fmla="*/ 9774 h 74128"/>
                <a:gd name="connsiteX12" fmla="*/ 56596 w 69330"/>
                <a:gd name="connsiteY12" fmla="*/ 14475 h 74128"/>
                <a:gd name="connsiteX13" fmla="*/ 55513 w 69330"/>
                <a:gd name="connsiteY13" fmla="*/ 22068 h 74128"/>
                <a:gd name="connsiteX14" fmla="*/ 42874 w 69330"/>
                <a:gd name="connsiteY14" fmla="*/ 62930 h 74128"/>
                <a:gd name="connsiteX15" fmla="*/ 41791 w 69330"/>
                <a:gd name="connsiteY15" fmla="*/ 67630 h 74128"/>
                <a:gd name="connsiteX16" fmla="*/ 48652 w 69330"/>
                <a:gd name="connsiteY16" fmla="*/ 74139 h 74128"/>
                <a:gd name="connsiteX17" fmla="*/ 69595 w 69330"/>
                <a:gd name="connsiteY17" fmla="*/ 58590 h 74128"/>
                <a:gd name="connsiteX18" fmla="*/ 68151 w 69330"/>
                <a:gd name="connsiteY18" fmla="*/ 57144 h 74128"/>
                <a:gd name="connsiteX19" fmla="*/ 56957 w 69330"/>
                <a:gd name="connsiteY19" fmla="*/ 66546 h 74128"/>
                <a:gd name="connsiteX20" fmla="*/ 54790 w 69330"/>
                <a:gd name="connsiteY20" fmla="*/ 64376 h 74128"/>
                <a:gd name="connsiteX21" fmla="*/ 55513 w 69330"/>
                <a:gd name="connsiteY21" fmla="*/ 60760 h 74128"/>
                <a:gd name="connsiteX22" fmla="*/ 67068 w 69330"/>
                <a:gd name="connsiteY22" fmla="*/ 20260 h 74128"/>
                <a:gd name="connsiteX23" fmla="*/ 68512 w 69330"/>
                <a:gd name="connsiteY23" fmla="*/ 10859 h 74128"/>
                <a:gd name="connsiteX24" fmla="*/ 59846 w 69330"/>
                <a:gd name="connsiteY24" fmla="*/ 734 h 74128"/>
                <a:gd name="connsiteX25" fmla="*/ 23014 w 69330"/>
                <a:gd name="connsiteY25" fmla="*/ 3400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847" y="11"/>
                  </a:moveTo>
                  <a:cubicBezTo>
                    <a:pt x="23736" y="1457"/>
                    <a:pt x="21931" y="1457"/>
                    <a:pt x="11820" y="2180"/>
                  </a:cubicBezTo>
                  <a:lnTo>
                    <a:pt x="10737" y="5434"/>
                  </a:lnTo>
                  <a:lnTo>
                    <a:pt x="12542" y="5073"/>
                  </a:lnTo>
                  <a:cubicBezTo>
                    <a:pt x="13625" y="5073"/>
                    <a:pt x="14709" y="4711"/>
                    <a:pt x="15431" y="4711"/>
                  </a:cubicBezTo>
                  <a:cubicBezTo>
                    <a:pt x="17236" y="4711"/>
                    <a:pt x="19042" y="6519"/>
                    <a:pt x="19042" y="7966"/>
                  </a:cubicBezTo>
                  <a:cubicBezTo>
                    <a:pt x="19042" y="8689"/>
                    <a:pt x="18681" y="11582"/>
                    <a:pt x="17598" y="14836"/>
                  </a:cubicBezTo>
                  <a:lnTo>
                    <a:pt x="265" y="72331"/>
                  </a:lnTo>
                  <a:lnTo>
                    <a:pt x="12181" y="72331"/>
                  </a:lnTo>
                  <a:lnTo>
                    <a:pt x="17236" y="53528"/>
                  </a:lnTo>
                  <a:cubicBezTo>
                    <a:pt x="20125" y="44488"/>
                    <a:pt x="24097" y="37256"/>
                    <a:pt x="32402" y="26769"/>
                  </a:cubicBezTo>
                  <a:cubicBezTo>
                    <a:pt x="42152" y="14836"/>
                    <a:pt x="47930" y="9774"/>
                    <a:pt x="52624" y="9774"/>
                  </a:cubicBezTo>
                  <a:cubicBezTo>
                    <a:pt x="54790" y="9774"/>
                    <a:pt x="56596" y="11943"/>
                    <a:pt x="56596" y="14475"/>
                  </a:cubicBezTo>
                  <a:cubicBezTo>
                    <a:pt x="56596" y="16283"/>
                    <a:pt x="56235" y="19537"/>
                    <a:pt x="55513" y="22068"/>
                  </a:cubicBezTo>
                  <a:lnTo>
                    <a:pt x="42874" y="62930"/>
                  </a:lnTo>
                  <a:cubicBezTo>
                    <a:pt x="42152" y="64376"/>
                    <a:pt x="41791" y="66546"/>
                    <a:pt x="41791" y="67630"/>
                  </a:cubicBezTo>
                  <a:cubicBezTo>
                    <a:pt x="41791" y="71246"/>
                    <a:pt x="44680" y="74139"/>
                    <a:pt x="48652" y="74139"/>
                  </a:cubicBezTo>
                  <a:cubicBezTo>
                    <a:pt x="54790" y="74139"/>
                    <a:pt x="62012" y="69077"/>
                    <a:pt x="69595" y="58590"/>
                  </a:cubicBezTo>
                  <a:lnTo>
                    <a:pt x="68151" y="57144"/>
                  </a:lnTo>
                  <a:cubicBezTo>
                    <a:pt x="63818" y="62930"/>
                    <a:pt x="59124" y="66546"/>
                    <a:pt x="56957" y="66546"/>
                  </a:cubicBezTo>
                  <a:cubicBezTo>
                    <a:pt x="55874" y="66546"/>
                    <a:pt x="54790" y="65461"/>
                    <a:pt x="54790" y="64376"/>
                  </a:cubicBezTo>
                  <a:cubicBezTo>
                    <a:pt x="54790" y="63291"/>
                    <a:pt x="55152" y="62206"/>
                    <a:pt x="55513" y="60760"/>
                  </a:cubicBezTo>
                  <a:lnTo>
                    <a:pt x="67068" y="20260"/>
                  </a:lnTo>
                  <a:cubicBezTo>
                    <a:pt x="68151" y="17006"/>
                    <a:pt x="68512" y="14113"/>
                    <a:pt x="68512" y="10859"/>
                  </a:cubicBezTo>
                  <a:cubicBezTo>
                    <a:pt x="68512" y="4711"/>
                    <a:pt x="65262" y="734"/>
                    <a:pt x="59846" y="734"/>
                  </a:cubicBezTo>
                  <a:cubicBezTo>
                    <a:pt x="50096" y="734"/>
                    <a:pt x="39624" y="10135"/>
                    <a:pt x="23014" y="34001"/>
                  </a:cubicBezTo>
                  <a:close/>
                </a:path>
              </a:pathLst>
            </a:custGeom>
            <a:solidFill>
              <a:srgbClr val="000000"/>
            </a:solidFill>
            <a:ln w="23090" cap="flat">
              <a:noFill/>
              <a:prstDash val="solid"/>
              <a:miter/>
            </a:ln>
          </p:spPr>
          <p:txBody>
            <a:bodyPr rtlCol="0" anchor="ctr"/>
            <a:lstStyle/>
            <a:p>
              <a:endParaRPr lang="zh-CN" altLang="en-US"/>
            </a:p>
          </p:txBody>
        </p:sp>
        <p:sp>
          <p:nvSpPr>
            <p:cNvPr id="297" name="任意多边形: 形状 296"/>
            <p:cNvSpPr/>
            <p:nvPr/>
          </p:nvSpPr>
          <p:spPr>
            <a:xfrm>
              <a:off x="8859496" y="2751450"/>
              <a:ext cx="70413" cy="74128"/>
            </a:xfrm>
            <a:custGeom>
              <a:avLst/>
              <a:gdLst>
                <a:gd name="connsiteX0" fmla="*/ 66710 w 70413"/>
                <a:gd name="connsiteY0" fmla="*/ 54974 h 74128"/>
                <a:gd name="connsiteX1" fmla="*/ 54794 w 70413"/>
                <a:gd name="connsiteY1" fmla="*/ 65461 h 74128"/>
                <a:gd name="connsiteX2" fmla="*/ 52988 w 70413"/>
                <a:gd name="connsiteY2" fmla="*/ 63653 h 74128"/>
                <a:gd name="connsiteX3" fmla="*/ 54072 w 70413"/>
                <a:gd name="connsiteY3" fmla="*/ 59314 h 74128"/>
                <a:gd name="connsiteX4" fmla="*/ 70682 w 70413"/>
                <a:gd name="connsiteY4" fmla="*/ 734 h 74128"/>
                <a:gd name="connsiteX5" fmla="*/ 58405 w 70413"/>
                <a:gd name="connsiteY5" fmla="*/ 2180 h 74128"/>
                <a:gd name="connsiteX6" fmla="*/ 56238 w 70413"/>
                <a:gd name="connsiteY6" fmla="*/ 10859 h 74128"/>
                <a:gd name="connsiteX7" fmla="*/ 44322 w 70413"/>
                <a:gd name="connsiteY7" fmla="*/ 11 h 74128"/>
                <a:gd name="connsiteX8" fmla="*/ 268 w 70413"/>
                <a:gd name="connsiteY8" fmla="*/ 56059 h 74128"/>
                <a:gd name="connsiteX9" fmla="*/ 14351 w 70413"/>
                <a:gd name="connsiteY9" fmla="*/ 73416 h 74128"/>
                <a:gd name="connsiteX10" fmla="*/ 30239 w 70413"/>
                <a:gd name="connsiteY10" fmla="*/ 67269 h 74128"/>
                <a:gd name="connsiteX11" fmla="*/ 43961 w 70413"/>
                <a:gd name="connsiteY11" fmla="*/ 52443 h 74128"/>
                <a:gd name="connsiteX12" fmla="*/ 43239 w 70413"/>
                <a:gd name="connsiteY12" fmla="*/ 56059 h 74128"/>
                <a:gd name="connsiteX13" fmla="*/ 41072 w 70413"/>
                <a:gd name="connsiteY13" fmla="*/ 66907 h 74128"/>
                <a:gd name="connsiteX14" fmla="*/ 47572 w 70413"/>
                <a:gd name="connsiteY14" fmla="*/ 74139 h 74128"/>
                <a:gd name="connsiteX15" fmla="*/ 68877 w 70413"/>
                <a:gd name="connsiteY15" fmla="*/ 57144 h 74128"/>
                <a:gd name="connsiteX16" fmla="*/ 44683 w 70413"/>
                <a:gd name="connsiteY16" fmla="*/ 4711 h 74128"/>
                <a:gd name="connsiteX17" fmla="*/ 53350 w 70413"/>
                <a:gd name="connsiteY17" fmla="*/ 14836 h 74128"/>
                <a:gd name="connsiteX18" fmla="*/ 36739 w 70413"/>
                <a:gd name="connsiteY18" fmla="*/ 54974 h 74128"/>
                <a:gd name="connsiteX19" fmla="*/ 21573 w 70413"/>
                <a:gd name="connsiteY19" fmla="*/ 64014 h 74128"/>
                <a:gd name="connsiteX20" fmla="*/ 12907 w 70413"/>
                <a:gd name="connsiteY20" fmla="*/ 53166 h 74128"/>
                <a:gd name="connsiteX21" fmla="*/ 26267 w 70413"/>
                <a:gd name="connsiteY21" fmla="*/ 18091 h 74128"/>
                <a:gd name="connsiteX22" fmla="*/ 44683 w 70413"/>
                <a:gd name="connsiteY22" fmla="*/ 471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0" y="54974"/>
                  </a:moveTo>
                  <a:cubicBezTo>
                    <a:pt x="62016" y="61845"/>
                    <a:pt x="58044" y="65461"/>
                    <a:pt x="54794" y="65461"/>
                  </a:cubicBezTo>
                  <a:cubicBezTo>
                    <a:pt x="53711" y="65461"/>
                    <a:pt x="52988" y="64738"/>
                    <a:pt x="52988" y="63653"/>
                  </a:cubicBezTo>
                  <a:cubicBezTo>
                    <a:pt x="52988" y="62930"/>
                    <a:pt x="52988" y="62568"/>
                    <a:pt x="54072" y="59314"/>
                  </a:cubicBezTo>
                  <a:lnTo>
                    <a:pt x="70682" y="734"/>
                  </a:lnTo>
                  <a:lnTo>
                    <a:pt x="58405" y="2180"/>
                  </a:lnTo>
                  <a:lnTo>
                    <a:pt x="56238" y="10859"/>
                  </a:lnTo>
                  <a:cubicBezTo>
                    <a:pt x="54794" y="3988"/>
                    <a:pt x="50461" y="11"/>
                    <a:pt x="44322" y="11"/>
                  </a:cubicBezTo>
                  <a:cubicBezTo>
                    <a:pt x="25184" y="11"/>
                    <a:pt x="268" y="31470"/>
                    <a:pt x="268" y="56059"/>
                  </a:cubicBezTo>
                  <a:cubicBezTo>
                    <a:pt x="268" y="66546"/>
                    <a:pt x="6046" y="73416"/>
                    <a:pt x="14351" y="73416"/>
                  </a:cubicBezTo>
                  <a:cubicBezTo>
                    <a:pt x="19045" y="73416"/>
                    <a:pt x="25184" y="71246"/>
                    <a:pt x="30239" y="67269"/>
                  </a:cubicBezTo>
                  <a:cubicBezTo>
                    <a:pt x="34934" y="64014"/>
                    <a:pt x="37822" y="60760"/>
                    <a:pt x="43961" y="52443"/>
                  </a:cubicBezTo>
                  <a:cubicBezTo>
                    <a:pt x="43961" y="53889"/>
                    <a:pt x="43239" y="55698"/>
                    <a:pt x="43239" y="56059"/>
                  </a:cubicBezTo>
                  <a:cubicBezTo>
                    <a:pt x="41072" y="64376"/>
                    <a:pt x="41072" y="64376"/>
                    <a:pt x="41072" y="66907"/>
                  </a:cubicBezTo>
                  <a:cubicBezTo>
                    <a:pt x="41072" y="71246"/>
                    <a:pt x="43600" y="74139"/>
                    <a:pt x="47572" y="74139"/>
                  </a:cubicBezTo>
                  <a:cubicBezTo>
                    <a:pt x="54072" y="74139"/>
                    <a:pt x="60572" y="68715"/>
                    <a:pt x="68877" y="57144"/>
                  </a:cubicBezTo>
                  <a:close/>
                  <a:moveTo>
                    <a:pt x="44683" y="4711"/>
                  </a:moveTo>
                  <a:cubicBezTo>
                    <a:pt x="50100" y="4711"/>
                    <a:pt x="53350" y="8689"/>
                    <a:pt x="53350" y="14836"/>
                  </a:cubicBezTo>
                  <a:cubicBezTo>
                    <a:pt x="53350" y="26769"/>
                    <a:pt x="46128" y="44488"/>
                    <a:pt x="36739" y="54974"/>
                  </a:cubicBezTo>
                  <a:cubicBezTo>
                    <a:pt x="31684" y="60760"/>
                    <a:pt x="25906" y="64014"/>
                    <a:pt x="21573" y="64014"/>
                  </a:cubicBezTo>
                  <a:cubicBezTo>
                    <a:pt x="15796" y="64014"/>
                    <a:pt x="12907" y="60398"/>
                    <a:pt x="12907" y="53166"/>
                  </a:cubicBezTo>
                  <a:cubicBezTo>
                    <a:pt x="12907" y="43403"/>
                    <a:pt x="17601" y="30747"/>
                    <a:pt x="26267" y="18091"/>
                  </a:cubicBezTo>
                  <a:cubicBezTo>
                    <a:pt x="32406" y="9412"/>
                    <a:pt x="38545" y="4711"/>
                    <a:pt x="44683" y="4711"/>
                  </a:cubicBezTo>
                  <a:close/>
                </a:path>
              </a:pathLst>
            </a:custGeom>
            <a:solidFill>
              <a:srgbClr val="000000"/>
            </a:solidFill>
            <a:ln w="23090" cap="flat">
              <a:noFill/>
              <a:prstDash val="solid"/>
              <a:miter/>
            </a:ln>
          </p:spPr>
          <p:txBody>
            <a:bodyPr rtlCol="0" anchor="ctr"/>
            <a:lstStyle/>
            <a:p>
              <a:endParaRPr lang="zh-CN" altLang="en-US"/>
            </a:p>
          </p:txBody>
        </p:sp>
        <p:sp>
          <p:nvSpPr>
            <p:cNvPr id="298" name="任意多边形: 形状 297"/>
            <p:cNvSpPr/>
            <p:nvPr/>
          </p:nvSpPr>
          <p:spPr>
            <a:xfrm>
              <a:off x="8938353" y="2750004"/>
              <a:ext cx="109412" cy="73767"/>
            </a:xfrm>
            <a:custGeom>
              <a:avLst/>
              <a:gdLst>
                <a:gd name="connsiteX0" fmla="*/ 33132 w 109412"/>
                <a:gd name="connsiteY0" fmla="*/ 11 h 73767"/>
                <a:gd name="connsiteX1" fmla="*/ 11105 w 109412"/>
                <a:gd name="connsiteY1" fmla="*/ 2903 h 73767"/>
                <a:gd name="connsiteX2" fmla="*/ 10382 w 109412"/>
                <a:gd name="connsiteY2" fmla="*/ 6158 h 73767"/>
                <a:gd name="connsiteX3" fmla="*/ 12188 w 109412"/>
                <a:gd name="connsiteY3" fmla="*/ 5796 h 73767"/>
                <a:gd name="connsiteX4" fmla="*/ 14716 w 109412"/>
                <a:gd name="connsiteY4" fmla="*/ 5434 h 73767"/>
                <a:gd name="connsiteX5" fmla="*/ 18327 w 109412"/>
                <a:gd name="connsiteY5" fmla="*/ 8689 h 73767"/>
                <a:gd name="connsiteX6" fmla="*/ 17604 w 109412"/>
                <a:gd name="connsiteY6" fmla="*/ 13390 h 73767"/>
                <a:gd name="connsiteX7" fmla="*/ 272 w 109412"/>
                <a:gd name="connsiteY7" fmla="*/ 73055 h 73767"/>
                <a:gd name="connsiteX8" fmla="*/ 12188 w 109412"/>
                <a:gd name="connsiteY8" fmla="*/ 73055 h 73767"/>
                <a:gd name="connsiteX9" fmla="*/ 17243 w 109412"/>
                <a:gd name="connsiteY9" fmla="*/ 54613 h 73767"/>
                <a:gd name="connsiteX10" fmla="*/ 32770 w 109412"/>
                <a:gd name="connsiteY10" fmla="*/ 26407 h 73767"/>
                <a:gd name="connsiteX11" fmla="*/ 52631 w 109412"/>
                <a:gd name="connsiteY11" fmla="*/ 9412 h 73767"/>
                <a:gd name="connsiteX12" fmla="*/ 56603 w 109412"/>
                <a:gd name="connsiteY12" fmla="*/ 13751 h 73767"/>
                <a:gd name="connsiteX13" fmla="*/ 55881 w 109412"/>
                <a:gd name="connsiteY13" fmla="*/ 18814 h 73767"/>
                <a:gd name="connsiteX14" fmla="*/ 40354 w 109412"/>
                <a:gd name="connsiteY14" fmla="*/ 73055 h 73767"/>
                <a:gd name="connsiteX15" fmla="*/ 52270 w 109412"/>
                <a:gd name="connsiteY15" fmla="*/ 73055 h 73767"/>
                <a:gd name="connsiteX16" fmla="*/ 57686 w 109412"/>
                <a:gd name="connsiteY16" fmla="*/ 54251 h 73767"/>
                <a:gd name="connsiteX17" fmla="*/ 71769 w 109412"/>
                <a:gd name="connsiteY17" fmla="*/ 27492 h 73767"/>
                <a:gd name="connsiteX18" fmla="*/ 92351 w 109412"/>
                <a:gd name="connsiteY18" fmla="*/ 9412 h 73767"/>
                <a:gd name="connsiteX19" fmla="*/ 96685 w 109412"/>
                <a:gd name="connsiteY19" fmla="*/ 14113 h 73767"/>
                <a:gd name="connsiteX20" fmla="*/ 95962 w 109412"/>
                <a:gd name="connsiteY20" fmla="*/ 18814 h 73767"/>
                <a:gd name="connsiteX21" fmla="*/ 83324 w 109412"/>
                <a:gd name="connsiteY21" fmla="*/ 62206 h 73767"/>
                <a:gd name="connsiteX22" fmla="*/ 82241 w 109412"/>
                <a:gd name="connsiteY22" fmla="*/ 66907 h 73767"/>
                <a:gd name="connsiteX23" fmla="*/ 89101 w 109412"/>
                <a:gd name="connsiteY23" fmla="*/ 73778 h 73767"/>
                <a:gd name="connsiteX24" fmla="*/ 109684 w 109412"/>
                <a:gd name="connsiteY24" fmla="*/ 58229 h 73767"/>
                <a:gd name="connsiteX25" fmla="*/ 107878 w 109412"/>
                <a:gd name="connsiteY25" fmla="*/ 56421 h 73767"/>
                <a:gd name="connsiteX26" fmla="*/ 96685 w 109412"/>
                <a:gd name="connsiteY26" fmla="*/ 65822 h 73767"/>
                <a:gd name="connsiteX27" fmla="*/ 94879 w 109412"/>
                <a:gd name="connsiteY27" fmla="*/ 63653 h 73767"/>
                <a:gd name="connsiteX28" fmla="*/ 95601 w 109412"/>
                <a:gd name="connsiteY28" fmla="*/ 60398 h 73767"/>
                <a:gd name="connsiteX29" fmla="*/ 106434 w 109412"/>
                <a:gd name="connsiteY29" fmla="*/ 22430 h 73767"/>
                <a:gd name="connsiteX30" fmla="*/ 108601 w 109412"/>
                <a:gd name="connsiteY30" fmla="*/ 9774 h 73767"/>
                <a:gd name="connsiteX31" fmla="*/ 99934 w 109412"/>
                <a:gd name="connsiteY31" fmla="*/ 11 h 73767"/>
                <a:gd name="connsiteX32" fmla="*/ 63464 w 109412"/>
                <a:gd name="connsiteY32" fmla="*/ 33640 h 73767"/>
                <a:gd name="connsiteX33" fmla="*/ 67797 w 109412"/>
                <a:gd name="connsiteY33" fmla="*/ 18814 h 73767"/>
                <a:gd name="connsiteX34" fmla="*/ 69241 w 109412"/>
                <a:gd name="connsiteY34" fmla="*/ 9774 h 73767"/>
                <a:gd name="connsiteX35" fmla="*/ 60575 w 109412"/>
                <a:gd name="connsiteY35" fmla="*/ 11 h 73767"/>
                <a:gd name="connsiteX36" fmla="*/ 23021 w 109412"/>
                <a:gd name="connsiteY36" fmla="*/ 35448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132" y="11"/>
                  </a:moveTo>
                  <a:cubicBezTo>
                    <a:pt x="23021" y="1818"/>
                    <a:pt x="21577" y="1818"/>
                    <a:pt x="11105" y="2903"/>
                  </a:cubicBezTo>
                  <a:lnTo>
                    <a:pt x="10382" y="6158"/>
                  </a:lnTo>
                  <a:lnTo>
                    <a:pt x="12188" y="5796"/>
                  </a:lnTo>
                  <a:cubicBezTo>
                    <a:pt x="13271" y="5796"/>
                    <a:pt x="13993" y="5434"/>
                    <a:pt x="14716" y="5434"/>
                  </a:cubicBezTo>
                  <a:cubicBezTo>
                    <a:pt x="16882" y="5434"/>
                    <a:pt x="18327" y="6881"/>
                    <a:pt x="18327" y="8689"/>
                  </a:cubicBezTo>
                  <a:cubicBezTo>
                    <a:pt x="18327" y="9412"/>
                    <a:pt x="18327" y="11220"/>
                    <a:pt x="17604" y="13390"/>
                  </a:cubicBezTo>
                  <a:lnTo>
                    <a:pt x="272" y="73055"/>
                  </a:lnTo>
                  <a:lnTo>
                    <a:pt x="12188" y="73055"/>
                  </a:lnTo>
                  <a:lnTo>
                    <a:pt x="17243" y="54613"/>
                  </a:lnTo>
                  <a:cubicBezTo>
                    <a:pt x="20132" y="44849"/>
                    <a:pt x="24104" y="37617"/>
                    <a:pt x="32770" y="26407"/>
                  </a:cubicBezTo>
                  <a:cubicBezTo>
                    <a:pt x="41798" y="15198"/>
                    <a:pt x="48298" y="9412"/>
                    <a:pt x="52631" y="9412"/>
                  </a:cubicBezTo>
                  <a:cubicBezTo>
                    <a:pt x="55158" y="9412"/>
                    <a:pt x="56603" y="11220"/>
                    <a:pt x="56603" y="13751"/>
                  </a:cubicBezTo>
                  <a:cubicBezTo>
                    <a:pt x="56603" y="15198"/>
                    <a:pt x="56242" y="17367"/>
                    <a:pt x="55881" y="18814"/>
                  </a:cubicBezTo>
                  <a:lnTo>
                    <a:pt x="40354" y="73055"/>
                  </a:lnTo>
                  <a:lnTo>
                    <a:pt x="52270" y="73055"/>
                  </a:lnTo>
                  <a:lnTo>
                    <a:pt x="57686" y="54251"/>
                  </a:lnTo>
                  <a:cubicBezTo>
                    <a:pt x="60936" y="43403"/>
                    <a:pt x="63102" y="39064"/>
                    <a:pt x="71769" y="27492"/>
                  </a:cubicBezTo>
                  <a:cubicBezTo>
                    <a:pt x="82241" y="14113"/>
                    <a:pt x="87657" y="9412"/>
                    <a:pt x="92351" y="9412"/>
                  </a:cubicBezTo>
                  <a:cubicBezTo>
                    <a:pt x="94518" y="9412"/>
                    <a:pt x="96685" y="11582"/>
                    <a:pt x="96685" y="14113"/>
                  </a:cubicBezTo>
                  <a:cubicBezTo>
                    <a:pt x="96685" y="15559"/>
                    <a:pt x="96323" y="16644"/>
                    <a:pt x="95962" y="18814"/>
                  </a:cubicBezTo>
                  <a:lnTo>
                    <a:pt x="83324" y="62206"/>
                  </a:lnTo>
                  <a:cubicBezTo>
                    <a:pt x="82602" y="64738"/>
                    <a:pt x="82241" y="65822"/>
                    <a:pt x="82241" y="66907"/>
                  </a:cubicBezTo>
                  <a:cubicBezTo>
                    <a:pt x="82241" y="70885"/>
                    <a:pt x="85129" y="73778"/>
                    <a:pt x="89101" y="73778"/>
                  </a:cubicBezTo>
                  <a:cubicBezTo>
                    <a:pt x="95601" y="73778"/>
                    <a:pt x="102462" y="68715"/>
                    <a:pt x="109684" y="58229"/>
                  </a:cubicBezTo>
                  <a:lnTo>
                    <a:pt x="107878" y="56421"/>
                  </a:lnTo>
                  <a:cubicBezTo>
                    <a:pt x="103906" y="61845"/>
                    <a:pt x="99212" y="65822"/>
                    <a:pt x="96685" y="65822"/>
                  </a:cubicBezTo>
                  <a:cubicBezTo>
                    <a:pt x="95962" y="65822"/>
                    <a:pt x="94879" y="64738"/>
                    <a:pt x="94879" y="63653"/>
                  </a:cubicBezTo>
                  <a:cubicBezTo>
                    <a:pt x="94879" y="62930"/>
                    <a:pt x="95240" y="61845"/>
                    <a:pt x="95601" y="60398"/>
                  </a:cubicBezTo>
                  <a:lnTo>
                    <a:pt x="106434" y="22430"/>
                  </a:lnTo>
                  <a:cubicBezTo>
                    <a:pt x="107878" y="17367"/>
                    <a:pt x="108601" y="12667"/>
                    <a:pt x="108601" y="9774"/>
                  </a:cubicBezTo>
                  <a:cubicBezTo>
                    <a:pt x="108601" y="4350"/>
                    <a:pt x="104990" y="11"/>
                    <a:pt x="99934" y="11"/>
                  </a:cubicBezTo>
                  <a:cubicBezTo>
                    <a:pt x="89824" y="11"/>
                    <a:pt x="78991" y="10135"/>
                    <a:pt x="63464" y="33640"/>
                  </a:cubicBezTo>
                  <a:lnTo>
                    <a:pt x="67797" y="18814"/>
                  </a:lnTo>
                  <a:cubicBezTo>
                    <a:pt x="68880" y="15559"/>
                    <a:pt x="69241" y="12305"/>
                    <a:pt x="69241" y="9774"/>
                  </a:cubicBezTo>
                  <a:cubicBezTo>
                    <a:pt x="69241" y="4350"/>
                    <a:pt x="65269" y="11"/>
                    <a:pt x="60575" y="11"/>
                  </a:cubicBezTo>
                  <a:cubicBezTo>
                    <a:pt x="50464" y="11"/>
                    <a:pt x="38548" y="11220"/>
                    <a:pt x="23021" y="35448"/>
                  </a:cubicBezTo>
                  <a:close/>
                </a:path>
              </a:pathLst>
            </a:custGeom>
            <a:solidFill>
              <a:srgbClr val="000000"/>
            </a:solidFill>
            <a:ln w="23090" cap="flat">
              <a:noFill/>
              <a:prstDash val="solid"/>
              <a:miter/>
            </a:ln>
          </p:spPr>
          <p:txBody>
            <a:bodyPr rtlCol="0" anchor="ctr"/>
            <a:lstStyle/>
            <a:p>
              <a:endParaRPr lang="zh-CN" altLang="en-US"/>
            </a:p>
          </p:txBody>
        </p:sp>
        <p:sp>
          <p:nvSpPr>
            <p:cNvPr id="299" name="任意多边形: 形状 298"/>
            <p:cNvSpPr/>
            <p:nvPr/>
          </p:nvSpPr>
          <p:spPr>
            <a:xfrm>
              <a:off x="9059072" y="2750727"/>
              <a:ext cx="59580" cy="74490"/>
            </a:xfrm>
            <a:custGeom>
              <a:avLst/>
              <a:gdLst>
                <a:gd name="connsiteX0" fmla="*/ 49386 w 59580"/>
                <a:gd name="connsiteY0" fmla="*/ 55336 h 74490"/>
                <a:gd name="connsiteX1" fmla="*/ 28443 w 59580"/>
                <a:gd name="connsiteY1" fmla="*/ 66184 h 74490"/>
                <a:gd name="connsiteX2" fmla="*/ 13276 w 59580"/>
                <a:gd name="connsiteY2" fmla="*/ 49550 h 74490"/>
                <a:gd name="connsiteX3" fmla="*/ 13999 w 59580"/>
                <a:gd name="connsiteY3" fmla="*/ 41233 h 74490"/>
                <a:gd name="connsiteX4" fmla="*/ 41442 w 59580"/>
                <a:gd name="connsiteY4" fmla="*/ 35448 h 74490"/>
                <a:gd name="connsiteX5" fmla="*/ 59858 w 59580"/>
                <a:gd name="connsiteY5" fmla="*/ 11943 h 74490"/>
                <a:gd name="connsiteX6" fmla="*/ 44692 w 59580"/>
                <a:gd name="connsiteY6" fmla="*/ 11 h 74490"/>
                <a:gd name="connsiteX7" fmla="*/ 277 w 59580"/>
                <a:gd name="connsiteY7" fmla="*/ 50273 h 74490"/>
                <a:gd name="connsiteX8" fmla="*/ 21582 w 59580"/>
                <a:gd name="connsiteY8" fmla="*/ 74501 h 74490"/>
                <a:gd name="connsiteX9" fmla="*/ 52636 w 59580"/>
                <a:gd name="connsiteY9" fmla="*/ 57506 h 74490"/>
                <a:gd name="connsiteX10" fmla="*/ 15082 w 59580"/>
                <a:gd name="connsiteY10" fmla="*/ 36894 h 74490"/>
                <a:gd name="connsiteX11" fmla="*/ 41803 w 59580"/>
                <a:gd name="connsiteY11" fmla="*/ 4711 h 74490"/>
                <a:gd name="connsiteX12" fmla="*/ 48303 w 59580"/>
                <a:gd name="connsiteY12" fmla="*/ 11582 h 74490"/>
                <a:gd name="connsiteX13" fmla="*/ 42525 w 59580"/>
                <a:gd name="connsiteY13" fmla="*/ 25323 h 74490"/>
                <a:gd name="connsiteX14" fmla="*/ 21582 w 59580"/>
                <a:gd name="connsiteY14" fmla="*/ 36532 h 74490"/>
                <a:gd name="connsiteX15" fmla="*/ 15082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6" y="55336"/>
                  </a:moveTo>
                  <a:cubicBezTo>
                    <a:pt x="42525" y="62930"/>
                    <a:pt x="35665" y="66184"/>
                    <a:pt x="28443" y="66184"/>
                  </a:cubicBezTo>
                  <a:cubicBezTo>
                    <a:pt x="19776" y="66184"/>
                    <a:pt x="13276" y="59314"/>
                    <a:pt x="13276" y="49550"/>
                  </a:cubicBezTo>
                  <a:cubicBezTo>
                    <a:pt x="13276" y="47019"/>
                    <a:pt x="13638" y="44126"/>
                    <a:pt x="13999" y="41233"/>
                  </a:cubicBezTo>
                  <a:cubicBezTo>
                    <a:pt x="26637" y="40510"/>
                    <a:pt x="33859" y="39064"/>
                    <a:pt x="41442" y="35448"/>
                  </a:cubicBezTo>
                  <a:cubicBezTo>
                    <a:pt x="52636" y="30385"/>
                    <a:pt x="59858" y="20984"/>
                    <a:pt x="59858" y="11943"/>
                  </a:cubicBezTo>
                  <a:cubicBezTo>
                    <a:pt x="59858" y="5073"/>
                    <a:pt x="53358" y="11"/>
                    <a:pt x="44692" y="11"/>
                  </a:cubicBezTo>
                  <a:cubicBezTo>
                    <a:pt x="23026" y="11"/>
                    <a:pt x="277" y="26046"/>
                    <a:pt x="277" y="50273"/>
                  </a:cubicBezTo>
                  <a:cubicBezTo>
                    <a:pt x="277" y="64738"/>
                    <a:pt x="8943" y="74501"/>
                    <a:pt x="21582" y="74501"/>
                  </a:cubicBezTo>
                  <a:cubicBezTo>
                    <a:pt x="31692" y="74501"/>
                    <a:pt x="40359" y="69438"/>
                    <a:pt x="52636" y="57506"/>
                  </a:cubicBezTo>
                  <a:close/>
                  <a:moveTo>
                    <a:pt x="15082" y="36894"/>
                  </a:moveTo>
                  <a:cubicBezTo>
                    <a:pt x="20498" y="18452"/>
                    <a:pt x="32054" y="4711"/>
                    <a:pt x="41803" y="4711"/>
                  </a:cubicBezTo>
                  <a:cubicBezTo>
                    <a:pt x="45414" y="4711"/>
                    <a:pt x="48303" y="7604"/>
                    <a:pt x="48303" y="11582"/>
                  </a:cubicBezTo>
                  <a:cubicBezTo>
                    <a:pt x="48303" y="15921"/>
                    <a:pt x="46136" y="20984"/>
                    <a:pt x="42525" y="25323"/>
                  </a:cubicBezTo>
                  <a:cubicBezTo>
                    <a:pt x="37109" y="31108"/>
                    <a:pt x="30248" y="35086"/>
                    <a:pt x="21582" y="36532"/>
                  </a:cubicBezTo>
                  <a:cubicBezTo>
                    <a:pt x="20137" y="36532"/>
                    <a:pt x="17971" y="36894"/>
                    <a:pt x="15082" y="36894"/>
                  </a:cubicBezTo>
                  <a:close/>
                </a:path>
              </a:pathLst>
            </a:custGeom>
            <a:solidFill>
              <a:srgbClr val="000000"/>
            </a:solidFill>
            <a:ln w="23090" cap="flat">
              <a:noFill/>
              <a:prstDash val="solid"/>
              <a:miter/>
            </a:ln>
          </p:spPr>
          <p:txBody>
            <a:bodyPr rtlCol="0" anchor="ctr"/>
            <a:lstStyle/>
            <a:p>
              <a:endParaRPr lang="zh-CN" altLang="en-US"/>
            </a:p>
          </p:txBody>
        </p:sp>
        <p:sp>
          <p:nvSpPr>
            <p:cNvPr id="300" name="任意多边形: 形状 299"/>
            <p:cNvSpPr/>
            <p:nvPr/>
          </p:nvSpPr>
          <p:spPr>
            <a:xfrm>
              <a:off x="9116807" y="2808222"/>
              <a:ext cx="23471" cy="33629"/>
            </a:xfrm>
            <a:custGeom>
              <a:avLst/>
              <a:gdLst>
                <a:gd name="connsiteX0" fmla="*/ 3169 w 23471"/>
                <a:gd name="connsiteY0" fmla="*/ 33640 h 33629"/>
                <a:gd name="connsiteX1" fmla="*/ 23751 w 23471"/>
                <a:gd name="connsiteY1" fmla="*/ 9412 h 33629"/>
                <a:gd name="connsiteX2" fmla="*/ 15446 w 23471"/>
                <a:gd name="connsiteY2" fmla="*/ 11 h 33629"/>
                <a:gd name="connsiteX3" fmla="*/ 7502 w 23471"/>
                <a:gd name="connsiteY3" fmla="*/ 7966 h 33629"/>
                <a:gd name="connsiteX4" fmla="*/ 9668 w 23471"/>
                <a:gd name="connsiteY4" fmla="*/ 12667 h 33629"/>
                <a:gd name="connsiteX5" fmla="*/ 12918 w 23471"/>
                <a:gd name="connsiteY5" fmla="*/ 18091 h 33629"/>
                <a:gd name="connsiteX6" fmla="*/ 280 w 23471"/>
                <a:gd name="connsiteY6" fmla="*/ 30024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169" y="33640"/>
                  </a:moveTo>
                  <a:cubicBezTo>
                    <a:pt x="15807" y="27854"/>
                    <a:pt x="23751" y="18452"/>
                    <a:pt x="23751" y="9412"/>
                  </a:cubicBezTo>
                  <a:cubicBezTo>
                    <a:pt x="23751" y="4350"/>
                    <a:pt x="19779" y="11"/>
                    <a:pt x="15446" y="11"/>
                  </a:cubicBezTo>
                  <a:cubicBezTo>
                    <a:pt x="11113" y="11"/>
                    <a:pt x="7502" y="3988"/>
                    <a:pt x="7502" y="7966"/>
                  </a:cubicBezTo>
                  <a:cubicBezTo>
                    <a:pt x="7502" y="9774"/>
                    <a:pt x="8224" y="11582"/>
                    <a:pt x="9668" y="12667"/>
                  </a:cubicBezTo>
                  <a:cubicBezTo>
                    <a:pt x="12196" y="15198"/>
                    <a:pt x="12918" y="16283"/>
                    <a:pt x="12918" y="18091"/>
                  </a:cubicBezTo>
                  <a:cubicBezTo>
                    <a:pt x="12918" y="22068"/>
                    <a:pt x="8585" y="26046"/>
                    <a:pt x="280" y="30024"/>
                  </a:cubicBezTo>
                  <a:close/>
                </a:path>
              </a:pathLst>
            </a:custGeom>
            <a:solidFill>
              <a:srgbClr val="000000"/>
            </a:solidFill>
            <a:ln w="23090" cap="flat">
              <a:noFill/>
              <a:prstDash val="solid"/>
              <a:miter/>
            </a:ln>
          </p:spPr>
          <p:txBody>
            <a:bodyPr rtlCol="0" anchor="ctr"/>
            <a:lstStyle/>
            <a:p>
              <a:endParaRPr lang="zh-CN" altLang="en-US"/>
            </a:p>
          </p:txBody>
        </p:sp>
        <p:sp>
          <p:nvSpPr>
            <p:cNvPr id="301" name="任意多边形: 形状 300"/>
            <p:cNvSpPr/>
            <p:nvPr/>
          </p:nvSpPr>
          <p:spPr>
            <a:xfrm>
              <a:off x="9155074" y="282304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02" name="任意多边形: 形状 301"/>
            <p:cNvSpPr/>
            <p:nvPr/>
          </p:nvSpPr>
          <p:spPr>
            <a:xfrm>
              <a:off x="9202017" y="2734816"/>
              <a:ext cx="39720" cy="90400"/>
            </a:xfrm>
            <a:custGeom>
              <a:avLst/>
              <a:gdLst>
                <a:gd name="connsiteX0" fmla="*/ 28088 w 39720"/>
                <a:gd name="connsiteY0" fmla="*/ 22791 h 90400"/>
                <a:gd name="connsiteX1" fmla="*/ 38559 w 39720"/>
                <a:gd name="connsiteY1" fmla="*/ 22791 h 90400"/>
                <a:gd name="connsiteX2" fmla="*/ 40004 w 39720"/>
                <a:gd name="connsiteY2" fmla="*/ 17729 h 90400"/>
                <a:gd name="connsiteX3" fmla="*/ 29532 w 39720"/>
                <a:gd name="connsiteY3" fmla="*/ 17729 h 90400"/>
                <a:gd name="connsiteX4" fmla="*/ 34587 w 39720"/>
                <a:gd name="connsiteY4" fmla="*/ 11 h 90400"/>
                <a:gd name="connsiteX5" fmla="*/ 30976 w 39720"/>
                <a:gd name="connsiteY5" fmla="*/ 11 h 90400"/>
                <a:gd name="connsiteX6" fmla="*/ 6422 w 39720"/>
                <a:gd name="connsiteY6" fmla="*/ 17729 h 90400"/>
                <a:gd name="connsiteX7" fmla="*/ 5338 w 39720"/>
                <a:gd name="connsiteY7" fmla="*/ 22791 h 90400"/>
                <a:gd name="connsiteX8" fmla="*/ 16532 w 39720"/>
                <a:gd name="connsiteY8" fmla="*/ 22791 h 90400"/>
                <a:gd name="connsiteX9" fmla="*/ 2450 w 39720"/>
                <a:gd name="connsiteY9" fmla="*/ 71608 h 90400"/>
                <a:gd name="connsiteX10" fmla="*/ 283 w 39720"/>
                <a:gd name="connsiteY10" fmla="*/ 82456 h 90400"/>
                <a:gd name="connsiteX11" fmla="*/ 8227 w 39720"/>
                <a:gd name="connsiteY11" fmla="*/ 90411 h 90400"/>
                <a:gd name="connsiteX12" fmla="*/ 28810 w 39720"/>
                <a:gd name="connsiteY12" fmla="*/ 73778 h 90400"/>
                <a:gd name="connsiteX13" fmla="*/ 27004 w 39720"/>
                <a:gd name="connsiteY13" fmla="*/ 71608 h 90400"/>
                <a:gd name="connsiteX14" fmla="*/ 14727 w 39720"/>
                <a:gd name="connsiteY14" fmla="*/ 82456 h 90400"/>
                <a:gd name="connsiteX15" fmla="*/ 12199 w 39720"/>
                <a:gd name="connsiteY15" fmla="*/ 80287 h 90400"/>
                <a:gd name="connsiteX16" fmla="*/ 14005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88" y="22791"/>
                  </a:moveTo>
                  <a:lnTo>
                    <a:pt x="38559" y="22791"/>
                  </a:lnTo>
                  <a:lnTo>
                    <a:pt x="40004" y="17729"/>
                  </a:lnTo>
                  <a:lnTo>
                    <a:pt x="29532" y="17729"/>
                  </a:lnTo>
                  <a:lnTo>
                    <a:pt x="34587" y="11"/>
                  </a:lnTo>
                  <a:lnTo>
                    <a:pt x="30976" y="11"/>
                  </a:lnTo>
                  <a:cubicBezTo>
                    <a:pt x="22310" y="11220"/>
                    <a:pt x="16171" y="15559"/>
                    <a:pt x="6422" y="17729"/>
                  </a:cubicBezTo>
                  <a:lnTo>
                    <a:pt x="5338" y="22791"/>
                  </a:lnTo>
                  <a:lnTo>
                    <a:pt x="16532" y="22791"/>
                  </a:lnTo>
                  <a:lnTo>
                    <a:pt x="2450" y="71608"/>
                  </a:lnTo>
                  <a:cubicBezTo>
                    <a:pt x="1366" y="75586"/>
                    <a:pt x="283" y="80287"/>
                    <a:pt x="283" y="82456"/>
                  </a:cubicBezTo>
                  <a:cubicBezTo>
                    <a:pt x="283" y="87157"/>
                    <a:pt x="3533" y="90411"/>
                    <a:pt x="8227" y="90411"/>
                  </a:cubicBezTo>
                  <a:cubicBezTo>
                    <a:pt x="14366" y="90411"/>
                    <a:pt x="20866" y="84987"/>
                    <a:pt x="28810" y="73778"/>
                  </a:cubicBezTo>
                  <a:lnTo>
                    <a:pt x="27004" y="71608"/>
                  </a:lnTo>
                  <a:cubicBezTo>
                    <a:pt x="21949" y="78117"/>
                    <a:pt x="17255" y="82456"/>
                    <a:pt x="14727" y="82456"/>
                  </a:cubicBezTo>
                  <a:cubicBezTo>
                    <a:pt x="13644" y="82456"/>
                    <a:pt x="12199" y="81371"/>
                    <a:pt x="12199" y="80287"/>
                  </a:cubicBezTo>
                  <a:cubicBezTo>
                    <a:pt x="12199" y="79202"/>
                    <a:pt x="12199" y="79202"/>
                    <a:pt x="14005" y="72693"/>
                  </a:cubicBezTo>
                  <a:close/>
                </a:path>
              </a:pathLst>
            </a:custGeom>
            <a:solidFill>
              <a:srgbClr val="000000"/>
            </a:solidFill>
            <a:ln w="23090" cap="flat">
              <a:noFill/>
              <a:prstDash val="solid"/>
              <a:miter/>
            </a:ln>
          </p:spPr>
          <p:txBody>
            <a:bodyPr rtlCol="0" anchor="ctr"/>
            <a:lstStyle/>
            <a:p>
              <a:endParaRPr lang="zh-CN" altLang="en-US"/>
            </a:p>
          </p:txBody>
        </p:sp>
        <p:sp>
          <p:nvSpPr>
            <p:cNvPr id="303" name="任意多边形: 形状 302"/>
            <p:cNvSpPr/>
            <p:nvPr/>
          </p:nvSpPr>
          <p:spPr>
            <a:xfrm>
              <a:off x="9244288" y="2723245"/>
              <a:ext cx="36831" cy="102333"/>
            </a:xfrm>
            <a:custGeom>
              <a:avLst/>
              <a:gdLst>
                <a:gd name="connsiteX0" fmla="*/ 26645 w 36831"/>
                <a:gd name="connsiteY0" fmla="*/ 82818 h 102333"/>
                <a:gd name="connsiteX1" fmla="*/ 15090 w 36831"/>
                <a:gd name="connsiteY1" fmla="*/ 93666 h 102333"/>
                <a:gd name="connsiteX2" fmla="*/ 12923 w 36831"/>
                <a:gd name="connsiteY2" fmla="*/ 91496 h 102333"/>
                <a:gd name="connsiteX3" fmla="*/ 13284 w 36831"/>
                <a:gd name="connsiteY3" fmla="*/ 88965 h 102333"/>
                <a:gd name="connsiteX4" fmla="*/ 30978 w 36831"/>
                <a:gd name="connsiteY4" fmla="*/ 27131 h 102333"/>
                <a:gd name="connsiteX5" fmla="*/ 7146 w 36831"/>
                <a:gd name="connsiteY5" fmla="*/ 31108 h 102333"/>
                <a:gd name="connsiteX6" fmla="*/ 6424 w 36831"/>
                <a:gd name="connsiteY6" fmla="*/ 34363 h 102333"/>
                <a:gd name="connsiteX7" fmla="*/ 11479 w 36831"/>
                <a:gd name="connsiteY7" fmla="*/ 33640 h 102333"/>
                <a:gd name="connsiteX8" fmla="*/ 15812 w 36831"/>
                <a:gd name="connsiteY8" fmla="*/ 37617 h 102333"/>
                <a:gd name="connsiteX9" fmla="*/ 14729 w 36831"/>
                <a:gd name="connsiteY9" fmla="*/ 44488 h 102333"/>
                <a:gd name="connsiteX10" fmla="*/ 1368 w 36831"/>
                <a:gd name="connsiteY10" fmla="*/ 90411 h 102333"/>
                <a:gd name="connsiteX11" fmla="*/ 285 w 36831"/>
                <a:gd name="connsiteY11" fmla="*/ 96197 h 102333"/>
                <a:gd name="connsiteX12" fmla="*/ 7146 w 36831"/>
                <a:gd name="connsiteY12" fmla="*/ 102344 h 102333"/>
                <a:gd name="connsiteX13" fmla="*/ 27728 w 36831"/>
                <a:gd name="connsiteY13" fmla="*/ 86434 h 102333"/>
                <a:gd name="connsiteX14" fmla="*/ 29173 w 36831"/>
                <a:gd name="connsiteY14" fmla="*/ 11 h 102333"/>
                <a:gd name="connsiteX15" fmla="*/ 20506 w 36831"/>
                <a:gd name="connsiteY15" fmla="*/ 7966 h 102333"/>
                <a:gd name="connsiteX16" fmla="*/ 28812 w 36831"/>
                <a:gd name="connsiteY16" fmla="*/ 16283 h 102333"/>
                <a:gd name="connsiteX17" fmla="*/ 37117 w 36831"/>
                <a:gd name="connsiteY17" fmla="*/ 7966 h 102333"/>
                <a:gd name="connsiteX18" fmla="*/ 29173 w 36831"/>
                <a:gd name="connsiteY18" fmla="*/ 11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45" y="82818"/>
                  </a:moveTo>
                  <a:cubicBezTo>
                    <a:pt x="22673" y="88965"/>
                    <a:pt x="17618" y="93666"/>
                    <a:pt x="15090" y="93666"/>
                  </a:cubicBezTo>
                  <a:cubicBezTo>
                    <a:pt x="14007" y="93666"/>
                    <a:pt x="12923" y="92581"/>
                    <a:pt x="12923" y="91496"/>
                  </a:cubicBezTo>
                  <a:cubicBezTo>
                    <a:pt x="12923" y="90773"/>
                    <a:pt x="12923" y="90050"/>
                    <a:pt x="13284" y="88965"/>
                  </a:cubicBezTo>
                  <a:lnTo>
                    <a:pt x="30978" y="27131"/>
                  </a:lnTo>
                  <a:cubicBezTo>
                    <a:pt x="23034" y="29300"/>
                    <a:pt x="14368" y="30747"/>
                    <a:pt x="7146" y="31108"/>
                  </a:cubicBezTo>
                  <a:lnTo>
                    <a:pt x="6424" y="34363"/>
                  </a:lnTo>
                  <a:cubicBezTo>
                    <a:pt x="8951" y="34001"/>
                    <a:pt x="10396" y="33640"/>
                    <a:pt x="11479" y="33640"/>
                  </a:cubicBezTo>
                  <a:cubicBezTo>
                    <a:pt x="14729" y="33640"/>
                    <a:pt x="15812" y="34724"/>
                    <a:pt x="15812" y="37617"/>
                  </a:cubicBezTo>
                  <a:cubicBezTo>
                    <a:pt x="15812" y="39064"/>
                    <a:pt x="15451" y="40872"/>
                    <a:pt x="14729" y="44488"/>
                  </a:cubicBezTo>
                  <a:lnTo>
                    <a:pt x="1368" y="90411"/>
                  </a:lnTo>
                  <a:cubicBezTo>
                    <a:pt x="646" y="92581"/>
                    <a:pt x="285" y="94751"/>
                    <a:pt x="285" y="96197"/>
                  </a:cubicBezTo>
                  <a:cubicBezTo>
                    <a:pt x="285" y="99452"/>
                    <a:pt x="3535" y="102344"/>
                    <a:pt x="7146" y="102344"/>
                  </a:cubicBezTo>
                  <a:cubicBezTo>
                    <a:pt x="12201" y="102344"/>
                    <a:pt x="19423" y="96559"/>
                    <a:pt x="27728" y="86434"/>
                  </a:cubicBezTo>
                  <a:close/>
                  <a:moveTo>
                    <a:pt x="29173" y="11"/>
                  </a:moveTo>
                  <a:cubicBezTo>
                    <a:pt x="24478" y="11"/>
                    <a:pt x="20506" y="3627"/>
                    <a:pt x="20506" y="7966"/>
                  </a:cubicBezTo>
                  <a:cubicBezTo>
                    <a:pt x="20506" y="12667"/>
                    <a:pt x="24478" y="16283"/>
                    <a:pt x="28812" y="16283"/>
                  </a:cubicBezTo>
                  <a:cubicBezTo>
                    <a:pt x="33506" y="16283"/>
                    <a:pt x="37117" y="12667"/>
                    <a:pt x="37117" y="7966"/>
                  </a:cubicBezTo>
                  <a:cubicBezTo>
                    <a:pt x="37117" y="3627"/>
                    <a:pt x="33506" y="11"/>
                    <a:pt x="29173" y="11"/>
                  </a:cubicBezTo>
                  <a:close/>
                </a:path>
              </a:pathLst>
            </a:custGeom>
            <a:solidFill>
              <a:srgbClr val="000000"/>
            </a:solidFill>
            <a:ln w="23090" cap="flat">
              <a:noFill/>
              <a:prstDash val="solid"/>
              <a:miter/>
            </a:ln>
          </p:spPr>
          <p:txBody>
            <a:bodyPr rtlCol="0" anchor="ctr"/>
            <a:lstStyle/>
            <a:p>
              <a:endParaRPr lang="zh-CN" altLang="en-US"/>
            </a:p>
          </p:txBody>
        </p:sp>
        <p:sp>
          <p:nvSpPr>
            <p:cNvPr id="304" name="任意多边形: 形状 303"/>
            <p:cNvSpPr/>
            <p:nvPr/>
          </p:nvSpPr>
          <p:spPr>
            <a:xfrm>
              <a:off x="9285652" y="2734816"/>
              <a:ext cx="39720" cy="90400"/>
            </a:xfrm>
            <a:custGeom>
              <a:avLst/>
              <a:gdLst>
                <a:gd name="connsiteX0" fmla="*/ 28091 w 39720"/>
                <a:gd name="connsiteY0" fmla="*/ 22791 h 90400"/>
                <a:gd name="connsiteX1" fmla="*/ 38563 w 39720"/>
                <a:gd name="connsiteY1" fmla="*/ 22791 h 90400"/>
                <a:gd name="connsiteX2" fmla="*/ 40007 w 39720"/>
                <a:gd name="connsiteY2" fmla="*/ 17729 h 90400"/>
                <a:gd name="connsiteX3" fmla="*/ 29536 w 39720"/>
                <a:gd name="connsiteY3" fmla="*/ 17729 h 90400"/>
                <a:gd name="connsiteX4" fmla="*/ 34591 w 39720"/>
                <a:gd name="connsiteY4" fmla="*/ 11 h 90400"/>
                <a:gd name="connsiteX5" fmla="*/ 30980 w 39720"/>
                <a:gd name="connsiteY5" fmla="*/ 11 h 90400"/>
                <a:gd name="connsiteX6" fmla="*/ 6425 w 39720"/>
                <a:gd name="connsiteY6" fmla="*/ 17729 h 90400"/>
                <a:gd name="connsiteX7" fmla="*/ 5342 w 39720"/>
                <a:gd name="connsiteY7" fmla="*/ 22791 h 90400"/>
                <a:gd name="connsiteX8" fmla="*/ 16536 w 39720"/>
                <a:gd name="connsiteY8" fmla="*/ 22791 h 90400"/>
                <a:gd name="connsiteX9" fmla="*/ 2453 w 39720"/>
                <a:gd name="connsiteY9" fmla="*/ 71608 h 90400"/>
                <a:gd name="connsiteX10" fmla="*/ 287 w 39720"/>
                <a:gd name="connsiteY10" fmla="*/ 82456 h 90400"/>
                <a:gd name="connsiteX11" fmla="*/ 8231 w 39720"/>
                <a:gd name="connsiteY11" fmla="*/ 90411 h 90400"/>
                <a:gd name="connsiteX12" fmla="*/ 28813 w 39720"/>
                <a:gd name="connsiteY12" fmla="*/ 73778 h 90400"/>
                <a:gd name="connsiteX13" fmla="*/ 27008 w 39720"/>
                <a:gd name="connsiteY13" fmla="*/ 71608 h 90400"/>
                <a:gd name="connsiteX14" fmla="*/ 14731 w 39720"/>
                <a:gd name="connsiteY14" fmla="*/ 82456 h 90400"/>
                <a:gd name="connsiteX15" fmla="*/ 12203 w 39720"/>
                <a:gd name="connsiteY15" fmla="*/ 80287 h 90400"/>
                <a:gd name="connsiteX16" fmla="*/ 14008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91" y="22791"/>
                  </a:moveTo>
                  <a:lnTo>
                    <a:pt x="38563" y="22791"/>
                  </a:lnTo>
                  <a:lnTo>
                    <a:pt x="40007" y="17729"/>
                  </a:lnTo>
                  <a:lnTo>
                    <a:pt x="29536" y="17729"/>
                  </a:lnTo>
                  <a:lnTo>
                    <a:pt x="34591" y="11"/>
                  </a:lnTo>
                  <a:lnTo>
                    <a:pt x="30980" y="11"/>
                  </a:lnTo>
                  <a:cubicBezTo>
                    <a:pt x="22314" y="11220"/>
                    <a:pt x="16175" y="15559"/>
                    <a:pt x="6425" y="17729"/>
                  </a:cubicBezTo>
                  <a:lnTo>
                    <a:pt x="5342" y="22791"/>
                  </a:lnTo>
                  <a:lnTo>
                    <a:pt x="16536" y="22791"/>
                  </a:lnTo>
                  <a:lnTo>
                    <a:pt x="2453" y="71608"/>
                  </a:lnTo>
                  <a:cubicBezTo>
                    <a:pt x="1370" y="75586"/>
                    <a:pt x="287" y="80287"/>
                    <a:pt x="287" y="82456"/>
                  </a:cubicBezTo>
                  <a:cubicBezTo>
                    <a:pt x="287" y="87157"/>
                    <a:pt x="3537" y="90411"/>
                    <a:pt x="8231" y="90411"/>
                  </a:cubicBezTo>
                  <a:cubicBezTo>
                    <a:pt x="14369" y="90411"/>
                    <a:pt x="20869" y="84987"/>
                    <a:pt x="28813" y="73778"/>
                  </a:cubicBezTo>
                  <a:lnTo>
                    <a:pt x="27008" y="71608"/>
                  </a:lnTo>
                  <a:cubicBezTo>
                    <a:pt x="21952" y="78117"/>
                    <a:pt x="17258" y="82456"/>
                    <a:pt x="14731" y="82456"/>
                  </a:cubicBezTo>
                  <a:cubicBezTo>
                    <a:pt x="13647" y="82456"/>
                    <a:pt x="12203" y="81371"/>
                    <a:pt x="12203" y="80287"/>
                  </a:cubicBezTo>
                  <a:cubicBezTo>
                    <a:pt x="12203" y="79202"/>
                    <a:pt x="12203" y="79202"/>
                    <a:pt x="14008" y="72693"/>
                  </a:cubicBezTo>
                  <a:close/>
                </a:path>
              </a:pathLst>
            </a:custGeom>
            <a:solidFill>
              <a:srgbClr val="000000"/>
            </a:solidFill>
            <a:ln w="23090" cap="flat">
              <a:noFill/>
              <a:prstDash val="solid"/>
              <a:miter/>
            </a:ln>
          </p:spPr>
          <p:txBody>
            <a:bodyPr rtlCol="0" anchor="ctr"/>
            <a:lstStyle/>
            <a:p>
              <a:endParaRPr lang="zh-CN" altLang="en-US"/>
            </a:p>
          </p:txBody>
        </p:sp>
        <p:sp>
          <p:nvSpPr>
            <p:cNvPr id="305" name="任意多边形: 形状 304"/>
            <p:cNvSpPr/>
            <p:nvPr/>
          </p:nvSpPr>
          <p:spPr>
            <a:xfrm>
              <a:off x="9327563" y="2714205"/>
              <a:ext cx="41164" cy="111012"/>
            </a:xfrm>
            <a:custGeom>
              <a:avLst/>
              <a:gdLst>
                <a:gd name="connsiteX0" fmla="*/ 25926 w 41164"/>
                <a:gd name="connsiteY0" fmla="*/ 93666 h 111012"/>
                <a:gd name="connsiteX1" fmla="*/ 14732 w 41164"/>
                <a:gd name="connsiteY1" fmla="*/ 103068 h 111012"/>
                <a:gd name="connsiteX2" fmla="*/ 12566 w 41164"/>
                <a:gd name="connsiteY2" fmla="*/ 100898 h 111012"/>
                <a:gd name="connsiteX3" fmla="*/ 12927 w 41164"/>
                <a:gd name="connsiteY3" fmla="*/ 99090 h 111012"/>
                <a:gd name="connsiteX4" fmla="*/ 41454 w 41164"/>
                <a:gd name="connsiteY4" fmla="*/ 11 h 111012"/>
                <a:gd name="connsiteX5" fmla="*/ 19427 w 41164"/>
                <a:gd name="connsiteY5" fmla="*/ 3265 h 111012"/>
                <a:gd name="connsiteX6" fmla="*/ 18705 w 41164"/>
                <a:gd name="connsiteY6" fmla="*/ 6158 h 111012"/>
                <a:gd name="connsiteX7" fmla="*/ 20149 w 41164"/>
                <a:gd name="connsiteY7" fmla="*/ 6158 h 111012"/>
                <a:gd name="connsiteX8" fmla="*/ 23038 w 41164"/>
                <a:gd name="connsiteY8" fmla="*/ 5796 h 111012"/>
                <a:gd name="connsiteX9" fmla="*/ 26649 w 41164"/>
                <a:gd name="connsiteY9" fmla="*/ 9051 h 111012"/>
                <a:gd name="connsiteX10" fmla="*/ 25926 w 41164"/>
                <a:gd name="connsiteY10" fmla="*/ 13751 h 111012"/>
                <a:gd name="connsiteX11" fmla="*/ 1372 w 41164"/>
                <a:gd name="connsiteY11" fmla="*/ 99090 h 111012"/>
                <a:gd name="connsiteX12" fmla="*/ 289 w 41164"/>
                <a:gd name="connsiteY12" fmla="*/ 104153 h 111012"/>
                <a:gd name="connsiteX13" fmla="*/ 7149 w 41164"/>
                <a:gd name="connsiteY13" fmla="*/ 111023 h 111012"/>
                <a:gd name="connsiteX14" fmla="*/ 27732 w 41164"/>
                <a:gd name="connsiteY14" fmla="*/ 95836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26" y="93666"/>
                  </a:moveTo>
                  <a:cubicBezTo>
                    <a:pt x="18705" y="102345"/>
                    <a:pt x="17260" y="103068"/>
                    <a:pt x="14732" y="103068"/>
                  </a:cubicBezTo>
                  <a:cubicBezTo>
                    <a:pt x="13649" y="103068"/>
                    <a:pt x="12566" y="102345"/>
                    <a:pt x="12566" y="100898"/>
                  </a:cubicBezTo>
                  <a:cubicBezTo>
                    <a:pt x="12566" y="100537"/>
                    <a:pt x="12927" y="99813"/>
                    <a:pt x="12927" y="99090"/>
                  </a:cubicBezTo>
                  <a:lnTo>
                    <a:pt x="41454" y="11"/>
                  </a:lnTo>
                  <a:cubicBezTo>
                    <a:pt x="31343" y="1819"/>
                    <a:pt x="29898" y="2180"/>
                    <a:pt x="19427" y="3265"/>
                  </a:cubicBezTo>
                  <a:lnTo>
                    <a:pt x="18705" y="6158"/>
                  </a:lnTo>
                  <a:lnTo>
                    <a:pt x="20149" y="6158"/>
                  </a:lnTo>
                  <a:cubicBezTo>
                    <a:pt x="21593" y="6158"/>
                    <a:pt x="22316" y="5796"/>
                    <a:pt x="23038" y="5796"/>
                  </a:cubicBezTo>
                  <a:cubicBezTo>
                    <a:pt x="24843" y="5796"/>
                    <a:pt x="26649" y="7243"/>
                    <a:pt x="26649" y="9051"/>
                  </a:cubicBezTo>
                  <a:cubicBezTo>
                    <a:pt x="26649" y="9774"/>
                    <a:pt x="26287" y="11220"/>
                    <a:pt x="25926" y="13751"/>
                  </a:cubicBezTo>
                  <a:lnTo>
                    <a:pt x="1372" y="99090"/>
                  </a:lnTo>
                  <a:cubicBezTo>
                    <a:pt x="289" y="102345"/>
                    <a:pt x="289" y="103068"/>
                    <a:pt x="289" y="104153"/>
                  </a:cubicBezTo>
                  <a:cubicBezTo>
                    <a:pt x="289" y="108130"/>
                    <a:pt x="3177" y="111023"/>
                    <a:pt x="7149" y="111023"/>
                  </a:cubicBezTo>
                  <a:cubicBezTo>
                    <a:pt x="13288" y="111023"/>
                    <a:pt x="17621" y="107769"/>
                    <a:pt x="27732" y="95836"/>
                  </a:cubicBezTo>
                  <a:close/>
                </a:path>
              </a:pathLst>
            </a:custGeom>
            <a:solidFill>
              <a:srgbClr val="000000"/>
            </a:solidFill>
            <a:ln w="23090" cap="flat">
              <a:noFill/>
              <a:prstDash val="solid"/>
              <a:miter/>
            </a:ln>
          </p:spPr>
          <p:txBody>
            <a:bodyPr rtlCol="0" anchor="ctr"/>
            <a:lstStyle/>
            <a:p>
              <a:endParaRPr lang="zh-CN" altLang="en-US"/>
            </a:p>
          </p:txBody>
        </p:sp>
        <p:sp>
          <p:nvSpPr>
            <p:cNvPr id="306" name="任意多边形: 形状 305"/>
            <p:cNvSpPr/>
            <p:nvPr/>
          </p:nvSpPr>
          <p:spPr>
            <a:xfrm>
              <a:off x="9366599" y="2750727"/>
              <a:ext cx="59580" cy="74490"/>
            </a:xfrm>
            <a:custGeom>
              <a:avLst/>
              <a:gdLst>
                <a:gd name="connsiteX0" fmla="*/ 49399 w 59580"/>
                <a:gd name="connsiteY0" fmla="*/ 55336 h 74490"/>
                <a:gd name="connsiteX1" fmla="*/ 28456 w 59580"/>
                <a:gd name="connsiteY1" fmla="*/ 66184 h 74490"/>
                <a:gd name="connsiteX2" fmla="*/ 13290 w 59580"/>
                <a:gd name="connsiteY2" fmla="*/ 49550 h 74490"/>
                <a:gd name="connsiteX3" fmla="*/ 14012 w 59580"/>
                <a:gd name="connsiteY3" fmla="*/ 41233 h 74490"/>
                <a:gd name="connsiteX4" fmla="*/ 41455 w 59580"/>
                <a:gd name="connsiteY4" fmla="*/ 35448 h 74490"/>
                <a:gd name="connsiteX5" fmla="*/ 59871 w 59580"/>
                <a:gd name="connsiteY5" fmla="*/ 11943 h 74490"/>
                <a:gd name="connsiteX6" fmla="*/ 44705 w 59580"/>
                <a:gd name="connsiteY6" fmla="*/ 11 h 74490"/>
                <a:gd name="connsiteX7" fmla="*/ 290 w 59580"/>
                <a:gd name="connsiteY7" fmla="*/ 50273 h 74490"/>
                <a:gd name="connsiteX8" fmla="*/ 21595 w 59580"/>
                <a:gd name="connsiteY8" fmla="*/ 74501 h 74490"/>
                <a:gd name="connsiteX9" fmla="*/ 52649 w 59580"/>
                <a:gd name="connsiteY9" fmla="*/ 57506 h 74490"/>
                <a:gd name="connsiteX10" fmla="*/ 15095 w 59580"/>
                <a:gd name="connsiteY10" fmla="*/ 36894 h 74490"/>
                <a:gd name="connsiteX11" fmla="*/ 41816 w 59580"/>
                <a:gd name="connsiteY11" fmla="*/ 4711 h 74490"/>
                <a:gd name="connsiteX12" fmla="*/ 48316 w 59580"/>
                <a:gd name="connsiteY12" fmla="*/ 11582 h 74490"/>
                <a:gd name="connsiteX13" fmla="*/ 42539 w 59580"/>
                <a:gd name="connsiteY13" fmla="*/ 25323 h 74490"/>
                <a:gd name="connsiteX14" fmla="*/ 21595 w 59580"/>
                <a:gd name="connsiteY14" fmla="*/ 36532 h 74490"/>
                <a:gd name="connsiteX15" fmla="*/ 15095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99" y="55336"/>
                  </a:moveTo>
                  <a:cubicBezTo>
                    <a:pt x="42539" y="62930"/>
                    <a:pt x="35678" y="66184"/>
                    <a:pt x="28456" y="66184"/>
                  </a:cubicBezTo>
                  <a:cubicBezTo>
                    <a:pt x="19790" y="66184"/>
                    <a:pt x="13290" y="59314"/>
                    <a:pt x="13290" y="49550"/>
                  </a:cubicBezTo>
                  <a:cubicBezTo>
                    <a:pt x="13290" y="47019"/>
                    <a:pt x="13651" y="44126"/>
                    <a:pt x="14012" y="41233"/>
                  </a:cubicBezTo>
                  <a:cubicBezTo>
                    <a:pt x="26650" y="40510"/>
                    <a:pt x="33872" y="39064"/>
                    <a:pt x="41455" y="35448"/>
                  </a:cubicBezTo>
                  <a:cubicBezTo>
                    <a:pt x="52649" y="30385"/>
                    <a:pt x="59871" y="20984"/>
                    <a:pt x="59871" y="11943"/>
                  </a:cubicBezTo>
                  <a:cubicBezTo>
                    <a:pt x="59871" y="5073"/>
                    <a:pt x="53371" y="11"/>
                    <a:pt x="44705" y="11"/>
                  </a:cubicBezTo>
                  <a:cubicBezTo>
                    <a:pt x="23039" y="11"/>
                    <a:pt x="290" y="26046"/>
                    <a:pt x="290" y="50273"/>
                  </a:cubicBezTo>
                  <a:cubicBezTo>
                    <a:pt x="290" y="64738"/>
                    <a:pt x="8957" y="74501"/>
                    <a:pt x="21595" y="74501"/>
                  </a:cubicBezTo>
                  <a:cubicBezTo>
                    <a:pt x="31706" y="74501"/>
                    <a:pt x="40372" y="69438"/>
                    <a:pt x="52649" y="57506"/>
                  </a:cubicBezTo>
                  <a:close/>
                  <a:moveTo>
                    <a:pt x="15095" y="36894"/>
                  </a:moveTo>
                  <a:cubicBezTo>
                    <a:pt x="20512" y="18452"/>
                    <a:pt x="32067" y="4711"/>
                    <a:pt x="41816" y="4711"/>
                  </a:cubicBezTo>
                  <a:cubicBezTo>
                    <a:pt x="45427" y="4711"/>
                    <a:pt x="48316" y="7604"/>
                    <a:pt x="48316" y="11582"/>
                  </a:cubicBezTo>
                  <a:cubicBezTo>
                    <a:pt x="48316" y="15921"/>
                    <a:pt x="46149" y="20984"/>
                    <a:pt x="42539" y="25323"/>
                  </a:cubicBezTo>
                  <a:cubicBezTo>
                    <a:pt x="37122" y="31108"/>
                    <a:pt x="30261" y="35086"/>
                    <a:pt x="21595" y="36532"/>
                  </a:cubicBezTo>
                  <a:cubicBezTo>
                    <a:pt x="20151" y="36532"/>
                    <a:pt x="17984" y="36894"/>
                    <a:pt x="15095" y="36894"/>
                  </a:cubicBezTo>
                  <a:close/>
                </a:path>
              </a:pathLst>
            </a:custGeom>
            <a:solidFill>
              <a:srgbClr val="000000"/>
            </a:solidFill>
            <a:ln w="23090" cap="flat">
              <a:noFill/>
              <a:prstDash val="solid"/>
              <a:miter/>
            </a:ln>
          </p:spPr>
          <p:txBody>
            <a:bodyPr rtlCol="0" anchor="ctr"/>
            <a:lstStyle/>
            <a:p>
              <a:endParaRPr lang="zh-CN" altLang="en-US"/>
            </a:p>
          </p:txBody>
        </p:sp>
      </p:grpSp>
      <p:sp>
        <p:nvSpPr>
          <p:cNvPr id="307" name="任意多边形: 形状 306"/>
          <p:cNvSpPr/>
          <p:nvPr/>
        </p:nvSpPr>
        <p:spPr>
          <a:xfrm>
            <a:off x="10854938" y="2649972"/>
            <a:ext cx="170351" cy="254590"/>
          </a:xfrm>
          <a:custGeom>
            <a:avLst/>
            <a:gdLst>
              <a:gd name="connsiteX0" fmla="*/ 310 w 135050"/>
              <a:gd name="connsiteY0" fmla="*/ 60 h 187310"/>
              <a:gd name="connsiteX1" fmla="*/ 310 w 135050"/>
              <a:gd name="connsiteY1" fmla="*/ 4038 h 187310"/>
              <a:gd name="connsiteX2" fmla="*/ 5365 w 135050"/>
              <a:gd name="connsiteY2" fmla="*/ 4038 h 187310"/>
              <a:gd name="connsiteX3" fmla="*/ 19087 w 135050"/>
              <a:gd name="connsiteY3" fmla="*/ 20672 h 187310"/>
              <a:gd name="connsiteX4" fmla="*/ 19087 w 135050"/>
              <a:gd name="connsiteY4" fmla="*/ 167121 h 187310"/>
              <a:gd name="connsiteX5" fmla="*/ 5365 w 135050"/>
              <a:gd name="connsiteY5" fmla="*/ 183394 h 187310"/>
              <a:gd name="connsiteX6" fmla="*/ 671 w 135050"/>
              <a:gd name="connsiteY6" fmla="*/ 183394 h 187310"/>
              <a:gd name="connsiteX7" fmla="*/ 671 w 135050"/>
              <a:gd name="connsiteY7" fmla="*/ 187371 h 187310"/>
              <a:gd name="connsiteX8" fmla="*/ 57002 w 135050"/>
              <a:gd name="connsiteY8" fmla="*/ 187371 h 187310"/>
              <a:gd name="connsiteX9" fmla="*/ 57002 w 135050"/>
              <a:gd name="connsiteY9" fmla="*/ 183394 h 187310"/>
              <a:gd name="connsiteX10" fmla="*/ 51947 w 135050"/>
              <a:gd name="connsiteY10" fmla="*/ 183394 h 187310"/>
              <a:gd name="connsiteX11" fmla="*/ 38586 w 135050"/>
              <a:gd name="connsiteY11" fmla="*/ 167121 h 187310"/>
              <a:gd name="connsiteX12" fmla="*/ 38586 w 135050"/>
              <a:gd name="connsiteY12" fmla="*/ 20672 h 187310"/>
              <a:gd name="connsiteX13" fmla="*/ 52308 w 135050"/>
              <a:gd name="connsiteY13" fmla="*/ 4038 h 187310"/>
              <a:gd name="connsiteX14" fmla="*/ 83723 w 135050"/>
              <a:gd name="connsiteY14" fmla="*/ 4038 h 187310"/>
              <a:gd name="connsiteX15" fmla="*/ 97445 w 135050"/>
              <a:gd name="connsiteY15" fmla="*/ 20672 h 187310"/>
              <a:gd name="connsiteX16" fmla="*/ 97445 w 135050"/>
              <a:gd name="connsiteY16" fmla="*/ 167121 h 187310"/>
              <a:gd name="connsiteX17" fmla="*/ 83723 w 135050"/>
              <a:gd name="connsiteY17" fmla="*/ 183394 h 187310"/>
              <a:gd name="connsiteX18" fmla="*/ 79029 w 135050"/>
              <a:gd name="connsiteY18" fmla="*/ 183394 h 187310"/>
              <a:gd name="connsiteX19" fmla="*/ 79029 w 135050"/>
              <a:gd name="connsiteY19" fmla="*/ 187371 h 187310"/>
              <a:gd name="connsiteX20" fmla="*/ 134999 w 135050"/>
              <a:gd name="connsiteY20" fmla="*/ 187371 h 187310"/>
              <a:gd name="connsiteX21" fmla="*/ 134999 w 135050"/>
              <a:gd name="connsiteY21" fmla="*/ 183394 h 187310"/>
              <a:gd name="connsiteX22" fmla="*/ 130305 w 135050"/>
              <a:gd name="connsiteY22" fmla="*/ 183394 h 187310"/>
              <a:gd name="connsiteX23" fmla="*/ 116944 w 135050"/>
              <a:gd name="connsiteY23" fmla="*/ 167121 h 187310"/>
              <a:gd name="connsiteX24" fmla="*/ 116944 w 135050"/>
              <a:gd name="connsiteY24" fmla="*/ 20672 h 187310"/>
              <a:gd name="connsiteX25" fmla="*/ 130666 w 135050"/>
              <a:gd name="connsiteY25" fmla="*/ 4038 h 187310"/>
              <a:gd name="connsiteX26" fmla="*/ 135360 w 135050"/>
              <a:gd name="connsiteY26" fmla="*/ 4038 h 187310"/>
              <a:gd name="connsiteX27" fmla="*/ 135360 w 135050"/>
              <a:gd name="connsiteY27" fmla="*/ 6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310" y="60"/>
                </a:moveTo>
                <a:lnTo>
                  <a:pt x="310" y="4038"/>
                </a:lnTo>
                <a:lnTo>
                  <a:pt x="5365" y="4038"/>
                </a:lnTo>
                <a:cubicBezTo>
                  <a:pt x="17281" y="4038"/>
                  <a:pt x="19087" y="6207"/>
                  <a:pt x="19087" y="20672"/>
                </a:cubicBezTo>
                <a:lnTo>
                  <a:pt x="19087" y="167121"/>
                </a:lnTo>
                <a:cubicBezTo>
                  <a:pt x="19087" y="181585"/>
                  <a:pt x="17281" y="183394"/>
                  <a:pt x="5365" y="183394"/>
                </a:cubicBezTo>
                <a:lnTo>
                  <a:pt x="671" y="183394"/>
                </a:lnTo>
                <a:lnTo>
                  <a:pt x="671" y="187371"/>
                </a:lnTo>
                <a:lnTo>
                  <a:pt x="57002" y="187371"/>
                </a:lnTo>
                <a:lnTo>
                  <a:pt x="57002" y="183394"/>
                </a:lnTo>
                <a:lnTo>
                  <a:pt x="51947" y="183394"/>
                </a:lnTo>
                <a:cubicBezTo>
                  <a:pt x="40392" y="183394"/>
                  <a:pt x="38586" y="181224"/>
                  <a:pt x="38586" y="167121"/>
                </a:cubicBezTo>
                <a:lnTo>
                  <a:pt x="38586" y="20672"/>
                </a:lnTo>
                <a:cubicBezTo>
                  <a:pt x="38586" y="6207"/>
                  <a:pt x="40392" y="4038"/>
                  <a:pt x="52308" y="4038"/>
                </a:cubicBezTo>
                <a:lnTo>
                  <a:pt x="83723" y="4038"/>
                </a:lnTo>
                <a:cubicBezTo>
                  <a:pt x="95278" y="4038"/>
                  <a:pt x="97445" y="6207"/>
                  <a:pt x="97445" y="20672"/>
                </a:cubicBezTo>
                <a:lnTo>
                  <a:pt x="97445" y="167121"/>
                </a:lnTo>
                <a:cubicBezTo>
                  <a:pt x="97445" y="181585"/>
                  <a:pt x="95278" y="183394"/>
                  <a:pt x="83723" y="183394"/>
                </a:cubicBezTo>
                <a:lnTo>
                  <a:pt x="79029" y="183394"/>
                </a:lnTo>
                <a:lnTo>
                  <a:pt x="79029" y="187371"/>
                </a:lnTo>
                <a:lnTo>
                  <a:pt x="134999" y="187371"/>
                </a:lnTo>
                <a:lnTo>
                  <a:pt x="134999" y="183394"/>
                </a:lnTo>
                <a:lnTo>
                  <a:pt x="130305" y="183394"/>
                </a:lnTo>
                <a:cubicBezTo>
                  <a:pt x="118750" y="183394"/>
                  <a:pt x="116944" y="181224"/>
                  <a:pt x="116944" y="167121"/>
                </a:cubicBezTo>
                <a:lnTo>
                  <a:pt x="116944" y="20672"/>
                </a:lnTo>
                <a:cubicBezTo>
                  <a:pt x="116944" y="6207"/>
                  <a:pt x="118750" y="4038"/>
                  <a:pt x="130666" y="4038"/>
                </a:cubicBezTo>
                <a:lnTo>
                  <a:pt x="135360" y="4038"/>
                </a:lnTo>
                <a:lnTo>
                  <a:pt x="135360" y="60"/>
                </a:lnTo>
                <a:close/>
              </a:path>
            </a:pathLst>
          </a:custGeom>
          <a:solidFill>
            <a:srgbClr val="000000"/>
          </a:solidFill>
          <a:ln w="23090" cap="flat">
            <a:noFill/>
            <a:prstDash val="solid"/>
            <a:miter/>
          </a:ln>
        </p:spPr>
        <p:txBody>
          <a:bodyPr rtlCol="0" anchor="ctr"/>
          <a:lstStyle/>
          <a:p>
            <a:endParaRPr lang="zh-CN" altLang="en-US"/>
          </a:p>
        </p:txBody>
      </p:sp>
      <p:grpSp>
        <p:nvGrpSpPr>
          <p:cNvPr id="308" name="Graphic 2"/>
          <p:cNvGrpSpPr/>
          <p:nvPr/>
        </p:nvGrpSpPr>
        <p:grpSpPr>
          <a:xfrm>
            <a:off x="11059327" y="2833790"/>
            <a:ext cx="340016" cy="102229"/>
            <a:chOff x="9979425" y="3970399"/>
            <a:chExt cx="269556" cy="75213"/>
          </a:xfrm>
        </p:grpSpPr>
        <p:sp>
          <p:nvSpPr>
            <p:cNvPr id="309" name="任意多边形: 形状 308"/>
            <p:cNvSpPr/>
            <p:nvPr/>
          </p:nvSpPr>
          <p:spPr>
            <a:xfrm>
              <a:off x="9979425" y="3971484"/>
              <a:ext cx="57414" cy="73767"/>
            </a:xfrm>
            <a:custGeom>
              <a:avLst/>
              <a:gdLst>
                <a:gd name="connsiteX0" fmla="*/ 47981 w 57414"/>
                <a:gd name="connsiteY0" fmla="*/ 54304 h 73767"/>
                <a:gd name="connsiteX1" fmla="*/ 27399 w 57414"/>
                <a:gd name="connsiteY1" fmla="*/ 66960 h 73767"/>
                <a:gd name="connsiteX2" fmla="*/ 12955 w 57414"/>
                <a:gd name="connsiteY2" fmla="*/ 49241 h 73767"/>
                <a:gd name="connsiteX3" fmla="*/ 42565 w 57414"/>
                <a:gd name="connsiteY3" fmla="*/ 3679 h 73767"/>
                <a:gd name="connsiteX4" fmla="*/ 48704 w 57414"/>
                <a:gd name="connsiteY4" fmla="*/ 8019 h 73767"/>
                <a:gd name="connsiteX5" fmla="*/ 46176 w 57414"/>
                <a:gd name="connsiteY5" fmla="*/ 11996 h 73767"/>
                <a:gd name="connsiteX6" fmla="*/ 43648 w 57414"/>
                <a:gd name="connsiteY6" fmla="*/ 17782 h 73767"/>
                <a:gd name="connsiteX7" fmla="*/ 49426 w 57414"/>
                <a:gd name="connsiteY7" fmla="*/ 23206 h 73767"/>
                <a:gd name="connsiteX8" fmla="*/ 57731 w 57414"/>
                <a:gd name="connsiteY8" fmla="*/ 12358 h 73767"/>
                <a:gd name="connsiteX9" fmla="*/ 43287 w 57414"/>
                <a:gd name="connsiteY9" fmla="*/ 63 h 73767"/>
                <a:gd name="connsiteX10" fmla="*/ 317 w 57414"/>
                <a:gd name="connsiteY10" fmla="*/ 49965 h 73767"/>
                <a:gd name="connsiteX11" fmla="*/ 5733 w 57414"/>
                <a:gd name="connsiteY11" fmla="*/ 67322 h 73767"/>
                <a:gd name="connsiteX12" fmla="*/ 20538 w 57414"/>
                <a:gd name="connsiteY12" fmla="*/ 73831 h 73767"/>
                <a:gd name="connsiteX13" fmla="*/ 50870 w 57414"/>
                <a:gd name="connsiteY13" fmla="*/ 557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981" y="54304"/>
                  </a:moveTo>
                  <a:cubicBezTo>
                    <a:pt x="42204" y="62259"/>
                    <a:pt x="34982" y="66960"/>
                    <a:pt x="27399" y="66960"/>
                  </a:cubicBezTo>
                  <a:cubicBezTo>
                    <a:pt x="19094" y="66960"/>
                    <a:pt x="12955" y="59728"/>
                    <a:pt x="12955" y="49241"/>
                  </a:cubicBezTo>
                  <a:cubicBezTo>
                    <a:pt x="12955" y="27184"/>
                    <a:pt x="28482" y="3679"/>
                    <a:pt x="42565" y="3679"/>
                  </a:cubicBezTo>
                  <a:cubicBezTo>
                    <a:pt x="45815" y="3679"/>
                    <a:pt x="48704" y="5849"/>
                    <a:pt x="48704" y="8019"/>
                  </a:cubicBezTo>
                  <a:cubicBezTo>
                    <a:pt x="48704" y="9465"/>
                    <a:pt x="48343" y="9827"/>
                    <a:pt x="46176" y="11996"/>
                  </a:cubicBezTo>
                  <a:cubicBezTo>
                    <a:pt x="44732" y="13804"/>
                    <a:pt x="43648" y="15974"/>
                    <a:pt x="43648" y="17782"/>
                  </a:cubicBezTo>
                  <a:cubicBezTo>
                    <a:pt x="43648" y="20675"/>
                    <a:pt x="46176" y="23206"/>
                    <a:pt x="49426" y="23206"/>
                  </a:cubicBezTo>
                  <a:cubicBezTo>
                    <a:pt x="53759" y="23206"/>
                    <a:pt x="57731" y="18143"/>
                    <a:pt x="57731" y="12358"/>
                  </a:cubicBezTo>
                  <a:cubicBezTo>
                    <a:pt x="57731" y="5487"/>
                    <a:pt x="51231" y="63"/>
                    <a:pt x="43287" y="63"/>
                  </a:cubicBezTo>
                  <a:cubicBezTo>
                    <a:pt x="21983" y="63"/>
                    <a:pt x="317" y="25376"/>
                    <a:pt x="317" y="49965"/>
                  </a:cubicBezTo>
                  <a:cubicBezTo>
                    <a:pt x="317" y="57197"/>
                    <a:pt x="2122" y="63344"/>
                    <a:pt x="5733" y="67322"/>
                  </a:cubicBezTo>
                  <a:cubicBezTo>
                    <a:pt x="9705" y="71299"/>
                    <a:pt x="15483" y="73831"/>
                    <a:pt x="20538" y="73831"/>
                  </a:cubicBezTo>
                  <a:cubicBezTo>
                    <a:pt x="31371" y="73831"/>
                    <a:pt x="43287" y="66960"/>
                    <a:pt x="50870" y="55750"/>
                  </a:cubicBezTo>
                  <a:close/>
                </a:path>
              </a:pathLst>
            </a:custGeom>
            <a:solidFill>
              <a:srgbClr val="000000"/>
            </a:solidFill>
            <a:ln w="23090" cap="flat">
              <a:noFill/>
              <a:prstDash val="solid"/>
              <a:miter/>
            </a:ln>
          </p:spPr>
          <p:txBody>
            <a:bodyPr rtlCol="0" anchor="ctr"/>
            <a:lstStyle/>
            <a:p>
              <a:endParaRPr lang="zh-CN" altLang="en-US"/>
            </a:p>
          </p:txBody>
        </p:sp>
        <p:sp>
          <p:nvSpPr>
            <p:cNvPr id="310" name="任意多边形: 形状 309"/>
            <p:cNvSpPr/>
            <p:nvPr/>
          </p:nvSpPr>
          <p:spPr>
            <a:xfrm>
              <a:off x="10041259" y="3971122"/>
              <a:ext cx="63553" cy="74128"/>
            </a:xfrm>
            <a:custGeom>
              <a:avLst/>
              <a:gdLst>
                <a:gd name="connsiteX0" fmla="*/ 42207 w 63553"/>
                <a:gd name="connsiteY0" fmla="*/ 63 h 74128"/>
                <a:gd name="connsiteX1" fmla="*/ 319 w 63553"/>
                <a:gd name="connsiteY1" fmla="*/ 48156 h 74128"/>
                <a:gd name="connsiteX2" fmla="*/ 21985 w 63553"/>
                <a:gd name="connsiteY2" fmla="*/ 74192 h 74128"/>
                <a:gd name="connsiteX3" fmla="*/ 46540 w 63553"/>
                <a:gd name="connsiteY3" fmla="*/ 62982 h 74128"/>
                <a:gd name="connsiteX4" fmla="*/ 63872 w 63553"/>
                <a:gd name="connsiteY4" fmla="*/ 26099 h 74128"/>
                <a:gd name="connsiteX5" fmla="*/ 42207 w 63553"/>
                <a:gd name="connsiteY5" fmla="*/ 63 h 74128"/>
                <a:gd name="connsiteX6" fmla="*/ 40762 w 63553"/>
                <a:gd name="connsiteY6" fmla="*/ 4041 h 74128"/>
                <a:gd name="connsiteX7" fmla="*/ 51595 w 63553"/>
                <a:gd name="connsiteY7" fmla="*/ 19590 h 74128"/>
                <a:gd name="connsiteX8" fmla="*/ 41123 w 63553"/>
                <a:gd name="connsiteY8" fmla="*/ 56112 h 74128"/>
                <a:gd name="connsiteX9" fmla="*/ 23430 w 63553"/>
                <a:gd name="connsiteY9" fmla="*/ 70214 h 74128"/>
                <a:gd name="connsiteX10" fmla="*/ 11875 w 63553"/>
                <a:gd name="connsiteY10" fmla="*/ 54665 h 74128"/>
                <a:gd name="connsiteX11" fmla="*/ 23430 w 63553"/>
                <a:gd name="connsiteY11" fmla="*/ 16335 h 74128"/>
                <a:gd name="connsiteX12" fmla="*/ 40762 w 63553"/>
                <a:gd name="connsiteY12" fmla="*/ 404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207" y="63"/>
                  </a:moveTo>
                  <a:cubicBezTo>
                    <a:pt x="21263" y="63"/>
                    <a:pt x="319" y="23929"/>
                    <a:pt x="319" y="48156"/>
                  </a:cubicBezTo>
                  <a:cubicBezTo>
                    <a:pt x="319" y="63706"/>
                    <a:pt x="8986" y="74192"/>
                    <a:pt x="21985" y="74192"/>
                  </a:cubicBezTo>
                  <a:cubicBezTo>
                    <a:pt x="29568" y="74192"/>
                    <a:pt x="38235" y="70214"/>
                    <a:pt x="46540" y="62982"/>
                  </a:cubicBezTo>
                  <a:cubicBezTo>
                    <a:pt x="57373" y="53581"/>
                    <a:pt x="63872" y="39840"/>
                    <a:pt x="63872" y="26099"/>
                  </a:cubicBezTo>
                  <a:cubicBezTo>
                    <a:pt x="63872" y="10911"/>
                    <a:pt x="54845" y="63"/>
                    <a:pt x="42207" y="63"/>
                  </a:cubicBezTo>
                  <a:close/>
                  <a:moveTo>
                    <a:pt x="40762" y="4041"/>
                  </a:moveTo>
                  <a:cubicBezTo>
                    <a:pt x="46901" y="4041"/>
                    <a:pt x="51595" y="10550"/>
                    <a:pt x="51595" y="19590"/>
                  </a:cubicBezTo>
                  <a:cubicBezTo>
                    <a:pt x="51595" y="30438"/>
                    <a:pt x="47262" y="45264"/>
                    <a:pt x="41123" y="56112"/>
                  </a:cubicBezTo>
                  <a:cubicBezTo>
                    <a:pt x="36068" y="65514"/>
                    <a:pt x="29929" y="70214"/>
                    <a:pt x="23430" y="70214"/>
                  </a:cubicBezTo>
                  <a:cubicBezTo>
                    <a:pt x="16208" y="70214"/>
                    <a:pt x="11875" y="64067"/>
                    <a:pt x="11875" y="54665"/>
                  </a:cubicBezTo>
                  <a:cubicBezTo>
                    <a:pt x="11875" y="42733"/>
                    <a:pt x="16569" y="26822"/>
                    <a:pt x="23430" y="16335"/>
                  </a:cubicBezTo>
                  <a:cubicBezTo>
                    <a:pt x="28124" y="8380"/>
                    <a:pt x="34624" y="4041"/>
                    <a:pt x="40762" y="4041"/>
                  </a:cubicBezTo>
                  <a:close/>
                </a:path>
              </a:pathLst>
            </a:custGeom>
            <a:solidFill>
              <a:srgbClr val="000000"/>
            </a:solidFill>
            <a:ln w="23090" cap="flat">
              <a:noFill/>
              <a:prstDash val="solid"/>
              <a:miter/>
            </a:ln>
          </p:spPr>
          <p:txBody>
            <a:bodyPr rtlCol="0" anchor="ctr"/>
            <a:lstStyle/>
            <a:p>
              <a:endParaRPr lang="zh-CN" altLang="en-US"/>
            </a:p>
          </p:txBody>
        </p:sp>
        <p:sp>
          <p:nvSpPr>
            <p:cNvPr id="311" name="任意多边形: 形状 310"/>
            <p:cNvSpPr/>
            <p:nvPr/>
          </p:nvSpPr>
          <p:spPr>
            <a:xfrm>
              <a:off x="10115500" y="3971845"/>
              <a:ext cx="69330" cy="73767"/>
            </a:xfrm>
            <a:custGeom>
              <a:avLst/>
              <a:gdLst>
                <a:gd name="connsiteX0" fmla="*/ 69653 w 69330"/>
                <a:gd name="connsiteY0" fmla="*/ 1510 h 73767"/>
                <a:gd name="connsiteX1" fmla="*/ 57737 w 69330"/>
                <a:gd name="connsiteY1" fmla="*/ 1510 h 73767"/>
                <a:gd name="connsiteX2" fmla="*/ 53765 w 69330"/>
                <a:gd name="connsiteY2" fmla="*/ 15251 h 73767"/>
                <a:gd name="connsiteX3" fmla="*/ 37877 w 69330"/>
                <a:gd name="connsiteY3" fmla="*/ 48156 h 73767"/>
                <a:gd name="connsiteX4" fmla="*/ 19100 w 69330"/>
                <a:gd name="connsiteY4" fmla="*/ 64429 h 73767"/>
                <a:gd name="connsiteX5" fmla="*/ 14044 w 69330"/>
                <a:gd name="connsiteY5" fmla="*/ 59728 h 73767"/>
                <a:gd name="connsiteX6" fmla="*/ 15128 w 69330"/>
                <a:gd name="connsiteY6" fmla="*/ 53581 h 73767"/>
                <a:gd name="connsiteX7" fmla="*/ 27044 w 69330"/>
                <a:gd name="connsiteY7" fmla="*/ 12358 h 73767"/>
                <a:gd name="connsiteX8" fmla="*/ 28127 w 69330"/>
                <a:gd name="connsiteY8" fmla="*/ 6210 h 73767"/>
                <a:gd name="connsiteX9" fmla="*/ 21627 w 69330"/>
                <a:gd name="connsiteY9" fmla="*/ 63 h 73767"/>
                <a:gd name="connsiteX10" fmla="*/ 323 w 69330"/>
                <a:gd name="connsiteY10" fmla="*/ 16335 h 73767"/>
                <a:gd name="connsiteX11" fmla="*/ 2128 w 69330"/>
                <a:gd name="connsiteY11" fmla="*/ 18143 h 73767"/>
                <a:gd name="connsiteX12" fmla="*/ 4295 w 69330"/>
                <a:gd name="connsiteY12" fmla="*/ 15251 h 73767"/>
                <a:gd name="connsiteX13" fmla="*/ 12961 w 69330"/>
                <a:gd name="connsiteY13" fmla="*/ 8380 h 73767"/>
                <a:gd name="connsiteX14" fmla="*/ 15850 w 69330"/>
                <a:gd name="connsiteY14" fmla="*/ 10911 h 73767"/>
                <a:gd name="connsiteX15" fmla="*/ 15128 w 69330"/>
                <a:gd name="connsiteY15" fmla="*/ 14166 h 73767"/>
                <a:gd name="connsiteX16" fmla="*/ 2850 w 69330"/>
                <a:gd name="connsiteY16" fmla="*/ 57558 h 73767"/>
                <a:gd name="connsiteX17" fmla="*/ 2128 w 69330"/>
                <a:gd name="connsiteY17" fmla="*/ 62621 h 73767"/>
                <a:gd name="connsiteX18" fmla="*/ 10433 w 69330"/>
                <a:gd name="connsiteY18" fmla="*/ 73830 h 73767"/>
                <a:gd name="connsiteX19" fmla="*/ 27405 w 69330"/>
                <a:gd name="connsiteY19" fmla="*/ 64429 h 73767"/>
                <a:gd name="connsiteX20" fmla="*/ 46904 w 69330"/>
                <a:gd name="connsiteY20" fmla="*/ 39116 h 73767"/>
                <a:gd name="connsiteX21" fmla="*/ 40765 w 69330"/>
                <a:gd name="connsiteY21" fmla="*/ 60451 h 73767"/>
                <a:gd name="connsiteX22" fmla="*/ 39321 w 69330"/>
                <a:gd name="connsiteY22" fmla="*/ 68045 h 73767"/>
                <a:gd name="connsiteX23" fmla="*/ 45460 w 69330"/>
                <a:gd name="connsiteY23" fmla="*/ 73830 h 73767"/>
                <a:gd name="connsiteX24" fmla="*/ 66042 w 69330"/>
                <a:gd name="connsiteY24" fmla="*/ 59366 h 73767"/>
                <a:gd name="connsiteX25" fmla="*/ 64598 w 69330"/>
                <a:gd name="connsiteY25" fmla="*/ 57558 h 73767"/>
                <a:gd name="connsiteX26" fmla="*/ 54126 w 69330"/>
                <a:gd name="connsiteY26" fmla="*/ 65875 h 73767"/>
                <a:gd name="connsiteX27" fmla="*/ 52321 w 69330"/>
                <a:gd name="connsiteY27" fmla="*/ 63706 h 73767"/>
                <a:gd name="connsiteX28" fmla="*/ 52682 w 69330"/>
                <a:gd name="connsiteY28" fmla="*/ 62259 h 73767"/>
                <a:gd name="connsiteX29" fmla="*/ 53404 w 69330"/>
                <a:gd name="connsiteY29" fmla="*/ 58643 h 73767"/>
                <a:gd name="connsiteX30" fmla="*/ 54487 w 69330"/>
                <a:gd name="connsiteY30" fmla="*/ 5466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653" y="1510"/>
                  </a:moveTo>
                  <a:lnTo>
                    <a:pt x="57737" y="1510"/>
                  </a:lnTo>
                  <a:lnTo>
                    <a:pt x="53765" y="15251"/>
                  </a:lnTo>
                  <a:cubicBezTo>
                    <a:pt x="49432" y="31161"/>
                    <a:pt x="47265" y="34777"/>
                    <a:pt x="37877" y="48156"/>
                  </a:cubicBezTo>
                  <a:cubicBezTo>
                    <a:pt x="29933" y="58643"/>
                    <a:pt x="23433" y="64429"/>
                    <a:pt x="19100" y="64429"/>
                  </a:cubicBezTo>
                  <a:cubicBezTo>
                    <a:pt x="15850" y="64429"/>
                    <a:pt x="14044" y="62982"/>
                    <a:pt x="14044" y="59728"/>
                  </a:cubicBezTo>
                  <a:cubicBezTo>
                    <a:pt x="14044" y="58281"/>
                    <a:pt x="14405" y="56473"/>
                    <a:pt x="15128" y="53581"/>
                  </a:cubicBezTo>
                  <a:lnTo>
                    <a:pt x="27044" y="12358"/>
                  </a:lnTo>
                  <a:cubicBezTo>
                    <a:pt x="27405" y="10550"/>
                    <a:pt x="28127" y="7657"/>
                    <a:pt x="28127" y="6210"/>
                  </a:cubicBezTo>
                  <a:cubicBezTo>
                    <a:pt x="28127" y="2594"/>
                    <a:pt x="25238" y="63"/>
                    <a:pt x="21627" y="63"/>
                  </a:cubicBezTo>
                  <a:cubicBezTo>
                    <a:pt x="15489" y="63"/>
                    <a:pt x="10794" y="3318"/>
                    <a:pt x="323" y="16335"/>
                  </a:cubicBezTo>
                  <a:lnTo>
                    <a:pt x="2128" y="18143"/>
                  </a:lnTo>
                  <a:lnTo>
                    <a:pt x="4295" y="15251"/>
                  </a:lnTo>
                  <a:cubicBezTo>
                    <a:pt x="9350" y="9465"/>
                    <a:pt x="10794" y="8380"/>
                    <a:pt x="12961" y="8380"/>
                  </a:cubicBezTo>
                  <a:cubicBezTo>
                    <a:pt x="14405" y="8380"/>
                    <a:pt x="15850" y="9465"/>
                    <a:pt x="15850" y="10911"/>
                  </a:cubicBezTo>
                  <a:cubicBezTo>
                    <a:pt x="15850" y="11996"/>
                    <a:pt x="15489" y="12719"/>
                    <a:pt x="15128" y="14166"/>
                  </a:cubicBezTo>
                  <a:lnTo>
                    <a:pt x="2850" y="57558"/>
                  </a:lnTo>
                  <a:cubicBezTo>
                    <a:pt x="2128" y="59005"/>
                    <a:pt x="2128" y="60813"/>
                    <a:pt x="2128" y="62621"/>
                  </a:cubicBezTo>
                  <a:cubicBezTo>
                    <a:pt x="2128" y="69853"/>
                    <a:pt x="5378" y="73830"/>
                    <a:pt x="10433" y="73830"/>
                  </a:cubicBezTo>
                  <a:cubicBezTo>
                    <a:pt x="15489" y="73830"/>
                    <a:pt x="20905" y="70938"/>
                    <a:pt x="27405" y="64429"/>
                  </a:cubicBezTo>
                  <a:cubicBezTo>
                    <a:pt x="33544" y="58643"/>
                    <a:pt x="38238" y="52857"/>
                    <a:pt x="46904" y="39116"/>
                  </a:cubicBezTo>
                  <a:lnTo>
                    <a:pt x="40765" y="60451"/>
                  </a:lnTo>
                  <a:cubicBezTo>
                    <a:pt x="40043" y="63344"/>
                    <a:pt x="39321" y="66237"/>
                    <a:pt x="39321" y="68045"/>
                  </a:cubicBezTo>
                  <a:cubicBezTo>
                    <a:pt x="39321" y="71299"/>
                    <a:pt x="42210" y="73830"/>
                    <a:pt x="45460" y="73830"/>
                  </a:cubicBezTo>
                  <a:cubicBezTo>
                    <a:pt x="51598" y="73830"/>
                    <a:pt x="59542" y="68406"/>
                    <a:pt x="66042" y="59366"/>
                  </a:cubicBezTo>
                  <a:lnTo>
                    <a:pt x="64598" y="57558"/>
                  </a:lnTo>
                  <a:cubicBezTo>
                    <a:pt x="59903" y="62982"/>
                    <a:pt x="56292" y="65875"/>
                    <a:pt x="54126" y="65875"/>
                  </a:cubicBezTo>
                  <a:cubicBezTo>
                    <a:pt x="53404" y="65875"/>
                    <a:pt x="52321" y="64790"/>
                    <a:pt x="52321" y="63706"/>
                  </a:cubicBezTo>
                  <a:cubicBezTo>
                    <a:pt x="52321" y="63344"/>
                    <a:pt x="52321" y="62982"/>
                    <a:pt x="52682" y="62259"/>
                  </a:cubicBezTo>
                  <a:cubicBezTo>
                    <a:pt x="52682" y="62259"/>
                    <a:pt x="53043" y="60813"/>
                    <a:pt x="53404" y="58643"/>
                  </a:cubicBezTo>
                  <a:cubicBezTo>
                    <a:pt x="53765" y="57558"/>
                    <a:pt x="54126" y="56112"/>
                    <a:pt x="54487" y="54665"/>
                  </a:cubicBezTo>
                  <a:close/>
                </a:path>
              </a:pathLst>
            </a:custGeom>
            <a:solidFill>
              <a:srgbClr val="000000"/>
            </a:solidFill>
            <a:ln w="23090" cap="flat">
              <a:noFill/>
              <a:prstDash val="solid"/>
              <a:miter/>
            </a:ln>
          </p:spPr>
          <p:txBody>
            <a:bodyPr rtlCol="0" anchor="ctr"/>
            <a:lstStyle/>
            <a:p>
              <a:endParaRPr lang="zh-CN" altLang="en-US"/>
            </a:p>
          </p:txBody>
        </p:sp>
        <p:sp>
          <p:nvSpPr>
            <p:cNvPr id="312" name="任意多边形: 形状 311"/>
            <p:cNvSpPr/>
            <p:nvPr/>
          </p:nvSpPr>
          <p:spPr>
            <a:xfrm>
              <a:off x="10193373" y="3970399"/>
              <a:ext cx="55608" cy="73044"/>
            </a:xfrm>
            <a:custGeom>
              <a:avLst/>
              <a:gdLst>
                <a:gd name="connsiteX0" fmla="*/ 32464 w 55608"/>
                <a:gd name="connsiteY0" fmla="*/ 63 h 73044"/>
                <a:gd name="connsiteX1" fmla="*/ 9353 w 55608"/>
                <a:gd name="connsiteY1" fmla="*/ 2956 h 73044"/>
                <a:gd name="connsiteX2" fmla="*/ 8631 w 55608"/>
                <a:gd name="connsiteY2" fmla="*/ 6572 h 73044"/>
                <a:gd name="connsiteX3" fmla="*/ 12242 w 55608"/>
                <a:gd name="connsiteY3" fmla="*/ 5849 h 73044"/>
                <a:gd name="connsiteX4" fmla="*/ 15131 w 55608"/>
                <a:gd name="connsiteY4" fmla="*/ 5487 h 73044"/>
                <a:gd name="connsiteX5" fmla="*/ 18381 w 55608"/>
                <a:gd name="connsiteY5" fmla="*/ 8742 h 73044"/>
                <a:gd name="connsiteX6" fmla="*/ 16937 w 55608"/>
                <a:gd name="connsiteY6" fmla="*/ 15612 h 73044"/>
                <a:gd name="connsiteX7" fmla="*/ 326 w 55608"/>
                <a:gd name="connsiteY7" fmla="*/ 73107 h 73044"/>
                <a:gd name="connsiteX8" fmla="*/ 12964 w 55608"/>
                <a:gd name="connsiteY8" fmla="*/ 73107 h 73044"/>
                <a:gd name="connsiteX9" fmla="*/ 31019 w 55608"/>
                <a:gd name="connsiteY9" fmla="*/ 27545 h 73044"/>
                <a:gd name="connsiteX10" fmla="*/ 41491 w 55608"/>
                <a:gd name="connsiteY10" fmla="*/ 13081 h 73044"/>
                <a:gd name="connsiteX11" fmla="*/ 42935 w 55608"/>
                <a:gd name="connsiteY11" fmla="*/ 15612 h 73044"/>
                <a:gd name="connsiteX12" fmla="*/ 47991 w 55608"/>
                <a:gd name="connsiteY12" fmla="*/ 19951 h 73044"/>
                <a:gd name="connsiteX13" fmla="*/ 55935 w 55608"/>
                <a:gd name="connsiteY13" fmla="*/ 8742 h 73044"/>
                <a:gd name="connsiteX14" fmla="*/ 49435 w 55608"/>
                <a:gd name="connsiteY14" fmla="*/ 63 h 73044"/>
                <a:gd name="connsiteX15" fmla="*/ 22714 w 55608"/>
                <a:gd name="connsiteY15" fmla="*/ 35139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64" y="63"/>
                  </a:moveTo>
                  <a:cubicBezTo>
                    <a:pt x="22353" y="1871"/>
                    <a:pt x="20909" y="1871"/>
                    <a:pt x="9353" y="2956"/>
                  </a:cubicBezTo>
                  <a:lnTo>
                    <a:pt x="8631" y="6572"/>
                  </a:lnTo>
                  <a:cubicBezTo>
                    <a:pt x="10437" y="6210"/>
                    <a:pt x="11881" y="5849"/>
                    <a:pt x="12242" y="5849"/>
                  </a:cubicBezTo>
                  <a:cubicBezTo>
                    <a:pt x="13326" y="5849"/>
                    <a:pt x="14409" y="5487"/>
                    <a:pt x="15131" y="5487"/>
                  </a:cubicBezTo>
                  <a:cubicBezTo>
                    <a:pt x="16937" y="5487"/>
                    <a:pt x="18381" y="6934"/>
                    <a:pt x="18381" y="8742"/>
                  </a:cubicBezTo>
                  <a:cubicBezTo>
                    <a:pt x="18381" y="9465"/>
                    <a:pt x="18020" y="11996"/>
                    <a:pt x="16937" y="15612"/>
                  </a:cubicBezTo>
                  <a:lnTo>
                    <a:pt x="326" y="73107"/>
                  </a:lnTo>
                  <a:lnTo>
                    <a:pt x="12964" y="73107"/>
                  </a:lnTo>
                  <a:cubicBezTo>
                    <a:pt x="16214" y="59366"/>
                    <a:pt x="22714" y="43456"/>
                    <a:pt x="31019" y="27545"/>
                  </a:cubicBezTo>
                  <a:cubicBezTo>
                    <a:pt x="34269" y="21036"/>
                    <a:pt x="40408" y="13081"/>
                    <a:pt x="41491" y="13081"/>
                  </a:cubicBezTo>
                  <a:cubicBezTo>
                    <a:pt x="42213" y="13081"/>
                    <a:pt x="42574" y="13804"/>
                    <a:pt x="42935" y="15612"/>
                  </a:cubicBezTo>
                  <a:cubicBezTo>
                    <a:pt x="43297" y="18143"/>
                    <a:pt x="45102" y="19951"/>
                    <a:pt x="47991" y="19951"/>
                  </a:cubicBezTo>
                  <a:cubicBezTo>
                    <a:pt x="51963" y="19951"/>
                    <a:pt x="55935" y="14166"/>
                    <a:pt x="55935" y="8742"/>
                  </a:cubicBezTo>
                  <a:cubicBezTo>
                    <a:pt x="55935" y="3679"/>
                    <a:pt x="53407" y="63"/>
                    <a:pt x="49435" y="63"/>
                  </a:cubicBezTo>
                  <a:cubicBezTo>
                    <a:pt x="42574" y="63"/>
                    <a:pt x="32103" y="13804"/>
                    <a:pt x="22714" y="351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313" name="Graphic 2"/>
          <p:cNvGrpSpPr/>
          <p:nvPr/>
        </p:nvGrpSpPr>
        <p:grpSpPr>
          <a:xfrm>
            <a:off x="11391888" y="2785132"/>
            <a:ext cx="790173" cy="176936"/>
            <a:chOff x="10243071" y="3934600"/>
            <a:chExt cx="626429" cy="130177"/>
          </a:xfrm>
        </p:grpSpPr>
        <p:sp>
          <p:nvSpPr>
            <p:cNvPr id="314" name="任意多边形: 形状 313"/>
            <p:cNvSpPr/>
            <p:nvPr/>
          </p:nvSpPr>
          <p:spPr>
            <a:xfrm>
              <a:off x="10243071" y="3971122"/>
              <a:ext cx="54525" cy="74490"/>
            </a:xfrm>
            <a:custGeom>
              <a:avLst/>
              <a:gdLst>
                <a:gd name="connsiteX0" fmla="*/ 54854 w 54525"/>
                <a:gd name="connsiteY0" fmla="*/ 786 h 74490"/>
                <a:gd name="connsiteX1" fmla="*/ 52326 w 54525"/>
                <a:gd name="connsiteY1" fmla="*/ 786 h 74490"/>
                <a:gd name="connsiteX2" fmla="*/ 47632 w 54525"/>
                <a:gd name="connsiteY2" fmla="*/ 4402 h 74490"/>
                <a:gd name="connsiteX3" fmla="*/ 44743 w 54525"/>
                <a:gd name="connsiteY3" fmla="*/ 3318 h 74490"/>
                <a:gd name="connsiteX4" fmla="*/ 33549 w 54525"/>
                <a:gd name="connsiteY4" fmla="*/ 63 h 74490"/>
                <a:gd name="connsiteX5" fmla="*/ 15494 w 54525"/>
                <a:gd name="connsiteY5" fmla="*/ 18143 h 74490"/>
                <a:gd name="connsiteX6" fmla="*/ 25966 w 54525"/>
                <a:gd name="connsiteY6" fmla="*/ 39840 h 74490"/>
                <a:gd name="connsiteX7" fmla="*/ 35355 w 54525"/>
                <a:gd name="connsiteY7" fmla="*/ 57197 h 74490"/>
                <a:gd name="connsiteX8" fmla="*/ 22355 w 54525"/>
                <a:gd name="connsiteY8" fmla="*/ 70576 h 74490"/>
                <a:gd name="connsiteX9" fmla="*/ 7550 w 54525"/>
                <a:gd name="connsiteY9" fmla="*/ 49603 h 74490"/>
                <a:gd name="connsiteX10" fmla="*/ 5023 w 54525"/>
                <a:gd name="connsiteY10" fmla="*/ 49603 h 74490"/>
                <a:gd name="connsiteX11" fmla="*/ 328 w 54525"/>
                <a:gd name="connsiteY11" fmla="*/ 74192 h 74490"/>
                <a:gd name="connsiteX12" fmla="*/ 3578 w 54525"/>
                <a:gd name="connsiteY12" fmla="*/ 74192 h 74490"/>
                <a:gd name="connsiteX13" fmla="*/ 7911 w 54525"/>
                <a:gd name="connsiteY13" fmla="*/ 70938 h 74490"/>
                <a:gd name="connsiteX14" fmla="*/ 11161 w 54525"/>
                <a:gd name="connsiteY14" fmla="*/ 71661 h 74490"/>
                <a:gd name="connsiteX15" fmla="*/ 24522 w 54525"/>
                <a:gd name="connsiteY15" fmla="*/ 74554 h 74490"/>
                <a:gd name="connsiteX16" fmla="*/ 46188 w 54525"/>
                <a:gd name="connsiteY16" fmla="*/ 53581 h 74490"/>
                <a:gd name="connsiteX17" fmla="*/ 34633 w 54525"/>
                <a:gd name="connsiteY17" fmla="*/ 30799 h 74490"/>
                <a:gd name="connsiteX18" fmla="*/ 25605 w 54525"/>
                <a:gd name="connsiteY18" fmla="*/ 14166 h 74490"/>
                <a:gd name="connsiteX19" fmla="*/ 34994 w 54525"/>
                <a:gd name="connsiteY19" fmla="*/ 4402 h 74490"/>
                <a:gd name="connsiteX20" fmla="*/ 48354 w 54525"/>
                <a:gd name="connsiteY20" fmla="*/ 20675 h 74490"/>
                <a:gd name="connsiteX21" fmla="*/ 47993 w 54525"/>
                <a:gd name="connsiteY21" fmla="*/ 23929 h 74490"/>
                <a:gd name="connsiteX22" fmla="*/ 50882 w 54525"/>
                <a:gd name="connsiteY22" fmla="*/ 23929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854" y="786"/>
                  </a:moveTo>
                  <a:lnTo>
                    <a:pt x="52326" y="786"/>
                  </a:lnTo>
                  <a:cubicBezTo>
                    <a:pt x="50882" y="3318"/>
                    <a:pt x="49437" y="4402"/>
                    <a:pt x="47632" y="4402"/>
                  </a:cubicBezTo>
                  <a:cubicBezTo>
                    <a:pt x="47271" y="4402"/>
                    <a:pt x="46188" y="4041"/>
                    <a:pt x="44743" y="3318"/>
                  </a:cubicBezTo>
                  <a:cubicBezTo>
                    <a:pt x="40771" y="1148"/>
                    <a:pt x="37160" y="63"/>
                    <a:pt x="33549" y="63"/>
                  </a:cubicBezTo>
                  <a:cubicBezTo>
                    <a:pt x="23439" y="63"/>
                    <a:pt x="15494" y="8380"/>
                    <a:pt x="15494" y="18143"/>
                  </a:cubicBezTo>
                  <a:cubicBezTo>
                    <a:pt x="15494" y="25376"/>
                    <a:pt x="17661" y="29715"/>
                    <a:pt x="25966" y="39840"/>
                  </a:cubicBezTo>
                  <a:cubicBezTo>
                    <a:pt x="32466" y="47433"/>
                    <a:pt x="35355" y="52496"/>
                    <a:pt x="35355" y="57197"/>
                  </a:cubicBezTo>
                  <a:cubicBezTo>
                    <a:pt x="35355" y="64429"/>
                    <a:pt x="29216" y="70576"/>
                    <a:pt x="22355" y="70576"/>
                  </a:cubicBezTo>
                  <a:cubicBezTo>
                    <a:pt x="13689" y="70576"/>
                    <a:pt x="7550" y="62259"/>
                    <a:pt x="7550" y="49603"/>
                  </a:cubicBezTo>
                  <a:lnTo>
                    <a:pt x="5023" y="49603"/>
                  </a:lnTo>
                  <a:lnTo>
                    <a:pt x="328" y="74192"/>
                  </a:lnTo>
                  <a:lnTo>
                    <a:pt x="3578" y="74192"/>
                  </a:lnTo>
                  <a:cubicBezTo>
                    <a:pt x="4662" y="72022"/>
                    <a:pt x="6106" y="70938"/>
                    <a:pt x="7911" y="70938"/>
                  </a:cubicBezTo>
                  <a:cubicBezTo>
                    <a:pt x="8995" y="70938"/>
                    <a:pt x="10078" y="71299"/>
                    <a:pt x="11161" y="71661"/>
                  </a:cubicBezTo>
                  <a:cubicBezTo>
                    <a:pt x="18744" y="74192"/>
                    <a:pt x="20189" y="74554"/>
                    <a:pt x="24522" y="74554"/>
                  </a:cubicBezTo>
                  <a:cubicBezTo>
                    <a:pt x="36438" y="74554"/>
                    <a:pt x="46188" y="65152"/>
                    <a:pt x="46188" y="53581"/>
                  </a:cubicBezTo>
                  <a:cubicBezTo>
                    <a:pt x="46188" y="46349"/>
                    <a:pt x="43660" y="41286"/>
                    <a:pt x="34633" y="30799"/>
                  </a:cubicBezTo>
                  <a:cubicBezTo>
                    <a:pt x="27411" y="22121"/>
                    <a:pt x="25605" y="18867"/>
                    <a:pt x="25605" y="14166"/>
                  </a:cubicBezTo>
                  <a:cubicBezTo>
                    <a:pt x="25605" y="8742"/>
                    <a:pt x="29577" y="4402"/>
                    <a:pt x="34994" y="4402"/>
                  </a:cubicBezTo>
                  <a:cubicBezTo>
                    <a:pt x="42577" y="4402"/>
                    <a:pt x="48354" y="11635"/>
                    <a:pt x="48354" y="20675"/>
                  </a:cubicBezTo>
                  <a:cubicBezTo>
                    <a:pt x="48354" y="21398"/>
                    <a:pt x="48354" y="22483"/>
                    <a:pt x="47993" y="23929"/>
                  </a:cubicBezTo>
                  <a:lnTo>
                    <a:pt x="50882" y="23929"/>
                  </a:lnTo>
                  <a:close/>
                </a:path>
              </a:pathLst>
            </a:custGeom>
            <a:solidFill>
              <a:srgbClr val="000000"/>
            </a:solidFill>
            <a:ln w="23090" cap="flat">
              <a:noFill/>
              <a:prstDash val="solid"/>
              <a:miter/>
            </a:ln>
          </p:spPr>
          <p:txBody>
            <a:bodyPr rtlCol="0" anchor="ctr"/>
            <a:lstStyle/>
            <a:p>
              <a:endParaRPr lang="zh-CN" altLang="en-US"/>
            </a:p>
          </p:txBody>
        </p:sp>
        <p:sp>
          <p:nvSpPr>
            <p:cNvPr id="315" name="任意多边形: 形状 314"/>
            <p:cNvSpPr/>
            <p:nvPr/>
          </p:nvSpPr>
          <p:spPr>
            <a:xfrm>
              <a:off x="10304547" y="3971122"/>
              <a:ext cx="59580" cy="74490"/>
            </a:xfrm>
            <a:custGeom>
              <a:avLst/>
              <a:gdLst>
                <a:gd name="connsiteX0" fmla="*/ 49440 w 59580"/>
                <a:gd name="connsiteY0" fmla="*/ 55389 h 74490"/>
                <a:gd name="connsiteX1" fmla="*/ 28496 w 59580"/>
                <a:gd name="connsiteY1" fmla="*/ 66237 h 74490"/>
                <a:gd name="connsiteX2" fmla="*/ 13330 w 59580"/>
                <a:gd name="connsiteY2" fmla="*/ 49603 h 74490"/>
                <a:gd name="connsiteX3" fmla="*/ 14053 w 59580"/>
                <a:gd name="connsiteY3" fmla="*/ 41286 h 74490"/>
                <a:gd name="connsiteX4" fmla="*/ 41496 w 59580"/>
                <a:gd name="connsiteY4" fmla="*/ 35500 h 74490"/>
                <a:gd name="connsiteX5" fmla="*/ 59912 w 59580"/>
                <a:gd name="connsiteY5" fmla="*/ 11996 h 74490"/>
                <a:gd name="connsiteX6" fmla="*/ 44746 w 59580"/>
                <a:gd name="connsiteY6" fmla="*/ 63 h 74490"/>
                <a:gd name="connsiteX7" fmla="*/ 331 w 59580"/>
                <a:gd name="connsiteY7" fmla="*/ 50326 h 74490"/>
                <a:gd name="connsiteX8" fmla="*/ 21636 w 59580"/>
                <a:gd name="connsiteY8" fmla="*/ 74554 h 74490"/>
                <a:gd name="connsiteX9" fmla="*/ 52690 w 59580"/>
                <a:gd name="connsiteY9" fmla="*/ 57558 h 74490"/>
                <a:gd name="connsiteX10" fmla="*/ 15136 w 59580"/>
                <a:gd name="connsiteY10" fmla="*/ 36947 h 74490"/>
                <a:gd name="connsiteX11" fmla="*/ 41857 w 59580"/>
                <a:gd name="connsiteY11" fmla="*/ 4764 h 74490"/>
                <a:gd name="connsiteX12" fmla="*/ 48357 w 59580"/>
                <a:gd name="connsiteY12" fmla="*/ 11635 h 74490"/>
                <a:gd name="connsiteX13" fmla="*/ 42579 w 59580"/>
                <a:gd name="connsiteY13" fmla="*/ 25376 h 74490"/>
                <a:gd name="connsiteX14" fmla="*/ 21636 w 59580"/>
                <a:gd name="connsiteY14" fmla="*/ 36585 h 74490"/>
                <a:gd name="connsiteX15" fmla="*/ 15136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40" y="55389"/>
                  </a:moveTo>
                  <a:cubicBezTo>
                    <a:pt x="42579" y="62982"/>
                    <a:pt x="35718" y="66237"/>
                    <a:pt x="28496" y="66237"/>
                  </a:cubicBezTo>
                  <a:cubicBezTo>
                    <a:pt x="19830" y="66237"/>
                    <a:pt x="13330" y="59366"/>
                    <a:pt x="13330" y="49603"/>
                  </a:cubicBezTo>
                  <a:cubicBezTo>
                    <a:pt x="13330" y="47072"/>
                    <a:pt x="13691" y="44179"/>
                    <a:pt x="14053" y="41286"/>
                  </a:cubicBezTo>
                  <a:cubicBezTo>
                    <a:pt x="26691" y="40563"/>
                    <a:pt x="33913" y="39116"/>
                    <a:pt x="41496" y="35500"/>
                  </a:cubicBezTo>
                  <a:cubicBezTo>
                    <a:pt x="52690" y="30438"/>
                    <a:pt x="59912" y="21036"/>
                    <a:pt x="59912" y="11996"/>
                  </a:cubicBezTo>
                  <a:cubicBezTo>
                    <a:pt x="59912" y="5126"/>
                    <a:pt x="53412" y="63"/>
                    <a:pt x="44746" y="63"/>
                  </a:cubicBezTo>
                  <a:cubicBezTo>
                    <a:pt x="23080" y="63"/>
                    <a:pt x="331" y="26099"/>
                    <a:pt x="331" y="50326"/>
                  </a:cubicBezTo>
                  <a:cubicBezTo>
                    <a:pt x="331" y="64790"/>
                    <a:pt x="8997" y="74554"/>
                    <a:pt x="21636" y="74554"/>
                  </a:cubicBezTo>
                  <a:cubicBezTo>
                    <a:pt x="31746" y="74554"/>
                    <a:pt x="40413" y="69491"/>
                    <a:pt x="52690" y="57558"/>
                  </a:cubicBezTo>
                  <a:close/>
                  <a:moveTo>
                    <a:pt x="15136" y="36947"/>
                  </a:moveTo>
                  <a:cubicBezTo>
                    <a:pt x="20552" y="18505"/>
                    <a:pt x="32107" y="4764"/>
                    <a:pt x="41857" y="4764"/>
                  </a:cubicBezTo>
                  <a:cubicBezTo>
                    <a:pt x="45468" y="4764"/>
                    <a:pt x="48357" y="7657"/>
                    <a:pt x="48357" y="11635"/>
                  </a:cubicBezTo>
                  <a:cubicBezTo>
                    <a:pt x="48357" y="15974"/>
                    <a:pt x="46190" y="21036"/>
                    <a:pt x="42579" y="25376"/>
                  </a:cubicBezTo>
                  <a:cubicBezTo>
                    <a:pt x="37163" y="31161"/>
                    <a:pt x="30302" y="35139"/>
                    <a:pt x="21636" y="36585"/>
                  </a:cubicBezTo>
                  <a:cubicBezTo>
                    <a:pt x="20191" y="36585"/>
                    <a:pt x="18025" y="36947"/>
                    <a:pt x="15136" y="36947"/>
                  </a:cubicBezTo>
                  <a:close/>
                </a:path>
              </a:pathLst>
            </a:custGeom>
            <a:solidFill>
              <a:srgbClr val="000000"/>
            </a:solidFill>
            <a:ln w="23090" cap="flat">
              <a:noFill/>
              <a:prstDash val="solid"/>
              <a:miter/>
            </a:ln>
          </p:spPr>
          <p:txBody>
            <a:bodyPr rtlCol="0" anchor="ctr"/>
            <a:lstStyle/>
            <a:p>
              <a:endParaRPr lang="zh-CN" altLang="en-US"/>
            </a:p>
          </p:txBody>
        </p:sp>
        <p:sp>
          <p:nvSpPr>
            <p:cNvPr id="316" name="任意多边形: 形状 315"/>
            <p:cNvSpPr/>
            <p:nvPr/>
          </p:nvSpPr>
          <p:spPr>
            <a:xfrm>
              <a:off x="10375282" y="4057546"/>
              <a:ext cx="73663" cy="7232"/>
            </a:xfrm>
            <a:custGeom>
              <a:avLst/>
              <a:gdLst>
                <a:gd name="connsiteX0" fmla="*/ 334 w 73663"/>
                <a:gd name="connsiteY0" fmla="*/ 63 h 7232"/>
                <a:gd name="connsiteX1" fmla="*/ 334 w 73663"/>
                <a:gd name="connsiteY1" fmla="*/ 7295 h 7232"/>
                <a:gd name="connsiteX2" fmla="*/ 73997 w 73663"/>
                <a:gd name="connsiteY2" fmla="*/ 7295 h 7232"/>
                <a:gd name="connsiteX3" fmla="*/ 73997 w 73663"/>
                <a:gd name="connsiteY3" fmla="*/ 63 h 7232"/>
              </a:gdLst>
              <a:ahLst/>
              <a:cxnLst>
                <a:cxn ang="0">
                  <a:pos x="connsiteX0" y="connsiteY0"/>
                </a:cxn>
                <a:cxn ang="0">
                  <a:pos x="connsiteX1" y="connsiteY1"/>
                </a:cxn>
                <a:cxn ang="0">
                  <a:pos x="connsiteX2" y="connsiteY2"/>
                </a:cxn>
                <a:cxn ang="0">
                  <a:pos x="connsiteX3" y="connsiteY3"/>
                </a:cxn>
              </a:cxnLst>
              <a:rect l="l" t="t" r="r" b="b"/>
              <a:pathLst>
                <a:path w="73663" h="7232">
                  <a:moveTo>
                    <a:pt x="334" y="63"/>
                  </a:moveTo>
                  <a:lnTo>
                    <a:pt x="334" y="7295"/>
                  </a:lnTo>
                  <a:lnTo>
                    <a:pt x="73997" y="7295"/>
                  </a:lnTo>
                  <a:lnTo>
                    <a:pt x="73997" y="63"/>
                  </a:lnTo>
                  <a:close/>
                </a:path>
              </a:pathLst>
            </a:custGeom>
            <a:solidFill>
              <a:srgbClr val="000000"/>
            </a:solidFill>
            <a:ln w="23090" cap="flat">
              <a:noFill/>
              <a:prstDash val="solid"/>
              <a:miter/>
            </a:ln>
          </p:spPr>
          <p:txBody>
            <a:bodyPr rtlCol="0" anchor="ctr"/>
            <a:lstStyle/>
            <a:p>
              <a:endParaRPr lang="zh-CN" altLang="en-US"/>
            </a:p>
          </p:txBody>
        </p:sp>
        <p:sp>
          <p:nvSpPr>
            <p:cNvPr id="317" name="任意多边形: 形状 316"/>
            <p:cNvSpPr/>
            <p:nvPr/>
          </p:nvSpPr>
          <p:spPr>
            <a:xfrm>
              <a:off x="10452556" y="3943640"/>
              <a:ext cx="36831" cy="102333"/>
            </a:xfrm>
            <a:custGeom>
              <a:avLst/>
              <a:gdLst>
                <a:gd name="connsiteX0" fmla="*/ 26697 w 36831"/>
                <a:gd name="connsiteY0" fmla="*/ 82871 h 102333"/>
                <a:gd name="connsiteX1" fmla="*/ 15142 w 36831"/>
                <a:gd name="connsiteY1" fmla="*/ 93719 h 102333"/>
                <a:gd name="connsiteX2" fmla="*/ 12976 w 36831"/>
                <a:gd name="connsiteY2" fmla="*/ 91549 h 102333"/>
                <a:gd name="connsiteX3" fmla="*/ 13337 w 36831"/>
                <a:gd name="connsiteY3" fmla="*/ 89018 h 102333"/>
                <a:gd name="connsiteX4" fmla="*/ 31030 w 36831"/>
                <a:gd name="connsiteY4" fmla="*/ 27183 h 102333"/>
                <a:gd name="connsiteX5" fmla="*/ 7198 w 36831"/>
                <a:gd name="connsiteY5" fmla="*/ 31161 h 102333"/>
                <a:gd name="connsiteX6" fmla="*/ 6476 w 36831"/>
                <a:gd name="connsiteY6" fmla="*/ 34415 h 102333"/>
                <a:gd name="connsiteX7" fmla="*/ 11531 w 36831"/>
                <a:gd name="connsiteY7" fmla="*/ 33692 h 102333"/>
                <a:gd name="connsiteX8" fmla="*/ 15864 w 36831"/>
                <a:gd name="connsiteY8" fmla="*/ 37670 h 102333"/>
                <a:gd name="connsiteX9" fmla="*/ 14781 w 36831"/>
                <a:gd name="connsiteY9" fmla="*/ 44540 h 102333"/>
                <a:gd name="connsiteX10" fmla="*/ 1421 w 36831"/>
                <a:gd name="connsiteY10" fmla="*/ 90464 h 102333"/>
                <a:gd name="connsiteX11" fmla="*/ 337 w 36831"/>
                <a:gd name="connsiteY11" fmla="*/ 96250 h 102333"/>
                <a:gd name="connsiteX12" fmla="*/ 7198 w 36831"/>
                <a:gd name="connsiteY12" fmla="*/ 102397 h 102333"/>
                <a:gd name="connsiteX13" fmla="*/ 27781 w 36831"/>
                <a:gd name="connsiteY13" fmla="*/ 86487 h 102333"/>
                <a:gd name="connsiteX14" fmla="*/ 29225 w 36831"/>
                <a:gd name="connsiteY14" fmla="*/ 63 h 102333"/>
                <a:gd name="connsiteX15" fmla="*/ 20559 w 36831"/>
                <a:gd name="connsiteY15" fmla="*/ 8019 h 102333"/>
                <a:gd name="connsiteX16" fmla="*/ 28864 w 36831"/>
                <a:gd name="connsiteY16" fmla="*/ 16335 h 102333"/>
                <a:gd name="connsiteX17" fmla="*/ 37169 w 36831"/>
                <a:gd name="connsiteY17" fmla="*/ 8019 h 102333"/>
                <a:gd name="connsiteX18" fmla="*/ 2922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97" y="82871"/>
                  </a:moveTo>
                  <a:cubicBezTo>
                    <a:pt x="22725" y="89018"/>
                    <a:pt x="17670" y="93719"/>
                    <a:pt x="15142" y="93719"/>
                  </a:cubicBezTo>
                  <a:cubicBezTo>
                    <a:pt x="14059" y="93719"/>
                    <a:pt x="12976" y="92634"/>
                    <a:pt x="12976" y="91549"/>
                  </a:cubicBezTo>
                  <a:cubicBezTo>
                    <a:pt x="12976" y="90826"/>
                    <a:pt x="12976" y="90103"/>
                    <a:pt x="13337" y="89018"/>
                  </a:cubicBezTo>
                  <a:lnTo>
                    <a:pt x="31030" y="27183"/>
                  </a:lnTo>
                  <a:cubicBezTo>
                    <a:pt x="23086" y="29353"/>
                    <a:pt x="14420" y="30799"/>
                    <a:pt x="7198" y="31161"/>
                  </a:cubicBezTo>
                  <a:lnTo>
                    <a:pt x="6476" y="34415"/>
                  </a:lnTo>
                  <a:cubicBezTo>
                    <a:pt x="9004" y="34054"/>
                    <a:pt x="10448" y="33692"/>
                    <a:pt x="11531" y="33692"/>
                  </a:cubicBezTo>
                  <a:cubicBezTo>
                    <a:pt x="14781" y="33692"/>
                    <a:pt x="15864" y="34777"/>
                    <a:pt x="15864" y="37670"/>
                  </a:cubicBezTo>
                  <a:cubicBezTo>
                    <a:pt x="15864" y="39116"/>
                    <a:pt x="15503" y="40924"/>
                    <a:pt x="14781" y="44540"/>
                  </a:cubicBezTo>
                  <a:lnTo>
                    <a:pt x="1421" y="90464"/>
                  </a:lnTo>
                  <a:cubicBezTo>
                    <a:pt x="698" y="92634"/>
                    <a:pt x="337" y="94803"/>
                    <a:pt x="337" y="96250"/>
                  </a:cubicBezTo>
                  <a:cubicBezTo>
                    <a:pt x="337" y="99504"/>
                    <a:pt x="3587" y="102397"/>
                    <a:pt x="7198" y="102397"/>
                  </a:cubicBezTo>
                  <a:cubicBezTo>
                    <a:pt x="12253" y="102397"/>
                    <a:pt x="19475" y="96611"/>
                    <a:pt x="27781" y="86487"/>
                  </a:cubicBezTo>
                  <a:close/>
                  <a:moveTo>
                    <a:pt x="29225" y="63"/>
                  </a:moveTo>
                  <a:cubicBezTo>
                    <a:pt x="24531" y="63"/>
                    <a:pt x="20559" y="3679"/>
                    <a:pt x="20559" y="8019"/>
                  </a:cubicBezTo>
                  <a:cubicBezTo>
                    <a:pt x="20559" y="12719"/>
                    <a:pt x="24531" y="16335"/>
                    <a:pt x="28864" y="16335"/>
                  </a:cubicBezTo>
                  <a:cubicBezTo>
                    <a:pt x="33558" y="16335"/>
                    <a:pt x="37169" y="12719"/>
                    <a:pt x="37169" y="8019"/>
                  </a:cubicBezTo>
                  <a:cubicBezTo>
                    <a:pt x="37169" y="3679"/>
                    <a:pt x="33558" y="63"/>
                    <a:pt x="29225" y="63"/>
                  </a:cubicBezTo>
                  <a:close/>
                </a:path>
              </a:pathLst>
            </a:custGeom>
            <a:solidFill>
              <a:srgbClr val="000000"/>
            </a:solidFill>
            <a:ln w="23090" cap="flat">
              <a:noFill/>
              <a:prstDash val="solid"/>
              <a:miter/>
            </a:ln>
          </p:spPr>
          <p:txBody>
            <a:bodyPr rtlCol="0" anchor="ctr"/>
            <a:lstStyle/>
            <a:p>
              <a:endParaRPr lang="zh-CN" altLang="en-US"/>
            </a:p>
          </p:txBody>
        </p:sp>
        <p:sp>
          <p:nvSpPr>
            <p:cNvPr id="318" name="任意多边形: 形状 317"/>
            <p:cNvSpPr/>
            <p:nvPr/>
          </p:nvSpPr>
          <p:spPr>
            <a:xfrm>
              <a:off x="10490309" y="3934600"/>
              <a:ext cx="80524" cy="111374"/>
            </a:xfrm>
            <a:custGeom>
              <a:avLst/>
              <a:gdLst>
                <a:gd name="connsiteX0" fmla="*/ 43310 w 80524"/>
                <a:gd name="connsiteY0" fmla="*/ 93357 h 111374"/>
                <a:gd name="connsiteX1" fmla="*/ 41143 w 80524"/>
                <a:gd name="connsiteY1" fmla="*/ 104567 h 111374"/>
                <a:gd name="connsiteX2" fmla="*/ 46920 w 80524"/>
                <a:gd name="connsiteY2" fmla="*/ 111437 h 111374"/>
                <a:gd name="connsiteX3" fmla="*/ 69669 w 80524"/>
                <a:gd name="connsiteY3" fmla="*/ 94442 h 111374"/>
                <a:gd name="connsiteX4" fmla="*/ 67142 w 80524"/>
                <a:gd name="connsiteY4" fmla="*/ 92634 h 111374"/>
                <a:gd name="connsiteX5" fmla="*/ 54503 w 80524"/>
                <a:gd name="connsiteY5" fmla="*/ 102759 h 111374"/>
                <a:gd name="connsiteX6" fmla="*/ 51615 w 80524"/>
                <a:gd name="connsiteY6" fmla="*/ 100589 h 111374"/>
                <a:gd name="connsiteX7" fmla="*/ 52698 w 80524"/>
                <a:gd name="connsiteY7" fmla="*/ 95165 h 111374"/>
                <a:gd name="connsiteX8" fmla="*/ 80864 w 80524"/>
                <a:gd name="connsiteY8" fmla="*/ 63 h 111374"/>
                <a:gd name="connsiteX9" fmla="*/ 58114 w 80524"/>
                <a:gd name="connsiteY9" fmla="*/ 3318 h 111374"/>
                <a:gd name="connsiteX10" fmla="*/ 57392 w 80524"/>
                <a:gd name="connsiteY10" fmla="*/ 6211 h 111374"/>
                <a:gd name="connsiteX11" fmla="*/ 59198 w 80524"/>
                <a:gd name="connsiteY11" fmla="*/ 6211 h 111374"/>
                <a:gd name="connsiteX12" fmla="*/ 62447 w 80524"/>
                <a:gd name="connsiteY12" fmla="*/ 5849 h 111374"/>
                <a:gd name="connsiteX13" fmla="*/ 66781 w 80524"/>
                <a:gd name="connsiteY13" fmla="*/ 9465 h 111374"/>
                <a:gd name="connsiteX14" fmla="*/ 66058 w 80524"/>
                <a:gd name="connsiteY14" fmla="*/ 13081 h 111374"/>
                <a:gd name="connsiteX15" fmla="*/ 58114 w 80524"/>
                <a:gd name="connsiteY15" fmla="*/ 42009 h 111374"/>
                <a:gd name="connsiteX16" fmla="*/ 46920 w 80524"/>
                <a:gd name="connsiteY16" fmla="*/ 36947 h 111374"/>
                <a:gd name="connsiteX17" fmla="*/ 339 w 80524"/>
                <a:gd name="connsiteY17" fmla="*/ 90826 h 111374"/>
                <a:gd name="connsiteX18" fmla="*/ 14422 w 80524"/>
                <a:gd name="connsiteY18" fmla="*/ 111076 h 111374"/>
                <a:gd name="connsiteX19" fmla="*/ 30671 w 80524"/>
                <a:gd name="connsiteY19" fmla="*/ 104205 h 111374"/>
                <a:gd name="connsiteX20" fmla="*/ 44393 w 80524"/>
                <a:gd name="connsiteY20" fmla="*/ 88295 h 111374"/>
                <a:gd name="connsiteX21" fmla="*/ 45476 w 80524"/>
                <a:gd name="connsiteY21" fmla="*/ 41286 h 111374"/>
                <a:gd name="connsiteX22" fmla="*/ 54142 w 80524"/>
                <a:gd name="connsiteY22" fmla="*/ 49965 h 111374"/>
                <a:gd name="connsiteX23" fmla="*/ 42226 w 80524"/>
                <a:gd name="connsiteY23" fmla="*/ 83594 h 111374"/>
                <a:gd name="connsiteX24" fmla="*/ 22005 w 80524"/>
                <a:gd name="connsiteY24" fmla="*/ 101312 h 111374"/>
                <a:gd name="connsiteX25" fmla="*/ 14422 w 80524"/>
                <a:gd name="connsiteY25" fmla="*/ 89380 h 111374"/>
                <a:gd name="connsiteX26" fmla="*/ 24893 w 80524"/>
                <a:gd name="connsiteY26" fmla="*/ 57558 h 111374"/>
                <a:gd name="connsiteX27" fmla="*/ 45476 w 80524"/>
                <a:gd name="connsiteY27" fmla="*/ 41286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310" y="93357"/>
                  </a:moveTo>
                  <a:cubicBezTo>
                    <a:pt x="41143" y="102036"/>
                    <a:pt x="41143" y="102036"/>
                    <a:pt x="41143" y="104567"/>
                  </a:cubicBezTo>
                  <a:cubicBezTo>
                    <a:pt x="41143" y="108545"/>
                    <a:pt x="43310" y="111437"/>
                    <a:pt x="46920" y="111437"/>
                  </a:cubicBezTo>
                  <a:cubicBezTo>
                    <a:pt x="53781" y="111437"/>
                    <a:pt x="60642" y="106375"/>
                    <a:pt x="69669" y="94442"/>
                  </a:cubicBezTo>
                  <a:lnTo>
                    <a:pt x="67142" y="92634"/>
                  </a:lnTo>
                  <a:cubicBezTo>
                    <a:pt x="61364" y="99866"/>
                    <a:pt x="58114" y="102759"/>
                    <a:pt x="54503" y="102759"/>
                  </a:cubicBezTo>
                  <a:cubicBezTo>
                    <a:pt x="52698" y="102759"/>
                    <a:pt x="51615" y="101674"/>
                    <a:pt x="51615" y="100589"/>
                  </a:cubicBezTo>
                  <a:cubicBezTo>
                    <a:pt x="51615" y="99504"/>
                    <a:pt x="51976" y="97335"/>
                    <a:pt x="52698" y="95165"/>
                  </a:cubicBezTo>
                  <a:lnTo>
                    <a:pt x="80864" y="63"/>
                  </a:lnTo>
                  <a:cubicBezTo>
                    <a:pt x="71114" y="2233"/>
                    <a:pt x="69308" y="2595"/>
                    <a:pt x="58114" y="3318"/>
                  </a:cubicBezTo>
                  <a:lnTo>
                    <a:pt x="57392" y="6211"/>
                  </a:lnTo>
                  <a:lnTo>
                    <a:pt x="59198" y="6211"/>
                  </a:lnTo>
                  <a:cubicBezTo>
                    <a:pt x="60642" y="6211"/>
                    <a:pt x="61725" y="5849"/>
                    <a:pt x="62447" y="5849"/>
                  </a:cubicBezTo>
                  <a:cubicBezTo>
                    <a:pt x="64614" y="5849"/>
                    <a:pt x="66781" y="7657"/>
                    <a:pt x="66781" y="9465"/>
                  </a:cubicBezTo>
                  <a:cubicBezTo>
                    <a:pt x="66781" y="10188"/>
                    <a:pt x="66420" y="11273"/>
                    <a:pt x="66058" y="13081"/>
                  </a:cubicBezTo>
                  <a:lnTo>
                    <a:pt x="58114" y="42009"/>
                  </a:lnTo>
                  <a:cubicBezTo>
                    <a:pt x="54142" y="38032"/>
                    <a:pt x="51254" y="36947"/>
                    <a:pt x="46920" y="36947"/>
                  </a:cubicBezTo>
                  <a:cubicBezTo>
                    <a:pt x="25616" y="36947"/>
                    <a:pt x="339" y="66237"/>
                    <a:pt x="339" y="90826"/>
                  </a:cubicBezTo>
                  <a:cubicBezTo>
                    <a:pt x="339" y="102759"/>
                    <a:pt x="6116" y="111076"/>
                    <a:pt x="14422" y="111076"/>
                  </a:cubicBezTo>
                  <a:cubicBezTo>
                    <a:pt x="19116" y="111076"/>
                    <a:pt x="25616" y="108183"/>
                    <a:pt x="30671" y="104205"/>
                  </a:cubicBezTo>
                  <a:cubicBezTo>
                    <a:pt x="35365" y="100228"/>
                    <a:pt x="38615" y="96250"/>
                    <a:pt x="44393" y="88295"/>
                  </a:cubicBezTo>
                  <a:close/>
                  <a:moveTo>
                    <a:pt x="45476" y="41286"/>
                  </a:moveTo>
                  <a:cubicBezTo>
                    <a:pt x="50892" y="41286"/>
                    <a:pt x="54142" y="44541"/>
                    <a:pt x="54142" y="49965"/>
                  </a:cubicBezTo>
                  <a:cubicBezTo>
                    <a:pt x="54142" y="57558"/>
                    <a:pt x="48726" y="73107"/>
                    <a:pt x="42226" y="83594"/>
                  </a:cubicBezTo>
                  <a:cubicBezTo>
                    <a:pt x="36449" y="93357"/>
                    <a:pt x="27060" y="101312"/>
                    <a:pt x="22005" y="101312"/>
                  </a:cubicBezTo>
                  <a:cubicBezTo>
                    <a:pt x="17310" y="101312"/>
                    <a:pt x="14422" y="96973"/>
                    <a:pt x="14422" y="89380"/>
                  </a:cubicBezTo>
                  <a:cubicBezTo>
                    <a:pt x="14422" y="80339"/>
                    <a:pt x="18394" y="68406"/>
                    <a:pt x="24893" y="57558"/>
                  </a:cubicBezTo>
                  <a:cubicBezTo>
                    <a:pt x="31754" y="47072"/>
                    <a:pt x="38976" y="41286"/>
                    <a:pt x="45476" y="41286"/>
                  </a:cubicBezTo>
                  <a:close/>
                </a:path>
              </a:pathLst>
            </a:custGeom>
            <a:solidFill>
              <a:srgbClr val="000000"/>
            </a:solidFill>
            <a:ln w="23090" cap="flat">
              <a:noFill/>
              <a:prstDash val="solid"/>
              <a:miter/>
            </a:ln>
          </p:spPr>
          <p:txBody>
            <a:bodyPr rtlCol="0" anchor="ctr"/>
            <a:lstStyle/>
            <a:p>
              <a:endParaRPr lang="zh-CN" altLang="en-US"/>
            </a:p>
          </p:txBody>
        </p:sp>
        <p:sp>
          <p:nvSpPr>
            <p:cNvPr id="319" name="任意多边形: 形状 318"/>
            <p:cNvSpPr/>
            <p:nvPr/>
          </p:nvSpPr>
          <p:spPr>
            <a:xfrm>
              <a:off x="10560128" y="4028617"/>
              <a:ext cx="23471" cy="33629"/>
            </a:xfrm>
            <a:custGeom>
              <a:avLst/>
              <a:gdLst>
                <a:gd name="connsiteX0" fmla="*/ 3231 w 23471"/>
                <a:gd name="connsiteY0" fmla="*/ 33692 h 33629"/>
                <a:gd name="connsiteX1" fmla="*/ 23814 w 23471"/>
                <a:gd name="connsiteY1" fmla="*/ 9465 h 33629"/>
                <a:gd name="connsiteX2" fmla="*/ 15508 w 23471"/>
                <a:gd name="connsiteY2" fmla="*/ 63 h 33629"/>
                <a:gd name="connsiteX3" fmla="*/ 7564 w 23471"/>
                <a:gd name="connsiteY3" fmla="*/ 8019 h 33629"/>
                <a:gd name="connsiteX4" fmla="*/ 9731 w 23471"/>
                <a:gd name="connsiteY4" fmla="*/ 12719 h 33629"/>
                <a:gd name="connsiteX5" fmla="*/ 12981 w 23471"/>
                <a:gd name="connsiteY5" fmla="*/ 18143 h 33629"/>
                <a:gd name="connsiteX6" fmla="*/ 342 w 23471"/>
                <a:gd name="connsiteY6" fmla="*/ 3007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231" y="33692"/>
                  </a:moveTo>
                  <a:cubicBezTo>
                    <a:pt x="15869" y="27907"/>
                    <a:pt x="23814" y="18505"/>
                    <a:pt x="23814" y="9465"/>
                  </a:cubicBezTo>
                  <a:cubicBezTo>
                    <a:pt x="23814" y="4402"/>
                    <a:pt x="19841" y="63"/>
                    <a:pt x="15508" y="63"/>
                  </a:cubicBezTo>
                  <a:cubicBezTo>
                    <a:pt x="11175" y="63"/>
                    <a:pt x="7564" y="4041"/>
                    <a:pt x="7564" y="8019"/>
                  </a:cubicBezTo>
                  <a:cubicBezTo>
                    <a:pt x="7564" y="9827"/>
                    <a:pt x="8286" y="11635"/>
                    <a:pt x="9731" y="12719"/>
                  </a:cubicBezTo>
                  <a:cubicBezTo>
                    <a:pt x="12258" y="15251"/>
                    <a:pt x="12981" y="16335"/>
                    <a:pt x="12981" y="18143"/>
                  </a:cubicBezTo>
                  <a:cubicBezTo>
                    <a:pt x="12981" y="22121"/>
                    <a:pt x="8647" y="26099"/>
                    <a:pt x="342" y="30076"/>
                  </a:cubicBezTo>
                  <a:close/>
                </a:path>
              </a:pathLst>
            </a:custGeom>
            <a:solidFill>
              <a:srgbClr val="000000"/>
            </a:solidFill>
            <a:ln w="23090" cap="flat">
              <a:noFill/>
              <a:prstDash val="solid"/>
              <a:miter/>
            </a:ln>
          </p:spPr>
          <p:txBody>
            <a:bodyPr rtlCol="0" anchor="ctr"/>
            <a:lstStyle/>
            <a:p>
              <a:endParaRPr lang="zh-CN" altLang="en-US"/>
            </a:p>
          </p:txBody>
        </p:sp>
        <p:sp>
          <p:nvSpPr>
            <p:cNvPr id="320" name="任意多边形: 形状 319"/>
            <p:cNvSpPr/>
            <p:nvPr/>
          </p:nvSpPr>
          <p:spPr>
            <a:xfrm>
              <a:off x="10598396" y="4043443"/>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21" name="任意多边形: 形状 320"/>
            <p:cNvSpPr/>
            <p:nvPr/>
          </p:nvSpPr>
          <p:spPr>
            <a:xfrm>
              <a:off x="10645338" y="3955212"/>
              <a:ext cx="39720" cy="90400"/>
            </a:xfrm>
            <a:custGeom>
              <a:avLst/>
              <a:gdLst>
                <a:gd name="connsiteX0" fmla="*/ 28150 w 39720"/>
                <a:gd name="connsiteY0" fmla="*/ 22844 h 90400"/>
                <a:gd name="connsiteX1" fmla="*/ 38622 w 39720"/>
                <a:gd name="connsiteY1" fmla="*/ 22844 h 90400"/>
                <a:gd name="connsiteX2" fmla="*/ 40066 w 39720"/>
                <a:gd name="connsiteY2" fmla="*/ 17782 h 90400"/>
                <a:gd name="connsiteX3" fmla="*/ 29594 w 39720"/>
                <a:gd name="connsiteY3" fmla="*/ 17782 h 90400"/>
                <a:gd name="connsiteX4" fmla="*/ 34650 w 39720"/>
                <a:gd name="connsiteY4" fmla="*/ 63 h 90400"/>
                <a:gd name="connsiteX5" fmla="*/ 31039 w 39720"/>
                <a:gd name="connsiteY5" fmla="*/ 63 h 90400"/>
                <a:gd name="connsiteX6" fmla="*/ 6484 w 39720"/>
                <a:gd name="connsiteY6" fmla="*/ 17782 h 90400"/>
                <a:gd name="connsiteX7" fmla="*/ 5401 w 39720"/>
                <a:gd name="connsiteY7" fmla="*/ 22844 h 90400"/>
                <a:gd name="connsiteX8" fmla="*/ 16595 w 39720"/>
                <a:gd name="connsiteY8" fmla="*/ 22844 h 90400"/>
                <a:gd name="connsiteX9" fmla="*/ 2512 w 39720"/>
                <a:gd name="connsiteY9" fmla="*/ 71661 h 90400"/>
                <a:gd name="connsiteX10" fmla="*/ 346 w 39720"/>
                <a:gd name="connsiteY10" fmla="*/ 82509 h 90400"/>
                <a:gd name="connsiteX11" fmla="*/ 8290 w 39720"/>
                <a:gd name="connsiteY11" fmla="*/ 90464 h 90400"/>
                <a:gd name="connsiteX12" fmla="*/ 28872 w 39720"/>
                <a:gd name="connsiteY12" fmla="*/ 73830 h 90400"/>
                <a:gd name="connsiteX13" fmla="*/ 27067 w 39720"/>
                <a:gd name="connsiteY13" fmla="*/ 71661 h 90400"/>
                <a:gd name="connsiteX14" fmla="*/ 14789 w 39720"/>
                <a:gd name="connsiteY14" fmla="*/ 82509 h 90400"/>
                <a:gd name="connsiteX15" fmla="*/ 12262 w 39720"/>
                <a:gd name="connsiteY15" fmla="*/ 80339 h 90400"/>
                <a:gd name="connsiteX16" fmla="*/ 14067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0" y="22844"/>
                  </a:moveTo>
                  <a:lnTo>
                    <a:pt x="38622" y="22844"/>
                  </a:lnTo>
                  <a:lnTo>
                    <a:pt x="40066" y="17782"/>
                  </a:lnTo>
                  <a:lnTo>
                    <a:pt x="29594" y="17782"/>
                  </a:lnTo>
                  <a:lnTo>
                    <a:pt x="34650" y="63"/>
                  </a:lnTo>
                  <a:lnTo>
                    <a:pt x="31039" y="63"/>
                  </a:lnTo>
                  <a:cubicBezTo>
                    <a:pt x="22372" y="11273"/>
                    <a:pt x="16234" y="15612"/>
                    <a:pt x="6484" y="17782"/>
                  </a:cubicBezTo>
                  <a:lnTo>
                    <a:pt x="5401" y="22844"/>
                  </a:lnTo>
                  <a:lnTo>
                    <a:pt x="16595" y="22844"/>
                  </a:lnTo>
                  <a:lnTo>
                    <a:pt x="2512" y="71661"/>
                  </a:lnTo>
                  <a:cubicBezTo>
                    <a:pt x="1429" y="75638"/>
                    <a:pt x="346" y="80339"/>
                    <a:pt x="346" y="82509"/>
                  </a:cubicBezTo>
                  <a:cubicBezTo>
                    <a:pt x="346" y="87210"/>
                    <a:pt x="3595" y="90464"/>
                    <a:pt x="8290" y="90464"/>
                  </a:cubicBezTo>
                  <a:cubicBezTo>
                    <a:pt x="14428" y="90464"/>
                    <a:pt x="20928" y="85040"/>
                    <a:pt x="28872" y="73830"/>
                  </a:cubicBezTo>
                  <a:lnTo>
                    <a:pt x="27067" y="71661"/>
                  </a:lnTo>
                  <a:cubicBezTo>
                    <a:pt x="22011" y="78170"/>
                    <a:pt x="17317" y="82509"/>
                    <a:pt x="14789" y="82509"/>
                  </a:cubicBezTo>
                  <a:cubicBezTo>
                    <a:pt x="13706" y="82509"/>
                    <a:pt x="12262" y="81424"/>
                    <a:pt x="12262" y="80339"/>
                  </a:cubicBezTo>
                  <a:cubicBezTo>
                    <a:pt x="12262" y="79255"/>
                    <a:pt x="12262" y="79255"/>
                    <a:pt x="14067" y="72746"/>
                  </a:cubicBezTo>
                  <a:close/>
                </a:path>
              </a:pathLst>
            </a:custGeom>
            <a:solidFill>
              <a:srgbClr val="000000"/>
            </a:solidFill>
            <a:ln w="23090" cap="flat">
              <a:noFill/>
              <a:prstDash val="solid"/>
              <a:miter/>
            </a:ln>
          </p:spPr>
          <p:txBody>
            <a:bodyPr rtlCol="0" anchor="ctr"/>
            <a:lstStyle/>
            <a:p>
              <a:endParaRPr lang="zh-CN" altLang="en-US"/>
            </a:p>
          </p:txBody>
        </p:sp>
        <p:sp>
          <p:nvSpPr>
            <p:cNvPr id="322" name="任意多边形: 形状 321"/>
            <p:cNvSpPr/>
            <p:nvPr/>
          </p:nvSpPr>
          <p:spPr>
            <a:xfrm>
              <a:off x="10687609" y="3943640"/>
              <a:ext cx="36831" cy="102333"/>
            </a:xfrm>
            <a:custGeom>
              <a:avLst/>
              <a:gdLst>
                <a:gd name="connsiteX0" fmla="*/ 26707 w 36831"/>
                <a:gd name="connsiteY0" fmla="*/ 82871 h 102333"/>
                <a:gd name="connsiteX1" fmla="*/ 15152 w 36831"/>
                <a:gd name="connsiteY1" fmla="*/ 93719 h 102333"/>
                <a:gd name="connsiteX2" fmla="*/ 12986 w 36831"/>
                <a:gd name="connsiteY2" fmla="*/ 91549 h 102333"/>
                <a:gd name="connsiteX3" fmla="*/ 13347 w 36831"/>
                <a:gd name="connsiteY3" fmla="*/ 89018 h 102333"/>
                <a:gd name="connsiteX4" fmla="*/ 31041 w 36831"/>
                <a:gd name="connsiteY4" fmla="*/ 27183 h 102333"/>
                <a:gd name="connsiteX5" fmla="*/ 7208 w 36831"/>
                <a:gd name="connsiteY5" fmla="*/ 31161 h 102333"/>
                <a:gd name="connsiteX6" fmla="*/ 6486 w 36831"/>
                <a:gd name="connsiteY6" fmla="*/ 34415 h 102333"/>
                <a:gd name="connsiteX7" fmla="*/ 11541 w 36831"/>
                <a:gd name="connsiteY7" fmla="*/ 33692 h 102333"/>
                <a:gd name="connsiteX8" fmla="*/ 15875 w 36831"/>
                <a:gd name="connsiteY8" fmla="*/ 37670 h 102333"/>
                <a:gd name="connsiteX9" fmla="*/ 14791 w 36831"/>
                <a:gd name="connsiteY9" fmla="*/ 44540 h 102333"/>
                <a:gd name="connsiteX10" fmla="*/ 1431 w 36831"/>
                <a:gd name="connsiteY10" fmla="*/ 90464 h 102333"/>
                <a:gd name="connsiteX11" fmla="*/ 347 w 36831"/>
                <a:gd name="connsiteY11" fmla="*/ 96250 h 102333"/>
                <a:gd name="connsiteX12" fmla="*/ 7208 w 36831"/>
                <a:gd name="connsiteY12" fmla="*/ 102397 h 102333"/>
                <a:gd name="connsiteX13" fmla="*/ 27791 w 36831"/>
                <a:gd name="connsiteY13" fmla="*/ 86487 h 102333"/>
                <a:gd name="connsiteX14" fmla="*/ 29235 w 36831"/>
                <a:gd name="connsiteY14" fmla="*/ 63 h 102333"/>
                <a:gd name="connsiteX15" fmla="*/ 20569 w 36831"/>
                <a:gd name="connsiteY15" fmla="*/ 8019 h 102333"/>
                <a:gd name="connsiteX16" fmla="*/ 28874 w 36831"/>
                <a:gd name="connsiteY16" fmla="*/ 16335 h 102333"/>
                <a:gd name="connsiteX17" fmla="*/ 37179 w 36831"/>
                <a:gd name="connsiteY17" fmla="*/ 8019 h 102333"/>
                <a:gd name="connsiteX18" fmla="*/ 2923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707" y="82871"/>
                  </a:moveTo>
                  <a:cubicBezTo>
                    <a:pt x="22735" y="89018"/>
                    <a:pt x="17680" y="93719"/>
                    <a:pt x="15152" y="93719"/>
                  </a:cubicBezTo>
                  <a:cubicBezTo>
                    <a:pt x="14069" y="93719"/>
                    <a:pt x="12986" y="92634"/>
                    <a:pt x="12986" y="91549"/>
                  </a:cubicBezTo>
                  <a:cubicBezTo>
                    <a:pt x="12986" y="90826"/>
                    <a:pt x="12986" y="90103"/>
                    <a:pt x="13347" y="89018"/>
                  </a:cubicBezTo>
                  <a:lnTo>
                    <a:pt x="31041" y="27183"/>
                  </a:lnTo>
                  <a:cubicBezTo>
                    <a:pt x="23096" y="29353"/>
                    <a:pt x="14430" y="30799"/>
                    <a:pt x="7208" y="31161"/>
                  </a:cubicBezTo>
                  <a:lnTo>
                    <a:pt x="6486" y="34415"/>
                  </a:lnTo>
                  <a:cubicBezTo>
                    <a:pt x="9014" y="34054"/>
                    <a:pt x="10458" y="33692"/>
                    <a:pt x="11541" y="33692"/>
                  </a:cubicBezTo>
                  <a:cubicBezTo>
                    <a:pt x="14791" y="33692"/>
                    <a:pt x="15875" y="34777"/>
                    <a:pt x="15875" y="37670"/>
                  </a:cubicBezTo>
                  <a:cubicBezTo>
                    <a:pt x="15875" y="39116"/>
                    <a:pt x="15513" y="40924"/>
                    <a:pt x="14791" y="44540"/>
                  </a:cubicBezTo>
                  <a:lnTo>
                    <a:pt x="1431" y="90464"/>
                  </a:lnTo>
                  <a:cubicBezTo>
                    <a:pt x="708" y="92634"/>
                    <a:pt x="347" y="94803"/>
                    <a:pt x="347" y="96250"/>
                  </a:cubicBezTo>
                  <a:cubicBezTo>
                    <a:pt x="347" y="99504"/>
                    <a:pt x="3597" y="102397"/>
                    <a:pt x="7208" y="102397"/>
                  </a:cubicBezTo>
                  <a:cubicBezTo>
                    <a:pt x="12264" y="102397"/>
                    <a:pt x="19485" y="96611"/>
                    <a:pt x="27791" y="86487"/>
                  </a:cubicBezTo>
                  <a:close/>
                  <a:moveTo>
                    <a:pt x="29235" y="63"/>
                  </a:moveTo>
                  <a:cubicBezTo>
                    <a:pt x="24541" y="63"/>
                    <a:pt x="20569" y="3679"/>
                    <a:pt x="20569" y="8019"/>
                  </a:cubicBezTo>
                  <a:cubicBezTo>
                    <a:pt x="20569" y="12719"/>
                    <a:pt x="24541" y="16335"/>
                    <a:pt x="28874" y="16335"/>
                  </a:cubicBezTo>
                  <a:cubicBezTo>
                    <a:pt x="33568" y="16335"/>
                    <a:pt x="37179" y="12719"/>
                    <a:pt x="37179" y="8019"/>
                  </a:cubicBezTo>
                  <a:cubicBezTo>
                    <a:pt x="37179" y="3679"/>
                    <a:pt x="33568" y="63"/>
                    <a:pt x="29235" y="63"/>
                  </a:cubicBezTo>
                  <a:close/>
                </a:path>
              </a:pathLst>
            </a:custGeom>
            <a:solidFill>
              <a:srgbClr val="000000"/>
            </a:solidFill>
            <a:ln w="23090" cap="flat">
              <a:noFill/>
              <a:prstDash val="solid"/>
              <a:miter/>
            </a:ln>
          </p:spPr>
          <p:txBody>
            <a:bodyPr rtlCol="0" anchor="ctr"/>
            <a:lstStyle/>
            <a:p>
              <a:endParaRPr lang="zh-CN" altLang="en-US"/>
            </a:p>
          </p:txBody>
        </p:sp>
        <p:sp>
          <p:nvSpPr>
            <p:cNvPr id="323" name="任意多边形: 形状 322"/>
            <p:cNvSpPr/>
            <p:nvPr/>
          </p:nvSpPr>
          <p:spPr>
            <a:xfrm>
              <a:off x="10728974" y="3955212"/>
              <a:ext cx="39720" cy="90400"/>
            </a:xfrm>
            <a:custGeom>
              <a:avLst/>
              <a:gdLst>
                <a:gd name="connsiteX0" fmla="*/ 28154 w 39720"/>
                <a:gd name="connsiteY0" fmla="*/ 22844 h 90400"/>
                <a:gd name="connsiteX1" fmla="*/ 38625 w 39720"/>
                <a:gd name="connsiteY1" fmla="*/ 22844 h 90400"/>
                <a:gd name="connsiteX2" fmla="*/ 40070 w 39720"/>
                <a:gd name="connsiteY2" fmla="*/ 17782 h 90400"/>
                <a:gd name="connsiteX3" fmla="*/ 29598 w 39720"/>
                <a:gd name="connsiteY3" fmla="*/ 17782 h 90400"/>
                <a:gd name="connsiteX4" fmla="*/ 34653 w 39720"/>
                <a:gd name="connsiteY4" fmla="*/ 63 h 90400"/>
                <a:gd name="connsiteX5" fmla="*/ 31042 w 39720"/>
                <a:gd name="connsiteY5" fmla="*/ 63 h 90400"/>
                <a:gd name="connsiteX6" fmla="*/ 6488 w 39720"/>
                <a:gd name="connsiteY6" fmla="*/ 17782 h 90400"/>
                <a:gd name="connsiteX7" fmla="*/ 5404 w 39720"/>
                <a:gd name="connsiteY7" fmla="*/ 22844 h 90400"/>
                <a:gd name="connsiteX8" fmla="*/ 16598 w 39720"/>
                <a:gd name="connsiteY8" fmla="*/ 22844 h 90400"/>
                <a:gd name="connsiteX9" fmla="*/ 2516 w 39720"/>
                <a:gd name="connsiteY9" fmla="*/ 71661 h 90400"/>
                <a:gd name="connsiteX10" fmla="*/ 349 w 39720"/>
                <a:gd name="connsiteY10" fmla="*/ 82509 h 90400"/>
                <a:gd name="connsiteX11" fmla="*/ 8293 w 39720"/>
                <a:gd name="connsiteY11" fmla="*/ 90464 h 90400"/>
                <a:gd name="connsiteX12" fmla="*/ 28876 w 39720"/>
                <a:gd name="connsiteY12" fmla="*/ 73830 h 90400"/>
                <a:gd name="connsiteX13" fmla="*/ 27070 w 39720"/>
                <a:gd name="connsiteY13" fmla="*/ 71661 h 90400"/>
                <a:gd name="connsiteX14" fmla="*/ 14793 w 39720"/>
                <a:gd name="connsiteY14" fmla="*/ 82509 h 90400"/>
                <a:gd name="connsiteX15" fmla="*/ 12265 w 39720"/>
                <a:gd name="connsiteY15" fmla="*/ 80339 h 90400"/>
                <a:gd name="connsiteX16" fmla="*/ 14071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4" y="22844"/>
                  </a:moveTo>
                  <a:lnTo>
                    <a:pt x="38625" y="22844"/>
                  </a:lnTo>
                  <a:lnTo>
                    <a:pt x="40070" y="17782"/>
                  </a:lnTo>
                  <a:lnTo>
                    <a:pt x="29598" y="17782"/>
                  </a:lnTo>
                  <a:lnTo>
                    <a:pt x="34653" y="63"/>
                  </a:lnTo>
                  <a:lnTo>
                    <a:pt x="31042" y="63"/>
                  </a:lnTo>
                  <a:cubicBezTo>
                    <a:pt x="22376" y="11273"/>
                    <a:pt x="16237" y="15612"/>
                    <a:pt x="6488" y="17782"/>
                  </a:cubicBezTo>
                  <a:lnTo>
                    <a:pt x="5404" y="22844"/>
                  </a:lnTo>
                  <a:lnTo>
                    <a:pt x="16598" y="22844"/>
                  </a:lnTo>
                  <a:lnTo>
                    <a:pt x="2516" y="71661"/>
                  </a:lnTo>
                  <a:cubicBezTo>
                    <a:pt x="1432" y="75638"/>
                    <a:pt x="349" y="80339"/>
                    <a:pt x="349" y="82509"/>
                  </a:cubicBezTo>
                  <a:cubicBezTo>
                    <a:pt x="349" y="87210"/>
                    <a:pt x="3599" y="90464"/>
                    <a:pt x="8293" y="90464"/>
                  </a:cubicBezTo>
                  <a:cubicBezTo>
                    <a:pt x="14432" y="90464"/>
                    <a:pt x="20932" y="85040"/>
                    <a:pt x="28876" y="73830"/>
                  </a:cubicBezTo>
                  <a:lnTo>
                    <a:pt x="27070" y="71661"/>
                  </a:lnTo>
                  <a:cubicBezTo>
                    <a:pt x="22015" y="78170"/>
                    <a:pt x="17321" y="82509"/>
                    <a:pt x="14793" y="82509"/>
                  </a:cubicBezTo>
                  <a:cubicBezTo>
                    <a:pt x="13710" y="82509"/>
                    <a:pt x="12265" y="81424"/>
                    <a:pt x="12265" y="80339"/>
                  </a:cubicBezTo>
                  <a:cubicBezTo>
                    <a:pt x="12265" y="79255"/>
                    <a:pt x="12265" y="79255"/>
                    <a:pt x="14071" y="72746"/>
                  </a:cubicBezTo>
                  <a:close/>
                </a:path>
              </a:pathLst>
            </a:custGeom>
            <a:solidFill>
              <a:srgbClr val="000000"/>
            </a:solidFill>
            <a:ln w="23090" cap="flat">
              <a:noFill/>
              <a:prstDash val="solid"/>
              <a:miter/>
            </a:ln>
          </p:spPr>
          <p:txBody>
            <a:bodyPr rtlCol="0" anchor="ctr"/>
            <a:lstStyle/>
            <a:p>
              <a:endParaRPr lang="zh-CN" altLang="en-US"/>
            </a:p>
          </p:txBody>
        </p:sp>
        <p:sp>
          <p:nvSpPr>
            <p:cNvPr id="324" name="任意多边形: 形状 323"/>
            <p:cNvSpPr/>
            <p:nvPr/>
          </p:nvSpPr>
          <p:spPr>
            <a:xfrm>
              <a:off x="10770884" y="3934600"/>
              <a:ext cx="41164" cy="111012"/>
            </a:xfrm>
            <a:custGeom>
              <a:avLst/>
              <a:gdLst>
                <a:gd name="connsiteX0" fmla="*/ 25989 w 41164"/>
                <a:gd name="connsiteY0" fmla="*/ 93719 h 111012"/>
                <a:gd name="connsiteX1" fmla="*/ 14795 w 41164"/>
                <a:gd name="connsiteY1" fmla="*/ 103120 h 111012"/>
                <a:gd name="connsiteX2" fmla="*/ 12628 w 41164"/>
                <a:gd name="connsiteY2" fmla="*/ 100951 h 111012"/>
                <a:gd name="connsiteX3" fmla="*/ 12989 w 41164"/>
                <a:gd name="connsiteY3" fmla="*/ 99143 h 111012"/>
                <a:gd name="connsiteX4" fmla="*/ 41516 w 41164"/>
                <a:gd name="connsiteY4" fmla="*/ 63 h 111012"/>
                <a:gd name="connsiteX5" fmla="*/ 19489 w 41164"/>
                <a:gd name="connsiteY5" fmla="*/ 3318 h 111012"/>
                <a:gd name="connsiteX6" fmla="*/ 18767 w 41164"/>
                <a:gd name="connsiteY6" fmla="*/ 6211 h 111012"/>
                <a:gd name="connsiteX7" fmla="*/ 20211 w 41164"/>
                <a:gd name="connsiteY7" fmla="*/ 6211 h 111012"/>
                <a:gd name="connsiteX8" fmla="*/ 23100 w 41164"/>
                <a:gd name="connsiteY8" fmla="*/ 5849 h 111012"/>
                <a:gd name="connsiteX9" fmla="*/ 26711 w 41164"/>
                <a:gd name="connsiteY9" fmla="*/ 9103 h 111012"/>
                <a:gd name="connsiteX10" fmla="*/ 25989 w 41164"/>
                <a:gd name="connsiteY10" fmla="*/ 13804 h 111012"/>
                <a:gd name="connsiteX11" fmla="*/ 1434 w 41164"/>
                <a:gd name="connsiteY11" fmla="*/ 99143 h 111012"/>
                <a:gd name="connsiteX12" fmla="*/ 351 w 41164"/>
                <a:gd name="connsiteY12" fmla="*/ 104205 h 111012"/>
                <a:gd name="connsiteX13" fmla="*/ 7212 w 41164"/>
                <a:gd name="connsiteY13" fmla="*/ 111076 h 111012"/>
                <a:gd name="connsiteX14" fmla="*/ 27794 w 41164"/>
                <a:gd name="connsiteY14" fmla="*/ 9588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89" y="93719"/>
                  </a:moveTo>
                  <a:cubicBezTo>
                    <a:pt x="18767" y="102397"/>
                    <a:pt x="17323" y="103120"/>
                    <a:pt x="14795" y="103120"/>
                  </a:cubicBezTo>
                  <a:cubicBezTo>
                    <a:pt x="13712" y="103120"/>
                    <a:pt x="12628" y="102397"/>
                    <a:pt x="12628" y="100951"/>
                  </a:cubicBezTo>
                  <a:cubicBezTo>
                    <a:pt x="12628" y="100589"/>
                    <a:pt x="12989" y="99866"/>
                    <a:pt x="12989" y="99143"/>
                  </a:cubicBezTo>
                  <a:lnTo>
                    <a:pt x="41516" y="63"/>
                  </a:lnTo>
                  <a:cubicBezTo>
                    <a:pt x="31405" y="1871"/>
                    <a:pt x="29961" y="2233"/>
                    <a:pt x="19489" y="3318"/>
                  </a:cubicBezTo>
                  <a:lnTo>
                    <a:pt x="18767" y="6211"/>
                  </a:lnTo>
                  <a:lnTo>
                    <a:pt x="20211" y="6211"/>
                  </a:lnTo>
                  <a:cubicBezTo>
                    <a:pt x="21656" y="6211"/>
                    <a:pt x="22378" y="5849"/>
                    <a:pt x="23100" y="5849"/>
                  </a:cubicBezTo>
                  <a:cubicBezTo>
                    <a:pt x="24906" y="5849"/>
                    <a:pt x="26711" y="7295"/>
                    <a:pt x="26711" y="9103"/>
                  </a:cubicBezTo>
                  <a:cubicBezTo>
                    <a:pt x="26711" y="9827"/>
                    <a:pt x="26350" y="11273"/>
                    <a:pt x="25989" y="13804"/>
                  </a:cubicBezTo>
                  <a:lnTo>
                    <a:pt x="1434" y="99143"/>
                  </a:lnTo>
                  <a:cubicBezTo>
                    <a:pt x="351" y="102397"/>
                    <a:pt x="351" y="103120"/>
                    <a:pt x="351" y="104205"/>
                  </a:cubicBezTo>
                  <a:cubicBezTo>
                    <a:pt x="351" y="108183"/>
                    <a:pt x="3240" y="111076"/>
                    <a:pt x="7212" y="111076"/>
                  </a:cubicBezTo>
                  <a:cubicBezTo>
                    <a:pt x="13350" y="111076"/>
                    <a:pt x="17684" y="107821"/>
                    <a:pt x="27794" y="95888"/>
                  </a:cubicBezTo>
                  <a:close/>
                </a:path>
              </a:pathLst>
            </a:custGeom>
            <a:solidFill>
              <a:srgbClr val="000000"/>
            </a:solidFill>
            <a:ln w="23090" cap="flat">
              <a:noFill/>
              <a:prstDash val="solid"/>
              <a:miter/>
            </a:ln>
          </p:spPr>
          <p:txBody>
            <a:bodyPr rtlCol="0" anchor="ctr"/>
            <a:lstStyle/>
            <a:p>
              <a:endParaRPr lang="zh-CN" altLang="en-US"/>
            </a:p>
          </p:txBody>
        </p:sp>
        <p:sp>
          <p:nvSpPr>
            <p:cNvPr id="325" name="任意多边形: 形状 324"/>
            <p:cNvSpPr/>
            <p:nvPr/>
          </p:nvSpPr>
          <p:spPr>
            <a:xfrm>
              <a:off x="10809920" y="3971122"/>
              <a:ext cx="59580" cy="74490"/>
            </a:xfrm>
            <a:custGeom>
              <a:avLst/>
              <a:gdLst>
                <a:gd name="connsiteX0" fmla="*/ 49462 w 59580"/>
                <a:gd name="connsiteY0" fmla="*/ 55389 h 74490"/>
                <a:gd name="connsiteX1" fmla="*/ 28518 w 59580"/>
                <a:gd name="connsiteY1" fmla="*/ 66237 h 74490"/>
                <a:gd name="connsiteX2" fmla="*/ 13352 w 59580"/>
                <a:gd name="connsiteY2" fmla="*/ 49603 h 74490"/>
                <a:gd name="connsiteX3" fmla="*/ 14074 w 59580"/>
                <a:gd name="connsiteY3" fmla="*/ 41286 h 74490"/>
                <a:gd name="connsiteX4" fmla="*/ 41518 w 59580"/>
                <a:gd name="connsiteY4" fmla="*/ 35500 h 74490"/>
                <a:gd name="connsiteX5" fmla="*/ 59934 w 59580"/>
                <a:gd name="connsiteY5" fmla="*/ 11996 h 74490"/>
                <a:gd name="connsiteX6" fmla="*/ 44768 w 59580"/>
                <a:gd name="connsiteY6" fmla="*/ 63 h 74490"/>
                <a:gd name="connsiteX7" fmla="*/ 353 w 59580"/>
                <a:gd name="connsiteY7" fmla="*/ 50326 h 74490"/>
                <a:gd name="connsiteX8" fmla="*/ 21657 w 59580"/>
                <a:gd name="connsiteY8" fmla="*/ 74554 h 74490"/>
                <a:gd name="connsiteX9" fmla="*/ 52712 w 59580"/>
                <a:gd name="connsiteY9" fmla="*/ 57558 h 74490"/>
                <a:gd name="connsiteX10" fmla="*/ 15158 w 59580"/>
                <a:gd name="connsiteY10" fmla="*/ 36947 h 74490"/>
                <a:gd name="connsiteX11" fmla="*/ 41879 w 59580"/>
                <a:gd name="connsiteY11" fmla="*/ 4764 h 74490"/>
                <a:gd name="connsiteX12" fmla="*/ 48379 w 59580"/>
                <a:gd name="connsiteY12" fmla="*/ 11635 h 74490"/>
                <a:gd name="connsiteX13" fmla="*/ 42601 w 59580"/>
                <a:gd name="connsiteY13" fmla="*/ 25376 h 74490"/>
                <a:gd name="connsiteX14" fmla="*/ 21657 w 59580"/>
                <a:gd name="connsiteY14" fmla="*/ 36585 h 74490"/>
                <a:gd name="connsiteX15" fmla="*/ 15158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62" y="55389"/>
                  </a:moveTo>
                  <a:cubicBezTo>
                    <a:pt x="42601" y="62982"/>
                    <a:pt x="35740" y="66237"/>
                    <a:pt x="28518" y="66237"/>
                  </a:cubicBezTo>
                  <a:cubicBezTo>
                    <a:pt x="19852" y="66237"/>
                    <a:pt x="13352" y="59366"/>
                    <a:pt x="13352" y="49603"/>
                  </a:cubicBezTo>
                  <a:cubicBezTo>
                    <a:pt x="13352" y="47072"/>
                    <a:pt x="13713" y="44179"/>
                    <a:pt x="14074" y="41286"/>
                  </a:cubicBezTo>
                  <a:cubicBezTo>
                    <a:pt x="26713" y="40563"/>
                    <a:pt x="33935" y="39116"/>
                    <a:pt x="41518" y="35500"/>
                  </a:cubicBezTo>
                  <a:cubicBezTo>
                    <a:pt x="52712" y="30438"/>
                    <a:pt x="59934" y="21036"/>
                    <a:pt x="59934" y="11996"/>
                  </a:cubicBezTo>
                  <a:cubicBezTo>
                    <a:pt x="59934" y="5126"/>
                    <a:pt x="53434" y="63"/>
                    <a:pt x="44768" y="63"/>
                  </a:cubicBezTo>
                  <a:cubicBezTo>
                    <a:pt x="23102" y="63"/>
                    <a:pt x="353" y="26099"/>
                    <a:pt x="353" y="50326"/>
                  </a:cubicBezTo>
                  <a:cubicBezTo>
                    <a:pt x="353" y="64790"/>
                    <a:pt x="9019" y="74554"/>
                    <a:pt x="21657" y="74554"/>
                  </a:cubicBezTo>
                  <a:cubicBezTo>
                    <a:pt x="31768" y="74554"/>
                    <a:pt x="40434" y="69491"/>
                    <a:pt x="52712" y="57558"/>
                  </a:cubicBezTo>
                  <a:close/>
                  <a:moveTo>
                    <a:pt x="15158" y="36947"/>
                  </a:moveTo>
                  <a:cubicBezTo>
                    <a:pt x="20574" y="18505"/>
                    <a:pt x="32129" y="4764"/>
                    <a:pt x="41879" y="4764"/>
                  </a:cubicBezTo>
                  <a:cubicBezTo>
                    <a:pt x="45490" y="4764"/>
                    <a:pt x="48379" y="7657"/>
                    <a:pt x="48379" y="11635"/>
                  </a:cubicBezTo>
                  <a:cubicBezTo>
                    <a:pt x="48379" y="15974"/>
                    <a:pt x="46212" y="21036"/>
                    <a:pt x="42601" y="25376"/>
                  </a:cubicBezTo>
                  <a:cubicBezTo>
                    <a:pt x="37185" y="31161"/>
                    <a:pt x="30324" y="35139"/>
                    <a:pt x="21657" y="36585"/>
                  </a:cubicBezTo>
                  <a:cubicBezTo>
                    <a:pt x="20213" y="36585"/>
                    <a:pt x="18046" y="36947"/>
                    <a:pt x="15158" y="36947"/>
                  </a:cubicBezTo>
                  <a:close/>
                </a:path>
              </a:pathLst>
            </a:custGeom>
            <a:solidFill>
              <a:srgbClr val="000000"/>
            </a:solidFill>
            <a:ln w="23090" cap="flat">
              <a:noFill/>
              <a:prstDash val="solid"/>
              <a:miter/>
            </a:ln>
          </p:spPr>
          <p:txBody>
            <a:bodyPr rtlCol="0" anchor="ctr"/>
            <a:lstStyle/>
            <a:p>
              <a:endParaRPr lang="zh-CN" altLang="en-US"/>
            </a:p>
          </p:txBody>
        </p:sp>
      </p:grpSp>
      <p:sp>
        <p:nvSpPr>
          <p:cNvPr id="326" name="任意多边形: 形状 325"/>
          <p:cNvSpPr/>
          <p:nvPr/>
        </p:nvSpPr>
        <p:spPr>
          <a:xfrm>
            <a:off x="9047067" y="4235810"/>
            <a:ext cx="97473" cy="135650"/>
          </a:xfrm>
          <a:custGeom>
            <a:avLst/>
            <a:gdLst>
              <a:gd name="connsiteX0" fmla="*/ 41074 w 77274"/>
              <a:gd name="connsiteY0" fmla="*/ 10211 h 99802"/>
              <a:gd name="connsiteX1" fmla="*/ 37463 w 77274"/>
              <a:gd name="connsiteY1" fmla="*/ 86 h 99802"/>
              <a:gd name="connsiteX2" fmla="*/ 15797 w 77274"/>
              <a:gd name="connsiteY2" fmla="*/ 5149 h 99802"/>
              <a:gd name="connsiteX3" fmla="*/ 15074 w 77274"/>
              <a:gd name="connsiteY3" fmla="*/ 7680 h 99802"/>
              <a:gd name="connsiteX4" fmla="*/ 19769 w 77274"/>
              <a:gd name="connsiteY4" fmla="*/ 6957 h 99802"/>
              <a:gd name="connsiteX5" fmla="*/ 30241 w 77274"/>
              <a:gd name="connsiteY5" fmla="*/ 25037 h 99802"/>
              <a:gd name="connsiteX6" fmla="*/ 33490 w 77274"/>
              <a:gd name="connsiteY6" fmla="*/ 73854 h 99802"/>
              <a:gd name="connsiteX7" fmla="*/ 13630 w 77274"/>
              <a:gd name="connsiteY7" fmla="*/ 91572 h 99802"/>
              <a:gd name="connsiteX8" fmla="*/ 12908 w 77274"/>
              <a:gd name="connsiteY8" fmla="*/ 90126 h 99802"/>
              <a:gd name="connsiteX9" fmla="*/ 7853 w 77274"/>
              <a:gd name="connsiteY9" fmla="*/ 86510 h 99802"/>
              <a:gd name="connsiteX10" fmla="*/ 270 w 77274"/>
              <a:gd name="connsiteY10" fmla="*/ 93742 h 99802"/>
              <a:gd name="connsiteX11" fmla="*/ 6769 w 77274"/>
              <a:gd name="connsiteY11" fmla="*/ 99889 h 99802"/>
              <a:gd name="connsiteX12" fmla="*/ 47934 w 77274"/>
              <a:gd name="connsiteY12" fmla="*/ 61921 h 99802"/>
              <a:gd name="connsiteX13" fmla="*/ 77544 w 77274"/>
              <a:gd name="connsiteY13" fmla="*/ 10935 h 99802"/>
              <a:gd name="connsiteX14" fmla="*/ 69600 w 77274"/>
              <a:gd name="connsiteY14" fmla="*/ 448 h 99802"/>
              <a:gd name="connsiteX15" fmla="*/ 63100 w 77274"/>
              <a:gd name="connsiteY15" fmla="*/ 6957 h 99802"/>
              <a:gd name="connsiteX16" fmla="*/ 67795 w 77274"/>
              <a:gd name="connsiteY16" fmla="*/ 13827 h 99802"/>
              <a:gd name="connsiteX17" fmla="*/ 71406 w 77274"/>
              <a:gd name="connsiteY17" fmla="*/ 17443 h 99802"/>
              <a:gd name="connsiteX18" fmla="*/ 43601 w 77274"/>
              <a:gd name="connsiteY18" fmla="*/ 61559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1074" y="10211"/>
                </a:moveTo>
                <a:cubicBezTo>
                  <a:pt x="40351" y="5149"/>
                  <a:pt x="39629" y="2618"/>
                  <a:pt x="37463" y="86"/>
                </a:cubicBezTo>
                <a:lnTo>
                  <a:pt x="15797" y="5149"/>
                </a:lnTo>
                <a:lnTo>
                  <a:pt x="15074" y="7680"/>
                </a:lnTo>
                <a:cubicBezTo>
                  <a:pt x="17241" y="7319"/>
                  <a:pt x="18324" y="6957"/>
                  <a:pt x="19769" y="6957"/>
                </a:cubicBezTo>
                <a:cubicBezTo>
                  <a:pt x="26991" y="6957"/>
                  <a:pt x="29518" y="11296"/>
                  <a:pt x="30241" y="25037"/>
                </a:cubicBezTo>
                <a:lnTo>
                  <a:pt x="33490" y="73854"/>
                </a:lnTo>
                <a:cubicBezTo>
                  <a:pt x="21935" y="87233"/>
                  <a:pt x="16880" y="91572"/>
                  <a:pt x="13630" y="91572"/>
                </a:cubicBezTo>
                <a:cubicBezTo>
                  <a:pt x="13269" y="91572"/>
                  <a:pt x="12908" y="91572"/>
                  <a:pt x="12908" y="90126"/>
                </a:cubicBezTo>
                <a:cubicBezTo>
                  <a:pt x="12547" y="87956"/>
                  <a:pt x="10380" y="86510"/>
                  <a:pt x="7853" y="86510"/>
                </a:cubicBezTo>
                <a:cubicBezTo>
                  <a:pt x="4242" y="86510"/>
                  <a:pt x="270" y="90126"/>
                  <a:pt x="270" y="93742"/>
                </a:cubicBezTo>
                <a:cubicBezTo>
                  <a:pt x="270" y="96997"/>
                  <a:pt x="3158" y="99889"/>
                  <a:pt x="6769" y="99889"/>
                </a:cubicBezTo>
                <a:cubicBezTo>
                  <a:pt x="14352" y="99889"/>
                  <a:pt x="27352" y="87956"/>
                  <a:pt x="47934" y="61921"/>
                </a:cubicBezTo>
                <a:cubicBezTo>
                  <a:pt x="66711" y="38055"/>
                  <a:pt x="77544" y="19252"/>
                  <a:pt x="77544" y="10935"/>
                </a:cubicBezTo>
                <a:cubicBezTo>
                  <a:pt x="77544" y="4787"/>
                  <a:pt x="74294" y="448"/>
                  <a:pt x="69600" y="448"/>
                </a:cubicBezTo>
                <a:cubicBezTo>
                  <a:pt x="65628" y="448"/>
                  <a:pt x="63100" y="2979"/>
                  <a:pt x="63100" y="6957"/>
                </a:cubicBezTo>
                <a:cubicBezTo>
                  <a:pt x="63100" y="9850"/>
                  <a:pt x="64906" y="13104"/>
                  <a:pt x="67795" y="13827"/>
                </a:cubicBezTo>
                <a:cubicBezTo>
                  <a:pt x="71406" y="15636"/>
                  <a:pt x="71406" y="15636"/>
                  <a:pt x="71406" y="17443"/>
                </a:cubicBezTo>
                <a:cubicBezTo>
                  <a:pt x="71406" y="23229"/>
                  <a:pt x="59489" y="42394"/>
                  <a:pt x="43601" y="61559"/>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27" name="Graphic 2"/>
          <p:cNvGrpSpPr/>
          <p:nvPr/>
        </p:nvGrpSpPr>
        <p:grpSpPr>
          <a:xfrm>
            <a:off x="9147271" y="4235320"/>
            <a:ext cx="395881" cy="102721"/>
            <a:chOff x="8952627" y="4507480"/>
            <a:chExt cx="313844" cy="75575"/>
          </a:xfrm>
          <a:solidFill>
            <a:schemeClr val="tx1"/>
          </a:solidFill>
        </p:grpSpPr>
        <p:sp>
          <p:nvSpPr>
            <p:cNvPr id="328" name="任意多边形: 形状 327"/>
            <p:cNvSpPr/>
            <p:nvPr/>
          </p:nvSpPr>
          <p:spPr>
            <a:xfrm>
              <a:off x="8952627" y="4508203"/>
              <a:ext cx="59580" cy="74490"/>
            </a:xfrm>
            <a:custGeom>
              <a:avLst/>
              <a:gdLst>
                <a:gd name="connsiteX0" fmla="*/ 49382 w 59580"/>
                <a:gd name="connsiteY0" fmla="*/ 55412 h 74490"/>
                <a:gd name="connsiteX1" fmla="*/ 28438 w 59580"/>
                <a:gd name="connsiteY1" fmla="*/ 66260 h 74490"/>
                <a:gd name="connsiteX2" fmla="*/ 13272 w 59580"/>
                <a:gd name="connsiteY2" fmla="*/ 49626 h 74490"/>
                <a:gd name="connsiteX3" fmla="*/ 13994 w 59580"/>
                <a:gd name="connsiteY3" fmla="*/ 41309 h 74490"/>
                <a:gd name="connsiteX4" fmla="*/ 41437 w 59580"/>
                <a:gd name="connsiteY4" fmla="*/ 35524 h 74490"/>
                <a:gd name="connsiteX5" fmla="*/ 59853 w 59580"/>
                <a:gd name="connsiteY5" fmla="*/ 12019 h 74490"/>
                <a:gd name="connsiteX6" fmla="*/ 44687 w 59580"/>
                <a:gd name="connsiteY6" fmla="*/ 86 h 74490"/>
                <a:gd name="connsiteX7" fmla="*/ 272 w 59580"/>
                <a:gd name="connsiteY7" fmla="*/ 50349 h 74490"/>
                <a:gd name="connsiteX8" fmla="*/ 21577 w 59580"/>
                <a:gd name="connsiteY8" fmla="*/ 74577 h 74490"/>
                <a:gd name="connsiteX9" fmla="*/ 52631 w 59580"/>
                <a:gd name="connsiteY9" fmla="*/ 57581 h 74490"/>
                <a:gd name="connsiteX10" fmla="*/ 15077 w 59580"/>
                <a:gd name="connsiteY10" fmla="*/ 36970 h 74490"/>
                <a:gd name="connsiteX11" fmla="*/ 41798 w 59580"/>
                <a:gd name="connsiteY11" fmla="*/ 4787 h 74490"/>
                <a:gd name="connsiteX12" fmla="*/ 48298 w 59580"/>
                <a:gd name="connsiteY12" fmla="*/ 11658 h 74490"/>
                <a:gd name="connsiteX13" fmla="*/ 42521 w 59580"/>
                <a:gd name="connsiteY13" fmla="*/ 25399 h 74490"/>
                <a:gd name="connsiteX14" fmla="*/ 21577 w 59580"/>
                <a:gd name="connsiteY14" fmla="*/ 36608 h 74490"/>
                <a:gd name="connsiteX15" fmla="*/ 15077 w 59580"/>
                <a:gd name="connsiteY15" fmla="*/ 36970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2" y="55412"/>
                  </a:moveTo>
                  <a:cubicBezTo>
                    <a:pt x="42521" y="63006"/>
                    <a:pt x="35660" y="66260"/>
                    <a:pt x="28438" y="66260"/>
                  </a:cubicBezTo>
                  <a:cubicBezTo>
                    <a:pt x="19772" y="66260"/>
                    <a:pt x="13272" y="59389"/>
                    <a:pt x="13272" y="49626"/>
                  </a:cubicBezTo>
                  <a:cubicBezTo>
                    <a:pt x="13272" y="47095"/>
                    <a:pt x="13633" y="44202"/>
                    <a:pt x="13994" y="41309"/>
                  </a:cubicBezTo>
                  <a:cubicBezTo>
                    <a:pt x="26632" y="40586"/>
                    <a:pt x="33854" y="39140"/>
                    <a:pt x="41437" y="35524"/>
                  </a:cubicBezTo>
                  <a:cubicBezTo>
                    <a:pt x="52631" y="30461"/>
                    <a:pt x="59853" y="21059"/>
                    <a:pt x="59853" y="12019"/>
                  </a:cubicBezTo>
                  <a:cubicBezTo>
                    <a:pt x="59853" y="5149"/>
                    <a:pt x="53354" y="86"/>
                    <a:pt x="44687" y="86"/>
                  </a:cubicBezTo>
                  <a:cubicBezTo>
                    <a:pt x="23021" y="86"/>
                    <a:pt x="272" y="26122"/>
                    <a:pt x="272" y="50349"/>
                  </a:cubicBezTo>
                  <a:cubicBezTo>
                    <a:pt x="272" y="64814"/>
                    <a:pt x="8939" y="74577"/>
                    <a:pt x="21577" y="74577"/>
                  </a:cubicBezTo>
                  <a:cubicBezTo>
                    <a:pt x="31688" y="74577"/>
                    <a:pt x="40354" y="69514"/>
                    <a:pt x="52631" y="57581"/>
                  </a:cubicBezTo>
                  <a:close/>
                  <a:moveTo>
                    <a:pt x="15077" y="36970"/>
                  </a:moveTo>
                  <a:cubicBezTo>
                    <a:pt x="20494" y="18528"/>
                    <a:pt x="32049" y="4787"/>
                    <a:pt x="41798" y="4787"/>
                  </a:cubicBezTo>
                  <a:cubicBezTo>
                    <a:pt x="45409" y="4787"/>
                    <a:pt x="48298" y="7680"/>
                    <a:pt x="48298" y="11658"/>
                  </a:cubicBezTo>
                  <a:cubicBezTo>
                    <a:pt x="48298" y="15997"/>
                    <a:pt x="46132" y="21059"/>
                    <a:pt x="42521" y="25399"/>
                  </a:cubicBezTo>
                  <a:cubicBezTo>
                    <a:pt x="37104" y="31184"/>
                    <a:pt x="30243" y="35162"/>
                    <a:pt x="21577" y="36608"/>
                  </a:cubicBezTo>
                  <a:cubicBezTo>
                    <a:pt x="20133" y="36608"/>
                    <a:pt x="17966" y="36970"/>
                    <a:pt x="15077" y="36970"/>
                  </a:cubicBezTo>
                  <a:close/>
                </a:path>
              </a:pathLst>
            </a:custGeom>
            <a:grpFill/>
            <a:ln w="3175" cap="flat">
              <a:solidFill>
                <a:schemeClr val="tx1"/>
              </a:solidFill>
              <a:prstDash val="solid"/>
              <a:miter/>
            </a:ln>
          </p:spPr>
          <p:txBody>
            <a:bodyPr rtlCol="0" anchor="ctr"/>
            <a:lstStyle/>
            <a:p>
              <a:endParaRPr lang="zh-CN" altLang="en-US"/>
            </a:p>
          </p:txBody>
        </p:sp>
        <p:sp>
          <p:nvSpPr>
            <p:cNvPr id="329" name="任意多边形: 形状 328"/>
            <p:cNvSpPr/>
            <p:nvPr/>
          </p:nvSpPr>
          <p:spPr>
            <a:xfrm>
              <a:off x="9017222" y="4508926"/>
              <a:ext cx="70413" cy="74128"/>
            </a:xfrm>
            <a:custGeom>
              <a:avLst/>
              <a:gdLst>
                <a:gd name="connsiteX0" fmla="*/ 66717 w 70413"/>
                <a:gd name="connsiteY0" fmla="*/ 55050 h 74128"/>
                <a:gd name="connsiteX1" fmla="*/ 54801 w 70413"/>
                <a:gd name="connsiteY1" fmla="*/ 65537 h 74128"/>
                <a:gd name="connsiteX2" fmla="*/ 52995 w 70413"/>
                <a:gd name="connsiteY2" fmla="*/ 63729 h 74128"/>
                <a:gd name="connsiteX3" fmla="*/ 54079 w 70413"/>
                <a:gd name="connsiteY3" fmla="*/ 59389 h 74128"/>
                <a:gd name="connsiteX4" fmla="*/ 70689 w 70413"/>
                <a:gd name="connsiteY4" fmla="*/ 810 h 74128"/>
                <a:gd name="connsiteX5" fmla="*/ 58412 w 70413"/>
                <a:gd name="connsiteY5" fmla="*/ 2256 h 74128"/>
                <a:gd name="connsiteX6" fmla="*/ 56245 w 70413"/>
                <a:gd name="connsiteY6" fmla="*/ 10935 h 74128"/>
                <a:gd name="connsiteX7" fmla="*/ 44329 w 70413"/>
                <a:gd name="connsiteY7" fmla="*/ 86 h 74128"/>
                <a:gd name="connsiteX8" fmla="*/ 275 w 70413"/>
                <a:gd name="connsiteY8" fmla="*/ 56135 h 74128"/>
                <a:gd name="connsiteX9" fmla="*/ 14358 w 70413"/>
                <a:gd name="connsiteY9" fmla="*/ 73492 h 74128"/>
                <a:gd name="connsiteX10" fmla="*/ 30246 w 70413"/>
                <a:gd name="connsiteY10" fmla="*/ 67345 h 74128"/>
                <a:gd name="connsiteX11" fmla="*/ 43968 w 70413"/>
                <a:gd name="connsiteY11" fmla="*/ 52519 h 74128"/>
                <a:gd name="connsiteX12" fmla="*/ 43246 w 70413"/>
                <a:gd name="connsiteY12" fmla="*/ 56135 h 74128"/>
                <a:gd name="connsiteX13" fmla="*/ 41079 w 70413"/>
                <a:gd name="connsiteY13" fmla="*/ 66983 h 74128"/>
                <a:gd name="connsiteX14" fmla="*/ 47579 w 70413"/>
                <a:gd name="connsiteY14" fmla="*/ 74215 h 74128"/>
                <a:gd name="connsiteX15" fmla="*/ 68883 w 70413"/>
                <a:gd name="connsiteY15" fmla="*/ 57220 h 74128"/>
                <a:gd name="connsiteX16" fmla="*/ 44690 w 70413"/>
                <a:gd name="connsiteY16" fmla="*/ 4787 h 74128"/>
                <a:gd name="connsiteX17" fmla="*/ 53356 w 70413"/>
                <a:gd name="connsiteY17" fmla="*/ 14912 h 74128"/>
                <a:gd name="connsiteX18" fmla="*/ 36746 w 70413"/>
                <a:gd name="connsiteY18" fmla="*/ 55050 h 74128"/>
                <a:gd name="connsiteX19" fmla="*/ 21580 w 70413"/>
                <a:gd name="connsiteY19" fmla="*/ 64090 h 74128"/>
                <a:gd name="connsiteX20" fmla="*/ 12914 w 70413"/>
                <a:gd name="connsiteY20" fmla="*/ 53242 h 74128"/>
                <a:gd name="connsiteX21" fmla="*/ 26274 w 70413"/>
                <a:gd name="connsiteY21" fmla="*/ 18167 h 74128"/>
                <a:gd name="connsiteX22" fmla="*/ 44690 w 70413"/>
                <a:gd name="connsiteY22" fmla="*/ 4787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7" y="55050"/>
                  </a:moveTo>
                  <a:cubicBezTo>
                    <a:pt x="62023" y="61921"/>
                    <a:pt x="58051" y="65537"/>
                    <a:pt x="54801" y="65537"/>
                  </a:cubicBezTo>
                  <a:cubicBezTo>
                    <a:pt x="53717" y="65537"/>
                    <a:pt x="52995" y="64814"/>
                    <a:pt x="52995" y="63729"/>
                  </a:cubicBezTo>
                  <a:cubicBezTo>
                    <a:pt x="52995" y="63006"/>
                    <a:pt x="52995" y="62644"/>
                    <a:pt x="54079" y="59389"/>
                  </a:cubicBezTo>
                  <a:lnTo>
                    <a:pt x="70689" y="810"/>
                  </a:lnTo>
                  <a:lnTo>
                    <a:pt x="58412" y="2256"/>
                  </a:lnTo>
                  <a:lnTo>
                    <a:pt x="56245" y="10935"/>
                  </a:lnTo>
                  <a:cubicBezTo>
                    <a:pt x="54801" y="4064"/>
                    <a:pt x="50468" y="86"/>
                    <a:pt x="44329" y="86"/>
                  </a:cubicBezTo>
                  <a:cubicBezTo>
                    <a:pt x="25191" y="86"/>
                    <a:pt x="275" y="31546"/>
                    <a:pt x="275" y="56135"/>
                  </a:cubicBezTo>
                  <a:cubicBezTo>
                    <a:pt x="275" y="66622"/>
                    <a:pt x="6053" y="73492"/>
                    <a:pt x="14358" y="73492"/>
                  </a:cubicBezTo>
                  <a:cubicBezTo>
                    <a:pt x="19052" y="73492"/>
                    <a:pt x="25191" y="71322"/>
                    <a:pt x="30246" y="67345"/>
                  </a:cubicBezTo>
                  <a:cubicBezTo>
                    <a:pt x="34940" y="64090"/>
                    <a:pt x="37829" y="60836"/>
                    <a:pt x="43968" y="52519"/>
                  </a:cubicBezTo>
                  <a:cubicBezTo>
                    <a:pt x="43968" y="53965"/>
                    <a:pt x="43246" y="55773"/>
                    <a:pt x="43246" y="56135"/>
                  </a:cubicBezTo>
                  <a:cubicBezTo>
                    <a:pt x="41079" y="64452"/>
                    <a:pt x="41079" y="64452"/>
                    <a:pt x="41079" y="66983"/>
                  </a:cubicBezTo>
                  <a:cubicBezTo>
                    <a:pt x="41079" y="71322"/>
                    <a:pt x="43607" y="74215"/>
                    <a:pt x="47579" y="74215"/>
                  </a:cubicBezTo>
                  <a:cubicBezTo>
                    <a:pt x="54079" y="74215"/>
                    <a:pt x="60578" y="68791"/>
                    <a:pt x="68883" y="57220"/>
                  </a:cubicBezTo>
                  <a:close/>
                  <a:moveTo>
                    <a:pt x="44690" y="4787"/>
                  </a:moveTo>
                  <a:cubicBezTo>
                    <a:pt x="50106" y="4787"/>
                    <a:pt x="53356" y="8765"/>
                    <a:pt x="53356" y="14912"/>
                  </a:cubicBezTo>
                  <a:cubicBezTo>
                    <a:pt x="53356" y="26845"/>
                    <a:pt x="46135" y="44564"/>
                    <a:pt x="36746" y="55050"/>
                  </a:cubicBezTo>
                  <a:cubicBezTo>
                    <a:pt x="31691" y="60836"/>
                    <a:pt x="25913" y="64090"/>
                    <a:pt x="21580" y="64090"/>
                  </a:cubicBezTo>
                  <a:cubicBezTo>
                    <a:pt x="15802" y="64090"/>
                    <a:pt x="12914" y="60474"/>
                    <a:pt x="12914" y="53242"/>
                  </a:cubicBezTo>
                  <a:cubicBezTo>
                    <a:pt x="12914" y="43479"/>
                    <a:pt x="17608" y="30823"/>
                    <a:pt x="26274" y="18167"/>
                  </a:cubicBezTo>
                  <a:cubicBezTo>
                    <a:pt x="32413" y="9488"/>
                    <a:pt x="38551" y="4787"/>
                    <a:pt x="44690" y="4787"/>
                  </a:cubicBezTo>
                  <a:close/>
                </a:path>
              </a:pathLst>
            </a:custGeom>
            <a:grpFill/>
            <a:ln w="3175" cap="flat">
              <a:solidFill>
                <a:schemeClr val="tx1"/>
              </a:solidFill>
              <a:prstDash val="solid"/>
              <a:miter/>
            </a:ln>
          </p:spPr>
          <p:txBody>
            <a:bodyPr rtlCol="0" anchor="ctr"/>
            <a:lstStyle/>
            <a:p>
              <a:endParaRPr lang="zh-CN" altLang="en-US"/>
            </a:p>
          </p:txBody>
        </p:sp>
        <p:sp>
          <p:nvSpPr>
            <p:cNvPr id="330" name="任意多边形: 形状 329"/>
            <p:cNvSpPr/>
            <p:nvPr/>
          </p:nvSpPr>
          <p:spPr>
            <a:xfrm>
              <a:off x="9096080" y="4507480"/>
              <a:ext cx="55608" cy="73044"/>
            </a:xfrm>
            <a:custGeom>
              <a:avLst/>
              <a:gdLst>
                <a:gd name="connsiteX0" fmla="*/ 32416 w 55608"/>
                <a:gd name="connsiteY0" fmla="*/ 86 h 73044"/>
                <a:gd name="connsiteX1" fmla="*/ 9306 w 55608"/>
                <a:gd name="connsiteY1" fmla="*/ 2979 h 73044"/>
                <a:gd name="connsiteX2" fmla="*/ 8584 w 55608"/>
                <a:gd name="connsiteY2" fmla="*/ 6595 h 73044"/>
                <a:gd name="connsiteX3" fmla="*/ 12195 w 55608"/>
                <a:gd name="connsiteY3" fmla="*/ 5872 h 73044"/>
                <a:gd name="connsiteX4" fmla="*/ 15084 w 55608"/>
                <a:gd name="connsiteY4" fmla="*/ 5510 h 73044"/>
                <a:gd name="connsiteX5" fmla="*/ 18333 w 55608"/>
                <a:gd name="connsiteY5" fmla="*/ 8765 h 73044"/>
                <a:gd name="connsiteX6" fmla="*/ 16889 w 55608"/>
                <a:gd name="connsiteY6" fmla="*/ 15635 h 73044"/>
                <a:gd name="connsiteX7" fmla="*/ 279 w 55608"/>
                <a:gd name="connsiteY7" fmla="*/ 73130 h 73044"/>
                <a:gd name="connsiteX8" fmla="*/ 12917 w 55608"/>
                <a:gd name="connsiteY8" fmla="*/ 73130 h 73044"/>
                <a:gd name="connsiteX9" fmla="*/ 30972 w 55608"/>
                <a:gd name="connsiteY9" fmla="*/ 27568 h 73044"/>
                <a:gd name="connsiteX10" fmla="*/ 41444 w 55608"/>
                <a:gd name="connsiteY10" fmla="*/ 13104 h 73044"/>
                <a:gd name="connsiteX11" fmla="*/ 42888 w 55608"/>
                <a:gd name="connsiteY11" fmla="*/ 15635 h 73044"/>
                <a:gd name="connsiteX12" fmla="*/ 47943 w 55608"/>
                <a:gd name="connsiteY12" fmla="*/ 19975 h 73044"/>
                <a:gd name="connsiteX13" fmla="*/ 55887 w 55608"/>
                <a:gd name="connsiteY13" fmla="*/ 8765 h 73044"/>
                <a:gd name="connsiteX14" fmla="*/ 49388 w 55608"/>
                <a:gd name="connsiteY14" fmla="*/ 86 h 73044"/>
                <a:gd name="connsiteX15" fmla="*/ 22667 w 55608"/>
                <a:gd name="connsiteY15" fmla="*/ 35162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16" y="86"/>
                  </a:moveTo>
                  <a:cubicBezTo>
                    <a:pt x="22306" y="1894"/>
                    <a:pt x="20861" y="1894"/>
                    <a:pt x="9306" y="2979"/>
                  </a:cubicBezTo>
                  <a:lnTo>
                    <a:pt x="8584" y="6595"/>
                  </a:lnTo>
                  <a:cubicBezTo>
                    <a:pt x="10389" y="6234"/>
                    <a:pt x="11834" y="5872"/>
                    <a:pt x="12195" y="5872"/>
                  </a:cubicBezTo>
                  <a:cubicBezTo>
                    <a:pt x="13278" y="5872"/>
                    <a:pt x="14361" y="5510"/>
                    <a:pt x="15084" y="5510"/>
                  </a:cubicBezTo>
                  <a:cubicBezTo>
                    <a:pt x="16889" y="5510"/>
                    <a:pt x="18333" y="6957"/>
                    <a:pt x="18333" y="8765"/>
                  </a:cubicBezTo>
                  <a:cubicBezTo>
                    <a:pt x="18333" y="9488"/>
                    <a:pt x="17972" y="12019"/>
                    <a:pt x="16889" y="15635"/>
                  </a:cubicBezTo>
                  <a:lnTo>
                    <a:pt x="279" y="73130"/>
                  </a:lnTo>
                  <a:lnTo>
                    <a:pt x="12917" y="73130"/>
                  </a:lnTo>
                  <a:cubicBezTo>
                    <a:pt x="16167" y="59389"/>
                    <a:pt x="22667" y="43479"/>
                    <a:pt x="30972" y="27568"/>
                  </a:cubicBezTo>
                  <a:cubicBezTo>
                    <a:pt x="34222" y="21059"/>
                    <a:pt x="40360" y="13104"/>
                    <a:pt x="41444" y="13104"/>
                  </a:cubicBezTo>
                  <a:cubicBezTo>
                    <a:pt x="42166" y="13104"/>
                    <a:pt x="42527" y="13827"/>
                    <a:pt x="42888" y="15635"/>
                  </a:cubicBezTo>
                  <a:cubicBezTo>
                    <a:pt x="43249" y="18167"/>
                    <a:pt x="45055" y="19975"/>
                    <a:pt x="47943" y="19975"/>
                  </a:cubicBezTo>
                  <a:cubicBezTo>
                    <a:pt x="51915" y="19975"/>
                    <a:pt x="55887" y="14189"/>
                    <a:pt x="55887" y="8765"/>
                  </a:cubicBezTo>
                  <a:cubicBezTo>
                    <a:pt x="55887" y="3702"/>
                    <a:pt x="53360" y="86"/>
                    <a:pt x="49388" y="86"/>
                  </a:cubicBezTo>
                  <a:cubicBezTo>
                    <a:pt x="42527" y="86"/>
                    <a:pt x="32055" y="13827"/>
                    <a:pt x="22667" y="35162"/>
                  </a:cubicBezTo>
                  <a:close/>
                </a:path>
              </a:pathLst>
            </a:custGeom>
            <a:grpFill/>
            <a:ln w="3175" cap="flat">
              <a:solidFill>
                <a:schemeClr val="tx1"/>
              </a:solidFill>
              <a:prstDash val="solid"/>
              <a:miter/>
            </a:ln>
          </p:spPr>
          <p:txBody>
            <a:bodyPr rtlCol="0" anchor="ctr"/>
            <a:lstStyle/>
            <a:p>
              <a:endParaRPr lang="zh-CN" altLang="en-US"/>
            </a:p>
          </p:txBody>
        </p:sp>
        <p:sp>
          <p:nvSpPr>
            <p:cNvPr id="331" name="任意多边形: 形状 330"/>
            <p:cNvSpPr/>
            <p:nvPr/>
          </p:nvSpPr>
          <p:spPr>
            <a:xfrm>
              <a:off x="9147309"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332" name="任意多边形: 形状 331"/>
            <p:cNvSpPr/>
            <p:nvPr/>
          </p:nvSpPr>
          <p:spPr>
            <a:xfrm>
              <a:off x="9198585" y="4511819"/>
              <a:ext cx="67886" cy="29289"/>
            </a:xfrm>
            <a:custGeom>
              <a:avLst/>
              <a:gdLst>
                <a:gd name="connsiteX0" fmla="*/ 283 w 67886"/>
                <a:gd name="connsiteY0" fmla="*/ 86 h 29289"/>
                <a:gd name="connsiteX1" fmla="*/ 283 w 67886"/>
                <a:gd name="connsiteY1" fmla="*/ 8042 h 29289"/>
                <a:gd name="connsiteX2" fmla="*/ 68169 w 67886"/>
                <a:gd name="connsiteY2" fmla="*/ 8042 h 29289"/>
                <a:gd name="connsiteX3" fmla="*/ 68169 w 67886"/>
                <a:gd name="connsiteY3" fmla="*/ 86 h 29289"/>
                <a:gd name="connsiteX4" fmla="*/ 283 w 67886"/>
                <a:gd name="connsiteY4" fmla="*/ 21783 h 29289"/>
                <a:gd name="connsiteX5" fmla="*/ 283 w 67886"/>
                <a:gd name="connsiteY5" fmla="*/ 29376 h 29289"/>
                <a:gd name="connsiteX6" fmla="*/ 68169 w 67886"/>
                <a:gd name="connsiteY6" fmla="*/ 29376 h 29289"/>
                <a:gd name="connsiteX7" fmla="*/ 68169 w 67886"/>
                <a:gd name="connsiteY7" fmla="*/ 21783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83" y="86"/>
                  </a:moveTo>
                  <a:lnTo>
                    <a:pt x="283" y="8042"/>
                  </a:lnTo>
                  <a:lnTo>
                    <a:pt x="68169" y="8042"/>
                  </a:lnTo>
                  <a:lnTo>
                    <a:pt x="68169" y="86"/>
                  </a:lnTo>
                  <a:close/>
                  <a:moveTo>
                    <a:pt x="283" y="21783"/>
                  </a:moveTo>
                  <a:lnTo>
                    <a:pt x="283" y="29376"/>
                  </a:lnTo>
                  <a:lnTo>
                    <a:pt x="68169" y="29376"/>
                  </a:lnTo>
                  <a:lnTo>
                    <a:pt x="68169" y="21783"/>
                  </a:lnTo>
                  <a:close/>
                </a:path>
              </a:pathLst>
            </a:custGeom>
            <a:grpFill/>
            <a:ln w="3175" cap="flat">
              <a:solidFill>
                <a:schemeClr val="tx1"/>
              </a:solidFill>
              <a:prstDash val="solid"/>
              <a:miter/>
            </a:ln>
          </p:spPr>
          <p:txBody>
            <a:bodyPr rtlCol="0" anchor="ctr"/>
            <a:lstStyle/>
            <a:p>
              <a:endParaRPr lang="zh-CN" altLang="en-US"/>
            </a:p>
          </p:txBody>
        </p:sp>
        <p:sp>
          <p:nvSpPr>
            <p:cNvPr id="333" name="任意多边形: 形状 332"/>
            <p:cNvSpPr/>
            <p:nvPr/>
          </p:nvSpPr>
          <p:spPr>
            <a:xfrm>
              <a:off x="9266211"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334" name="Graphic 2"/>
          <p:cNvGrpSpPr/>
          <p:nvPr/>
        </p:nvGrpSpPr>
        <p:grpSpPr>
          <a:xfrm>
            <a:off x="9603374" y="4186170"/>
            <a:ext cx="187203" cy="149904"/>
            <a:chOff x="9314214" y="4471319"/>
            <a:chExt cx="148410" cy="110289"/>
          </a:xfrm>
          <a:solidFill>
            <a:schemeClr val="tx1"/>
          </a:solidFill>
        </p:grpSpPr>
        <p:sp>
          <p:nvSpPr>
            <p:cNvPr id="335" name="任意多边形: 形状 334"/>
            <p:cNvSpPr/>
            <p:nvPr/>
          </p:nvSpPr>
          <p:spPr>
            <a:xfrm>
              <a:off x="9314214" y="4471319"/>
              <a:ext cx="66441" cy="109204"/>
            </a:xfrm>
            <a:custGeom>
              <a:avLst/>
              <a:gdLst>
                <a:gd name="connsiteX0" fmla="*/ 58786 w 66441"/>
                <a:gd name="connsiteY0" fmla="*/ 109291 h 109204"/>
                <a:gd name="connsiteX1" fmla="*/ 66730 w 66441"/>
                <a:gd name="connsiteY1" fmla="*/ 90126 h 109204"/>
                <a:gd name="connsiteX2" fmla="*/ 63841 w 66441"/>
                <a:gd name="connsiteY2" fmla="*/ 90126 h 109204"/>
                <a:gd name="connsiteX3" fmla="*/ 43980 w 66441"/>
                <a:gd name="connsiteY3" fmla="*/ 97720 h 109204"/>
                <a:gd name="connsiteX4" fmla="*/ 15815 w 66441"/>
                <a:gd name="connsiteY4" fmla="*/ 97720 h 109204"/>
                <a:gd name="connsiteX5" fmla="*/ 60230 w 66441"/>
                <a:gd name="connsiteY5" fmla="*/ 29015 h 109204"/>
                <a:gd name="connsiteX6" fmla="*/ 32064 w 66441"/>
                <a:gd name="connsiteY6" fmla="*/ 86 h 109204"/>
                <a:gd name="connsiteX7" fmla="*/ 11482 w 66441"/>
                <a:gd name="connsiteY7" fmla="*/ 9850 h 109204"/>
                <a:gd name="connsiteX8" fmla="*/ 3538 w 66441"/>
                <a:gd name="connsiteY8" fmla="*/ 29738 h 109204"/>
                <a:gd name="connsiteX9" fmla="*/ 6427 w 66441"/>
                <a:gd name="connsiteY9" fmla="*/ 29738 h 109204"/>
                <a:gd name="connsiteX10" fmla="*/ 27009 w 66441"/>
                <a:gd name="connsiteY10" fmla="*/ 12019 h 109204"/>
                <a:gd name="connsiteX11" fmla="*/ 47953 w 66441"/>
                <a:gd name="connsiteY11" fmla="*/ 35524 h 109204"/>
                <a:gd name="connsiteX12" fmla="*/ 16176 w 66441"/>
                <a:gd name="connsiteY12" fmla="*/ 90849 h 109204"/>
                <a:gd name="connsiteX13" fmla="*/ 3899 w 66441"/>
                <a:gd name="connsiteY13" fmla="*/ 103144 h 109204"/>
                <a:gd name="connsiteX14" fmla="*/ 288 w 66441"/>
                <a:gd name="connsiteY14" fmla="*/ 107121 h 109204"/>
                <a:gd name="connsiteX15" fmla="*/ 288 w 66441"/>
                <a:gd name="connsiteY15" fmla="*/ 109291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786" y="109291"/>
                  </a:moveTo>
                  <a:cubicBezTo>
                    <a:pt x="62757" y="100974"/>
                    <a:pt x="63119" y="99528"/>
                    <a:pt x="66730" y="90126"/>
                  </a:cubicBezTo>
                  <a:lnTo>
                    <a:pt x="63841" y="90126"/>
                  </a:lnTo>
                  <a:cubicBezTo>
                    <a:pt x="59147" y="96273"/>
                    <a:pt x="55536" y="97720"/>
                    <a:pt x="43980" y="97720"/>
                  </a:cubicBezTo>
                  <a:lnTo>
                    <a:pt x="15815" y="97720"/>
                  </a:lnTo>
                  <a:cubicBezTo>
                    <a:pt x="48675" y="65898"/>
                    <a:pt x="60230" y="48180"/>
                    <a:pt x="60230" y="29015"/>
                  </a:cubicBezTo>
                  <a:cubicBezTo>
                    <a:pt x="60230" y="12381"/>
                    <a:pt x="48314" y="86"/>
                    <a:pt x="32064" y="86"/>
                  </a:cubicBezTo>
                  <a:cubicBezTo>
                    <a:pt x="23759" y="86"/>
                    <a:pt x="16898" y="3341"/>
                    <a:pt x="11482" y="9850"/>
                  </a:cubicBezTo>
                  <a:cubicBezTo>
                    <a:pt x="7149" y="14912"/>
                    <a:pt x="4982" y="19975"/>
                    <a:pt x="3538" y="29738"/>
                  </a:cubicBezTo>
                  <a:lnTo>
                    <a:pt x="6427" y="29738"/>
                  </a:lnTo>
                  <a:cubicBezTo>
                    <a:pt x="10037" y="18167"/>
                    <a:pt x="16898" y="12019"/>
                    <a:pt x="27009" y="12019"/>
                  </a:cubicBezTo>
                  <a:cubicBezTo>
                    <a:pt x="38203" y="12019"/>
                    <a:pt x="47953" y="22867"/>
                    <a:pt x="47953" y="35524"/>
                  </a:cubicBezTo>
                  <a:cubicBezTo>
                    <a:pt x="47953" y="50711"/>
                    <a:pt x="36398" y="70599"/>
                    <a:pt x="16176" y="90849"/>
                  </a:cubicBezTo>
                  <a:lnTo>
                    <a:pt x="3899" y="103144"/>
                  </a:lnTo>
                  <a:cubicBezTo>
                    <a:pt x="2816" y="104590"/>
                    <a:pt x="1732" y="106036"/>
                    <a:pt x="288" y="107121"/>
                  </a:cubicBezTo>
                  <a:lnTo>
                    <a:pt x="288" y="109291"/>
                  </a:lnTo>
                  <a:close/>
                </a:path>
              </a:pathLst>
            </a:custGeom>
            <a:grpFill/>
            <a:ln w="3175" cap="flat">
              <a:solidFill>
                <a:schemeClr val="tx1"/>
              </a:solidFill>
              <a:prstDash val="solid"/>
              <a:miter/>
            </a:ln>
          </p:spPr>
          <p:txBody>
            <a:bodyPr rtlCol="0" anchor="ctr"/>
            <a:lstStyle/>
            <a:p>
              <a:endParaRPr lang="zh-CN" altLang="en-US"/>
            </a:p>
          </p:txBody>
        </p:sp>
        <p:sp>
          <p:nvSpPr>
            <p:cNvPr id="336" name="任意多边形: 形状 335"/>
            <p:cNvSpPr/>
            <p:nvPr/>
          </p:nvSpPr>
          <p:spPr>
            <a:xfrm>
              <a:off x="9393294" y="4471319"/>
              <a:ext cx="69330" cy="110289"/>
            </a:xfrm>
            <a:custGeom>
              <a:avLst/>
              <a:gdLst>
                <a:gd name="connsiteX0" fmla="*/ 35318 w 69330"/>
                <a:gd name="connsiteY0" fmla="*/ 86 h 110289"/>
                <a:gd name="connsiteX1" fmla="*/ 291 w 69330"/>
                <a:gd name="connsiteY1" fmla="*/ 55050 h 110289"/>
                <a:gd name="connsiteX2" fmla="*/ 10041 w 69330"/>
                <a:gd name="connsiteY2" fmla="*/ 95550 h 110289"/>
                <a:gd name="connsiteX3" fmla="*/ 34234 w 69330"/>
                <a:gd name="connsiteY3" fmla="*/ 110376 h 110289"/>
                <a:gd name="connsiteX4" fmla="*/ 69622 w 69330"/>
                <a:gd name="connsiteY4" fmla="*/ 55050 h 110289"/>
                <a:gd name="connsiteX5" fmla="*/ 35318 w 69330"/>
                <a:gd name="connsiteY5" fmla="*/ 86 h 110289"/>
                <a:gd name="connsiteX6" fmla="*/ 34957 w 69330"/>
                <a:gd name="connsiteY6" fmla="*/ 6234 h 110289"/>
                <a:gd name="connsiteX7" fmla="*/ 49400 w 69330"/>
                <a:gd name="connsiteY7" fmla="*/ 17805 h 110289"/>
                <a:gd name="connsiteX8" fmla="*/ 54095 w 69330"/>
                <a:gd name="connsiteY8" fmla="*/ 55412 h 110289"/>
                <a:gd name="connsiteX9" fmla="*/ 34596 w 69330"/>
                <a:gd name="connsiteY9" fmla="*/ 104228 h 110289"/>
                <a:gd name="connsiteX10" fmla="*/ 15818 w 69330"/>
                <a:gd name="connsiteY10" fmla="*/ 55050 h 110289"/>
                <a:gd name="connsiteX11" fmla="*/ 34957 w 69330"/>
                <a:gd name="connsiteY11" fmla="*/ 6234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318" y="86"/>
                  </a:moveTo>
                  <a:cubicBezTo>
                    <a:pt x="14374" y="86"/>
                    <a:pt x="291" y="22506"/>
                    <a:pt x="291" y="55050"/>
                  </a:cubicBezTo>
                  <a:cubicBezTo>
                    <a:pt x="291" y="72046"/>
                    <a:pt x="3902" y="85425"/>
                    <a:pt x="10041" y="95550"/>
                  </a:cubicBezTo>
                  <a:cubicBezTo>
                    <a:pt x="16541" y="105313"/>
                    <a:pt x="24846" y="110376"/>
                    <a:pt x="34234" y="110376"/>
                  </a:cubicBezTo>
                  <a:cubicBezTo>
                    <a:pt x="55539" y="110376"/>
                    <a:pt x="69622" y="88318"/>
                    <a:pt x="69622" y="55050"/>
                  </a:cubicBezTo>
                  <a:cubicBezTo>
                    <a:pt x="69622" y="22867"/>
                    <a:pt x="55539" y="86"/>
                    <a:pt x="35318" y="86"/>
                  </a:cubicBezTo>
                  <a:close/>
                  <a:moveTo>
                    <a:pt x="34957" y="6234"/>
                  </a:moveTo>
                  <a:cubicBezTo>
                    <a:pt x="41095" y="6234"/>
                    <a:pt x="46151" y="10573"/>
                    <a:pt x="49400" y="17805"/>
                  </a:cubicBezTo>
                  <a:cubicBezTo>
                    <a:pt x="52289" y="25037"/>
                    <a:pt x="54095" y="38416"/>
                    <a:pt x="54095" y="55412"/>
                  </a:cubicBezTo>
                  <a:cubicBezTo>
                    <a:pt x="54095" y="88679"/>
                    <a:pt x="47956" y="104228"/>
                    <a:pt x="34596" y="104228"/>
                  </a:cubicBezTo>
                  <a:cubicBezTo>
                    <a:pt x="21957" y="104228"/>
                    <a:pt x="15818" y="87956"/>
                    <a:pt x="15818" y="55050"/>
                  </a:cubicBezTo>
                  <a:cubicBezTo>
                    <a:pt x="15818" y="22144"/>
                    <a:pt x="21957" y="6234"/>
                    <a:pt x="34957" y="6234"/>
                  </a:cubicBezTo>
                  <a:close/>
                </a:path>
              </a:pathLst>
            </a:custGeom>
            <a:grpFill/>
            <a:ln w="3175" cap="flat">
              <a:solidFill>
                <a:schemeClr val="tx1"/>
              </a:solidFill>
              <a:prstDash val="solid"/>
              <a:miter/>
            </a:ln>
          </p:spPr>
          <p:txBody>
            <a:bodyPr rtlCol="0" anchor="ctr"/>
            <a:lstStyle/>
            <a:p>
              <a:endParaRPr lang="zh-CN" altLang="en-US"/>
            </a:p>
          </p:txBody>
        </p:sp>
      </p:grpSp>
      <p:sp>
        <p:nvSpPr>
          <p:cNvPr id="337" name="任意多边形: 形状 336"/>
          <p:cNvSpPr/>
          <p:nvPr/>
        </p:nvSpPr>
        <p:spPr>
          <a:xfrm>
            <a:off x="9814299" y="4186170"/>
            <a:ext cx="51469" cy="148429"/>
          </a:xfrm>
          <a:custGeom>
            <a:avLst/>
            <a:gdLst>
              <a:gd name="connsiteX0" fmla="*/ 27738 w 40803"/>
              <a:gd name="connsiteY0" fmla="*/ 86 h 109204"/>
              <a:gd name="connsiteX1" fmla="*/ 24849 w 40803"/>
              <a:gd name="connsiteY1" fmla="*/ 86 h 109204"/>
              <a:gd name="connsiteX2" fmla="*/ 22682 w 40803"/>
              <a:gd name="connsiteY2" fmla="*/ 1533 h 109204"/>
              <a:gd name="connsiteX3" fmla="*/ 16905 w 40803"/>
              <a:gd name="connsiteY3" fmla="*/ 4426 h 109204"/>
              <a:gd name="connsiteX4" fmla="*/ 7155 w 40803"/>
              <a:gd name="connsiteY4" fmla="*/ 9488 h 109204"/>
              <a:gd name="connsiteX5" fmla="*/ 294 w 40803"/>
              <a:gd name="connsiteY5" fmla="*/ 12742 h 109204"/>
              <a:gd name="connsiteX6" fmla="*/ 1378 w 40803"/>
              <a:gd name="connsiteY6" fmla="*/ 15635 h 109204"/>
              <a:gd name="connsiteX7" fmla="*/ 3544 w 40803"/>
              <a:gd name="connsiteY7" fmla="*/ 14551 h 109204"/>
              <a:gd name="connsiteX8" fmla="*/ 9322 w 40803"/>
              <a:gd name="connsiteY8" fmla="*/ 13104 h 109204"/>
              <a:gd name="connsiteX9" fmla="*/ 13294 w 40803"/>
              <a:gd name="connsiteY9" fmla="*/ 15274 h 109204"/>
              <a:gd name="connsiteX10" fmla="*/ 14377 w 40803"/>
              <a:gd name="connsiteY10" fmla="*/ 28653 h 109204"/>
              <a:gd name="connsiteX11" fmla="*/ 14377 w 40803"/>
              <a:gd name="connsiteY11" fmla="*/ 92295 h 109204"/>
              <a:gd name="connsiteX12" fmla="*/ 3183 w 40803"/>
              <a:gd name="connsiteY12" fmla="*/ 106398 h 109204"/>
              <a:gd name="connsiteX13" fmla="*/ 1378 w 40803"/>
              <a:gd name="connsiteY13" fmla="*/ 106398 h 109204"/>
              <a:gd name="connsiteX14" fmla="*/ 1378 w 40803"/>
              <a:gd name="connsiteY14" fmla="*/ 109291 h 109204"/>
              <a:gd name="connsiteX15" fmla="*/ 41098 w 40803"/>
              <a:gd name="connsiteY15" fmla="*/ 109291 h 109204"/>
              <a:gd name="connsiteX16" fmla="*/ 41098 w 40803"/>
              <a:gd name="connsiteY16" fmla="*/ 106398 h 109204"/>
              <a:gd name="connsiteX17" fmla="*/ 38932 w 40803"/>
              <a:gd name="connsiteY17" fmla="*/ 106398 h 109204"/>
              <a:gd name="connsiteX18" fmla="*/ 27738 w 40803"/>
              <a:gd name="connsiteY18" fmla="*/ 9229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738" y="86"/>
                </a:moveTo>
                <a:lnTo>
                  <a:pt x="24849" y="86"/>
                </a:lnTo>
                <a:cubicBezTo>
                  <a:pt x="23766" y="810"/>
                  <a:pt x="22682" y="1171"/>
                  <a:pt x="22682" y="1533"/>
                </a:cubicBezTo>
                <a:cubicBezTo>
                  <a:pt x="20516" y="2618"/>
                  <a:pt x="18710" y="3341"/>
                  <a:pt x="16905" y="4426"/>
                </a:cubicBezTo>
                <a:cubicBezTo>
                  <a:pt x="16544" y="4787"/>
                  <a:pt x="12572" y="6595"/>
                  <a:pt x="7155" y="9488"/>
                </a:cubicBezTo>
                <a:cubicBezTo>
                  <a:pt x="5711" y="10211"/>
                  <a:pt x="3183" y="11296"/>
                  <a:pt x="294" y="12742"/>
                </a:cubicBezTo>
                <a:lnTo>
                  <a:pt x="1378" y="15635"/>
                </a:lnTo>
                <a:lnTo>
                  <a:pt x="3544" y="14551"/>
                </a:lnTo>
                <a:cubicBezTo>
                  <a:pt x="5711" y="13827"/>
                  <a:pt x="7516" y="13104"/>
                  <a:pt x="9322" y="13104"/>
                </a:cubicBezTo>
                <a:cubicBezTo>
                  <a:pt x="10766" y="13104"/>
                  <a:pt x="12211" y="14189"/>
                  <a:pt x="13294" y="15274"/>
                </a:cubicBezTo>
                <a:cubicBezTo>
                  <a:pt x="14016" y="17082"/>
                  <a:pt x="14377" y="17805"/>
                  <a:pt x="14377" y="28653"/>
                </a:cubicBezTo>
                <a:lnTo>
                  <a:pt x="14377" y="92295"/>
                </a:lnTo>
                <a:cubicBezTo>
                  <a:pt x="14377" y="102420"/>
                  <a:pt x="11489" y="106398"/>
                  <a:pt x="3183" y="106398"/>
                </a:cubicBezTo>
                <a:lnTo>
                  <a:pt x="1378" y="106398"/>
                </a:lnTo>
                <a:lnTo>
                  <a:pt x="1378" y="109291"/>
                </a:lnTo>
                <a:lnTo>
                  <a:pt x="41098" y="109291"/>
                </a:lnTo>
                <a:lnTo>
                  <a:pt x="41098" y="106398"/>
                </a:lnTo>
                <a:lnTo>
                  <a:pt x="38932" y="106398"/>
                </a:lnTo>
                <a:cubicBezTo>
                  <a:pt x="30988" y="106398"/>
                  <a:pt x="27738" y="102420"/>
                  <a:pt x="27738" y="92295"/>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338" name="任意多边形: 形状 337"/>
          <p:cNvSpPr/>
          <p:nvPr/>
        </p:nvSpPr>
        <p:spPr>
          <a:xfrm>
            <a:off x="9882509" y="4187645"/>
            <a:ext cx="79253" cy="148429"/>
          </a:xfrm>
          <a:custGeom>
            <a:avLst/>
            <a:gdLst>
              <a:gd name="connsiteX0" fmla="*/ 20158 w 62830"/>
              <a:gd name="connsiteY0" fmla="*/ 106760 h 109204"/>
              <a:gd name="connsiteX1" fmla="*/ 29546 w 62830"/>
              <a:gd name="connsiteY1" fmla="*/ 109291 h 109204"/>
              <a:gd name="connsiteX2" fmla="*/ 63128 w 62830"/>
              <a:gd name="connsiteY2" fmla="*/ 86 h 109204"/>
              <a:gd name="connsiteX3" fmla="*/ 10047 w 62830"/>
              <a:gd name="connsiteY3" fmla="*/ 86 h 109204"/>
              <a:gd name="connsiteX4" fmla="*/ 297 w 62830"/>
              <a:gd name="connsiteY4" fmla="*/ 23591 h 109204"/>
              <a:gd name="connsiteX5" fmla="*/ 2464 w 62830"/>
              <a:gd name="connsiteY5" fmla="*/ 25399 h 109204"/>
              <a:gd name="connsiteX6" fmla="*/ 8964 w 62830"/>
              <a:gd name="connsiteY6" fmla="*/ 16359 h 109204"/>
              <a:gd name="connsiteX7" fmla="*/ 26657 w 62830"/>
              <a:gd name="connsiteY7" fmla="*/ 12019 h 109204"/>
              <a:gd name="connsiteX8" fmla="*/ 49768 w 62830"/>
              <a:gd name="connsiteY8" fmla="*/ 1201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20158" y="106760"/>
                </a:moveTo>
                <a:cubicBezTo>
                  <a:pt x="24491" y="107845"/>
                  <a:pt x="25213" y="107845"/>
                  <a:pt x="29546" y="109291"/>
                </a:cubicBezTo>
                <a:lnTo>
                  <a:pt x="63128" y="86"/>
                </a:lnTo>
                <a:lnTo>
                  <a:pt x="10047" y="86"/>
                </a:lnTo>
                <a:lnTo>
                  <a:pt x="297" y="23591"/>
                </a:lnTo>
                <a:lnTo>
                  <a:pt x="2464" y="25399"/>
                </a:lnTo>
                <a:cubicBezTo>
                  <a:pt x="4631" y="21421"/>
                  <a:pt x="6436" y="18890"/>
                  <a:pt x="8964" y="16359"/>
                </a:cubicBezTo>
                <a:cubicBezTo>
                  <a:pt x="12575" y="12381"/>
                  <a:pt x="14019" y="12019"/>
                  <a:pt x="26657" y="12019"/>
                </a:cubicBezTo>
                <a:lnTo>
                  <a:pt x="49768" y="12019"/>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339" name="任意多边形: 形状 338"/>
          <p:cNvSpPr/>
          <p:nvPr/>
        </p:nvSpPr>
        <p:spPr>
          <a:xfrm>
            <a:off x="6706106" y="4103542"/>
            <a:ext cx="123436" cy="132210"/>
          </a:xfrm>
          <a:custGeom>
            <a:avLst/>
            <a:gdLst>
              <a:gd name="connsiteX0" fmla="*/ 98051 w 97857"/>
              <a:gd name="connsiteY0" fmla="*/ 84 h 97271"/>
              <a:gd name="connsiteX1" fmla="*/ 57247 w 97857"/>
              <a:gd name="connsiteY1" fmla="*/ 84 h 97271"/>
              <a:gd name="connsiteX2" fmla="*/ 24026 w 97857"/>
              <a:gd name="connsiteY2" fmla="*/ 7317 h 97271"/>
              <a:gd name="connsiteX3" fmla="*/ 194 w 97857"/>
              <a:gd name="connsiteY3" fmla="*/ 51071 h 97271"/>
              <a:gd name="connsiteX4" fmla="*/ 42803 w 97857"/>
              <a:gd name="connsiteY4" fmla="*/ 97356 h 97271"/>
              <a:gd name="connsiteX5" fmla="*/ 88302 w 97857"/>
              <a:gd name="connsiteY5" fmla="*/ 51794 h 97271"/>
              <a:gd name="connsiteX6" fmla="*/ 64469 w 97857"/>
              <a:gd name="connsiteY6" fmla="*/ 13825 h 97271"/>
              <a:gd name="connsiteX7" fmla="*/ 98051 w 97857"/>
              <a:gd name="connsiteY7" fmla="*/ 13825 h 97271"/>
              <a:gd name="connsiteX8" fmla="*/ 53998 w 97857"/>
              <a:gd name="connsiteY8" fmla="*/ 13825 h 97271"/>
              <a:gd name="connsiteX9" fmla="*/ 69886 w 97857"/>
              <a:gd name="connsiteY9" fmla="*/ 53240 h 97271"/>
              <a:gd name="connsiteX10" fmla="*/ 44248 w 97857"/>
              <a:gd name="connsiteY10" fmla="*/ 89762 h 97271"/>
              <a:gd name="connsiteX11" fmla="*/ 18610 w 97857"/>
              <a:gd name="connsiteY11" fmla="*/ 50348 h 97271"/>
              <a:gd name="connsiteX12" fmla="*/ 42442 w 97857"/>
              <a:gd name="connsiteY12" fmla="*/ 14549 h 97271"/>
              <a:gd name="connsiteX13" fmla="*/ 53998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051" y="84"/>
                </a:moveTo>
                <a:lnTo>
                  <a:pt x="57247" y="84"/>
                </a:lnTo>
                <a:cubicBezTo>
                  <a:pt x="42442" y="84"/>
                  <a:pt x="32332" y="2254"/>
                  <a:pt x="24026" y="7317"/>
                </a:cubicBezTo>
                <a:cubicBezTo>
                  <a:pt x="9221" y="15995"/>
                  <a:pt x="194" y="32267"/>
                  <a:pt x="194" y="51071"/>
                </a:cubicBezTo>
                <a:cubicBezTo>
                  <a:pt x="194" y="77468"/>
                  <a:pt x="18610" y="97356"/>
                  <a:pt x="42803" y="97356"/>
                </a:cubicBezTo>
                <a:cubicBezTo>
                  <a:pt x="67719" y="97356"/>
                  <a:pt x="88302" y="76745"/>
                  <a:pt x="88302" y="51794"/>
                </a:cubicBezTo>
                <a:cubicBezTo>
                  <a:pt x="88302" y="34437"/>
                  <a:pt x="78913" y="19250"/>
                  <a:pt x="64469" y="13825"/>
                </a:cubicBezTo>
                <a:lnTo>
                  <a:pt x="98051" y="13825"/>
                </a:lnTo>
                <a:close/>
                <a:moveTo>
                  <a:pt x="53998" y="13825"/>
                </a:moveTo>
                <a:cubicBezTo>
                  <a:pt x="64830" y="24312"/>
                  <a:pt x="69886" y="36607"/>
                  <a:pt x="69886" y="53240"/>
                </a:cubicBezTo>
                <a:cubicBezTo>
                  <a:pt x="69886" y="74575"/>
                  <a:pt x="59414" y="89762"/>
                  <a:pt x="44248" y="89762"/>
                </a:cubicBezTo>
                <a:cubicBezTo>
                  <a:pt x="29443" y="89762"/>
                  <a:pt x="18610" y="73129"/>
                  <a:pt x="18610" y="50348"/>
                </a:cubicBezTo>
                <a:cubicBezTo>
                  <a:pt x="18610" y="31544"/>
                  <a:pt x="27999" y="17441"/>
                  <a:pt x="42442" y="14549"/>
                </a:cubicBezTo>
                <a:cubicBezTo>
                  <a:pt x="45331" y="14187"/>
                  <a:pt x="49664" y="13825"/>
                  <a:pt x="53998"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40" name="Graphic 2"/>
          <p:cNvGrpSpPr/>
          <p:nvPr/>
        </p:nvGrpSpPr>
        <p:grpSpPr>
          <a:xfrm>
            <a:off x="6833130" y="4180216"/>
            <a:ext cx="262013" cy="184800"/>
            <a:chOff x="7246846" y="4494824"/>
            <a:chExt cx="207717" cy="135963"/>
          </a:xfrm>
          <a:solidFill>
            <a:schemeClr val="tx1"/>
          </a:solidFill>
        </p:grpSpPr>
        <p:sp>
          <p:nvSpPr>
            <p:cNvPr id="341" name="任意多边形: 形状 340"/>
            <p:cNvSpPr/>
            <p:nvPr/>
          </p:nvSpPr>
          <p:spPr>
            <a:xfrm>
              <a:off x="7246846" y="4494824"/>
              <a:ext cx="80524" cy="111374"/>
            </a:xfrm>
            <a:custGeom>
              <a:avLst/>
              <a:gdLst>
                <a:gd name="connsiteX0" fmla="*/ 43169 w 80524"/>
                <a:gd name="connsiteY0" fmla="*/ 93381 h 111374"/>
                <a:gd name="connsiteX1" fmla="*/ 41003 w 80524"/>
                <a:gd name="connsiteY1" fmla="*/ 104591 h 111374"/>
                <a:gd name="connsiteX2" fmla="*/ 46780 w 80524"/>
                <a:gd name="connsiteY2" fmla="*/ 111462 h 111374"/>
                <a:gd name="connsiteX3" fmla="*/ 69529 w 80524"/>
                <a:gd name="connsiteY3" fmla="*/ 94466 h 111374"/>
                <a:gd name="connsiteX4" fmla="*/ 67002 w 80524"/>
                <a:gd name="connsiteY4" fmla="*/ 92658 h 111374"/>
                <a:gd name="connsiteX5" fmla="*/ 54363 w 80524"/>
                <a:gd name="connsiteY5" fmla="*/ 102783 h 111374"/>
                <a:gd name="connsiteX6" fmla="*/ 51474 w 80524"/>
                <a:gd name="connsiteY6" fmla="*/ 100613 h 111374"/>
                <a:gd name="connsiteX7" fmla="*/ 52558 w 80524"/>
                <a:gd name="connsiteY7" fmla="*/ 95189 h 111374"/>
                <a:gd name="connsiteX8" fmla="*/ 80723 w 80524"/>
                <a:gd name="connsiteY8" fmla="*/ 87 h 111374"/>
                <a:gd name="connsiteX9" fmla="*/ 57974 w 80524"/>
                <a:gd name="connsiteY9" fmla="*/ 3342 h 111374"/>
                <a:gd name="connsiteX10" fmla="*/ 57252 w 80524"/>
                <a:gd name="connsiteY10" fmla="*/ 6235 h 111374"/>
                <a:gd name="connsiteX11" fmla="*/ 59057 w 80524"/>
                <a:gd name="connsiteY11" fmla="*/ 6235 h 111374"/>
                <a:gd name="connsiteX12" fmla="*/ 62307 w 80524"/>
                <a:gd name="connsiteY12" fmla="*/ 5873 h 111374"/>
                <a:gd name="connsiteX13" fmla="*/ 66640 w 80524"/>
                <a:gd name="connsiteY13" fmla="*/ 9489 h 111374"/>
                <a:gd name="connsiteX14" fmla="*/ 65918 w 80524"/>
                <a:gd name="connsiteY14" fmla="*/ 13105 h 111374"/>
                <a:gd name="connsiteX15" fmla="*/ 57974 w 80524"/>
                <a:gd name="connsiteY15" fmla="*/ 42033 h 111374"/>
                <a:gd name="connsiteX16" fmla="*/ 46780 w 80524"/>
                <a:gd name="connsiteY16" fmla="*/ 36971 h 111374"/>
                <a:gd name="connsiteX17" fmla="*/ 199 w 80524"/>
                <a:gd name="connsiteY17" fmla="*/ 90850 h 111374"/>
                <a:gd name="connsiteX18" fmla="*/ 14281 w 80524"/>
                <a:gd name="connsiteY18" fmla="*/ 111100 h 111374"/>
                <a:gd name="connsiteX19" fmla="*/ 30531 w 80524"/>
                <a:gd name="connsiteY19" fmla="*/ 104229 h 111374"/>
                <a:gd name="connsiteX20" fmla="*/ 44252 w 80524"/>
                <a:gd name="connsiteY20" fmla="*/ 88319 h 111374"/>
                <a:gd name="connsiteX21" fmla="*/ 45336 w 80524"/>
                <a:gd name="connsiteY21" fmla="*/ 41310 h 111374"/>
                <a:gd name="connsiteX22" fmla="*/ 54002 w 80524"/>
                <a:gd name="connsiteY22" fmla="*/ 49989 h 111374"/>
                <a:gd name="connsiteX23" fmla="*/ 42086 w 80524"/>
                <a:gd name="connsiteY23" fmla="*/ 83618 h 111374"/>
                <a:gd name="connsiteX24" fmla="*/ 21864 w 80524"/>
                <a:gd name="connsiteY24" fmla="*/ 101337 h 111374"/>
                <a:gd name="connsiteX25" fmla="*/ 14281 w 80524"/>
                <a:gd name="connsiteY25" fmla="*/ 89404 h 111374"/>
                <a:gd name="connsiteX26" fmla="*/ 24753 w 80524"/>
                <a:gd name="connsiteY26" fmla="*/ 57583 h 111374"/>
                <a:gd name="connsiteX27" fmla="*/ 45336 w 80524"/>
                <a:gd name="connsiteY27" fmla="*/ 41310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169" y="93381"/>
                  </a:moveTo>
                  <a:cubicBezTo>
                    <a:pt x="41003" y="102060"/>
                    <a:pt x="41003" y="102060"/>
                    <a:pt x="41003" y="104591"/>
                  </a:cubicBezTo>
                  <a:cubicBezTo>
                    <a:pt x="41003" y="108569"/>
                    <a:pt x="43169" y="111462"/>
                    <a:pt x="46780" y="111462"/>
                  </a:cubicBezTo>
                  <a:cubicBezTo>
                    <a:pt x="53641" y="111462"/>
                    <a:pt x="60502" y="106399"/>
                    <a:pt x="69529" y="94466"/>
                  </a:cubicBezTo>
                  <a:lnTo>
                    <a:pt x="67002" y="92658"/>
                  </a:lnTo>
                  <a:cubicBezTo>
                    <a:pt x="61224" y="99890"/>
                    <a:pt x="57974" y="102783"/>
                    <a:pt x="54363" y="102783"/>
                  </a:cubicBezTo>
                  <a:cubicBezTo>
                    <a:pt x="52558" y="102783"/>
                    <a:pt x="51474" y="101698"/>
                    <a:pt x="51474" y="100613"/>
                  </a:cubicBezTo>
                  <a:cubicBezTo>
                    <a:pt x="51474" y="99529"/>
                    <a:pt x="51835" y="97359"/>
                    <a:pt x="52558" y="95189"/>
                  </a:cubicBezTo>
                  <a:lnTo>
                    <a:pt x="80723" y="87"/>
                  </a:lnTo>
                  <a:cubicBezTo>
                    <a:pt x="70973" y="2257"/>
                    <a:pt x="69168" y="2619"/>
                    <a:pt x="57974" y="3342"/>
                  </a:cubicBezTo>
                  <a:lnTo>
                    <a:pt x="57252" y="6235"/>
                  </a:lnTo>
                  <a:lnTo>
                    <a:pt x="59057" y="6235"/>
                  </a:lnTo>
                  <a:cubicBezTo>
                    <a:pt x="60502" y="6235"/>
                    <a:pt x="61585" y="5873"/>
                    <a:pt x="62307" y="5873"/>
                  </a:cubicBezTo>
                  <a:cubicBezTo>
                    <a:pt x="64474" y="5873"/>
                    <a:pt x="66640" y="7681"/>
                    <a:pt x="66640" y="9489"/>
                  </a:cubicBezTo>
                  <a:cubicBezTo>
                    <a:pt x="66640" y="10212"/>
                    <a:pt x="66279" y="11297"/>
                    <a:pt x="65918" y="13105"/>
                  </a:cubicBezTo>
                  <a:lnTo>
                    <a:pt x="57974" y="42033"/>
                  </a:lnTo>
                  <a:cubicBezTo>
                    <a:pt x="54002" y="38056"/>
                    <a:pt x="51113" y="36971"/>
                    <a:pt x="46780" y="36971"/>
                  </a:cubicBezTo>
                  <a:cubicBezTo>
                    <a:pt x="25475" y="36971"/>
                    <a:pt x="199" y="66261"/>
                    <a:pt x="199" y="90850"/>
                  </a:cubicBezTo>
                  <a:cubicBezTo>
                    <a:pt x="199" y="102783"/>
                    <a:pt x="5976" y="111100"/>
                    <a:pt x="14281" y="111100"/>
                  </a:cubicBezTo>
                  <a:cubicBezTo>
                    <a:pt x="18976" y="111100"/>
                    <a:pt x="25475" y="108207"/>
                    <a:pt x="30531" y="104229"/>
                  </a:cubicBezTo>
                  <a:cubicBezTo>
                    <a:pt x="35225" y="100252"/>
                    <a:pt x="38475" y="96274"/>
                    <a:pt x="44252" y="88319"/>
                  </a:cubicBezTo>
                  <a:close/>
                  <a:moveTo>
                    <a:pt x="45336" y="41310"/>
                  </a:moveTo>
                  <a:cubicBezTo>
                    <a:pt x="50752" y="41310"/>
                    <a:pt x="54002" y="44565"/>
                    <a:pt x="54002" y="49989"/>
                  </a:cubicBezTo>
                  <a:cubicBezTo>
                    <a:pt x="54002" y="57583"/>
                    <a:pt x="48585" y="73131"/>
                    <a:pt x="42086" y="83618"/>
                  </a:cubicBezTo>
                  <a:cubicBezTo>
                    <a:pt x="36308" y="93381"/>
                    <a:pt x="26920" y="101337"/>
                    <a:pt x="21864" y="101337"/>
                  </a:cubicBezTo>
                  <a:cubicBezTo>
                    <a:pt x="17170" y="101337"/>
                    <a:pt x="14281" y="96997"/>
                    <a:pt x="14281" y="89404"/>
                  </a:cubicBezTo>
                  <a:cubicBezTo>
                    <a:pt x="14281" y="80364"/>
                    <a:pt x="18253" y="68431"/>
                    <a:pt x="24753" y="57583"/>
                  </a:cubicBezTo>
                  <a:cubicBezTo>
                    <a:pt x="31614" y="47096"/>
                    <a:pt x="38836" y="41310"/>
                    <a:pt x="45336" y="41310"/>
                  </a:cubicBezTo>
                  <a:close/>
                </a:path>
              </a:pathLst>
            </a:custGeom>
            <a:grpFill/>
            <a:ln w="3175" cap="flat">
              <a:solidFill>
                <a:schemeClr val="tx1"/>
              </a:solidFill>
              <a:prstDash val="solid"/>
              <a:miter/>
            </a:ln>
          </p:spPr>
          <p:txBody>
            <a:bodyPr rtlCol="0" anchor="ctr"/>
            <a:lstStyle/>
            <a:p>
              <a:endParaRPr lang="zh-CN" altLang="en-US"/>
            </a:p>
          </p:txBody>
        </p:sp>
        <p:sp>
          <p:nvSpPr>
            <p:cNvPr id="342" name="任意多边形: 形状 341"/>
            <p:cNvSpPr/>
            <p:nvPr/>
          </p:nvSpPr>
          <p:spPr>
            <a:xfrm>
              <a:off x="7324609" y="4531346"/>
              <a:ext cx="59580" cy="74490"/>
            </a:xfrm>
            <a:custGeom>
              <a:avLst/>
              <a:gdLst>
                <a:gd name="connsiteX0" fmla="*/ 49311 w 59580"/>
                <a:gd name="connsiteY0" fmla="*/ 55413 h 74490"/>
                <a:gd name="connsiteX1" fmla="*/ 28368 w 59580"/>
                <a:gd name="connsiteY1" fmla="*/ 66261 h 74490"/>
                <a:gd name="connsiteX2" fmla="*/ 13201 w 59580"/>
                <a:gd name="connsiteY2" fmla="*/ 49627 h 74490"/>
                <a:gd name="connsiteX3" fmla="*/ 13924 w 59580"/>
                <a:gd name="connsiteY3" fmla="*/ 41310 h 74490"/>
                <a:gd name="connsiteX4" fmla="*/ 41367 w 59580"/>
                <a:gd name="connsiteY4" fmla="*/ 35525 h 74490"/>
                <a:gd name="connsiteX5" fmla="*/ 59783 w 59580"/>
                <a:gd name="connsiteY5" fmla="*/ 12020 h 74490"/>
                <a:gd name="connsiteX6" fmla="*/ 44617 w 59580"/>
                <a:gd name="connsiteY6" fmla="*/ 87 h 74490"/>
                <a:gd name="connsiteX7" fmla="*/ 202 w 59580"/>
                <a:gd name="connsiteY7" fmla="*/ 50350 h 74490"/>
                <a:gd name="connsiteX8" fmla="*/ 21507 w 59580"/>
                <a:gd name="connsiteY8" fmla="*/ 74578 h 74490"/>
                <a:gd name="connsiteX9" fmla="*/ 52561 w 59580"/>
                <a:gd name="connsiteY9" fmla="*/ 57582 h 74490"/>
                <a:gd name="connsiteX10" fmla="*/ 15007 w 59580"/>
                <a:gd name="connsiteY10" fmla="*/ 36971 h 74490"/>
                <a:gd name="connsiteX11" fmla="*/ 41728 w 59580"/>
                <a:gd name="connsiteY11" fmla="*/ 4788 h 74490"/>
                <a:gd name="connsiteX12" fmla="*/ 48228 w 59580"/>
                <a:gd name="connsiteY12" fmla="*/ 11659 h 74490"/>
                <a:gd name="connsiteX13" fmla="*/ 42450 w 59580"/>
                <a:gd name="connsiteY13" fmla="*/ 25400 h 74490"/>
                <a:gd name="connsiteX14" fmla="*/ 21507 w 59580"/>
                <a:gd name="connsiteY14" fmla="*/ 36609 h 74490"/>
                <a:gd name="connsiteX15" fmla="*/ 15007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11" y="55413"/>
                  </a:moveTo>
                  <a:cubicBezTo>
                    <a:pt x="42450" y="63007"/>
                    <a:pt x="35589" y="66261"/>
                    <a:pt x="28368" y="66261"/>
                  </a:cubicBezTo>
                  <a:cubicBezTo>
                    <a:pt x="19701" y="66261"/>
                    <a:pt x="13201" y="59390"/>
                    <a:pt x="13201" y="49627"/>
                  </a:cubicBezTo>
                  <a:cubicBezTo>
                    <a:pt x="13201" y="47096"/>
                    <a:pt x="13562" y="44203"/>
                    <a:pt x="13924" y="41310"/>
                  </a:cubicBezTo>
                  <a:cubicBezTo>
                    <a:pt x="26562" y="40587"/>
                    <a:pt x="33784" y="39141"/>
                    <a:pt x="41367" y="35525"/>
                  </a:cubicBezTo>
                  <a:cubicBezTo>
                    <a:pt x="52561" y="30462"/>
                    <a:pt x="59783" y="21060"/>
                    <a:pt x="59783" y="12020"/>
                  </a:cubicBezTo>
                  <a:cubicBezTo>
                    <a:pt x="59783" y="5150"/>
                    <a:pt x="53283" y="87"/>
                    <a:pt x="44617" y="87"/>
                  </a:cubicBezTo>
                  <a:cubicBezTo>
                    <a:pt x="22951" y="87"/>
                    <a:pt x="202" y="26123"/>
                    <a:pt x="202" y="50350"/>
                  </a:cubicBezTo>
                  <a:cubicBezTo>
                    <a:pt x="202" y="64815"/>
                    <a:pt x="8868" y="74578"/>
                    <a:pt x="21507" y="74578"/>
                  </a:cubicBezTo>
                  <a:cubicBezTo>
                    <a:pt x="31617" y="74578"/>
                    <a:pt x="40284" y="69515"/>
                    <a:pt x="52561" y="57582"/>
                  </a:cubicBezTo>
                  <a:close/>
                  <a:moveTo>
                    <a:pt x="15007" y="36971"/>
                  </a:moveTo>
                  <a:cubicBezTo>
                    <a:pt x="20423" y="18529"/>
                    <a:pt x="31979" y="4788"/>
                    <a:pt x="41728" y="4788"/>
                  </a:cubicBezTo>
                  <a:cubicBezTo>
                    <a:pt x="45339" y="4788"/>
                    <a:pt x="48228" y="7681"/>
                    <a:pt x="48228" y="11659"/>
                  </a:cubicBezTo>
                  <a:cubicBezTo>
                    <a:pt x="48228" y="15998"/>
                    <a:pt x="46061" y="21060"/>
                    <a:pt x="42450" y="25400"/>
                  </a:cubicBezTo>
                  <a:cubicBezTo>
                    <a:pt x="37034" y="31185"/>
                    <a:pt x="30173" y="35163"/>
                    <a:pt x="21507" y="36609"/>
                  </a:cubicBezTo>
                  <a:cubicBezTo>
                    <a:pt x="20062" y="36609"/>
                    <a:pt x="17896" y="36971"/>
                    <a:pt x="15007" y="36971"/>
                  </a:cubicBezTo>
                  <a:close/>
                </a:path>
              </a:pathLst>
            </a:custGeom>
            <a:grpFill/>
            <a:ln w="3175" cap="flat">
              <a:solidFill>
                <a:schemeClr val="tx1"/>
              </a:solidFill>
              <a:prstDash val="solid"/>
              <a:miter/>
            </a:ln>
          </p:spPr>
          <p:txBody>
            <a:bodyPr rtlCol="0" anchor="ctr"/>
            <a:lstStyle/>
            <a:p>
              <a:endParaRPr lang="zh-CN" altLang="en-US"/>
            </a:p>
          </p:txBody>
        </p:sp>
        <p:sp>
          <p:nvSpPr>
            <p:cNvPr id="343" name="任意多边形: 形状 342"/>
            <p:cNvSpPr/>
            <p:nvPr/>
          </p:nvSpPr>
          <p:spPr>
            <a:xfrm>
              <a:off x="7372594" y="4532069"/>
              <a:ext cx="81968" cy="98717"/>
            </a:xfrm>
            <a:custGeom>
              <a:avLst/>
              <a:gdLst>
                <a:gd name="connsiteX0" fmla="*/ 29454 w 81968"/>
                <a:gd name="connsiteY0" fmla="*/ 70600 h 98717"/>
                <a:gd name="connsiteX1" fmla="*/ 39925 w 81968"/>
                <a:gd name="connsiteY1" fmla="*/ 73493 h 98717"/>
                <a:gd name="connsiteX2" fmla="*/ 82174 w 81968"/>
                <a:gd name="connsiteY2" fmla="*/ 21422 h 98717"/>
                <a:gd name="connsiteX3" fmla="*/ 66646 w 81968"/>
                <a:gd name="connsiteY3" fmla="*/ 87 h 98717"/>
                <a:gd name="connsiteX4" fmla="*/ 44981 w 81968"/>
                <a:gd name="connsiteY4" fmla="*/ 15636 h 98717"/>
                <a:gd name="connsiteX5" fmla="*/ 49675 w 81968"/>
                <a:gd name="connsiteY5" fmla="*/ 87 h 98717"/>
                <a:gd name="connsiteX6" fmla="*/ 27287 w 81968"/>
                <a:gd name="connsiteY6" fmla="*/ 3342 h 98717"/>
                <a:gd name="connsiteX7" fmla="*/ 26565 w 81968"/>
                <a:gd name="connsiteY7" fmla="*/ 6235 h 98717"/>
                <a:gd name="connsiteX8" fmla="*/ 30898 w 81968"/>
                <a:gd name="connsiteY8" fmla="*/ 5511 h 98717"/>
                <a:gd name="connsiteX9" fmla="*/ 34870 w 81968"/>
                <a:gd name="connsiteY9" fmla="*/ 10212 h 98717"/>
                <a:gd name="connsiteX10" fmla="*/ 33787 w 81968"/>
                <a:gd name="connsiteY10" fmla="*/ 15636 h 98717"/>
                <a:gd name="connsiteX11" fmla="*/ 15371 w 81968"/>
                <a:gd name="connsiteY11" fmla="*/ 80725 h 98717"/>
                <a:gd name="connsiteX12" fmla="*/ 5260 w 81968"/>
                <a:gd name="connsiteY12" fmla="*/ 95913 h 98717"/>
                <a:gd name="connsiteX13" fmla="*/ 927 w 81968"/>
                <a:gd name="connsiteY13" fmla="*/ 95913 h 98717"/>
                <a:gd name="connsiteX14" fmla="*/ 205 w 81968"/>
                <a:gd name="connsiteY14" fmla="*/ 98805 h 98717"/>
                <a:gd name="connsiteX15" fmla="*/ 34509 w 81968"/>
                <a:gd name="connsiteY15" fmla="*/ 98805 h 98717"/>
                <a:gd name="connsiteX16" fmla="*/ 35231 w 81968"/>
                <a:gd name="connsiteY16" fmla="*/ 95913 h 98717"/>
                <a:gd name="connsiteX17" fmla="*/ 27648 w 81968"/>
                <a:gd name="connsiteY17" fmla="*/ 95913 h 98717"/>
                <a:gd name="connsiteX18" fmla="*/ 23315 w 81968"/>
                <a:gd name="connsiteY18" fmla="*/ 92658 h 98717"/>
                <a:gd name="connsiteX19" fmla="*/ 24398 w 81968"/>
                <a:gd name="connsiteY19" fmla="*/ 88319 h 98717"/>
                <a:gd name="connsiteX20" fmla="*/ 39203 w 81968"/>
                <a:gd name="connsiteY20" fmla="*/ 35525 h 98717"/>
                <a:gd name="connsiteX21" fmla="*/ 48592 w 81968"/>
                <a:gd name="connsiteY21" fmla="*/ 15636 h 98717"/>
                <a:gd name="connsiteX22" fmla="*/ 61591 w 81968"/>
                <a:gd name="connsiteY22" fmla="*/ 8043 h 98717"/>
                <a:gd name="connsiteX23" fmla="*/ 69535 w 81968"/>
                <a:gd name="connsiteY23" fmla="*/ 21060 h 98717"/>
                <a:gd name="connsiteX24" fmla="*/ 40287 w 81968"/>
                <a:gd name="connsiteY24" fmla="*/ 69877 h 98717"/>
                <a:gd name="connsiteX25" fmla="*/ 30898 w 81968"/>
                <a:gd name="connsiteY25" fmla="*/ 65176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454" y="70600"/>
                  </a:moveTo>
                  <a:cubicBezTo>
                    <a:pt x="33426" y="72770"/>
                    <a:pt x="35953" y="73493"/>
                    <a:pt x="39925" y="73493"/>
                  </a:cubicBezTo>
                  <a:cubicBezTo>
                    <a:pt x="60147" y="73493"/>
                    <a:pt x="82174" y="46734"/>
                    <a:pt x="82174" y="21422"/>
                  </a:cubicBezTo>
                  <a:cubicBezTo>
                    <a:pt x="82174" y="8766"/>
                    <a:pt x="76035" y="87"/>
                    <a:pt x="66646" y="87"/>
                  </a:cubicBezTo>
                  <a:cubicBezTo>
                    <a:pt x="59064" y="87"/>
                    <a:pt x="53286" y="4427"/>
                    <a:pt x="44981" y="15636"/>
                  </a:cubicBezTo>
                  <a:lnTo>
                    <a:pt x="49675" y="87"/>
                  </a:lnTo>
                  <a:cubicBezTo>
                    <a:pt x="36314" y="2257"/>
                    <a:pt x="35231" y="2257"/>
                    <a:pt x="27287" y="3342"/>
                  </a:cubicBezTo>
                  <a:lnTo>
                    <a:pt x="26565" y="6235"/>
                  </a:lnTo>
                  <a:cubicBezTo>
                    <a:pt x="29092" y="5873"/>
                    <a:pt x="29815" y="5511"/>
                    <a:pt x="30898" y="5511"/>
                  </a:cubicBezTo>
                  <a:cubicBezTo>
                    <a:pt x="33787" y="5511"/>
                    <a:pt x="34870" y="7320"/>
                    <a:pt x="34870" y="10212"/>
                  </a:cubicBezTo>
                  <a:cubicBezTo>
                    <a:pt x="34870" y="12020"/>
                    <a:pt x="34870" y="12020"/>
                    <a:pt x="33787" y="15636"/>
                  </a:cubicBezTo>
                  <a:lnTo>
                    <a:pt x="15371" y="80725"/>
                  </a:lnTo>
                  <a:cubicBezTo>
                    <a:pt x="11038" y="94828"/>
                    <a:pt x="10315" y="95913"/>
                    <a:pt x="5260" y="95913"/>
                  </a:cubicBezTo>
                  <a:lnTo>
                    <a:pt x="927" y="95913"/>
                  </a:lnTo>
                  <a:lnTo>
                    <a:pt x="205" y="98805"/>
                  </a:lnTo>
                  <a:lnTo>
                    <a:pt x="34509" y="98805"/>
                  </a:lnTo>
                  <a:lnTo>
                    <a:pt x="35231" y="95913"/>
                  </a:lnTo>
                  <a:lnTo>
                    <a:pt x="27648" y="95913"/>
                  </a:lnTo>
                  <a:cubicBezTo>
                    <a:pt x="25481" y="95913"/>
                    <a:pt x="23315" y="94104"/>
                    <a:pt x="23315" y="92658"/>
                  </a:cubicBezTo>
                  <a:cubicBezTo>
                    <a:pt x="23315" y="91935"/>
                    <a:pt x="23676" y="90488"/>
                    <a:pt x="24398" y="88319"/>
                  </a:cubicBezTo>
                  <a:close/>
                  <a:moveTo>
                    <a:pt x="39203" y="35525"/>
                  </a:moveTo>
                  <a:cubicBezTo>
                    <a:pt x="42092" y="26484"/>
                    <a:pt x="44981" y="20337"/>
                    <a:pt x="48592" y="15636"/>
                  </a:cubicBezTo>
                  <a:cubicBezTo>
                    <a:pt x="52564" y="10936"/>
                    <a:pt x="57619" y="8043"/>
                    <a:pt x="61591" y="8043"/>
                  </a:cubicBezTo>
                  <a:cubicBezTo>
                    <a:pt x="66285" y="8043"/>
                    <a:pt x="69535" y="13467"/>
                    <a:pt x="69535" y="21060"/>
                  </a:cubicBezTo>
                  <a:cubicBezTo>
                    <a:pt x="69535" y="43841"/>
                    <a:pt x="54008" y="69877"/>
                    <a:pt x="40287" y="69877"/>
                  </a:cubicBezTo>
                  <a:cubicBezTo>
                    <a:pt x="36314" y="69877"/>
                    <a:pt x="33426" y="68431"/>
                    <a:pt x="30898" y="65176"/>
                  </a:cubicBezTo>
                  <a:close/>
                </a:path>
              </a:pathLst>
            </a:custGeom>
            <a:grpFill/>
            <a:ln w="3175" cap="flat">
              <a:solidFill>
                <a:schemeClr val="tx1"/>
              </a:solidFill>
              <a:prstDash val="solid"/>
              <a:miter/>
            </a:ln>
          </p:spPr>
          <p:txBody>
            <a:bodyPr rtlCol="0" anchor="ctr"/>
            <a:lstStyle/>
            <a:p>
              <a:endParaRPr lang="zh-CN" altLang="en-US"/>
            </a:p>
          </p:txBody>
        </p:sp>
      </p:grpSp>
      <p:grpSp>
        <p:nvGrpSpPr>
          <p:cNvPr id="344" name="Graphic 2"/>
          <p:cNvGrpSpPr/>
          <p:nvPr/>
        </p:nvGrpSpPr>
        <p:grpSpPr>
          <a:xfrm>
            <a:off x="7106400" y="4208230"/>
            <a:ext cx="733263" cy="148921"/>
            <a:chOff x="7463487" y="4515435"/>
            <a:chExt cx="581312" cy="109566"/>
          </a:xfrm>
          <a:solidFill>
            <a:schemeClr val="tx1"/>
          </a:solidFill>
        </p:grpSpPr>
        <p:sp>
          <p:nvSpPr>
            <p:cNvPr id="345" name="任意多边形: 形状 344"/>
            <p:cNvSpPr/>
            <p:nvPr/>
          </p:nvSpPr>
          <p:spPr>
            <a:xfrm>
              <a:off x="7463487" y="4515435"/>
              <a:ext cx="39720" cy="90400"/>
            </a:xfrm>
            <a:custGeom>
              <a:avLst/>
              <a:gdLst>
                <a:gd name="connsiteX0" fmla="*/ 28012 w 39720"/>
                <a:gd name="connsiteY0" fmla="*/ 22868 h 90400"/>
                <a:gd name="connsiteX1" fmla="*/ 38484 w 39720"/>
                <a:gd name="connsiteY1" fmla="*/ 22868 h 90400"/>
                <a:gd name="connsiteX2" fmla="*/ 39928 w 39720"/>
                <a:gd name="connsiteY2" fmla="*/ 17806 h 90400"/>
                <a:gd name="connsiteX3" fmla="*/ 29457 w 39720"/>
                <a:gd name="connsiteY3" fmla="*/ 17806 h 90400"/>
                <a:gd name="connsiteX4" fmla="*/ 34512 w 39720"/>
                <a:gd name="connsiteY4" fmla="*/ 87 h 90400"/>
                <a:gd name="connsiteX5" fmla="*/ 30901 w 39720"/>
                <a:gd name="connsiteY5" fmla="*/ 87 h 90400"/>
                <a:gd name="connsiteX6" fmla="*/ 6346 w 39720"/>
                <a:gd name="connsiteY6" fmla="*/ 17806 h 90400"/>
                <a:gd name="connsiteX7" fmla="*/ 5263 w 39720"/>
                <a:gd name="connsiteY7" fmla="*/ 22868 h 90400"/>
                <a:gd name="connsiteX8" fmla="*/ 16457 w 39720"/>
                <a:gd name="connsiteY8" fmla="*/ 22868 h 90400"/>
                <a:gd name="connsiteX9" fmla="*/ 2374 w 39720"/>
                <a:gd name="connsiteY9" fmla="*/ 71685 h 90400"/>
                <a:gd name="connsiteX10" fmla="*/ 208 w 39720"/>
                <a:gd name="connsiteY10" fmla="*/ 82533 h 90400"/>
                <a:gd name="connsiteX11" fmla="*/ 8152 w 39720"/>
                <a:gd name="connsiteY11" fmla="*/ 90488 h 90400"/>
                <a:gd name="connsiteX12" fmla="*/ 28735 w 39720"/>
                <a:gd name="connsiteY12" fmla="*/ 73855 h 90400"/>
                <a:gd name="connsiteX13" fmla="*/ 26929 w 39720"/>
                <a:gd name="connsiteY13" fmla="*/ 71685 h 90400"/>
                <a:gd name="connsiteX14" fmla="*/ 14652 w 39720"/>
                <a:gd name="connsiteY14" fmla="*/ 82533 h 90400"/>
                <a:gd name="connsiteX15" fmla="*/ 12124 w 39720"/>
                <a:gd name="connsiteY15" fmla="*/ 80364 h 90400"/>
                <a:gd name="connsiteX16" fmla="*/ 13929 w 39720"/>
                <a:gd name="connsiteY16" fmla="*/ 72770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12" y="22868"/>
                  </a:moveTo>
                  <a:lnTo>
                    <a:pt x="38484" y="22868"/>
                  </a:lnTo>
                  <a:lnTo>
                    <a:pt x="39928" y="17806"/>
                  </a:lnTo>
                  <a:lnTo>
                    <a:pt x="29457" y="17806"/>
                  </a:lnTo>
                  <a:lnTo>
                    <a:pt x="34512" y="87"/>
                  </a:lnTo>
                  <a:lnTo>
                    <a:pt x="30901" y="87"/>
                  </a:lnTo>
                  <a:cubicBezTo>
                    <a:pt x="22235" y="11297"/>
                    <a:pt x="16096" y="15636"/>
                    <a:pt x="6346" y="17806"/>
                  </a:cubicBezTo>
                  <a:lnTo>
                    <a:pt x="5263" y="22868"/>
                  </a:lnTo>
                  <a:lnTo>
                    <a:pt x="16457" y="22868"/>
                  </a:lnTo>
                  <a:lnTo>
                    <a:pt x="2374" y="71685"/>
                  </a:lnTo>
                  <a:cubicBezTo>
                    <a:pt x="1291" y="75663"/>
                    <a:pt x="208" y="80364"/>
                    <a:pt x="208" y="82533"/>
                  </a:cubicBezTo>
                  <a:cubicBezTo>
                    <a:pt x="208" y="87234"/>
                    <a:pt x="3458" y="90488"/>
                    <a:pt x="8152" y="90488"/>
                  </a:cubicBezTo>
                  <a:cubicBezTo>
                    <a:pt x="14291" y="90488"/>
                    <a:pt x="20790" y="85064"/>
                    <a:pt x="28735" y="73855"/>
                  </a:cubicBezTo>
                  <a:lnTo>
                    <a:pt x="26929" y="71685"/>
                  </a:lnTo>
                  <a:cubicBezTo>
                    <a:pt x="21874" y="78194"/>
                    <a:pt x="17179" y="82533"/>
                    <a:pt x="14652" y="82533"/>
                  </a:cubicBezTo>
                  <a:cubicBezTo>
                    <a:pt x="13568" y="82533"/>
                    <a:pt x="12124" y="81448"/>
                    <a:pt x="12124" y="80364"/>
                  </a:cubicBezTo>
                  <a:cubicBezTo>
                    <a:pt x="12124" y="79279"/>
                    <a:pt x="12124" y="79279"/>
                    <a:pt x="13929" y="72770"/>
                  </a:cubicBezTo>
                  <a:close/>
                </a:path>
              </a:pathLst>
            </a:custGeom>
            <a:grpFill/>
            <a:ln w="3175" cap="flat">
              <a:solidFill>
                <a:schemeClr val="tx1"/>
              </a:solidFill>
              <a:prstDash val="solid"/>
              <a:miter/>
            </a:ln>
          </p:spPr>
          <p:txBody>
            <a:bodyPr rtlCol="0" anchor="ctr"/>
            <a:lstStyle/>
            <a:p>
              <a:endParaRPr lang="zh-CN" altLang="en-US"/>
            </a:p>
          </p:txBody>
        </p:sp>
        <p:sp>
          <p:nvSpPr>
            <p:cNvPr id="346" name="任意多边形: 形状 345"/>
            <p:cNvSpPr/>
            <p:nvPr/>
          </p:nvSpPr>
          <p:spPr>
            <a:xfrm>
              <a:off x="7509369" y="4617769"/>
              <a:ext cx="73663" cy="7232"/>
            </a:xfrm>
            <a:custGeom>
              <a:avLst/>
              <a:gdLst>
                <a:gd name="connsiteX0" fmla="*/ 210 w 73663"/>
                <a:gd name="connsiteY0" fmla="*/ 87 h 7232"/>
                <a:gd name="connsiteX1" fmla="*/ 210 w 73663"/>
                <a:gd name="connsiteY1" fmla="*/ 7320 h 7232"/>
                <a:gd name="connsiteX2" fmla="*/ 73873 w 73663"/>
                <a:gd name="connsiteY2" fmla="*/ 7320 h 7232"/>
                <a:gd name="connsiteX3" fmla="*/ 73873 w 73663"/>
                <a:gd name="connsiteY3" fmla="*/ 87 h 7232"/>
              </a:gdLst>
              <a:ahLst/>
              <a:cxnLst>
                <a:cxn ang="0">
                  <a:pos x="connsiteX0" y="connsiteY0"/>
                </a:cxn>
                <a:cxn ang="0">
                  <a:pos x="connsiteX1" y="connsiteY1"/>
                </a:cxn>
                <a:cxn ang="0">
                  <a:pos x="connsiteX2" y="connsiteY2"/>
                </a:cxn>
                <a:cxn ang="0">
                  <a:pos x="connsiteX3" y="connsiteY3"/>
                </a:cxn>
              </a:cxnLst>
              <a:rect l="l" t="t" r="r" b="b"/>
              <a:pathLst>
                <a:path w="73663" h="7232">
                  <a:moveTo>
                    <a:pt x="210" y="87"/>
                  </a:moveTo>
                  <a:lnTo>
                    <a:pt x="210" y="7320"/>
                  </a:lnTo>
                  <a:lnTo>
                    <a:pt x="73873" y="7320"/>
                  </a:lnTo>
                  <a:lnTo>
                    <a:pt x="73873" y="87"/>
                  </a:lnTo>
                  <a:close/>
                </a:path>
              </a:pathLst>
            </a:custGeom>
            <a:grpFill/>
            <a:ln w="3175" cap="flat">
              <a:solidFill>
                <a:schemeClr val="tx1"/>
              </a:solidFill>
              <a:prstDash val="solid"/>
              <a:miter/>
            </a:ln>
          </p:spPr>
          <p:txBody>
            <a:bodyPr rtlCol="0" anchor="ctr"/>
            <a:lstStyle/>
            <a:p>
              <a:endParaRPr lang="zh-CN" altLang="en-US"/>
            </a:p>
          </p:txBody>
        </p:sp>
        <p:sp>
          <p:nvSpPr>
            <p:cNvPr id="347" name="任意多边形: 形状 346"/>
            <p:cNvSpPr/>
            <p:nvPr/>
          </p:nvSpPr>
          <p:spPr>
            <a:xfrm>
              <a:off x="7584477" y="4531346"/>
              <a:ext cx="69330" cy="74128"/>
            </a:xfrm>
            <a:custGeom>
              <a:avLst/>
              <a:gdLst>
                <a:gd name="connsiteX0" fmla="*/ 33795 w 69330"/>
                <a:gd name="connsiteY0" fmla="*/ 87 h 74128"/>
                <a:gd name="connsiteX1" fmla="*/ 11768 w 69330"/>
                <a:gd name="connsiteY1" fmla="*/ 2257 h 74128"/>
                <a:gd name="connsiteX2" fmla="*/ 10685 w 69330"/>
                <a:gd name="connsiteY2" fmla="*/ 5511 h 74128"/>
                <a:gd name="connsiteX3" fmla="*/ 12490 w 69330"/>
                <a:gd name="connsiteY3" fmla="*/ 5150 h 74128"/>
                <a:gd name="connsiteX4" fmla="*/ 15379 w 69330"/>
                <a:gd name="connsiteY4" fmla="*/ 4788 h 74128"/>
                <a:gd name="connsiteX5" fmla="*/ 18990 w 69330"/>
                <a:gd name="connsiteY5" fmla="*/ 8043 h 74128"/>
                <a:gd name="connsiteX6" fmla="*/ 17546 w 69330"/>
                <a:gd name="connsiteY6" fmla="*/ 14913 h 74128"/>
                <a:gd name="connsiteX7" fmla="*/ 213 w 69330"/>
                <a:gd name="connsiteY7" fmla="*/ 72408 h 74128"/>
                <a:gd name="connsiteX8" fmla="*/ 12129 w 69330"/>
                <a:gd name="connsiteY8" fmla="*/ 72408 h 74128"/>
                <a:gd name="connsiteX9" fmla="*/ 17185 w 69330"/>
                <a:gd name="connsiteY9" fmla="*/ 53605 h 74128"/>
                <a:gd name="connsiteX10" fmla="*/ 32351 w 69330"/>
                <a:gd name="connsiteY10" fmla="*/ 26846 h 74128"/>
                <a:gd name="connsiteX11" fmla="*/ 52572 w 69330"/>
                <a:gd name="connsiteY11" fmla="*/ 9851 h 74128"/>
                <a:gd name="connsiteX12" fmla="*/ 56544 w 69330"/>
                <a:gd name="connsiteY12" fmla="*/ 14552 h 74128"/>
                <a:gd name="connsiteX13" fmla="*/ 55461 w 69330"/>
                <a:gd name="connsiteY13" fmla="*/ 22145 h 74128"/>
                <a:gd name="connsiteX14" fmla="*/ 42823 w 69330"/>
                <a:gd name="connsiteY14" fmla="*/ 63007 h 74128"/>
                <a:gd name="connsiteX15" fmla="*/ 41739 w 69330"/>
                <a:gd name="connsiteY15" fmla="*/ 67707 h 74128"/>
                <a:gd name="connsiteX16" fmla="*/ 48600 w 69330"/>
                <a:gd name="connsiteY16" fmla="*/ 74216 h 74128"/>
                <a:gd name="connsiteX17" fmla="*/ 69544 w 69330"/>
                <a:gd name="connsiteY17" fmla="*/ 58667 h 74128"/>
                <a:gd name="connsiteX18" fmla="*/ 68099 w 69330"/>
                <a:gd name="connsiteY18" fmla="*/ 57221 h 74128"/>
                <a:gd name="connsiteX19" fmla="*/ 56905 w 69330"/>
                <a:gd name="connsiteY19" fmla="*/ 66623 h 74128"/>
                <a:gd name="connsiteX20" fmla="*/ 54739 w 69330"/>
                <a:gd name="connsiteY20" fmla="*/ 64453 h 74128"/>
                <a:gd name="connsiteX21" fmla="*/ 55461 w 69330"/>
                <a:gd name="connsiteY21" fmla="*/ 60837 h 74128"/>
                <a:gd name="connsiteX22" fmla="*/ 67016 w 69330"/>
                <a:gd name="connsiteY22" fmla="*/ 20337 h 74128"/>
                <a:gd name="connsiteX23" fmla="*/ 68460 w 69330"/>
                <a:gd name="connsiteY23" fmla="*/ 10936 h 74128"/>
                <a:gd name="connsiteX24" fmla="*/ 59794 w 69330"/>
                <a:gd name="connsiteY24" fmla="*/ 811 h 74128"/>
                <a:gd name="connsiteX25" fmla="*/ 22962 w 69330"/>
                <a:gd name="connsiteY25" fmla="*/ 3407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795" y="87"/>
                  </a:moveTo>
                  <a:cubicBezTo>
                    <a:pt x="23684" y="1534"/>
                    <a:pt x="21879" y="1534"/>
                    <a:pt x="11768" y="2257"/>
                  </a:cubicBezTo>
                  <a:lnTo>
                    <a:pt x="10685" y="5511"/>
                  </a:lnTo>
                  <a:lnTo>
                    <a:pt x="12490" y="5150"/>
                  </a:lnTo>
                  <a:cubicBezTo>
                    <a:pt x="13574" y="5150"/>
                    <a:pt x="14657" y="4788"/>
                    <a:pt x="15379" y="4788"/>
                  </a:cubicBezTo>
                  <a:cubicBezTo>
                    <a:pt x="17185" y="4788"/>
                    <a:pt x="18990" y="6596"/>
                    <a:pt x="18990" y="8043"/>
                  </a:cubicBezTo>
                  <a:cubicBezTo>
                    <a:pt x="18990" y="8766"/>
                    <a:pt x="18629" y="11659"/>
                    <a:pt x="17546" y="14913"/>
                  </a:cubicBezTo>
                  <a:lnTo>
                    <a:pt x="213" y="72408"/>
                  </a:lnTo>
                  <a:lnTo>
                    <a:pt x="12129" y="72408"/>
                  </a:lnTo>
                  <a:lnTo>
                    <a:pt x="17185" y="53605"/>
                  </a:lnTo>
                  <a:cubicBezTo>
                    <a:pt x="20073" y="44565"/>
                    <a:pt x="24046" y="37333"/>
                    <a:pt x="32351" y="26846"/>
                  </a:cubicBezTo>
                  <a:cubicBezTo>
                    <a:pt x="42100" y="14913"/>
                    <a:pt x="47878" y="9851"/>
                    <a:pt x="52572" y="9851"/>
                  </a:cubicBezTo>
                  <a:cubicBezTo>
                    <a:pt x="54739" y="9851"/>
                    <a:pt x="56544" y="12020"/>
                    <a:pt x="56544" y="14552"/>
                  </a:cubicBezTo>
                  <a:cubicBezTo>
                    <a:pt x="56544" y="16360"/>
                    <a:pt x="56183" y="19614"/>
                    <a:pt x="55461" y="22145"/>
                  </a:cubicBezTo>
                  <a:lnTo>
                    <a:pt x="42823" y="63007"/>
                  </a:lnTo>
                  <a:cubicBezTo>
                    <a:pt x="42100" y="64453"/>
                    <a:pt x="41739" y="66623"/>
                    <a:pt x="41739" y="67707"/>
                  </a:cubicBezTo>
                  <a:cubicBezTo>
                    <a:pt x="41739" y="71323"/>
                    <a:pt x="44628" y="74216"/>
                    <a:pt x="48600" y="74216"/>
                  </a:cubicBezTo>
                  <a:cubicBezTo>
                    <a:pt x="54739" y="74216"/>
                    <a:pt x="61961" y="69154"/>
                    <a:pt x="69544" y="58667"/>
                  </a:cubicBezTo>
                  <a:lnTo>
                    <a:pt x="68099" y="57221"/>
                  </a:lnTo>
                  <a:cubicBezTo>
                    <a:pt x="63766" y="63007"/>
                    <a:pt x="59072" y="66623"/>
                    <a:pt x="56905" y="66623"/>
                  </a:cubicBezTo>
                  <a:cubicBezTo>
                    <a:pt x="55822" y="66623"/>
                    <a:pt x="54739" y="65538"/>
                    <a:pt x="54739" y="64453"/>
                  </a:cubicBezTo>
                  <a:cubicBezTo>
                    <a:pt x="54739" y="63368"/>
                    <a:pt x="55100" y="62283"/>
                    <a:pt x="55461" y="60837"/>
                  </a:cubicBezTo>
                  <a:lnTo>
                    <a:pt x="67016" y="20337"/>
                  </a:lnTo>
                  <a:cubicBezTo>
                    <a:pt x="68099" y="17083"/>
                    <a:pt x="68460" y="14190"/>
                    <a:pt x="68460" y="10936"/>
                  </a:cubicBezTo>
                  <a:cubicBezTo>
                    <a:pt x="68460" y="4788"/>
                    <a:pt x="65211" y="811"/>
                    <a:pt x="59794" y="811"/>
                  </a:cubicBezTo>
                  <a:cubicBezTo>
                    <a:pt x="50045" y="811"/>
                    <a:pt x="39573" y="10212"/>
                    <a:pt x="22962" y="34078"/>
                  </a:cubicBezTo>
                  <a:close/>
                </a:path>
              </a:pathLst>
            </a:custGeom>
            <a:grpFill/>
            <a:ln w="3175" cap="flat">
              <a:solidFill>
                <a:schemeClr val="tx1"/>
              </a:solidFill>
              <a:prstDash val="solid"/>
              <a:miter/>
            </a:ln>
          </p:spPr>
          <p:txBody>
            <a:bodyPr rtlCol="0" anchor="ctr"/>
            <a:lstStyle/>
            <a:p>
              <a:endParaRPr lang="zh-CN" altLang="en-US"/>
            </a:p>
          </p:txBody>
        </p:sp>
        <p:sp>
          <p:nvSpPr>
            <p:cNvPr id="348" name="任意多边形: 形状 347"/>
            <p:cNvSpPr/>
            <p:nvPr/>
          </p:nvSpPr>
          <p:spPr>
            <a:xfrm>
              <a:off x="7664354" y="4532069"/>
              <a:ext cx="70413" cy="74128"/>
            </a:xfrm>
            <a:custGeom>
              <a:avLst/>
              <a:gdLst>
                <a:gd name="connsiteX0" fmla="*/ 66658 w 70413"/>
                <a:gd name="connsiteY0" fmla="*/ 55051 h 74128"/>
                <a:gd name="connsiteX1" fmla="*/ 54742 w 70413"/>
                <a:gd name="connsiteY1" fmla="*/ 65538 h 74128"/>
                <a:gd name="connsiteX2" fmla="*/ 52937 w 70413"/>
                <a:gd name="connsiteY2" fmla="*/ 63730 h 74128"/>
                <a:gd name="connsiteX3" fmla="*/ 54020 w 70413"/>
                <a:gd name="connsiteY3" fmla="*/ 59390 h 74128"/>
                <a:gd name="connsiteX4" fmla="*/ 70631 w 70413"/>
                <a:gd name="connsiteY4" fmla="*/ 811 h 74128"/>
                <a:gd name="connsiteX5" fmla="*/ 58353 w 70413"/>
                <a:gd name="connsiteY5" fmla="*/ 2257 h 74128"/>
                <a:gd name="connsiteX6" fmla="*/ 56187 w 70413"/>
                <a:gd name="connsiteY6" fmla="*/ 10936 h 74128"/>
                <a:gd name="connsiteX7" fmla="*/ 44270 w 70413"/>
                <a:gd name="connsiteY7" fmla="*/ 87 h 74128"/>
                <a:gd name="connsiteX8" fmla="*/ 217 w 70413"/>
                <a:gd name="connsiteY8" fmla="*/ 56136 h 74128"/>
                <a:gd name="connsiteX9" fmla="*/ 14299 w 70413"/>
                <a:gd name="connsiteY9" fmla="*/ 73493 h 74128"/>
                <a:gd name="connsiteX10" fmla="*/ 30188 w 70413"/>
                <a:gd name="connsiteY10" fmla="*/ 67346 h 74128"/>
                <a:gd name="connsiteX11" fmla="*/ 43909 w 70413"/>
                <a:gd name="connsiteY11" fmla="*/ 52520 h 74128"/>
                <a:gd name="connsiteX12" fmla="*/ 43187 w 70413"/>
                <a:gd name="connsiteY12" fmla="*/ 56136 h 74128"/>
                <a:gd name="connsiteX13" fmla="*/ 41021 w 70413"/>
                <a:gd name="connsiteY13" fmla="*/ 66984 h 74128"/>
                <a:gd name="connsiteX14" fmla="*/ 47520 w 70413"/>
                <a:gd name="connsiteY14" fmla="*/ 74216 h 74128"/>
                <a:gd name="connsiteX15" fmla="*/ 68825 w 70413"/>
                <a:gd name="connsiteY15" fmla="*/ 57221 h 74128"/>
                <a:gd name="connsiteX16" fmla="*/ 44632 w 70413"/>
                <a:gd name="connsiteY16" fmla="*/ 4788 h 74128"/>
                <a:gd name="connsiteX17" fmla="*/ 53298 w 70413"/>
                <a:gd name="connsiteY17" fmla="*/ 14913 h 74128"/>
                <a:gd name="connsiteX18" fmla="*/ 36688 w 70413"/>
                <a:gd name="connsiteY18" fmla="*/ 55051 h 74128"/>
                <a:gd name="connsiteX19" fmla="*/ 21521 w 70413"/>
                <a:gd name="connsiteY19" fmla="*/ 64091 h 74128"/>
                <a:gd name="connsiteX20" fmla="*/ 12855 w 70413"/>
                <a:gd name="connsiteY20" fmla="*/ 53243 h 74128"/>
                <a:gd name="connsiteX21" fmla="*/ 26216 w 70413"/>
                <a:gd name="connsiteY21" fmla="*/ 18168 h 74128"/>
                <a:gd name="connsiteX22" fmla="*/ 44632 w 70413"/>
                <a:gd name="connsiteY22" fmla="*/ 478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658" y="55051"/>
                  </a:moveTo>
                  <a:cubicBezTo>
                    <a:pt x="61964" y="61922"/>
                    <a:pt x="57992" y="65538"/>
                    <a:pt x="54742" y="65538"/>
                  </a:cubicBezTo>
                  <a:cubicBezTo>
                    <a:pt x="53659" y="65538"/>
                    <a:pt x="52937" y="64815"/>
                    <a:pt x="52937" y="63730"/>
                  </a:cubicBezTo>
                  <a:cubicBezTo>
                    <a:pt x="52937" y="63007"/>
                    <a:pt x="52937" y="62645"/>
                    <a:pt x="54020" y="59390"/>
                  </a:cubicBezTo>
                  <a:lnTo>
                    <a:pt x="70631" y="811"/>
                  </a:lnTo>
                  <a:lnTo>
                    <a:pt x="58353" y="2257"/>
                  </a:lnTo>
                  <a:lnTo>
                    <a:pt x="56187" y="10936"/>
                  </a:lnTo>
                  <a:cubicBezTo>
                    <a:pt x="54742" y="4065"/>
                    <a:pt x="50409" y="87"/>
                    <a:pt x="44270" y="87"/>
                  </a:cubicBezTo>
                  <a:cubicBezTo>
                    <a:pt x="25132" y="87"/>
                    <a:pt x="217" y="31547"/>
                    <a:pt x="217" y="56136"/>
                  </a:cubicBezTo>
                  <a:cubicBezTo>
                    <a:pt x="217" y="66623"/>
                    <a:pt x="5994" y="73493"/>
                    <a:pt x="14299" y="73493"/>
                  </a:cubicBezTo>
                  <a:cubicBezTo>
                    <a:pt x="18994" y="73493"/>
                    <a:pt x="25132" y="71323"/>
                    <a:pt x="30188" y="67346"/>
                  </a:cubicBezTo>
                  <a:cubicBezTo>
                    <a:pt x="34882" y="64091"/>
                    <a:pt x="37771" y="60837"/>
                    <a:pt x="43909" y="52520"/>
                  </a:cubicBezTo>
                  <a:cubicBezTo>
                    <a:pt x="43909" y="53966"/>
                    <a:pt x="43187" y="55774"/>
                    <a:pt x="43187" y="56136"/>
                  </a:cubicBezTo>
                  <a:cubicBezTo>
                    <a:pt x="41021" y="64453"/>
                    <a:pt x="41021" y="64453"/>
                    <a:pt x="41021" y="66984"/>
                  </a:cubicBezTo>
                  <a:cubicBezTo>
                    <a:pt x="41021" y="71323"/>
                    <a:pt x="43548" y="74216"/>
                    <a:pt x="47520" y="74216"/>
                  </a:cubicBezTo>
                  <a:cubicBezTo>
                    <a:pt x="54020" y="74216"/>
                    <a:pt x="60520" y="68792"/>
                    <a:pt x="68825" y="57221"/>
                  </a:cubicBezTo>
                  <a:close/>
                  <a:moveTo>
                    <a:pt x="44632" y="4788"/>
                  </a:moveTo>
                  <a:cubicBezTo>
                    <a:pt x="50048" y="4788"/>
                    <a:pt x="53298" y="8766"/>
                    <a:pt x="53298" y="14913"/>
                  </a:cubicBezTo>
                  <a:cubicBezTo>
                    <a:pt x="53298" y="26846"/>
                    <a:pt x="46076" y="44565"/>
                    <a:pt x="36688" y="55051"/>
                  </a:cubicBezTo>
                  <a:cubicBezTo>
                    <a:pt x="31632" y="60837"/>
                    <a:pt x="25855" y="64091"/>
                    <a:pt x="21521" y="64091"/>
                  </a:cubicBezTo>
                  <a:cubicBezTo>
                    <a:pt x="15744" y="64091"/>
                    <a:pt x="12855" y="60475"/>
                    <a:pt x="12855" y="53243"/>
                  </a:cubicBezTo>
                  <a:cubicBezTo>
                    <a:pt x="12855" y="43480"/>
                    <a:pt x="17549" y="30824"/>
                    <a:pt x="26216" y="18168"/>
                  </a:cubicBezTo>
                  <a:cubicBezTo>
                    <a:pt x="32354" y="9489"/>
                    <a:pt x="38493" y="4788"/>
                    <a:pt x="44632" y="4788"/>
                  </a:cubicBezTo>
                  <a:close/>
                </a:path>
              </a:pathLst>
            </a:custGeom>
            <a:grpFill/>
            <a:ln w="3175" cap="flat">
              <a:solidFill>
                <a:schemeClr val="tx1"/>
              </a:solidFill>
              <a:prstDash val="solid"/>
              <a:miter/>
            </a:ln>
          </p:spPr>
          <p:txBody>
            <a:bodyPr rtlCol="0" anchor="ctr"/>
            <a:lstStyle/>
            <a:p>
              <a:endParaRPr lang="zh-CN" altLang="en-US"/>
            </a:p>
          </p:txBody>
        </p:sp>
        <p:sp>
          <p:nvSpPr>
            <p:cNvPr id="349" name="任意多边形: 形状 348"/>
            <p:cNvSpPr/>
            <p:nvPr/>
          </p:nvSpPr>
          <p:spPr>
            <a:xfrm>
              <a:off x="7743212" y="4530622"/>
              <a:ext cx="109412" cy="73767"/>
            </a:xfrm>
            <a:custGeom>
              <a:avLst/>
              <a:gdLst>
                <a:gd name="connsiteX0" fmla="*/ 33080 w 109412"/>
                <a:gd name="connsiteY0" fmla="*/ 87 h 73767"/>
                <a:gd name="connsiteX1" fmla="*/ 11053 w 109412"/>
                <a:gd name="connsiteY1" fmla="*/ 2980 h 73767"/>
                <a:gd name="connsiteX2" fmla="*/ 10331 w 109412"/>
                <a:gd name="connsiteY2" fmla="*/ 6235 h 73767"/>
                <a:gd name="connsiteX3" fmla="*/ 12136 w 109412"/>
                <a:gd name="connsiteY3" fmla="*/ 5873 h 73767"/>
                <a:gd name="connsiteX4" fmla="*/ 14664 w 109412"/>
                <a:gd name="connsiteY4" fmla="*/ 5511 h 73767"/>
                <a:gd name="connsiteX5" fmla="*/ 18275 w 109412"/>
                <a:gd name="connsiteY5" fmla="*/ 8766 h 73767"/>
                <a:gd name="connsiteX6" fmla="*/ 17553 w 109412"/>
                <a:gd name="connsiteY6" fmla="*/ 13467 h 73767"/>
                <a:gd name="connsiteX7" fmla="*/ 220 w 109412"/>
                <a:gd name="connsiteY7" fmla="*/ 73131 h 73767"/>
                <a:gd name="connsiteX8" fmla="*/ 12136 w 109412"/>
                <a:gd name="connsiteY8" fmla="*/ 73131 h 73767"/>
                <a:gd name="connsiteX9" fmla="*/ 17192 w 109412"/>
                <a:gd name="connsiteY9" fmla="*/ 54690 h 73767"/>
                <a:gd name="connsiteX10" fmla="*/ 32719 w 109412"/>
                <a:gd name="connsiteY10" fmla="*/ 26484 h 73767"/>
                <a:gd name="connsiteX11" fmla="*/ 52579 w 109412"/>
                <a:gd name="connsiteY11" fmla="*/ 9489 h 73767"/>
                <a:gd name="connsiteX12" fmla="*/ 56551 w 109412"/>
                <a:gd name="connsiteY12" fmla="*/ 13828 h 73767"/>
                <a:gd name="connsiteX13" fmla="*/ 55829 w 109412"/>
                <a:gd name="connsiteY13" fmla="*/ 18891 h 73767"/>
                <a:gd name="connsiteX14" fmla="*/ 40302 w 109412"/>
                <a:gd name="connsiteY14" fmla="*/ 73131 h 73767"/>
                <a:gd name="connsiteX15" fmla="*/ 52218 w 109412"/>
                <a:gd name="connsiteY15" fmla="*/ 73131 h 73767"/>
                <a:gd name="connsiteX16" fmla="*/ 57634 w 109412"/>
                <a:gd name="connsiteY16" fmla="*/ 54328 h 73767"/>
                <a:gd name="connsiteX17" fmla="*/ 71717 w 109412"/>
                <a:gd name="connsiteY17" fmla="*/ 27569 h 73767"/>
                <a:gd name="connsiteX18" fmla="*/ 92300 w 109412"/>
                <a:gd name="connsiteY18" fmla="*/ 9489 h 73767"/>
                <a:gd name="connsiteX19" fmla="*/ 96633 w 109412"/>
                <a:gd name="connsiteY19" fmla="*/ 14190 h 73767"/>
                <a:gd name="connsiteX20" fmla="*/ 95911 w 109412"/>
                <a:gd name="connsiteY20" fmla="*/ 18891 h 73767"/>
                <a:gd name="connsiteX21" fmla="*/ 83272 w 109412"/>
                <a:gd name="connsiteY21" fmla="*/ 62283 h 73767"/>
                <a:gd name="connsiteX22" fmla="*/ 82189 w 109412"/>
                <a:gd name="connsiteY22" fmla="*/ 66984 h 73767"/>
                <a:gd name="connsiteX23" fmla="*/ 89050 w 109412"/>
                <a:gd name="connsiteY23" fmla="*/ 73855 h 73767"/>
                <a:gd name="connsiteX24" fmla="*/ 109632 w 109412"/>
                <a:gd name="connsiteY24" fmla="*/ 58306 h 73767"/>
                <a:gd name="connsiteX25" fmla="*/ 107827 w 109412"/>
                <a:gd name="connsiteY25" fmla="*/ 56498 h 73767"/>
                <a:gd name="connsiteX26" fmla="*/ 96633 w 109412"/>
                <a:gd name="connsiteY26" fmla="*/ 65899 h 73767"/>
                <a:gd name="connsiteX27" fmla="*/ 94827 w 109412"/>
                <a:gd name="connsiteY27" fmla="*/ 63730 h 73767"/>
                <a:gd name="connsiteX28" fmla="*/ 95549 w 109412"/>
                <a:gd name="connsiteY28" fmla="*/ 60475 h 73767"/>
                <a:gd name="connsiteX29" fmla="*/ 106382 w 109412"/>
                <a:gd name="connsiteY29" fmla="*/ 22507 h 73767"/>
                <a:gd name="connsiteX30" fmla="*/ 108549 w 109412"/>
                <a:gd name="connsiteY30" fmla="*/ 9851 h 73767"/>
                <a:gd name="connsiteX31" fmla="*/ 99883 w 109412"/>
                <a:gd name="connsiteY31" fmla="*/ 87 h 73767"/>
                <a:gd name="connsiteX32" fmla="*/ 63412 w 109412"/>
                <a:gd name="connsiteY32" fmla="*/ 33716 h 73767"/>
                <a:gd name="connsiteX33" fmla="*/ 67745 w 109412"/>
                <a:gd name="connsiteY33" fmla="*/ 18891 h 73767"/>
                <a:gd name="connsiteX34" fmla="*/ 69190 w 109412"/>
                <a:gd name="connsiteY34" fmla="*/ 9851 h 73767"/>
                <a:gd name="connsiteX35" fmla="*/ 60523 w 109412"/>
                <a:gd name="connsiteY35" fmla="*/ 87 h 73767"/>
                <a:gd name="connsiteX36" fmla="*/ 22969 w 109412"/>
                <a:gd name="connsiteY36" fmla="*/ 3552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080" y="87"/>
                  </a:moveTo>
                  <a:cubicBezTo>
                    <a:pt x="22969" y="1895"/>
                    <a:pt x="21525" y="1895"/>
                    <a:pt x="11053" y="2980"/>
                  </a:cubicBezTo>
                  <a:lnTo>
                    <a:pt x="10331" y="6235"/>
                  </a:lnTo>
                  <a:lnTo>
                    <a:pt x="12136" y="5873"/>
                  </a:lnTo>
                  <a:cubicBezTo>
                    <a:pt x="13220" y="5873"/>
                    <a:pt x="13942" y="5511"/>
                    <a:pt x="14664" y="5511"/>
                  </a:cubicBezTo>
                  <a:cubicBezTo>
                    <a:pt x="16830" y="5511"/>
                    <a:pt x="18275" y="6958"/>
                    <a:pt x="18275" y="8766"/>
                  </a:cubicBezTo>
                  <a:cubicBezTo>
                    <a:pt x="18275" y="9489"/>
                    <a:pt x="18275" y="11297"/>
                    <a:pt x="17553" y="13467"/>
                  </a:cubicBezTo>
                  <a:lnTo>
                    <a:pt x="220" y="73131"/>
                  </a:lnTo>
                  <a:lnTo>
                    <a:pt x="12136" y="73131"/>
                  </a:lnTo>
                  <a:lnTo>
                    <a:pt x="17192" y="54690"/>
                  </a:lnTo>
                  <a:cubicBezTo>
                    <a:pt x="20080" y="44926"/>
                    <a:pt x="24052" y="37694"/>
                    <a:pt x="32719" y="26484"/>
                  </a:cubicBezTo>
                  <a:cubicBezTo>
                    <a:pt x="41746" y="15275"/>
                    <a:pt x="48246" y="9489"/>
                    <a:pt x="52579" y="9489"/>
                  </a:cubicBezTo>
                  <a:cubicBezTo>
                    <a:pt x="55107" y="9489"/>
                    <a:pt x="56551" y="11297"/>
                    <a:pt x="56551" y="13828"/>
                  </a:cubicBezTo>
                  <a:cubicBezTo>
                    <a:pt x="56551" y="15275"/>
                    <a:pt x="56190" y="17444"/>
                    <a:pt x="55829" y="18891"/>
                  </a:cubicBezTo>
                  <a:lnTo>
                    <a:pt x="40302" y="73131"/>
                  </a:lnTo>
                  <a:lnTo>
                    <a:pt x="52218" y="73131"/>
                  </a:lnTo>
                  <a:lnTo>
                    <a:pt x="57634" y="54328"/>
                  </a:lnTo>
                  <a:cubicBezTo>
                    <a:pt x="60884" y="43480"/>
                    <a:pt x="63051" y="39141"/>
                    <a:pt x="71717" y="27569"/>
                  </a:cubicBezTo>
                  <a:cubicBezTo>
                    <a:pt x="82189" y="14190"/>
                    <a:pt x="87605" y="9489"/>
                    <a:pt x="92300" y="9489"/>
                  </a:cubicBezTo>
                  <a:cubicBezTo>
                    <a:pt x="94466" y="9489"/>
                    <a:pt x="96633" y="11659"/>
                    <a:pt x="96633" y="14190"/>
                  </a:cubicBezTo>
                  <a:cubicBezTo>
                    <a:pt x="96633" y="15636"/>
                    <a:pt x="96272" y="16721"/>
                    <a:pt x="95911" y="18891"/>
                  </a:cubicBezTo>
                  <a:lnTo>
                    <a:pt x="83272" y="62283"/>
                  </a:lnTo>
                  <a:cubicBezTo>
                    <a:pt x="82550" y="64815"/>
                    <a:pt x="82189" y="65899"/>
                    <a:pt x="82189" y="66984"/>
                  </a:cubicBezTo>
                  <a:cubicBezTo>
                    <a:pt x="82189" y="70962"/>
                    <a:pt x="85078" y="73855"/>
                    <a:pt x="89050" y="73855"/>
                  </a:cubicBezTo>
                  <a:cubicBezTo>
                    <a:pt x="95549" y="73855"/>
                    <a:pt x="102410" y="68792"/>
                    <a:pt x="109632" y="58306"/>
                  </a:cubicBezTo>
                  <a:lnTo>
                    <a:pt x="107827" y="56498"/>
                  </a:lnTo>
                  <a:cubicBezTo>
                    <a:pt x="103855" y="61922"/>
                    <a:pt x="99160" y="65899"/>
                    <a:pt x="96633" y="65899"/>
                  </a:cubicBezTo>
                  <a:cubicBezTo>
                    <a:pt x="95911" y="65899"/>
                    <a:pt x="94827" y="64815"/>
                    <a:pt x="94827" y="63730"/>
                  </a:cubicBezTo>
                  <a:cubicBezTo>
                    <a:pt x="94827" y="63007"/>
                    <a:pt x="95188" y="61922"/>
                    <a:pt x="95549" y="60475"/>
                  </a:cubicBezTo>
                  <a:lnTo>
                    <a:pt x="106382" y="22507"/>
                  </a:lnTo>
                  <a:cubicBezTo>
                    <a:pt x="107827" y="17444"/>
                    <a:pt x="108549" y="12743"/>
                    <a:pt x="108549" y="9851"/>
                  </a:cubicBezTo>
                  <a:cubicBezTo>
                    <a:pt x="108549" y="4427"/>
                    <a:pt x="104938" y="87"/>
                    <a:pt x="99883" y="87"/>
                  </a:cubicBezTo>
                  <a:cubicBezTo>
                    <a:pt x="89772" y="87"/>
                    <a:pt x="78939" y="10212"/>
                    <a:pt x="63412" y="33716"/>
                  </a:cubicBezTo>
                  <a:lnTo>
                    <a:pt x="67745" y="18891"/>
                  </a:lnTo>
                  <a:cubicBezTo>
                    <a:pt x="68828" y="15636"/>
                    <a:pt x="69190" y="12382"/>
                    <a:pt x="69190" y="9851"/>
                  </a:cubicBezTo>
                  <a:cubicBezTo>
                    <a:pt x="69190" y="4427"/>
                    <a:pt x="65217" y="87"/>
                    <a:pt x="60523" y="87"/>
                  </a:cubicBezTo>
                  <a:cubicBezTo>
                    <a:pt x="50413" y="87"/>
                    <a:pt x="38496" y="11297"/>
                    <a:pt x="22969" y="35525"/>
                  </a:cubicBezTo>
                  <a:close/>
                </a:path>
              </a:pathLst>
            </a:custGeom>
            <a:grpFill/>
            <a:ln w="3175" cap="flat">
              <a:solidFill>
                <a:schemeClr val="tx1"/>
              </a:solidFill>
              <a:prstDash val="solid"/>
              <a:miter/>
            </a:ln>
          </p:spPr>
          <p:txBody>
            <a:bodyPr rtlCol="0" anchor="ctr"/>
            <a:lstStyle/>
            <a:p>
              <a:endParaRPr lang="zh-CN" altLang="en-US"/>
            </a:p>
          </p:txBody>
        </p:sp>
        <p:sp>
          <p:nvSpPr>
            <p:cNvPr id="350" name="任意多边形: 形状 349"/>
            <p:cNvSpPr/>
            <p:nvPr/>
          </p:nvSpPr>
          <p:spPr>
            <a:xfrm>
              <a:off x="7863931" y="4531346"/>
              <a:ext cx="59580" cy="74490"/>
            </a:xfrm>
            <a:custGeom>
              <a:avLst/>
              <a:gdLst>
                <a:gd name="connsiteX0" fmla="*/ 49334 w 59580"/>
                <a:gd name="connsiteY0" fmla="*/ 55413 h 74490"/>
                <a:gd name="connsiteX1" fmla="*/ 28391 w 59580"/>
                <a:gd name="connsiteY1" fmla="*/ 66261 h 74490"/>
                <a:gd name="connsiteX2" fmla="*/ 13225 w 59580"/>
                <a:gd name="connsiteY2" fmla="*/ 49627 h 74490"/>
                <a:gd name="connsiteX3" fmla="*/ 13947 w 59580"/>
                <a:gd name="connsiteY3" fmla="*/ 41310 h 74490"/>
                <a:gd name="connsiteX4" fmla="*/ 41390 w 59580"/>
                <a:gd name="connsiteY4" fmla="*/ 35525 h 74490"/>
                <a:gd name="connsiteX5" fmla="*/ 59806 w 59580"/>
                <a:gd name="connsiteY5" fmla="*/ 12020 h 74490"/>
                <a:gd name="connsiteX6" fmla="*/ 44640 w 59580"/>
                <a:gd name="connsiteY6" fmla="*/ 87 h 74490"/>
                <a:gd name="connsiteX7" fmla="*/ 225 w 59580"/>
                <a:gd name="connsiteY7" fmla="*/ 50350 h 74490"/>
                <a:gd name="connsiteX8" fmla="*/ 21530 w 59580"/>
                <a:gd name="connsiteY8" fmla="*/ 74578 h 74490"/>
                <a:gd name="connsiteX9" fmla="*/ 52584 w 59580"/>
                <a:gd name="connsiteY9" fmla="*/ 57582 h 74490"/>
                <a:gd name="connsiteX10" fmla="*/ 15030 w 59580"/>
                <a:gd name="connsiteY10" fmla="*/ 36971 h 74490"/>
                <a:gd name="connsiteX11" fmla="*/ 41751 w 59580"/>
                <a:gd name="connsiteY11" fmla="*/ 4788 h 74490"/>
                <a:gd name="connsiteX12" fmla="*/ 48251 w 59580"/>
                <a:gd name="connsiteY12" fmla="*/ 11659 h 74490"/>
                <a:gd name="connsiteX13" fmla="*/ 42474 w 59580"/>
                <a:gd name="connsiteY13" fmla="*/ 25400 h 74490"/>
                <a:gd name="connsiteX14" fmla="*/ 21530 w 59580"/>
                <a:gd name="connsiteY14" fmla="*/ 36609 h 74490"/>
                <a:gd name="connsiteX15" fmla="*/ 15030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34" y="55413"/>
                  </a:moveTo>
                  <a:cubicBezTo>
                    <a:pt x="42474" y="63007"/>
                    <a:pt x="35613" y="66261"/>
                    <a:pt x="28391" y="66261"/>
                  </a:cubicBezTo>
                  <a:cubicBezTo>
                    <a:pt x="19725" y="66261"/>
                    <a:pt x="13225" y="59390"/>
                    <a:pt x="13225" y="49627"/>
                  </a:cubicBezTo>
                  <a:cubicBezTo>
                    <a:pt x="13225" y="47096"/>
                    <a:pt x="13586" y="44203"/>
                    <a:pt x="13947" y="41310"/>
                  </a:cubicBezTo>
                  <a:cubicBezTo>
                    <a:pt x="26585" y="40587"/>
                    <a:pt x="33807" y="39141"/>
                    <a:pt x="41390" y="35525"/>
                  </a:cubicBezTo>
                  <a:cubicBezTo>
                    <a:pt x="52584" y="30462"/>
                    <a:pt x="59806" y="21060"/>
                    <a:pt x="59806" y="12020"/>
                  </a:cubicBezTo>
                  <a:cubicBezTo>
                    <a:pt x="59806" y="5150"/>
                    <a:pt x="53306" y="87"/>
                    <a:pt x="44640" y="87"/>
                  </a:cubicBezTo>
                  <a:cubicBezTo>
                    <a:pt x="22974" y="87"/>
                    <a:pt x="225" y="26123"/>
                    <a:pt x="225" y="50350"/>
                  </a:cubicBezTo>
                  <a:cubicBezTo>
                    <a:pt x="225" y="64815"/>
                    <a:pt x="8892" y="74578"/>
                    <a:pt x="21530" y="74578"/>
                  </a:cubicBezTo>
                  <a:cubicBezTo>
                    <a:pt x="31641" y="74578"/>
                    <a:pt x="40307" y="69515"/>
                    <a:pt x="52584" y="57582"/>
                  </a:cubicBezTo>
                  <a:close/>
                  <a:moveTo>
                    <a:pt x="15030" y="36971"/>
                  </a:moveTo>
                  <a:cubicBezTo>
                    <a:pt x="20447" y="18529"/>
                    <a:pt x="32002" y="4788"/>
                    <a:pt x="41751" y="4788"/>
                  </a:cubicBezTo>
                  <a:cubicBezTo>
                    <a:pt x="45362" y="4788"/>
                    <a:pt x="48251" y="7681"/>
                    <a:pt x="48251" y="11659"/>
                  </a:cubicBezTo>
                  <a:cubicBezTo>
                    <a:pt x="48251" y="15998"/>
                    <a:pt x="46084" y="21060"/>
                    <a:pt x="42474" y="25400"/>
                  </a:cubicBezTo>
                  <a:cubicBezTo>
                    <a:pt x="37057" y="31185"/>
                    <a:pt x="30196" y="35163"/>
                    <a:pt x="21530" y="36609"/>
                  </a:cubicBezTo>
                  <a:cubicBezTo>
                    <a:pt x="20086" y="36609"/>
                    <a:pt x="17919" y="36971"/>
                    <a:pt x="15030" y="36971"/>
                  </a:cubicBezTo>
                  <a:close/>
                </a:path>
              </a:pathLst>
            </a:custGeom>
            <a:grpFill/>
            <a:ln w="3175" cap="flat">
              <a:solidFill>
                <a:schemeClr val="tx1"/>
              </a:solidFill>
              <a:prstDash val="solid"/>
              <a:miter/>
            </a:ln>
          </p:spPr>
          <p:txBody>
            <a:bodyPr rtlCol="0" anchor="ctr"/>
            <a:lstStyle/>
            <a:p>
              <a:endParaRPr lang="zh-CN" altLang="en-US"/>
            </a:p>
          </p:txBody>
        </p:sp>
        <p:sp>
          <p:nvSpPr>
            <p:cNvPr id="351" name="任意多边形: 形状 350"/>
            <p:cNvSpPr/>
            <p:nvPr/>
          </p:nvSpPr>
          <p:spPr>
            <a:xfrm>
              <a:off x="7925638"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352" name="任意多边形: 形状 351"/>
            <p:cNvSpPr/>
            <p:nvPr/>
          </p:nvSpPr>
          <p:spPr>
            <a:xfrm>
              <a:off x="7976913" y="4534962"/>
              <a:ext cx="67886" cy="29289"/>
            </a:xfrm>
            <a:custGeom>
              <a:avLst/>
              <a:gdLst>
                <a:gd name="connsiteX0" fmla="*/ 230 w 67886"/>
                <a:gd name="connsiteY0" fmla="*/ 87 h 29289"/>
                <a:gd name="connsiteX1" fmla="*/ 230 w 67886"/>
                <a:gd name="connsiteY1" fmla="*/ 8043 h 29289"/>
                <a:gd name="connsiteX2" fmla="*/ 68116 w 67886"/>
                <a:gd name="connsiteY2" fmla="*/ 8043 h 29289"/>
                <a:gd name="connsiteX3" fmla="*/ 68116 w 67886"/>
                <a:gd name="connsiteY3" fmla="*/ 87 h 29289"/>
                <a:gd name="connsiteX4" fmla="*/ 230 w 67886"/>
                <a:gd name="connsiteY4" fmla="*/ 21784 h 29289"/>
                <a:gd name="connsiteX5" fmla="*/ 230 w 67886"/>
                <a:gd name="connsiteY5" fmla="*/ 29377 h 29289"/>
                <a:gd name="connsiteX6" fmla="*/ 68116 w 67886"/>
                <a:gd name="connsiteY6" fmla="*/ 29377 h 29289"/>
                <a:gd name="connsiteX7" fmla="*/ 68116 w 67886"/>
                <a:gd name="connsiteY7" fmla="*/ 21784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30" y="87"/>
                  </a:moveTo>
                  <a:lnTo>
                    <a:pt x="230" y="8043"/>
                  </a:lnTo>
                  <a:lnTo>
                    <a:pt x="68116" y="8043"/>
                  </a:lnTo>
                  <a:lnTo>
                    <a:pt x="68116" y="87"/>
                  </a:lnTo>
                  <a:close/>
                  <a:moveTo>
                    <a:pt x="230" y="21784"/>
                  </a:moveTo>
                  <a:lnTo>
                    <a:pt x="230" y="29377"/>
                  </a:lnTo>
                  <a:lnTo>
                    <a:pt x="68116" y="29377"/>
                  </a:lnTo>
                  <a:lnTo>
                    <a:pt x="68116" y="21784"/>
                  </a:lnTo>
                  <a:close/>
                </a:path>
              </a:pathLst>
            </a:custGeom>
            <a:grpFill/>
            <a:ln w="3175" cap="flat">
              <a:solidFill>
                <a:schemeClr val="tx1"/>
              </a:solidFill>
              <a:prstDash val="solid"/>
              <a:miter/>
            </a:ln>
          </p:spPr>
          <p:txBody>
            <a:bodyPr rtlCol="0" anchor="ctr"/>
            <a:lstStyle/>
            <a:p>
              <a:endParaRPr lang="zh-CN" altLang="en-US"/>
            </a:p>
          </p:txBody>
        </p:sp>
        <p:sp>
          <p:nvSpPr>
            <p:cNvPr id="353" name="任意多边形: 形状 352"/>
            <p:cNvSpPr/>
            <p:nvPr/>
          </p:nvSpPr>
          <p:spPr>
            <a:xfrm>
              <a:off x="8044539"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354" name="Graphic 2"/>
          <p:cNvGrpSpPr/>
          <p:nvPr/>
        </p:nvGrpSpPr>
        <p:grpSpPr>
          <a:xfrm>
            <a:off x="7895360" y="4181199"/>
            <a:ext cx="488387" cy="148921"/>
            <a:chOff x="8088954" y="4495547"/>
            <a:chExt cx="387181" cy="109566"/>
          </a:xfrm>
          <a:solidFill>
            <a:schemeClr val="tx1"/>
          </a:solidFill>
        </p:grpSpPr>
        <p:sp>
          <p:nvSpPr>
            <p:cNvPr id="355" name="任意多边形: 形状 354"/>
            <p:cNvSpPr/>
            <p:nvPr/>
          </p:nvSpPr>
          <p:spPr>
            <a:xfrm>
              <a:off x="8088954" y="4495547"/>
              <a:ext cx="134327" cy="108119"/>
            </a:xfrm>
            <a:custGeom>
              <a:avLst/>
              <a:gdLst>
                <a:gd name="connsiteX0" fmla="*/ 61982 w 134327"/>
                <a:gd name="connsiteY0" fmla="*/ 108207 h 108119"/>
                <a:gd name="connsiteX1" fmla="*/ 64510 w 134327"/>
                <a:gd name="connsiteY1" fmla="*/ 108207 h 108119"/>
                <a:gd name="connsiteX2" fmla="*/ 103147 w 134327"/>
                <a:gd name="connsiteY2" fmla="*/ 21422 h 108119"/>
                <a:gd name="connsiteX3" fmla="*/ 103147 w 134327"/>
                <a:gd name="connsiteY3" fmla="*/ 91212 h 108119"/>
                <a:gd name="connsiteX4" fmla="*/ 91954 w 134327"/>
                <a:gd name="connsiteY4" fmla="*/ 104953 h 108119"/>
                <a:gd name="connsiteX5" fmla="*/ 88704 w 134327"/>
                <a:gd name="connsiteY5" fmla="*/ 105314 h 108119"/>
                <a:gd name="connsiteX6" fmla="*/ 88704 w 134327"/>
                <a:gd name="connsiteY6" fmla="*/ 108207 h 108119"/>
                <a:gd name="connsiteX7" fmla="*/ 134563 w 134327"/>
                <a:gd name="connsiteY7" fmla="*/ 108207 h 108119"/>
                <a:gd name="connsiteX8" fmla="*/ 134563 w 134327"/>
                <a:gd name="connsiteY8" fmla="*/ 105314 h 108119"/>
                <a:gd name="connsiteX9" fmla="*/ 131313 w 134327"/>
                <a:gd name="connsiteY9" fmla="*/ 104953 h 108119"/>
                <a:gd name="connsiteX10" fmla="*/ 120119 w 134327"/>
                <a:gd name="connsiteY10" fmla="*/ 91212 h 108119"/>
                <a:gd name="connsiteX11" fmla="*/ 120119 w 134327"/>
                <a:gd name="connsiteY11" fmla="*/ 17083 h 108119"/>
                <a:gd name="connsiteX12" fmla="*/ 131313 w 134327"/>
                <a:gd name="connsiteY12" fmla="*/ 3342 h 108119"/>
                <a:gd name="connsiteX13" fmla="*/ 134563 w 134327"/>
                <a:gd name="connsiteY13" fmla="*/ 2980 h 108119"/>
                <a:gd name="connsiteX14" fmla="*/ 134563 w 134327"/>
                <a:gd name="connsiteY14" fmla="*/ 87 h 108119"/>
                <a:gd name="connsiteX15" fmla="*/ 103147 w 134327"/>
                <a:gd name="connsiteY15" fmla="*/ 87 h 108119"/>
                <a:gd name="connsiteX16" fmla="*/ 68121 w 134327"/>
                <a:gd name="connsiteY16" fmla="*/ 80364 h 108119"/>
                <a:gd name="connsiteX17" fmla="*/ 31289 w 134327"/>
                <a:gd name="connsiteY17" fmla="*/ 87 h 108119"/>
                <a:gd name="connsiteX18" fmla="*/ 235 w 134327"/>
                <a:gd name="connsiteY18" fmla="*/ 87 h 108119"/>
                <a:gd name="connsiteX19" fmla="*/ 235 w 134327"/>
                <a:gd name="connsiteY19" fmla="*/ 2980 h 108119"/>
                <a:gd name="connsiteX20" fmla="*/ 3846 w 134327"/>
                <a:gd name="connsiteY20" fmla="*/ 3342 h 108119"/>
                <a:gd name="connsiteX21" fmla="*/ 15040 w 134327"/>
                <a:gd name="connsiteY21" fmla="*/ 17083 h 108119"/>
                <a:gd name="connsiteX22" fmla="*/ 15040 w 134327"/>
                <a:gd name="connsiteY22" fmla="*/ 91212 h 108119"/>
                <a:gd name="connsiteX23" fmla="*/ 3846 w 134327"/>
                <a:gd name="connsiteY23" fmla="*/ 104953 h 108119"/>
                <a:gd name="connsiteX24" fmla="*/ 235 w 134327"/>
                <a:gd name="connsiteY24" fmla="*/ 105314 h 108119"/>
                <a:gd name="connsiteX25" fmla="*/ 235 w 134327"/>
                <a:gd name="connsiteY25" fmla="*/ 108207 h 108119"/>
                <a:gd name="connsiteX26" fmla="*/ 38150 w 134327"/>
                <a:gd name="connsiteY26" fmla="*/ 108207 h 108119"/>
                <a:gd name="connsiteX27" fmla="*/ 38150 w 134327"/>
                <a:gd name="connsiteY27" fmla="*/ 105314 h 108119"/>
                <a:gd name="connsiteX28" fmla="*/ 34178 w 134327"/>
                <a:gd name="connsiteY28" fmla="*/ 104953 h 108119"/>
                <a:gd name="connsiteX29" fmla="*/ 22984 w 134327"/>
                <a:gd name="connsiteY29" fmla="*/ 91212 h 108119"/>
                <a:gd name="connsiteX30" fmla="*/ 22984 w 134327"/>
                <a:gd name="connsiteY30" fmla="*/ 2250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982" y="108207"/>
                  </a:moveTo>
                  <a:lnTo>
                    <a:pt x="64510" y="108207"/>
                  </a:lnTo>
                  <a:lnTo>
                    <a:pt x="103147" y="21422"/>
                  </a:lnTo>
                  <a:lnTo>
                    <a:pt x="103147" y="91212"/>
                  </a:lnTo>
                  <a:cubicBezTo>
                    <a:pt x="103147" y="101698"/>
                    <a:pt x="100620" y="104953"/>
                    <a:pt x="91954" y="104953"/>
                  </a:cubicBezTo>
                  <a:lnTo>
                    <a:pt x="88704" y="105314"/>
                  </a:lnTo>
                  <a:lnTo>
                    <a:pt x="88704" y="108207"/>
                  </a:lnTo>
                  <a:lnTo>
                    <a:pt x="134563" y="108207"/>
                  </a:lnTo>
                  <a:lnTo>
                    <a:pt x="134563" y="105314"/>
                  </a:lnTo>
                  <a:lnTo>
                    <a:pt x="131313" y="104953"/>
                  </a:lnTo>
                  <a:cubicBezTo>
                    <a:pt x="122647" y="104953"/>
                    <a:pt x="120119" y="101698"/>
                    <a:pt x="120119" y="91212"/>
                  </a:cubicBezTo>
                  <a:lnTo>
                    <a:pt x="120119" y="17083"/>
                  </a:lnTo>
                  <a:cubicBezTo>
                    <a:pt x="120119" y="6596"/>
                    <a:pt x="122647" y="3342"/>
                    <a:pt x="131313" y="3342"/>
                  </a:cubicBezTo>
                  <a:lnTo>
                    <a:pt x="134563" y="2980"/>
                  </a:lnTo>
                  <a:lnTo>
                    <a:pt x="134563" y="87"/>
                  </a:lnTo>
                  <a:lnTo>
                    <a:pt x="103147" y="87"/>
                  </a:lnTo>
                  <a:lnTo>
                    <a:pt x="68121" y="80364"/>
                  </a:lnTo>
                  <a:lnTo>
                    <a:pt x="31289" y="87"/>
                  </a:lnTo>
                  <a:lnTo>
                    <a:pt x="235" y="87"/>
                  </a:lnTo>
                  <a:lnTo>
                    <a:pt x="235" y="2980"/>
                  </a:lnTo>
                  <a:lnTo>
                    <a:pt x="3846" y="3342"/>
                  </a:lnTo>
                  <a:cubicBezTo>
                    <a:pt x="12512" y="3342"/>
                    <a:pt x="15040" y="6596"/>
                    <a:pt x="15040" y="17083"/>
                  </a:cubicBezTo>
                  <a:lnTo>
                    <a:pt x="15040" y="91212"/>
                  </a:lnTo>
                  <a:cubicBezTo>
                    <a:pt x="15040" y="101698"/>
                    <a:pt x="12512" y="104953"/>
                    <a:pt x="3846" y="104953"/>
                  </a:cubicBezTo>
                  <a:lnTo>
                    <a:pt x="235" y="105314"/>
                  </a:lnTo>
                  <a:lnTo>
                    <a:pt x="235" y="108207"/>
                  </a:lnTo>
                  <a:lnTo>
                    <a:pt x="38150" y="108207"/>
                  </a:lnTo>
                  <a:lnTo>
                    <a:pt x="38150" y="105314"/>
                  </a:lnTo>
                  <a:lnTo>
                    <a:pt x="34178" y="104953"/>
                  </a:lnTo>
                  <a:cubicBezTo>
                    <a:pt x="25512" y="104953"/>
                    <a:pt x="22984" y="101698"/>
                    <a:pt x="22984" y="91212"/>
                  </a:cubicBezTo>
                  <a:lnTo>
                    <a:pt x="22984" y="22507"/>
                  </a:lnTo>
                  <a:close/>
                </a:path>
              </a:pathLst>
            </a:custGeom>
            <a:grpFill/>
            <a:ln w="3175" cap="flat">
              <a:solidFill>
                <a:schemeClr val="tx1"/>
              </a:solidFill>
              <a:prstDash val="solid"/>
              <a:miter/>
            </a:ln>
          </p:spPr>
          <p:txBody>
            <a:bodyPr rtlCol="0" anchor="ctr"/>
            <a:lstStyle/>
            <a:p>
              <a:endParaRPr lang="zh-CN" altLang="en-US"/>
            </a:p>
          </p:txBody>
        </p:sp>
        <p:sp>
          <p:nvSpPr>
            <p:cNvPr id="356" name="任意多边形: 形状 355"/>
            <p:cNvSpPr/>
            <p:nvPr/>
          </p:nvSpPr>
          <p:spPr>
            <a:xfrm>
              <a:off x="8227502" y="4529176"/>
              <a:ext cx="78357" cy="75936"/>
            </a:xfrm>
            <a:custGeom>
              <a:avLst/>
              <a:gdLst>
                <a:gd name="connsiteX0" fmla="*/ 66683 w 78357"/>
                <a:gd name="connsiteY0" fmla="*/ 87 h 75936"/>
                <a:gd name="connsiteX1" fmla="*/ 40684 w 78357"/>
                <a:gd name="connsiteY1" fmla="*/ 87 h 75936"/>
                <a:gd name="connsiteX2" fmla="*/ 40684 w 78357"/>
                <a:gd name="connsiteY2" fmla="*/ 2980 h 75936"/>
                <a:gd name="connsiteX3" fmla="*/ 44656 w 78357"/>
                <a:gd name="connsiteY3" fmla="*/ 2980 h 75936"/>
                <a:gd name="connsiteX4" fmla="*/ 54045 w 78357"/>
                <a:gd name="connsiteY4" fmla="*/ 19976 h 75936"/>
                <a:gd name="connsiteX5" fmla="*/ 54045 w 78357"/>
                <a:gd name="connsiteY5" fmla="*/ 55413 h 75936"/>
                <a:gd name="connsiteX6" fmla="*/ 35990 w 78357"/>
                <a:gd name="connsiteY6" fmla="*/ 65176 h 75936"/>
                <a:gd name="connsiteX7" fmla="*/ 24796 w 78357"/>
                <a:gd name="connsiteY7" fmla="*/ 47096 h 75936"/>
                <a:gd name="connsiteX8" fmla="*/ 24796 w 78357"/>
                <a:gd name="connsiteY8" fmla="*/ 87 h 75936"/>
                <a:gd name="connsiteX9" fmla="*/ 241 w 78357"/>
                <a:gd name="connsiteY9" fmla="*/ 87 h 75936"/>
                <a:gd name="connsiteX10" fmla="*/ 241 w 78357"/>
                <a:gd name="connsiteY10" fmla="*/ 2980 h 75936"/>
                <a:gd name="connsiteX11" fmla="*/ 2769 w 78357"/>
                <a:gd name="connsiteY11" fmla="*/ 2980 h 75936"/>
                <a:gd name="connsiteX12" fmla="*/ 11796 w 78357"/>
                <a:gd name="connsiteY12" fmla="*/ 19976 h 75936"/>
                <a:gd name="connsiteX13" fmla="*/ 11796 w 78357"/>
                <a:gd name="connsiteY13" fmla="*/ 47457 h 75936"/>
                <a:gd name="connsiteX14" fmla="*/ 14324 w 78357"/>
                <a:gd name="connsiteY14" fmla="*/ 65538 h 75936"/>
                <a:gd name="connsiteX15" fmla="*/ 29851 w 78357"/>
                <a:gd name="connsiteY15" fmla="*/ 75663 h 75936"/>
                <a:gd name="connsiteX16" fmla="*/ 45739 w 78357"/>
                <a:gd name="connsiteY16" fmla="*/ 69515 h 75936"/>
                <a:gd name="connsiteX17" fmla="*/ 54045 w 78357"/>
                <a:gd name="connsiteY17" fmla="*/ 60837 h 75936"/>
                <a:gd name="connsiteX18" fmla="*/ 54045 w 78357"/>
                <a:gd name="connsiteY18" fmla="*/ 76024 h 75936"/>
                <a:gd name="connsiteX19" fmla="*/ 78599 w 78357"/>
                <a:gd name="connsiteY19" fmla="*/ 66984 h 75936"/>
                <a:gd name="connsiteX20" fmla="*/ 77877 w 78357"/>
                <a:gd name="connsiteY20" fmla="*/ 64091 h 75936"/>
                <a:gd name="connsiteX21" fmla="*/ 73183 w 78357"/>
                <a:gd name="connsiteY21" fmla="*/ 65176 h 75936"/>
                <a:gd name="connsiteX22" fmla="*/ 66683 w 78357"/>
                <a:gd name="connsiteY22" fmla="*/ 46011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683" y="87"/>
                  </a:moveTo>
                  <a:lnTo>
                    <a:pt x="40684" y="87"/>
                  </a:lnTo>
                  <a:lnTo>
                    <a:pt x="40684" y="2980"/>
                  </a:lnTo>
                  <a:lnTo>
                    <a:pt x="44656" y="2980"/>
                  </a:lnTo>
                  <a:cubicBezTo>
                    <a:pt x="52600" y="2980"/>
                    <a:pt x="54045" y="5511"/>
                    <a:pt x="54045" y="19976"/>
                  </a:cubicBezTo>
                  <a:lnTo>
                    <a:pt x="54045" y="55413"/>
                  </a:lnTo>
                  <a:cubicBezTo>
                    <a:pt x="44656" y="63730"/>
                    <a:pt x="41767" y="65176"/>
                    <a:pt x="35990" y="65176"/>
                  </a:cubicBezTo>
                  <a:cubicBezTo>
                    <a:pt x="28046" y="65176"/>
                    <a:pt x="24796" y="60114"/>
                    <a:pt x="24796" y="47096"/>
                  </a:cubicBezTo>
                  <a:lnTo>
                    <a:pt x="24796" y="87"/>
                  </a:lnTo>
                  <a:lnTo>
                    <a:pt x="241" y="87"/>
                  </a:lnTo>
                  <a:lnTo>
                    <a:pt x="241" y="2980"/>
                  </a:lnTo>
                  <a:lnTo>
                    <a:pt x="2769" y="2980"/>
                  </a:lnTo>
                  <a:cubicBezTo>
                    <a:pt x="10352" y="2980"/>
                    <a:pt x="11796" y="5511"/>
                    <a:pt x="11796" y="19976"/>
                  </a:cubicBezTo>
                  <a:lnTo>
                    <a:pt x="11796" y="47457"/>
                  </a:lnTo>
                  <a:cubicBezTo>
                    <a:pt x="11796" y="56498"/>
                    <a:pt x="12518" y="61199"/>
                    <a:pt x="14324" y="65538"/>
                  </a:cubicBezTo>
                  <a:cubicBezTo>
                    <a:pt x="17213" y="72047"/>
                    <a:pt x="22629" y="75663"/>
                    <a:pt x="29851" y="75663"/>
                  </a:cubicBezTo>
                  <a:cubicBezTo>
                    <a:pt x="35629" y="75663"/>
                    <a:pt x="41045" y="73493"/>
                    <a:pt x="45739" y="69515"/>
                  </a:cubicBezTo>
                  <a:cubicBezTo>
                    <a:pt x="48267" y="66984"/>
                    <a:pt x="49350" y="65899"/>
                    <a:pt x="54045" y="60837"/>
                  </a:cubicBezTo>
                  <a:lnTo>
                    <a:pt x="54045" y="76024"/>
                  </a:lnTo>
                  <a:cubicBezTo>
                    <a:pt x="65238" y="71323"/>
                    <a:pt x="67044" y="70962"/>
                    <a:pt x="78599" y="66984"/>
                  </a:cubicBezTo>
                  <a:lnTo>
                    <a:pt x="77877" y="64091"/>
                  </a:lnTo>
                  <a:cubicBezTo>
                    <a:pt x="75710" y="64815"/>
                    <a:pt x="74627" y="65176"/>
                    <a:pt x="73183" y="65176"/>
                  </a:cubicBezTo>
                  <a:cubicBezTo>
                    <a:pt x="67766" y="65176"/>
                    <a:pt x="66683" y="61922"/>
                    <a:pt x="66683" y="46011"/>
                  </a:cubicBezTo>
                  <a:close/>
                </a:path>
              </a:pathLst>
            </a:custGeom>
            <a:grpFill/>
            <a:ln w="3175" cap="flat">
              <a:solidFill>
                <a:schemeClr val="tx1"/>
              </a:solidFill>
              <a:prstDash val="solid"/>
              <a:miter/>
            </a:ln>
          </p:spPr>
          <p:txBody>
            <a:bodyPr rtlCol="0" anchor="ctr"/>
            <a:lstStyle/>
            <a:p>
              <a:endParaRPr lang="zh-CN" altLang="en-US"/>
            </a:p>
          </p:txBody>
        </p:sp>
        <p:sp>
          <p:nvSpPr>
            <p:cNvPr id="357" name="任意多边形: 形状 356"/>
            <p:cNvSpPr/>
            <p:nvPr/>
          </p:nvSpPr>
          <p:spPr>
            <a:xfrm>
              <a:off x="8314801" y="4528091"/>
              <a:ext cx="48025" cy="76660"/>
            </a:xfrm>
            <a:custGeom>
              <a:avLst/>
              <a:gdLst>
                <a:gd name="connsiteX0" fmla="*/ 4939 w 48025"/>
                <a:gd name="connsiteY0" fmla="*/ 76024 h 76660"/>
                <a:gd name="connsiteX1" fmla="*/ 7467 w 48025"/>
                <a:gd name="connsiteY1" fmla="*/ 73855 h 76660"/>
                <a:gd name="connsiteX2" fmla="*/ 9994 w 48025"/>
                <a:gd name="connsiteY2" fmla="*/ 74216 h 76660"/>
                <a:gd name="connsiteX3" fmla="*/ 25521 w 48025"/>
                <a:gd name="connsiteY3" fmla="*/ 76748 h 76660"/>
                <a:gd name="connsiteX4" fmla="*/ 48271 w 48025"/>
                <a:gd name="connsiteY4" fmla="*/ 55775 h 76660"/>
                <a:gd name="connsiteX5" fmla="*/ 31299 w 48025"/>
                <a:gd name="connsiteY5" fmla="*/ 32994 h 76660"/>
                <a:gd name="connsiteX6" fmla="*/ 22994 w 48025"/>
                <a:gd name="connsiteY6" fmla="*/ 28654 h 76660"/>
                <a:gd name="connsiteX7" fmla="*/ 11078 w 48025"/>
                <a:gd name="connsiteY7" fmla="*/ 14913 h 76660"/>
                <a:gd name="connsiteX8" fmla="*/ 21910 w 48025"/>
                <a:gd name="connsiteY8" fmla="*/ 5512 h 76660"/>
                <a:gd name="connsiteX9" fmla="*/ 39604 w 48025"/>
                <a:gd name="connsiteY9" fmla="*/ 24315 h 76660"/>
                <a:gd name="connsiteX10" fmla="*/ 42132 w 48025"/>
                <a:gd name="connsiteY10" fmla="*/ 24315 h 76660"/>
                <a:gd name="connsiteX11" fmla="*/ 42132 w 48025"/>
                <a:gd name="connsiteY11" fmla="*/ 811 h 76660"/>
                <a:gd name="connsiteX12" fmla="*/ 39243 w 48025"/>
                <a:gd name="connsiteY12" fmla="*/ 811 h 76660"/>
                <a:gd name="connsiteX13" fmla="*/ 37076 w 48025"/>
                <a:gd name="connsiteY13" fmla="*/ 2619 h 76660"/>
                <a:gd name="connsiteX14" fmla="*/ 35993 w 48025"/>
                <a:gd name="connsiteY14" fmla="*/ 2619 h 76660"/>
                <a:gd name="connsiteX15" fmla="*/ 21910 w 48025"/>
                <a:gd name="connsiteY15" fmla="*/ 87 h 76660"/>
                <a:gd name="connsiteX16" fmla="*/ 245 w 48025"/>
                <a:gd name="connsiteY16" fmla="*/ 21060 h 76660"/>
                <a:gd name="connsiteX17" fmla="*/ 7105 w 48025"/>
                <a:gd name="connsiteY17" fmla="*/ 35886 h 76660"/>
                <a:gd name="connsiteX18" fmla="*/ 17938 w 48025"/>
                <a:gd name="connsiteY18" fmla="*/ 42757 h 76660"/>
                <a:gd name="connsiteX19" fmla="*/ 24077 w 48025"/>
                <a:gd name="connsiteY19" fmla="*/ 46011 h 76660"/>
                <a:gd name="connsiteX20" fmla="*/ 35993 w 48025"/>
                <a:gd name="connsiteY20" fmla="*/ 60837 h 76660"/>
                <a:gd name="connsiteX21" fmla="*/ 24799 w 48025"/>
                <a:gd name="connsiteY21" fmla="*/ 70962 h 76660"/>
                <a:gd name="connsiteX22" fmla="*/ 4939 w 48025"/>
                <a:gd name="connsiteY22" fmla="*/ 49266 h 76660"/>
                <a:gd name="connsiteX23" fmla="*/ 2050 w 48025"/>
                <a:gd name="connsiteY23" fmla="*/ 49266 h 76660"/>
                <a:gd name="connsiteX24" fmla="*/ 2050 w 48025"/>
                <a:gd name="connsiteY24" fmla="*/ 76024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939" y="76024"/>
                  </a:moveTo>
                  <a:cubicBezTo>
                    <a:pt x="5300" y="74216"/>
                    <a:pt x="6022" y="73855"/>
                    <a:pt x="7467" y="73855"/>
                  </a:cubicBezTo>
                  <a:cubicBezTo>
                    <a:pt x="8189" y="73855"/>
                    <a:pt x="9272" y="73855"/>
                    <a:pt x="9994" y="74216"/>
                  </a:cubicBezTo>
                  <a:cubicBezTo>
                    <a:pt x="17938" y="76386"/>
                    <a:pt x="20827" y="76748"/>
                    <a:pt x="25521" y="76748"/>
                  </a:cubicBezTo>
                  <a:cubicBezTo>
                    <a:pt x="38521" y="76748"/>
                    <a:pt x="48271" y="68069"/>
                    <a:pt x="48271" y="55775"/>
                  </a:cubicBezTo>
                  <a:cubicBezTo>
                    <a:pt x="48271" y="46373"/>
                    <a:pt x="42854" y="39141"/>
                    <a:pt x="31299" y="32994"/>
                  </a:cubicBezTo>
                  <a:lnTo>
                    <a:pt x="22994" y="28654"/>
                  </a:lnTo>
                  <a:cubicBezTo>
                    <a:pt x="14688" y="23953"/>
                    <a:pt x="11078" y="19976"/>
                    <a:pt x="11078" y="14913"/>
                  </a:cubicBezTo>
                  <a:cubicBezTo>
                    <a:pt x="11078" y="9489"/>
                    <a:pt x="15772" y="5512"/>
                    <a:pt x="21910" y="5512"/>
                  </a:cubicBezTo>
                  <a:cubicBezTo>
                    <a:pt x="31299" y="5512"/>
                    <a:pt x="37438" y="11659"/>
                    <a:pt x="39604" y="24315"/>
                  </a:cubicBezTo>
                  <a:lnTo>
                    <a:pt x="42132" y="24315"/>
                  </a:lnTo>
                  <a:lnTo>
                    <a:pt x="42132" y="811"/>
                  </a:lnTo>
                  <a:lnTo>
                    <a:pt x="39243" y="811"/>
                  </a:lnTo>
                  <a:cubicBezTo>
                    <a:pt x="38521" y="1896"/>
                    <a:pt x="38160" y="2619"/>
                    <a:pt x="37076" y="2619"/>
                  </a:cubicBezTo>
                  <a:cubicBezTo>
                    <a:pt x="36715" y="2619"/>
                    <a:pt x="36354" y="2619"/>
                    <a:pt x="35993" y="2619"/>
                  </a:cubicBezTo>
                  <a:cubicBezTo>
                    <a:pt x="27327" y="87"/>
                    <a:pt x="25883" y="87"/>
                    <a:pt x="21910" y="87"/>
                  </a:cubicBezTo>
                  <a:cubicBezTo>
                    <a:pt x="9272" y="87"/>
                    <a:pt x="245" y="8766"/>
                    <a:pt x="245" y="21060"/>
                  </a:cubicBezTo>
                  <a:cubicBezTo>
                    <a:pt x="245" y="26485"/>
                    <a:pt x="2411" y="31185"/>
                    <a:pt x="7105" y="35886"/>
                  </a:cubicBezTo>
                  <a:cubicBezTo>
                    <a:pt x="9994" y="38417"/>
                    <a:pt x="10355" y="38417"/>
                    <a:pt x="17938" y="42757"/>
                  </a:cubicBezTo>
                  <a:lnTo>
                    <a:pt x="24077" y="46011"/>
                  </a:lnTo>
                  <a:cubicBezTo>
                    <a:pt x="32021" y="50712"/>
                    <a:pt x="35993" y="55413"/>
                    <a:pt x="35993" y="60837"/>
                  </a:cubicBezTo>
                  <a:cubicBezTo>
                    <a:pt x="35993" y="66623"/>
                    <a:pt x="31299" y="70962"/>
                    <a:pt x="24799" y="70962"/>
                  </a:cubicBezTo>
                  <a:cubicBezTo>
                    <a:pt x="14327" y="70962"/>
                    <a:pt x="7467" y="63368"/>
                    <a:pt x="4939" y="49266"/>
                  </a:cubicBezTo>
                  <a:lnTo>
                    <a:pt x="2050" y="49266"/>
                  </a:lnTo>
                  <a:lnTo>
                    <a:pt x="2050" y="76024"/>
                  </a:lnTo>
                  <a:close/>
                </a:path>
              </a:pathLst>
            </a:custGeom>
            <a:grpFill/>
            <a:ln w="3175" cap="flat">
              <a:solidFill>
                <a:schemeClr val="tx1"/>
              </a:solidFill>
              <a:prstDash val="solid"/>
              <a:miter/>
            </a:ln>
          </p:spPr>
          <p:txBody>
            <a:bodyPr rtlCol="0" anchor="ctr"/>
            <a:lstStyle/>
            <a:p>
              <a:endParaRPr lang="zh-CN" altLang="en-US"/>
            </a:p>
          </p:txBody>
        </p:sp>
        <p:sp>
          <p:nvSpPr>
            <p:cNvPr id="358" name="任意多边形: 形状 357"/>
            <p:cNvSpPr/>
            <p:nvPr/>
          </p:nvSpPr>
          <p:spPr>
            <a:xfrm>
              <a:off x="8370609" y="4495547"/>
              <a:ext cx="36831" cy="108119"/>
            </a:xfrm>
            <a:custGeom>
              <a:avLst/>
              <a:gdLst>
                <a:gd name="connsiteX0" fmla="*/ 25163 w 36831"/>
                <a:gd name="connsiteY0" fmla="*/ 31547 h 108119"/>
                <a:gd name="connsiteX1" fmla="*/ 608 w 36831"/>
                <a:gd name="connsiteY1" fmla="*/ 42757 h 108119"/>
                <a:gd name="connsiteX2" fmla="*/ 1331 w 36831"/>
                <a:gd name="connsiteY2" fmla="*/ 45288 h 108119"/>
                <a:gd name="connsiteX3" fmla="*/ 3497 w 36831"/>
                <a:gd name="connsiteY3" fmla="*/ 44565 h 108119"/>
                <a:gd name="connsiteX4" fmla="*/ 6747 w 36831"/>
                <a:gd name="connsiteY4" fmla="*/ 44203 h 108119"/>
                <a:gd name="connsiteX5" fmla="*/ 12525 w 36831"/>
                <a:gd name="connsiteY5" fmla="*/ 55413 h 108119"/>
                <a:gd name="connsiteX6" fmla="*/ 12525 w 36831"/>
                <a:gd name="connsiteY6" fmla="*/ 88319 h 108119"/>
                <a:gd name="connsiteX7" fmla="*/ 11802 w 36831"/>
                <a:gd name="connsiteY7" fmla="*/ 100252 h 108119"/>
                <a:gd name="connsiteX8" fmla="*/ 3136 w 36831"/>
                <a:gd name="connsiteY8" fmla="*/ 105314 h 108119"/>
                <a:gd name="connsiteX9" fmla="*/ 247 w 36831"/>
                <a:gd name="connsiteY9" fmla="*/ 105314 h 108119"/>
                <a:gd name="connsiteX10" fmla="*/ 247 w 36831"/>
                <a:gd name="connsiteY10" fmla="*/ 108207 h 108119"/>
                <a:gd name="connsiteX11" fmla="*/ 37079 w 36831"/>
                <a:gd name="connsiteY11" fmla="*/ 108207 h 108119"/>
                <a:gd name="connsiteX12" fmla="*/ 37079 w 36831"/>
                <a:gd name="connsiteY12" fmla="*/ 105314 h 108119"/>
                <a:gd name="connsiteX13" fmla="*/ 34551 w 36831"/>
                <a:gd name="connsiteY13" fmla="*/ 105314 h 108119"/>
                <a:gd name="connsiteX14" fmla="*/ 25163 w 36831"/>
                <a:gd name="connsiteY14" fmla="*/ 88319 h 108119"/>
                <a:gd name="connsiteX15" fmla="*/ 17941 w 36831"/>
                <a:gd name="connsiteY15" fmla="*/ 87 h 108119"/>
                <a:gd name="connsiteX16" fmla="*/ 9275 w 36831"/>
                <a:gd name="connsiteY16" fmla="*/ 8404 h 108119"/>
                <a:gd name="connsiteX17" fmla="*/ 17941 w 36831"/>
                <a:gd name="connsiteY17" fmla="*/ 17083 h 108119"/>
                <a:gd name="connsiteX18" fmla="*/ 26246 w 36831"/>
                <a:gd name="connsiteY18" fmla="*/ 8404 h 108119"/>
                <a:gd name="connsiteX19" fmla="*/ 17941 w 36831"/>
                <a:gd name="connsiteY19" fmla="*/ 8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163" y="31547"/>
                  </a:moveTo>
                  <a:cubicBezTo>
                    <a:pt x="14330" y="36971"/>
                    <a:pt x="12525" y="38056"/>
                    <a:pt x="608" y="42757"/>
                  </a:cubicBezTo>
                  <a:lnTo>
                    <a:pt x="1331" y="45288"/>
                  </a:lnTo>
                  <a:lnTo>
                    <a:pt x="3497" y="44565"/>
                  </a:lnTo>
                  <a:cubicBezTo>
                    <a:pt x="4219" y="44203"/>
                    <a:pt x="5664" y="44203"/>
                    <a:pt x="6747" y="44203"/>
                  </a:cubicBezTo>
                  <a:cubicBezTo>
                    <a:pt x="11441" y="44203"/>
                    <a:pt x="12525" y="46373"/>
                    <a:pt x="12525" y="55413"/>
                  </a:cubicBezTo>
                  <a:lnTo>
                    <a:pt x="12525" y="88319"/>
                  </a:lnTo>
                  <a:cubicBezTo>
                    <a:pt x="12163" y="98805"/>
                    <a:pt x="12163" y="98805"/>
                    <a:pt x="11802" y="100252"/>
                  </a:cubicBezTo>
                  <a:cubicBezTo>
                    <a:pt x="10358" y="103868"/>
                    <a:pt x="8191" y="105314"/>
                    <a:pt x="3136" y="105314"/>
                  </a:cubicBezTo>
                  <a:lnTo>
                    <a:pt x="247" y="105314"/>
                  </a:lnTo>
                  <a:lnTo>
                    <a:pt x="247" y="108207"/>
                  </a:lnTo>
                  <a:lnTo>
                    <a:pt x="37079" y="108207"/>
                  </a:lnTo>
                  <a:lnTo>
                    <a:pt x="37079" y="105314"/>
                  </a:lnTo>
                  <a:lnTo>
                    <a:pt x="34551" y="105314"/>
                  </a:lnTo>
                  <a:cubicBezTo>
                    <a:pt x="26607" y="105314"/>
                    <a:pt x="25163" y="102783"/>
                    <a:pt x="25163" y="88319"/>
                  </a:cubicBezTo>
                  <a:close/>
                  <a:moveTo>
                    <a:pt x="17941" y="87"/>
                  </a:moveTo>
                  <a:cubicBezTo>
                    <a:pt x="13247" y="87"/>
                    <a:pt x="9275" y="3703"/>
                    <a:pt x="9275" y="8404"/>
                  </a:cubicBezTo>
                  <a:cubicBezTo>
                    <a:pt x="9275" y="13105"/>
                    <a:pt x="13247" y="17083"/>
                    <a:pt x="17941" y="17083"/>
                  </a:cubicBezTo>
                  <a:cubicBezTo>
                    <a:pt x="22274" y="17083"/>
                    <a:pt x="26246" y="13105"/>
                    <a:pt x="26246" y="8404"/>
                  </a:cubicBezTo>
                  <a:cubicBezTo>
                    <a:pt x="26246" y="4065"/>
                    <a:pt x="22635" y="87"/>
                    <a:pt x="17941" y="87"/>
                  </a:cubicBezTo>
                  <a:close/>
                </a:path>
              </a:pathLst>
            </a:custGeom>
            <a:grpFill/>
            <a:ln w="3175" cap="flat">
              <a:solidFill>
                <a:schemeClr val="tx1"/>
              </a:solidFill>
              <a:prstDash val="solid"/>
              <a:miter/>
            </a:ln>
          </p:spPr>
          <p:txBody>
            <a:bodyPr rtlCol="0" anchor="ctr"/>
            <a:lstStyle/>
            <a:p>
              <a:endParaRPr lang="zh-CN" altLang="en-US"/>
            </a:p>
          </p:txBody>
        </p:sp>
        <p:sp>
          <p:nvSpPr>
            <p:cNvPr id="359" name="任意多边形: 形状 358"/>
            <p:cNvSpPr/>
            <p:nvPr/>
          </p:nvSpPr>
          <p:spPr>
            <a:xfrm>
              <a:off x="8415111" y="4528091"/>
              <a:ext cx="61025" cy="76660"/>
            </a:xfrm>
            <a:custGeom>
              <a:avLst/>
              <a:gdLst>
                <a:gd name="connsiteX0" fmla="*/ 58386 w 61025"/>
                <a:gd name="connsiteY0" fmla="*/ 45650 h 76660"/>
                <a:gd name="connsiteX1" fmla="*/ 35998 w 61025"/>
                <a:gd name="connsiteY1" fmla="*/ 63368 h 76660"/>
                <a:gd name="connsiteX2" fmla="*/ 13610 w 61025"/>
                <a:gd name="connsiteY2" fmla="*/ 34078 h 76660"/>
                <a:gd name="connsiteX3" fmla="*/ 32025 w 61025"/>
                <a:gd name="connsiteY3" fmla="*/ 6235 h 76660"/>
                <a:gd name="connsiteX4" fmla="*/ 42136 w 61025"/>
                <a:gd name="connsiteY4" fmla="*/ 15637 h 76660"/>
                <a:gd name="connsiteX5" fmla="*/ 50802 w 61025"/>
                <a:gd name="connsiteY5" fmla="*/ 24315 h 76660"/>
                <a:gd name="connsiteX6" fmla="*/ 58747 w 61025"/>
                <a:gd name="connsiteY6" fmla="*/ 17083 h 76660"/>
                <a:gd name="connsiteX7" fmla="*/ 34192 w 61025"/>
                <a:gd name="connsiteY7" fmla="*/ 87 h 76660"/>
                <a:gd name="connsiteX8" fmla="*/ 249 w 61025"/>
                <a:gd name="connsiteY8" fmla="*/ 39141 h 76660"/>
                <a:gd name="connsiteX9" fmla="*/ 7832 w 61025"/>
                <a:gd name="connsiteY9" fmla="*/ 64815 h 76660"/>
                <a:gd name="connsiteX10" fmla="*/ 31303 w 61025"/>
                <a:gd name="connsiteY10" fmla="*/ 76748 h 76660"/>
                <a:gd name="connsiteX11" fmla="*/ 61274 w 61025"/>
                <a:gd name="connsiteY11" fmla="*/ 47096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386" y="45650"/>
                  </a:moveTo>
                  <a:cubicBezTo>
                    <a:pt x="54413" y="57221"/>
                    <a:pt x="46469" y="63368"/>
                    <a:pt x="35998" y="63368"/>
                  </a:cubicBezTo>
                  <a:cubicBezTo>
                    <a:pt x="22637" y="63368"/>
                    <a:pt x="13610" y="52158"/>
                    <a:pt x="13610" y="34078"/>
                  </a:cubicBezTo>
                  <a:cubicBezTo>
                    <a:pt x="13610" y="17083"/>
                    <a:pt x="20832" y="6235"/>
                    <a:pt x="32025" y="6235"/>
                  </a:cubicBezTo>
                  <a:cubicBezTo>
                    <a:pt x="38164" y="6235"/>
                    <a:pt x="41053" y="8766"/>
                    <a:pt x="42136" y="15637"/>
                  </a:cubicBezTo>
                  <a:cubicBezTo>
                    <a:pt x="42858" y="21422"/>
                    <a:pt x="45747" y="24315"/>
                    <a:pt x="50802" y="24315"/>
                  </a:cubicBezTo>
                  <a:cubicBezTo>
                    <a:pt x="55497" y="24315"/>
                    <a:pt x="58747" y="21060"/>
                    <a:pt x="58747" y="17083"/>
                  </a:cubicBezTo>
                  <a:cubicBezTo>
                    <a:pt x="58747" y="7681"/>
                    <a:pt x="47553" y="87"/>
                    <a:pt x="34192" y="87"/>
                  </a:cubicBezTo>
                  <a:cubicBezTo>
                    <a:pt x="14332" y="87"/>
                    <a:pt x="249" y="16360"/>
                    <a:pt x="249" y="39141"/>
                  </a:cubicBezTo>
                  <a:cubicBezTo>
                    <a:pt x="249" y="49266"/>
                    <a:pt x="2777" y="58306"/>
                    <a:pt x="7832" y="64815"/>
                  </a:cubicBezTo>
                  <a:cubicBezTo>
                    <a:pt x="13610" y="72047"/>
                    <a:pt x="22637" y="76748"/>
                    <a:pt x="31303" y="76748"/>
                  </a:cubicBezTo>
                  <a:cubicBezTo>
                    <a:pt x="45025" y="76748"/>
                    <a:pt x="55497" y="66623"/>
                    <a:pt x="61274" y="47096"/>
                  </a:cubicBezTo>
                  <a:close/>
                </a:path>
              </a:pathLst>
            </a:custGeom>
            <a:grpFill/>
            <a:ln w="3175" cap="flat">
              <a:solidFill>
                <a:schemeClr val="tx1"/>
              </a:solidFill>
              <a:prstDash val="solid"/>
              <a:miter/>
            </a:ln>
          </p:spPr>
          <p:txBody>
            <a:bodyPr rtlCol="0" anchor="ctr"/>
            <a:lstStyle/>
            <a:p>
              <a:endParaRPr lang="zh-CN" altLang="en-US"/>
            </a:p>
          </p:txBody>
        </p:sp>
      </p:grpSp>
      <p:sp>
        <p:nvSpPr>
          <p:cNvPr id="360" name="任意多边形: 形状 359"/>
          <p:cNvSpPr/>
          <p:nvPr/>
        </p:nvSpPr>
        <p:spPr>
          <a:xfrm>
            <a:off x="8905540" y="4117520"/>
            <a:ext cx="123436" cy="132210"/>
          </a:xfrm>
          <a:custGeom>
            <a:avLst/>
            <a:gdLst>
              <a:gd name="connsiteX0" fmla="*/ 98121 w 97857"/>
              <a:gd name="connsiteY0" fmla="*/ 84 h 97271"/>
              <a:gd name="connsiteX1" fmla="*/ 57317 w 97857"/>
              <a:gd name="connsiteY1" fmla="*/ 84 h 97271"/>
              <a:gd name="connsiteX2" fmla="*/ 24096 w 97857"/>
              <a:gd name="connsiteY2" fmla="*/ 7316 h 97271"/>
              <a:gd name="connsiteX3" fmla="*/ 264 w 97857"/>
              <a:gd name="connsiteY3" fmla="*/ 51070 h 97271"/>
              <a:gd name="connsiteX4" fmla="*/ 42873 w 97857"/>
              <a:gd name="connsiteY4" fmla="*/ 97355 h 97271"/>
              <a:gd name="connsiteX5" fmla="*/ 88371 w 97857"/>
              <a:gd name="connsiteY5" fmla="*/ 51793 h 97271"/>
              <a:gd name="connsiteX6" fmla="*/ 64539 w 97857"/>
              <a:gd name="connsiteY6" fmla="*/ 13825 h 97271"/>
              <a:gd name="connsiteX7" fmla="*/ 98121 w 97857"/>
              <a:gd name="connsiteY7" fmla="*/ 13825 h 97271"/>
              <a:gd name="connsiteX8" fmla="*/ 54067 w 97857"/>
              <a:gd name="connsiteY8" fmla="*/ 13825 h 97271"/>
              <a:gd name="connsiteX9" fmla="*/ 69956 w 97857"/>
              <a:gd name="connsiteY9" fmla="*/ 53240 h 97271"/>
              <a:gd name="connsiteX10" fmla="*/ 44318 w 97857"/>
              <a:gd name="connsiteY10" fmla="*/ 89762 h 97271"/>
              <a:gd name="connsiteX11" fmla="*/ 18680 w 97857"/>
              <a:gd name="connsiteY11" fmla="*/ 50347 h 97271"/>
              <a:gd name="connsiteX12" fmla="*/ 42512 w 97857"/>
              <a:gd name="connsiteY12" fmla="*/ 14548 h 97271"/>
              <a:gd name="connsiteX13" fmla="*/ 54067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121" y="84"/>
                </a:moveTo>
                <a:lnTo>
                  <a:pt x="57317" y="84"/>
                </a:lnTo>
                <a:cubicBezTo>
                  <a:pt x="42512" y="84"/>
                  <a:pt x="32402" y="2253"/>
                  <a:pt x="24096" y="7316"/>
                </a:cubicBezTo>
                <a:cubicBezTo>
                  <a:pt x="9291" y="15994"/>
                  <a:pt x="264" y="32267"/>
                  <a:pt x="264" y="51070"/>
                </a:cubicBezTo>
                <a:cubicBezTo>
                  <a:pt x="264" y="77467"/>
                  <a:pt x="18680" y="97355"/>
                  <a:pt x="42873" y="97355"/>
                </a:cubicBezTo>
                <a:cubicBezTo>
                  <a:pt x="67789" y="97355"/>
                  <a:pt x="88371" y="76744"/>
                  <a:pt x="88371" y="51793"/>
                </a:cubicBezTo>
                <a:cubicBezTo>
                  <a:pt x="88371" y="34436"/>
                  <a:pt x="78983" y="19249"/>
                  <a:pt x="64539" y="13825"/>
                </a:cubicBezTo>
                <a:lnTo>
                  <a:pt x="98121" y="13825"/>
                </a:lnTo>
                <a:close/>
                <a:moveTo>
                  <a:pt x="54067" y="13825"/>
                </a:moveTo>
                <a:cubicBezTo>
                  <a:pt x="64900" y="24311"/>
                  <a:pt x="69956" y="36606"/>
                  <a:pt x="69956" y="53240"/>
                </a:cubicBezTo>
                <a:cubicBezTo>
                  <a:pt x="69956" y="74574"/>
                  <a:pt x="59484" y="89762"/>
                  <a:pt x="44318" y="89762"/>
                </a:cubicBezTo>
                <a:cubicBezTo>
                  <a:pt x="29513" y="89762"/>
                  <a:pt x="18680" y="73128"/>
                  <a:pt x="18680" y="50347"/>
                </a:cubicBezTo>
                <a:cubicBezTo>
                  <a:pt x="18680" y="31543"/>
                  <a:pt x="28068" y="17441"/>
                  <a:pt x="42512" y="14548"/>
                </a:cubicBezTo>
                <a:cubicBezTo>
                  <a:pt x="45401" y="14186"/>
                  <a:pt x="49734" y="13825"/>
                  <a:pt x="54067"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61" name="Graphic 2"/>
          <p:cNvGrpSpPr/>
          <p:nvPr/>
        </p:nvGrpSpPr>
        <p:grpSpPr>
          <a:xfrm>
            <a:off x="6900087" y="4927163"/>
            <a:ext cx="273345" cy="178901"/>
            <a:chOff x="6822070" y="5095682"/>
            <a:chExt cx="216701" cy="131623"/>
          </a:xfrm>
          <a:solidFill>
            <a:schemeClr val="tx1"/>
          </a:solidFill>
        </p:grpSpPr>
        <p:sp>
          <p:nvSpPr>
            <p:cNvPr id="362" name="任意多边形: 形状 361"/>
            <p:cNvSpPr/>
            <p:nvPr/>
          </p:nvSpPr>
          <p:spPr>
            <a:xfrm>
              <a:off x="6822070" y="5095682"/>
              <a:ext cx="46942" cy="131623"/>
            </a:xfrm>
            <a:custGeom>
              <a:avLst/>
              <a:gdLst>
                <a:gd name="connsiteX0" fmla="*/ 33762 w 46942"/>
                <a:gd name="connsiteY0" fmla="*/ 106788 h 131623"/>
                <a:gd name="connsiteX1" fmla="*/ 19318 w 46942"/>
                <a:gd name="connsiteY1" fmla="*/ 120528 h 131623"/>
                <a:gd name="connsiteX2" fmla="*/ 16068 w 46942"/>
                <a:gd name="connsiteY2" fmla="*/ 117636 h 131623"/>
                <a:gd name="connsiteX3" fmla="*/ 16790 w 46942"/>
                <a:gd name="connsiteY3" fmla="*/ 114743 h 131623"/>
                <a:gd name="connsiteX4" fmla="*/ 39178 w 46942"/>
                <a:gd name="connsiteY4" fmla="*/ 35190 h 131623"/>
                <a:gd name="connsiteX5" fmla="*/ 8846 w 46942"/>
                <a:gd name="connsiteY5" fmla="*/ 40252 h 131623"/>
                <a:gd name="connsiteX6" fmla="*/ 7763 w 46942"/>
                <a:gd name="connsiteY6" fmla="*/ 44230 h 131623"/>
                <a:gd name="connsiteX7" fmla="*/ 14263 w 46942"/>
                <a:gd name="connsiteY7" fmla="*/ 43507 h 131623"/>
                <a:gd name="connsiteX8" fmla="*/ 20040 w 46942"/>
                <a:gd name="connsiteY8" fmla="*/ 48208 h 131623"/>
                <a:gd name="connsiteX9" fmla="*/ 18235 w 46942"/>
                <a:gd name="connsiteY9" fmla="*/ 57248 h 131623"/>
                <a:gd name="connsiteX10" fmla="*/ 1263 w 46942"/>
                <a:gd name="connsiteY10" fmla="*/ 116551 h 131623"/>
                <a:gd name="connsiteX11" fmla="*/ 180 w 46942"/>
                <a:gd name="connsiteY11" fmla="*/ 123783 h 131623"/>
                <a:gd name="connsiteX12" fmla="*/ 8846 w 46942"/>
                <a:gd name="connsiteY12" fmla="*/ 131738 h 131623"/>
                <a:gd name="connsiteX13" fmla="*/ 35206 w 46942"/>
                <a:gd name="connsiteY13" fmla="*/ 111127 h 131623"/>
                <a:gd name="connsiteX14" fmla="*/ 37012 w 46942"/>
                <a:gd name="connsiteY14" fmla="*/ 114 h 131623"/>
                <a:gd name="connsiteX15" fmla="*/ 26179 w 46942"/>
                <a:gd name="connsiteY15" fmla="*/ 10601 h 131623"/>
                <a:gd name="connsiteX16" fmla="*/ 36651 w 46942"/>
                <a:gd name="connsiteY16" fmla="*/ 21087 h 131623"/>
                <a:gd name="connsiteX17" fmla="*/ 47123 w 46942"/>
                <a:gd name="connsiteY17" fmla="*/ 10601 h 131623"/>
                <a:gd name="connsiteX18" fmla="*/ 37012 w 46942"/>
                <a:gd name="connsiteY18" fmla="*/ 114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762" y="106788"/>
                  </a:moveTo>
                  <a:cubicBezTo>
                    <a:pt x="28346" y="114743"/>
                    <a:pt x="22207" y="120528"/>
                    <a:pt x="19318" y="120528"/>
                  </a:cubicBezTo>
                  <a:cubicBezTo>
                    <a:pt x="17513" y="120528"/>
                    <a:pt x="16068" y="119082"/>
                    <a:pt x="16068" y="117636"/>
                  </a:cubicBezTo>
                  <a:cubicBezTo>
                    <a:pt x="16068" y="116912"/>
                    <a:pt x="16429" y="115828"/>
                    <a:pt x="16790" y="114743"/>
                  </a:cubicBezTo>
                  <a:lnTo>
                    <a:pt x="39178" y="35190"/>
                  </a:lnTo>
                  <a:cubicBezTo>
                    <a:pt x="29068" y="37721"/>
                    <a:pt x="17874" y="39891"/>
                    <a:pt x="8846" y="40252"/>
                  </a:cubicBezTo>
                  <a:lnTo>
                    <a:pt x="7763" y="44230"/>
                  </a:lnTo>
                  <a:cubicBezTo>
                    <a:pt x="11013" y="43868"/>
                    <a:pt x="12818" y="43507"/>
                    <a:pt x="14263" y="43507"/>
                  </a:cubicBezTo>
                  <a:cubicBezTo>
                    <a:pt x="18235" y="43507"/>
                    <a:pt x="20040" y="44953"/>
                    <a:pt x="20040" y="48208"/>
                  </a:cubicBezTo>
                  <a:cubicBezTo>
                    <a:pt x="20040" y="50739"/>
                    <a:pt x="19679" y="52547"/>
                    <a:pt x="18235" y="57248"/>
                  </a:cubicBezTo>
                  <a:lnTo>
                    <a:pt x="1263" y="116551"/>
                  </a:lnTo>
                  <a:cubicBezTo>
                    <a:pt x="541" y="119444"/>
                    <a:pt x="180" y="121975"/>
                    <a:pt x="180" y="123783"/>
                  </a:cubicBezTo>
                  <a:cubicBezTo>
                    <a:pt x="180" y="127761"/>
                    <a:pt x="4152" y="131738"/>
                    <a:pt x="8846" y="131738"/>
                  </a:cubicBezTo>
                  <a:cubicBezTo>
                    <a:pt x="15346" y="131738"/>
                    <a:pt x="24374" y="124506"/>
                    <a:pt x="35206" y="111127"/>
                  </a:cubicBezTo>
                  <a:close/>
                  <a:moveTo>
                    <a:pt x="37012" y="114"/>
                  </a:moveTo>
                  <a:cubicBezTo>
                    <a:pt x="30873" y="114"/>
                    <a:pt x="26179" y="4815"/>
                    <a:pt x="26179" y="10601"/>
                  </a:cubicBezTo>
                  <a:cubicBezTo>
                    <a:pt x="26179" y="16387"/>
                    <a:pt x="30873" y="21087"/>
                    <a:pt x="36651" y="21087"/>
                  </a:cubicBezTo>
                  <a:cubicBezTo>
                    <a:pt x="42428" y="21087"/>
                    <a:pt x="47123" y="16387"/>
                    <a:pt x="47123" y="10601"/>
                  </a:cubicBezTo>
                  <a:cubicBezTo>
                    <a:pt x="47123" y="4815"/>
                    <a:pt x="42428" y="114"/>
                    <a:pt x="37012" y="114"/>
                  </a:cubicBezTo>
                  <a:close/>
                </a:path>
              </a:pathLst>
            </a:custGeom>
            <a:grpFill/>
            <a:ln w="3175" cap="flat">
              <a:solidFill>
                <a:schemeClr val="tx1"/>
              </a:solidFill>
              <a:prstDash val="solid"/>
              <a:miter/>
            </a:ln>
          </p:spPr>
          <p:txBody>
            <a:bodyPr rtlCol="0" anchor="ctr"/>
            <a:lstStyle/>
            <a:p>
              <a:endParaRPr lang="zh-CN" altLang="en-US"/>
            </a:p>
          </p:txBody>
        </p:sp>
        <p:sp>
          <p:nvSpPr>
            <p:cNvPr id="363" name="任意多边形: 形状 362"/>
            <p:cNvSpPr/>
            <p:nvPr/>
          </p:nvSpPr>
          <p:spPr>
            <a:xfrm>
              <a:off x="6870971" y="5131119"/>
              <a:ext cx="88829" cy="95101"/>
            </a:xfrm>
            <a:custGeom>
              <a:avLst/>
              <a:gdLst>
                <a:gd name="connsiteX0" fmla="*/ 43153 w 88829"/>
                <a:gd name="connsiteY0" fmla="*/ 114 h 95101"/>
                <a:gd name="connsiteX1" fmla="*/ 14626 w 88829"/>
                <a:gd name="connsiteY1" fmla="*/ 3007 h 95101"/>
                <a:gd name="connsiteX2" fmla="*/ 13543 w 88829"/>
                <a:gd name="connsiteY2" fmla="*/ 6985 h 95101"/>
                <a:gd name="connsiteX3" fmla="*/ 15709 w 88829"/>
                <a:gd name="connsiteY3" fmla="*/ 6623 h 95101"/>
                <a:gd name="connsiteX4" fmla="*/ 19320 w 88829"/>
                <a:gd name="connsiteY4" fmla="*/ 6262 h 95101"/>
                <a:gd name="connsiteX5" fmla="*/ 24376 w 88829"/>
                <a:gd name="connsiteY5" fmla="*/ 10239 h 95101"/>
                <a:gd name="connsiteX6" fmla="*/ 22209 w 88829"/>
                <a:gd name="connsiteY6" fmla="*/ 19279 h 95101"/>
                <a:gd name="connsiteX7" fmla="*/ 182 w 88829"/>
                <a:gd name="connsiteY7" fmla="*/ 93047 h 95101"/>
                <a:gd name="connsiteX8" fmla="*/ 15348 w 88829"/>
                <a:gd name="connsiteY8" fmla="*/ 93047 h 95101"/>
                <a:gd name="connsiteX9" fmla="*/ 22209 w 88829"/>
                <a:gd name="connsiteY9" fmla="*/ 69181 h 95101"/>
                <a:gd name="connsiteX10" fmla="*/ 41347 w 88829"/>
                <a:gd name="connsiteY10" fmla="*/ 34467 h 95101"/>
                <a:gd name="connsiteX11" fmla="*/ 67346 w 88829"/>
                <a:gd name="connsiteY11" fmla="*/ 12770 h 95101"/>
                <a:gd name="connsiteX12" fmla="*/ 72763 w 88829"/>
                <a:gd name="connsiteY12" fmla="*/ 18556 h 95101"/>
                <a:gd name="connsiteX13" fmla="*/ 70957 w 88829"/>
                <a:gd name="connsiteY13" fmla="*/ 28319 h 95101"/>
                <a:gd name="connsiteX14" fmla="*/ 54708 w 88829"/>
                <a:gd name="connsiteY14" fmla="*/ 80752 h 95101"/>
                <a:gd name="connsiteX15" fmla="*/ 53625 w 88829"/>
                <a:gd name="connsiteY15" fmla="*/ 86899 h 95101"/>
                <a:gd name="connsiteX16" fmla="*/ 62291 w 88829"/>
                <a:gd name="connsiteY16" fmla="*/ 95216 h 95101"/>
                <a:gd name="connsiteX17" fmla="*/ 89012 w 88829"/>
                <a:gd name="connsiteY17" fmla="*/ 75690 h 95101"/>
                <a:gd name="connsiteX18" fmla="*/ 87207 w 88829"/>
                <a:gd name="connsiteY18" fmla="*/ 73520 h 95101"/>
                <a:gd name="connsiteX19" fmla="*/ 73124 w 88829"/>
                <a:gd name="connsiteY19" fmla="*/ 85453 h 95101"/>
                <a:gd name="connsiteX20" fmla="*/ 70235 w 88829"/>
                <a:gd name="connsiteY20" fmla="*/ 82560 h 95101"/>
                <a:gd name="connsiteX21" fmla="*/ 71318 w 88829"/>
                <a:gd name="connsiteY21" fmla="*/ 78221 h 95101"/>
                <a:gd name="connsiteX22" fmla="*/ 86123 w 88829"/>
                <a:gd name="connsiteY22" fmla="*/ 26150 h 95101"/>
                <a:gd name="connsiteX23" fmla="*/ 87929 w 88829"/>
                <a:gd name="connsiteY23" fmla="*/ 14217 h 95101"/>
                <a:gd name="connsiteX24" fmla="*/ 76374 w 88829"/>
                <a:gd name="connsiteY24" fmla="*/ 837 h 95101"/>
                <a:gd name="connsiteX25" fmla="*/ 29431 w 88829"/>
                <a:gd name="connsiteY25" fmla="*/ 4386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3153" y="114"/>
                  </a:moveTo>
                  <a:cubicBezTo>
                    <a:pt x="30153" y="1922"/>
                    <a:pt x="27987" y="1922"/>
                    <a:pt x="14626" y="3007"/>
                  </a:cubicBezTo>
                  <a:lnTo>
                    <a:pt x="13543" y="6985"/>
                  </a:lnTo>
                  <a:lnTo>
                    <a:pt x="15709" y="6623"/>
                  </a:lnTo>
                  <a:cubicBezTo>
                    <a:pt x="17154" y="6262"/>
                    <a:pt x="18598" y="6262"/>
                    <a:pt x="19320" y="6262"/>
                  </a:cubicBezTo>
                  <a:cubicBezTo>
                    <a:pt x="22209" y="6262"/>
                    <a:pt x="24376" y="8431"/>
                    <a:pt x="24376" y="10239"/>
                  </a:cubicBezTo>
                  <a:cubicBezTo>
                    <a:pt x="24376" y="11324"/>
                    <a:pt x="23654" y="14578"/>
                    <a:pt x="22209" y="19279"/>
                  </a:cubicBezTo>
                  <a:lnTo>
                    <a:pt x="182" y="93047"/>
                  </a:lnTo>
                  <a:lnTo>
                    <a:pt x="15348" y="93047"/>
                  </a:lnTo>
                  <a:lnTo>
                    <a:pt x="22209" y="69181"/>
                  </a:lnTo>
                  <a:cubicBezTo>
                    <a:pt x="25459" y="57609"/>
                    <a:pt x="30876" y="47846"/>
                    <a:pt x="41347" y="34467"/>
                  </a:cubicBezTo>
                  <a:cubicBezTo>
                    <a:pt x="53625" y="19279"/>
                    <a:pt x="61208" y="12770"/>
                    <a:pt x="67346" y="12770"/>
                  </a:cubicBezTo>
                  <a:cubicBezTo>
                    <a:pt x="70235" y="12770"/>
                    <a:pt x="72763" y="15302"/>
                    <a:pt x="72763" y="18556"/>
                  </a:cubicBezTo>
                  <a:cubicBezTo>
                    <a:pt x="72763" y="21087"/>
                    <a:pt x="72041" y="25065"/>
                    <a:pt x="70957" y="28319"/>
                  </a:cubicBezTo>
                  <a:lnTo>
                    <a:pt x="54708" y="80752"/>
                  </a:lnTo>
                  <a:cubicBezTo>
                    <a:pt x="53986" y="82922"/>
                    <a:pt x="53625" y="85453"/>
                    <a:pt x="53625" y="86899"/>
                  </a:cubicBezTo>
                  <a:cubicBezTo>
                    <a:pt x="53625" y="91962"/>
                    <a:pt x="57235" y="95216"/>
                    <a:pt x="62291" y="95216"/>
                  </a:cubicBezTo>
                  <a:cubicBezTo>
                    <a:pt x="70235" y="95216"/>
                    <a:pt x="79262" y="88707"/>
                    <a:pt x="89012" y="75690"/>
                  </a:cubicBezTo>
                  <a:lnTo>
                    <a:pt x="87207" y="73520"/>
                  </a:lnTo>
                  <a:cubicBezTo>
                    <a:pt x="81429" y="80752"/>
                    <a:pt x="76012" y="85453"/>
                    <a:pt x="73124" y="85453"/>
                  </a:cubicBezTo>
                  <a:cubicBezTo>
                    <a:pt x="71679" y="85453"/>
                    <a:pt x="70235" y="84006"/>
                    <a:pt x="70235" y="82560"/>
                  </a:cubicBezTo>
                  <a:cubicBezTo>
                    <a:pt x="70235" y="81475"/>
                    <a:pt x="70596" y="80029"/>
                    <a:pt x="71318" y="78221"/>
                  </a:cubicBezTo>
                  <a:lnTo>
                    <a:pt x="86123" y="26150"/>
                  </a:lnTo>
                  <a:cubicBezTo>
                    <a:pt x="87207" y="22172"/>
                    <a:pt x="87929" y="18194"/>
                    <a:pt x="87929" y="14217"/>
                  </a:cubicBezTo>
                  <a:cubicBezTo>
                    <a:pt x="87929" y="5900"/>
                    <a:pt x="83596" y="837"/>
                    <a:pt x="76374" y="837"/>
                  </a:cubicBezTo>
                  <a:cubicBezTo>
                    <a:pt x="64096" y="837"/>
                    <a:pt x="50736" y="13132"/>
                    <a:pt x="29431" y="43868"/>
                  </a:cubicBezTo>
                  <a:close/>
                </a:path>
              </a:pathLst>
            </a:custGeom>
            <a:grpFill/>
            <a:ln w="3175" cap="flat">
              <a:solidFill>
                <a:schemeClr val="tx1"/>
              </a:solidFill>
              <a:prstDash val="solid"/>
              <a:miter/>
            </a:ln>
          </p:spPr>
          <p:txBody>
            <a:bodyPr rtlCol="0" anchor="ctr"/>
            <a:lstStyle/>
            <a:p>
              <a:endParaRPr lang="zh-CN" altLang="en-US"/>
            </a:p>
          </p:txBody>
        </p:sp>
        <p:sp>
          <p:nvSpPr>
            <p:cNvPr id="364" name="任意多边形: 形状 363"/>
            <p:cNvSpPr/>
            <p:nvPr/>
          </p:nvSpPr>
          <p:spPr>
            <a:xfrm>
              <a:off x="6969080" y="5131119"/>
              <a:ext cx="69691" cy="95463"/>
            </a:xfrm>
            <a:custGeom>
              <a:avLst/>
              <a:gdLst>
                <a:gd name="connsiteX0" fmla="*/ 69878 w 69691"/>
                <a:gd name="connsiteY0" fmla="*/ 837 h 95463"/>
                <a:gd name="connsiteX1" fmla="*/ 66990 w 69691"/>
                <a:gd name="connsiteY1" fmla="*/ 837 h 95463"/>
                <a:gd name="connsiteX2" fmla="*/ 60851 w 69691"/>
                <a:gd name="connsiteY2" fmla="*/ 5538 h 95463"/>
                <a:gd name="connsiteX3" fmla="*/ 57240 w 69691"/>
                <a:gd name="connsiteY3" fmla="*/ 4453 h 95463"/>
                <a:gd name="connsiteX4" fmla="*/ 42435 w 69691"/>
                <a:gd name="connsiteY4" fmla="*/ 114 h 95463"/>
                <a:gd name="connsiteX5" fmla="*/ 19325 w 69691"/>
                <a:gd name="connsiteY5" fmla="*/ 23619 h 95463"/>
                <a:gd name="connsiteX6" fmla="*/ 33047 w 69691"/>
                <a:gd name="connsiteY6" fmla="*/ 51101 h 95463"/>
                <a:gd name="connsiteX7" fmla="*/ 44963 w 69691"/>
                <a:gd name="connsiteY7" fmla="*/ 73520 h 95463"/>
                <a:gd name="connsiteX8" fmla="*/ 27991 w 69691"/>
                <a:gd name="connsiteY8" fmla="*/ 90877 h 95463"/>
                <a:gd name="connsiteX9" fmla="*/ 9214 w 69691"/>
                <a:gd name="connsiteY9" fmla="*/ 63757 h 95463"/>
                <a:gd name="connsiteX10" fmla="*/ 5964 w 69691"/>
                <a:gd name="connsiteY10" fmla="*/ 63757 h 95463"/>
                <a:gd name="connsiteX11" fmla="*/ 187 w 69691"/>
                <a:gd name="connsiteY11" fmla="*/ 95578 h 95463"/>
                <a:gd name="connsiteX12" fmla="*/ 4159 w 69691"/>
                <a:gd name="connsiteY12" fmla="*/ 95578 h 95463"/>
                <a:gd name="connsiteX13" fmla="*/ 9936 w 69691"/>
                <a:gd name="connsiteY13" fmla="*/ 91239 h 95463"/>
                <a:gd name="connsiteX14" fmla="*/ 13908 w 69691"/>
                <a:gd name="connsiteY14" fmla="*/ 92323 h 95463"/>
                <a:gd name="connsiteX15" fmla="*/ 30880 w 69691"/>
                <a:gd name="connsiteY15" fmla="*/ 95578 h 95463"/>
                <a:gd name="connsiteX16" fmla="*/ 59046 w 69691"/>
                <a:gd name="connsiteY16" fmla="*/ 68819 h 95463"/>
                <a:gd name="connsiteX17" fmla="*/ 44240 w 69691"/>
                <a:gd name="connsiteY17" fmla="*/ 39891 h 95463"/>
                <a:gd name="connsiteX18" fmla="*/ 32324 w 69691"/>
                <a:gd name="connsiteY18" fmla="*/ 18194 h 95463"/>
                <a:gd name="connsiteX19" fmla="*/ 44240 w 69691"/>
                <a:gd name="connsiteY19" fmla="*/ 5900 h 95463"/>
                <a:gd name="connsiteX20" fmla="*/ 61573 w 69691"/>
                <a:gd name="connsiteY20" fmla="*/ 26511 h 95463"/>
                <a:gd name="connsiteX21" fmla="*/ 61573 w 69691"/>
                <a:gd name="connsiteY21" fmla="*/ 30851 h 95463"/>
                <a:gd name="connsiteX22" fmla="*/ 64823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78" y="837"/>
                  </a:moveTo>
                  <a:lnTo>
                    <a:pt x="66990" y="837"/>
                  </a:lnTo>
                  <a:cubicBezTo>
                    <a:pt x="64823" y="4092"/>
                    <a:pt x="63017" y="5538"/>
                    <a:pt x="60851" y="5538"/>
                  </a:cubicBezTo>
                  <a:cubicBezTo>
                    <a:pt x="60129" y="5538"/>
                    <a:pt x="58684" y="5177"/>
                    <a:pt x="57240" y="4453"/>
                  </a:cubicBezTo>
                  <a:cubicBezTo>
                    <a:pt x="52185" y="1561"/>
                    <a:pt x="47129" y="114"/>
                    <a:pt x="42435" y="114"/>
                  </a:cubicBezTo>
                  <a:cubicBezTo>
                    <a:pt x="29797" y="114"/>
                    <a:pt x="19325" y="10601"/>
                    <a:pt x="19325" y="23619"/>
                  </a:cubicBezTo>
                  <a:cubicBezTo>
                    <a:pt x="19325" y="32659"/>
                    <a:pt x="22214" y="38083"/>
                    <a:pt x="33047" y="51101"/>
                  </a:cubicBezTo>
                  <a:cubicBezTo>
                    <a:pt x="41352" y="60864"/>
                    <a:pt x="44963" y="67373"/>
                    <a:pt x="44963" y="73520"/>
                  </a:cubicBezTo>
                  <a:cubicBezTo>
                    <a:pt x="44963" y="82922"/>
                    <a:pt x="37019" y="90877"/>
                    <a:pt x="27991" y="90877"/>
                  </a:cubicBezTo>
                  <a:cubicBezTo>
                    <a:pt x="17158" y="90877"/>
                    <a:pt x="9575" y="80029"/>
                    <a:pt x="9214" y="63757"/>
                  </a:cubicBezTo>
                  <a:lnTo>
                    <a:pt x="5964" y="63757"/>
                  </a:lnTo>
                  <a:lnTo>
                    <a:pt x="187" y="95578"/>
                  </a:lnTo>
                  <a:lnTo>
                    <a:pt x="4159" y="95578"/>
                  </a:lnTo>
                  <a:cubicBezTo>
                    <a:pt x="5603" y="92323"/>
                    <a:pt x="7409" y="91239"/>
                    <a:pt x="9936" y="91239"/>
                  </a:cubicBezTo>
                  <a:cubicBezTo>
                    <a:pt x="11020" y="91239"/>
                    <a:pt x="12464" y="91600"/>
                    <a:pt x="13908" y="92323"/>
                  </a:cubicBezTo>
                  <a:cubicBezTo>
                    <a:pt x="23658" y="95216"/>
                    <a:pt x="25825" y="95578"/>
                    <a:pt x="30880" y="95578"/>
                  </a:cubicBezTo>
                  <a:cubicBezTo>
                    <a:pt x="46407" y="95578"/>
                    <a:pt x="59046" y="83645"/>
                    <a:pt x="59046" y="68819"/>
                  </a:cubicBezTo>
                  <a:cubicBezTo>
                    <a:pt x="59046" y="59779"/>
                    <a:pt x="55435" y="53270"/>
                    <a:pt x="44240" y="39891"/>
                  </a:cubicBezTo>
                  <a:cubicBezTo>
                    <a:pt x="34491" y="28319"/>
                    <a:pt x="32324" y="23980"/>
                    <a:pt x="32324" y="18194"/>
                  </a:cubicBezTo>
                  <a:cubicBezTo>
                    <a:pt x="32324" y="11324"/>
                    <a:pt x="37380" y="5900"/>
                    <a:pt x="44240" y="5900"/>
                  </a:cubicBezTo>
                  <a:cubicBezTo>
                    <a:pt x="53990" y="5900"/>
                    <a:pt x="61573" y="14578"/>
                    <a:pt x="61573" y="26511"/>
                  </a:cubicBezTo>
                  <a:cubicBezTo>
                    <a:pt x="61573" y="27596"/>
                    <a:pt x="61573" y="29043"/>
                    <a:pt x="61573" y="30851"/>
                  </a:cubicBezTo>
                  <a:lnTo>
                    <a:pt x="64823" y="30851"/>
                  </a:lnTo>
                  <a:close/>
                </a:path>
              </a:pathLst>
            </a:custGeom>
            <a:grpFill/>
            <a:ln w="3175" cap="flat">
              <a:solidFill>
                <a:schemeClr val="tx1"/>
              </a:solidFill>
              <a:prstDash val="solid"/>
              <a:miter/>
            </a:ln>
          </p:spPr>
          <p:txBody>
            <a:bodyPr rtlCol="0" anchor="ctr"/>
            <a:lstStyle/>
            <a:p>
              <a:endParaRPr lang="zh-CN" altLang="en-US"/>
            </a:p>
          </p:txBody>
        </p:sp>
      </p:grpSp>
      <p:grpSp>
        <p:nvGrpSpPr>
          <p:cNvPr id="365" name="Graphic 2"/>
          <p:cNvGrpSpPr/>
          <p:nvPr/>
        </p:nvGrpSpPr>
        <p:grpSpPr>
          <a:xfrm>
            <a:off x="7186306" y="4947315"/>
            <a:ext cx="155487" cy="157767"/>
            <a:chOff x="7048977" y="5110508"/>
            <a:chExt cx="123266" cy="116074"/>
          </a:xfrm>
          <a:solidFill>
            <a:schemeClr val="tx1"/>
          </a:solidFill>
        </p:grpSpPr>
        <p:sp>
          <p:nvSpPr>
            <p:cNvPr id="366" name="任意多边形: 形状 365"/>
            <p:cNvSpPr/>
            <p:nvPr/>
          </p:nvSpPr>
          <p:spPr>
            <a:xfrm>
              <a:off x="7048977" y="5110508"/>
              <a:ext cx="50914" cy="116074"/>
            </a:xfrm>
            <a:custGeom>
              <a:avLst/>
              <a:gdLst>
                <a:gd name="connsiteX0" fmla="*/ 35577 w 50914"/>
                <a:gd name="connsiteY0" fmla="*/ 29404 h 116074"/>
                <a:gd name="connsiteX1" fmla="*/ 49299 w 50914"/>
                <a:gd name="connsiteY1" fmla="*/ 29404 h 116074"/>
                <a:gd name="connsiteX2" fmla="*/ 51104 w 50914"/>
                <a:gd name="connsiteY2" fmla="*/ 22895 h 116074"/>
                <a:gd name="connsiteX3" fmla="*/ 37383 w 50914"/>
                <a:gd name="connsiteY3" fmla="*/ 22895 h 116074"/>
                <a:gd name="connsiteX4" fmla="*/ 44244 w 50914"/>
                <a:gd name="connsiteY4" fmla="*/ 114 h 116074"/>
                <a:gd name="connsiteX5" fmla="*/ 39188 w 50914"/>
                <a:gd name="connsiteY5" fmla="*/ 114 h 116074"/>
                <a:gd name="connsiteX6" fmla="*/ 8134 w 50914"/>
                <a:gd name="connsiteY6" fmla="*/ 22895 h 116074"/>
                <a:gd name="connsiteX7" fmla="*/ 6328 w 50914"/>
                <a:gd name="connsiteY7" fmla="*/ 29404 h 116074"/>
                <a:gd name="connsiteX8" fmla="*/ 20772 w 50914"/>
                <a:gd name="connsiteY8" fmla="*/ 29404 h 116074"/>
                <a:gd name="connsiteX9" fmla="*/ 2717 w 50914"/>
                <a:gd name="connsiteY9" fmla="*/ 92323 h 116074"/>
                <a:gd name="connsiteX10" fmla="*/ 190 w 50914"/>
                <a:gd name="connsiteY10" fmla="*/ 106064 h 116074"/>
                <a:gd name="connsiteX11" fmla="*/ 10300 w 50914"/>
                <a:gd name="connsiteY11" fmla="*/ 116189 h 116074"/>
                <a:gd name="connsiteX12" fmla="*/ 36299 w 50914"/>
                <a:gd name="connsiteY12" fmla="*/ 95216 h 116074"/>
                <a:gd name="connsiteX13" fmla="*/ 34133 w 50914"/>
                <a:gd name="connsiteY13" fmla="*/ 92323 h 116074"/>
                <a:gd name="connsiteX14" fmla="*/ 18606 w 50914"/>
                <a:gd name="connsiteY14" fmla="*/ 106426 h 116074"/>
                <a:gd name="connsiteX15" fmla="*/ 15356 w 50914"/>
                <a:gd name="connsiteY15" fmla="*/ 103171 h 116074"/>
                <a:gd name="connsiteX16" fmla="*/ 17161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77" y="29404"/>
                  </a:moveTo>
                  <a:lnTo>
                    <a:pt x="49299" y="29404"/>
                  </a:lnTo>
                  <a:lnTo>
                    <a:pt x="51104" y="22895"/>
                  </a:lnTo>
                  <a:lnTo>
                    <a:pt x="37383" y="22895"/>
                  </a:lnTo>
                  <a:lnTo>
                    <a:pt x="44244" y="114"/>
                  </a:lnTo>
                  <a:lnTo>
                    <a:pt x="39188" y="114"/>
                  </a:lnTo>
                  <a:cubicBezTo>
                    <a:pt x="27994" y="14578"/>
                    <a:pt x="20411" y="20364"/>
                    <a:pt x="8134" y="22895"/>
                  </a:cubicBezTo>
                  <a:lnTo>
                    <a:pt x="6328" y="29404"/>
                  </a:lnTo>
                  <a:lnTo>
                    <a:pt x="20772" y="29404"/>
                  </a:lnTo>
                  <a:lnTo>
                    <a:pt x="2717" y="92323"/>
                  </a:lnTo>
                  <a:cubicBezTo>
                    <a:pt x="912" y="97386"/>
                    <a:pt x="190" y="103171"/>
                    <a:pt x="190" y="106064"/>
                  </a:cubicBezTo>
                  <a:cubicBezTo>
                    <a:pt x="190" y="112211"/>
                    <a:pt x="4162" y="116189"/>
                    <a:pt x="10300" y="116189"/>
                  </a:cubicBezTo>
                  <a:cubicBezTo>
                    <a:pt x="18245" y="116189"/>
                    <a:pt x="26550" y="109680"/>
                    <a:pt x="36299" y="95216"/>
                  </a:cubicBezTo>
                  <a:lnTo>
                    <a:pt x="34133" y="92323"/>
                  </a:lnTo>
                  <a:cubicBezTo>
                    <a:pt x="27994" y="100640"/>
                    <a:pt x="21856" y="106426"/>
                    <a:pt x="18606" y="106426"/>
                  </a:cubicBezTo>
                  <a:cubicBezTo>
                    <a:pt x="16800" y="106426"/>
                    <a:pt x="15356" y="104979"/>
                    <a:pt x="15356" y="103171"/>
                  </a:cubicBezTo>
                  <a:cubicBezTo>
                    <a:pt x="15356" y="102087"/>
                    <a:pt x="15356" y="102087"/>
                    <a:pt x="17161" y="93770"/>
                  </a:cubicBezTo>
                  <a:close/>
                </a:path>
              </a:pathLst>
            </a:custGeom>
            <a:grpFill/>
            <a:ln w="3175" cap="flat">
              <a:solidFill>
                <a:schemeClr val="tx1"/>
              </a:solidFill>
              <a:prstDash val="solid"/>
              <a:miter/>
            </a:ln>
          </p:spPr>
          <p:txBody>
            <a:bodyPr rtlCol="0" anchor="ctr"/>
            <a:lstStyle/>
            <a:p>
              <a:endParaRPr lang="zh-CN" altLang="en-US"/>
            </a:p>
          </p:txBody>
        </p:sp>
        <p:sp>
          <p:nvSpPr>
            <p:cNvPr id="367" name="任意多边形: 形状 366"/>
            <p:cNvSpPr/>
            <p:nvPr/>
          </p:nvSpPr>
          <p:spPr>
            <a:xfrm>
              <a:off x="7100747" y="5130035"/>
              <a:ext cx="71497" cy="94017"/>
            </a:xfrm>
            <a:custGeom>
              <a:avLst/>
              <a:gdLst>
                <a:gd name="connsiteX0" fmla="*/ 41718 w 71497"/>
                <a:gd name="connsiteY0" fmla="*/ 476 h 94017"/>
                <a:gd name="connsiteX1" fmla="*/ 12108 w 71497"/>
                <a:gd name="connsiteY1" fmla="*/ 4092 h 94017"/>
                <a:gd name="connsiteX2" fmla="*/ 10664 w 71497"/>
                <a:gd name="connsiteY2" fmla="*/ 8431 h 94017"/>
                <a:gd name="connsiteX3" fmla="*/ 15719 w 71497"/>
                <a:gd name="connsiteY3" fmla="*/ 7708 h 94017"/>
                <a:gd name="connsiteX4" fmla="*/ 18969 w 71497"/>
                <a:gd name="connsiteY4" fmla="*/ 7346 h 94017"/>
                <a:gd name="connsiteX5" fmla="*/ 23663 w 71497"/>
                <a:gd name="connsiteY5" fmla="*/ 11324 h 94017"/>
                <a:gd name="connsiteX6" fmla="*/ 21497 w 71497"/>
                <a:gd name="connsiteY6" fmla="*/ 20364 h 94017"/>
                <a:gd name="connsiteX7" fmla="*/ 192 w 71497"/>
                <a:gd name="connsiteY7" fmla="*/ 94131 h 94017"/>
                <a:gd name="connsiteX8" fmla="*/ 16442 w 71497"/>
                <a:gd name="connsiteY8" fmla="*/ 94131 h 94017"/>
                <a:gd name="connsiteX9" fmla="*/ 39552 w 71497"/>
                <a:gd name="connsiteY9" fmla="*/ 35551 h 94017"/>
                <a:gd name="connsiteX10" fmla="*/ 53273 w 71497"/>
                <a:gd name="connsiteY10" fmla="*/ 16748 h 94017"/>
                <a:gd name="connsiteX11" fmla="*/ 54718 w 71497"/>
                <a:gd name="connsiteY11" fmla="*/ 20002 h 94017"/>
                <a:gd name="connsiteX12" fmla="*/ 61217 w 71497"/>
                <a:gd name="connsiteY12" fmla="*/ 25427 h 94017"/>
                <a:gd name="connsiteX13" fmla="*/ 71689 w 71497"/>
                <a:gd name="connsiteY13" fmla="*/ 11324 h 94017"/>
                <a:gd name="connsiteX14" fmla="*/ 63384 w 71497"/>
                <a:gd name="connsiteY14" fmla="*/ 114 h 94017"/>
                <a:gd name="connsiteX15" fmla="*/ 28719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18" y="476"/>
                  </a:moveTo>
                  <a:cubicBezTo>
                    <a:pt x="28719" y="2645"/>
                    <a:pt x="26552" y="2645"/>
                    <a:pt x="12108" y="4092"/>
                  </a:cubicBezTo>
                  <a:lnTo>
                    <a:pt x="10664" y="8431"/>
                  </a:lnTo>
                  <a:cubicBezTo>
                    <a:pt x="12831" y="8070"/>
                    <a:pt x="14997" y="7708"/>
                    <a:pt x="15719" y="7708"/>
                  </a:cubicBezTo>
                  <a:cubicBezTo>
                    <a:pt x="16803" y="7346"/>
                    <a:pt x="18247" y="7346"/>
                    <a:pt x="18969" y="7346"/>
                  </a:cubicBezTo>
                  <a:cubicBezTo>
                    <a:pt x="21136" y="7346"/>
                    <a:pt x="23663" y="9154"/>
                    <a:pt x="23663" y="11324"/>
                  </a:cubicBezTo>
                  <a:cubicBezTo>
                    <a:pt x="23663" y="12409"/>
                    <a:pt x="22580" y="15663"/>
                    <a:pt x="21497" y="20364"/>
                  </a:cubicBezTo>
                  <a:lnTo>
                    <a:pt x="192" y="94131"/>
                  </a:lnTo>
                  <a:lnTo>
                    <a:pt x="16442" y="94131"/>
                  </a:lnTo>
                  <a:cubicBezTo>
                    <a:pt x="20775" y="76774"/>
                    <a:pt x="28719" y="56163"/>
                    <a:pt x="39552" y="35551"/>
                  </a:cubicBezTo>
                  <a:cubicBezTo>
                    <a:pt x="43885" y="27234"/>
                    <a:pt x="51468" y="16748"/>
                    <a:pt x="53273" y="16748"/>
                  </a:cubicBezTo>
                  <a:cubicBezTo>
                    <a:pt x="53996" y="16748"/>
                    <a:pt x="54357" y="17833"/>
                    <a:pt x="54718" y="20002"/>
                  </a:cubicBezTo>
                  <a:cubicBezTo>
                    <a:pt x="55079" y="23618"/>
                    <a:pt x="57606" y="25427"/>
                    <a:pt x="61217" y="25427"/>
                  </a:cubicBezTo>
                  <a:cubicBezTo>
                    <a:pt x="66634" y="25427"/>
                    <a:pt x="71689" y="18556"/>
                    <a:pt x="71689" y="11324"/>
                  </a:cubicBezTo>
                  <a:cubicBezTo>
                    <a:pt x="71689" y="4815"/>
                    <a:pt x="68439" y="114"/>
                    <a:pt x="63384" y="114"/>
                  </a:cubicBezTo>
                  <a:cubicBezTo>
                    <a:pt x="54357" y="114"/>
                    <a:pt x="40996" y="17833"/>
                    <a:pt x="28719" y="45315"/>
                  </a:cubicBezTo>
                  <a:close/>
                </a:path>
              </a:pathLst>
            </a:custGeom>
            <a:grpFill/>
            <a:ln w="3175" cap="flat">
              <a:solidFill>
                <a:schemeClr val="tx1"/>
              </a:solidFill>
              <a:prstDash val="solid"/>
              <a:miter/>
            </a:ln>
          </p:spPr>
          <p:txBody>
            <a:bodyPr rtlCol="0" anchor="ctr"/>
            <a:lstStyle/>
            <a:p>
              <a:endParaRPr lang="zh-CN" altLang="en-US"/>
            </a:p>
          </p:txBody>
        </p:sp>
      </p:grpSp>
      <p:grpSp>
        <p:nvGrpSpPr>
          <p:cNvPr id="368" name="Graphic 2"/>
          <p:cNvGrpSpPr/>
          <p:nvPr/>
        </p:nvGrpSpPr>
        <p:grpSpPr>
          <a:xfrm>
            <a:off x="7348845" y="4947315"/>
            <a:ext cx="295223" cy="158259"/>
            <a:chOff x="7177834" y="5110508"/>
            <a:chExt cx="234045" cy="116436"/>
          </a:xfrm>
          <a:solidFill>
            <a:schemeClr val="tx1"/>
          </a:solidFill>
        </p:grpSpPr>
        <p:sp>
          <p:nvSpPr>
            <p:cNvPr id="369" name="任意多边形: 形状 368"/>
            <p:cNvSpPr/>
            <p:nvPr/>
          </p:nvSpPr>
          <p:spPr>
            <a:xfrm>
              <a:off x="7177834" y="5131842"/>
              <a:ext cx="89190" cy="95101"/>
            </a:xfrm>
            <a:custGeom>
              <a:avLst/>
              <a:gdLst>
                <a:gd name="connsiteX0" fmla="*/ 89386 w 89190"/>
                <a:gd name="connsiteY0" fmla="*/ 2284 h 95101"/>
                <a:gd name="connsiteX1" fmla="*/ 73859 w 89190"/>
                <a:gd name="connsiteY1" fmla="*/ 2284 h 95101"/>
                <a:gd name="connsiteX2" fmla="*/ 69165 w 89190"/>
                <a:gd name="connsiteY2" fmla="*/ 19641 h 95101"/>
                <a:gd name="connsiteX3" fmla="*/ 48221 w 89190"/>
                <a:gd name="connsiteY3" fmla="*/ 61949 h 95101"/>
                <a:gd name="connsiteX4" fmla="*/ 24389 w 89190"/>
                <a:gd name="connsiteY4" fmla="*/ 83283 h 95101"/>
                <a:gd name="connsiteX5" fmla="*/ 17889 w 89190"/>
                <a:gd name="connsiteY5" fmla="*/ 77136 h 95101"/>
                <a:gd name="connsiteX6" fmla="*/ 19334 w 89190"/>
                <a:gd name="connsiteY6" fmla="*/ 69181 h 95101"/>
                <a:gd name="connsiteX7" fmla="*/ 34500 w 89190"/>
                <a:gd name="connsiteY7" fmla="*/ 16025 h 95101"/>
                <a:gd name="connsiteX8" fmla="*/ 35583 w 89190"/>
                <a:gd name="connsiteY8" fmla="*/ 8070 h 95101"/>
                <a:gd name="connsiteX9" fmla="*/ 27278 w 89190"/>
                <a:gd name="connsiteY9" fmla="*/ 114 h 95101"/>
                <a:gd name="connsiteX10" fmla="*/ 195 w 89190"/>
                <a:gd name="connsiteY10" fmla="*/ 21087 h 95101"/>
                <a:gd name="connsiteX11" fmla="*/ 2362 w 89190"/>
                <a:gd name="connsiteY11" fmla="*/ 23257 h 95101"/>
                <a:gd name="connsiteX12" fmla="*/ 5251 w 89190"/>
                <a:gd name="connsiteY12" fmla="*/ 20003 h 95101"/>
                <a:gd name="connsiteX13" fmla="*/ 16445 w 89190"/>
                <a:gd name="connsiteY13" fmla="*/ 10962 h 95101"/>
                <a:gd name="connsiteX14" fmla="*/ 20056 w 89190"/>
                <a:gd name="connsiteY14" fmla="*/ 14217 h 95101"/>
                <a:gd name="connsiteX15" fmla="*/ 19334 w 89190"/>
                <a:gd name="connsiteY15" fmla="*/ 18556 h 95101"/>
                <a:gd name="connsiteX16" fmla="*/ 3445 w 89190"/>
                <a:gd name="connsiteY16" fmla="*/ 73882 h 95101"/>
                <a:gd name="connsiteX17" fmla="*/ 2362 w 89190"/>
                <a:gd name="connsiteY17" fmla="*/ 80752 h 95101"/>
                <a:gd name="connsiteX18" fmla="*/ 13195 w 89190"/>
                <a:gd name="connsiteY18" fmla="*/ 95216 h 95101"/>
                <a:gd name="connsiteX19" fmla="*/ 35222 w 89190"/>
                <a:gd name="connsiteY19" fmla="*/ 83283 h 95101"/>
                <a:gd name="connsiteX20" fmla="*/ 60137 w 89190"/>
                <a:gd name="connsiteY20" fmla="*/ 50739 h 95101"/>
                <a:gd name="connsiteX21" fmla="*/ 52193 w 89190"/>
                <a:gd name="connsiteY21" fmla="*/ 77859 h 95101"/>
                <a:gd name="connsiteX22" fmla="*/ 50388 w 89190"/>
                <a:gd name="connsiteY22" fmla="*/ 87623 h 95101"/>
                <a:gd name="connsiteX23" fmla="*/ 58332 w 89190"/>
                <a:gd name="connsiteY23" fmla="*/ 94855 h 95101"/>
                <a:gd name="connsiteX24" fmla="*/ 84692 w 89190"/>
                <a:gd name="connsiteY24" fmla="*/ 76774 h 95101"/>
                <a:gd name="connsiteX25" fmla="*/ 82887 w 89190"/>
                <a:gd name="connsiteY25" fmla="*/ 73882 h 95101"/>
                <a:gd name="connsiteX26" fmla="*/ 69526 w 89190"/>
                <a:gd name="connsiteY26" fmla="*/ 84730 h 95101"/>
                <a:gd name="connsiteX27" fmla="*/ 66998 w 89190"/>
                <a:gd name="connsiteY27" fmla="*/ 82198 h 95101"/>
                <a:gd name="connsiteX28" fmla="*/ 67359 w 89190"/>
                <a:gd name="connsiteY28" fmla="*/ 80390 h 95101"/>
                <a:gd name="connsiteX29" fmla="*/ 68443 w 89190"/>
                <a:gd name="connsiteY29" fmla="*/ 75328 h 95101"/>
                <a:gd name="connsiteX30" fmla="*/ 69526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86" y="2284"/>
                  </a:moveTo>
                  <a:lnTo>
                    <a:pt x="73859" y="2284"/>
                  </a:lnTo>
                  <a:lnTo>
                    <a:pt x="69165" y="19641"/>
                  </a:lnTo>
                  <a:cubicBezTo>
                    <a:pt x="63026" y="39891"/>
                    <a:pt x="60860" y="44953"/>
                    <a:pt x="48221" y="61949"/>
                  </a:cubicBezTo>
                  <a:cubicBezTo>
                    <a:pt x="38472" y="75690"/>
                    <a:pt x="29805" y="83283"/>
                    <a:pt x="24389" y="83283"/>
                  </a:cubicBezTo>
                  <a:cubicBezTo>
                    <a:pt x="20056" y="83283"/>
                    <a:pt x="17889" y="81114"/>
                    <a:pt x="17889" y="77136"/>
                  </a:cubicBezTo>
                  <a:cubicBezTo>
                    <a:pt x="17889" y="75328"/>
                    <a:pt x="18250" y="72797"/>
                    <a:pt x="19334" y="69181"/>
                  </a:cubicBezTo>
                  <a:lnTo>
                    <a:pt x="34500" y="16025"/>
                  </a:lnTo>
                  <a:cubicBezTo>
                    <a:pt x="35222" y="13855"/>
                    <a:pt x="35583" y="9878"/>
                    <a:pt x="35583" y="8070"/>
                  </a:cubicBezTo>
                  <a:cubicBezTo>
                    <a:pt x="35583" y="3369"/>
                    <a:pt x="32333" y="114"/>
                    <a:pt x="27278" y="114"/>
                  </a:cubicBezTo>
                  <a:cubicBezTo>
                    <a:pt x="19334" y="114"/>
                    <a:pt x="13556" y="4815"/>
                    <a:pt x="195" y="21087"/>
                  </a:cubicBezTo>
                  <a:lnTo>
                    <a:pt x="2362" y="23257"/>
                  </a:lnTo>
                  <a:lnTo>
                    <a:pt x="5251" y="20003"/>
                  </a:lnTo>
                  <a:cubicBezTo>
                    <a:pt x="11750" y="12409"/>
                    <a:pt x="13556" y="10962"/>
                    <a:pt x="16445" y="10962"/>
                  </a:cubicBezTo>
                  <a:cubicBezTo>
                    <a:pt x="18250" y="10962"/>
                    <a:pt x="20056" y="12409"/>
                    <a:pt x="20056" y="14217"/>
                  </a:cubicBezTo>
                  <a:cubicBezTo>
                    <a:pt x="20056" y="15302"/>
                    <a:pt x="19695" y="16748"/>
                    <a:pt x="19334" y="18556"/>
                  </a:cubicBezTo>
                  <a:lnTo>
                    <a:pt x="3445" y="73882"/>
                  </a:lnTo>
                  <a:cubicBezTo>
                    <a:pt x="2723" y="76051"/>
                    <a:pt x="2362" y="78221"/>
                    <a:pt x="2362" y="80752"/>
                  </a:cubicBezTo>
                  <a:cubicBezTo>
                    <a:pt x="2362" y="89792"/>
                    <a:pt x="6695" y="95216"/>
                    <a:pt x="13195" y="95216"/>
                  </a:cubicBezTo>
                  <a:cubicBezTo>
                    <a:pt x="19334" y="95216"/>
                    <a:pt x="26556" y="91239"/>
                    <a:pt x="35222" y="83283"/>
                  </a:cubicBezTo>
                  <a:cubicBezTo>
                    <a:pt x="42805" y="75690"/>
                    <a:pt x="48943" y="68096"/>
                    <a:pt x="60137" y="50739"/>
                  </a:cubicBezTo>
                  <a:lnTo>
                    <a:pt x="52193" y="77859"/>
                  </a:lnTo>
                  <a:cubicBezTo>
                    <a:pt x="51110" y="81837"/>
                    <a:pt x="50388" y="85091"/>
                    <a:pt x="50388" y="87623"/>
                  </a:cubicBezTo>
                  <a:cubicBezTo>
                    <a:pt x="50388" y="91600"/>
                    <a:pt x="53638" y="94855"/>
                    <a:pt x="58332" y="94855"/>
                  </a:cubicBezTo>
                  <a:cubicBezTo>
                    <a:pt x="65915" y="94855"/>
                    <a:pt x="76026" y="87984"/>
                    <a:pt x="84692" y="76774"/>
                  </a:cubicBezTo>
                  <a:lnTo>
                    <a:pt x="82887" y="73882"/>
                  </a:lnTo>
                  <a:cubicBezTo>
                    <a:pt x="76748" y="81114"/>
                    <a:pt x="72415" y="84730"/>
                    <a:pt x="69526" y="84730"/>
                  </a:cubicBezTo>
                  <a:cubicBezTo>
                    <a:pt x="68081" y="84730"/>
                    <a:pt x="66998" y="83645"/>
                    <a:pt x="66998" y="82198"/>
                  </a:cubicBezTo>
                  <a:cubicBezTo>
                    <a:pt x="66998" y="81837"/>
                    <a:pt x="66998" y="81114"/>
                    <a:pt x="67359" y="80390"/>
                  </a:cubicBezTo>
                  <a:cubicBezTo>
                    <a:pt x="67359" y="80029"/>
                    <a:pt x="67720" y="78221"/>
                    <a:pt x="68443" y="75328"/>
                  </a:cubicBezTo>
                  <a:cubicBezTo>
                    <a:pt x="68804" y="74243"/>
                    <a:pt x="69165" y="72435"/>
                    <a:pt x="69526" y="70627"/>
                  </a:cubicBezTo>
                  <a:close/>
                </a:path>
              </a:pathLst>
            </a:custGeom>
            <a:grpFill/>
            <a:ln w="3175" cap="flat">
              <a:solidFill>
                <a:schemeClr val="tx1"/>
              </a:solidFill>
              <a:prstDash val="solid"/>
              <a:miter/>
            </a:ln>
          </p:spPr>
          <p:txBody>
            <a:bodyPr rtlCol="0" anchor="ctr"/>
            <a:lstStyle/>
            <a:p>
              <a:endParaRPr lang="zh-CN" altLang="en-US"/>
            </a:p>
          </p:txBody>
        </p:sp>
        <p:sp>
          <p:nvSpPr>
            <p:cNvPr id="370" name="任意多边形: 形状 369"/>
            <p:cNvSpPr/>
            <p:nvPr/>
          </p:nvSpPr>
          <p:spPr>
            <a:xfrm>
              <a:off x="7278678" y="5131481"/>
              <a:ext cx="74024" cy="95101"/>
            </a:xfrm>
            <a:custGeom>
              <a:avLst/>
              <a:gdLst>
                <a:gd name="connsiteX0" fmla="*/ 61586 w 74024"/>
                <a:gd name="connsiteY0" fmla="*/ 69904 h 95101"/>
                <a:gd name="connsiteX1" fmla="*/ 35226 w 74024"/>
                <a:gd name="connsiteY1" fmla="*/ 86176 h 95101"/>
                <a:gd name="connsiteX2" fmla="*/ 16449 w 74024"/>
                <a:gd name="connsiteY2" fmla="*/ 63395 h 95101"/>
                <a:gd name="connsiteX3" fmla="*/ 54725 w 74024"/>
                <a:gd name="connsiteY3" fmla="*/ 4815 h 95101"/>
                <a:gd name="connsiteX4" fmla="*/ 62670 w 74024"/>
                <a:gd name="connsiteY4" fmla="*/ 10601 h 95101"/>
                <a:gd name="connsiteX5" fmla="*/ 59420 w 74024"/>
                <a:gd name="connsiteY5" fmla="*/ 15663 h 95101"/>
                <a:gd name="connsiteX6" fmla="*/ 56170 w 74024"/>
                <a:gd name="connsiteY6" fmla="*/ 22895 h 95101"/>
                <a:gd name="connsiteX7" fmla="*/ 63392 w 74024"/>
                <a:gd name="connsiteY7" fmla="*/ 29766 h 95101"/>
                <a:gd name="connsiteX8" fmla="*/ 74225 w 74024"/>
                <a:gd name="connsiteY8" fmla="*/ 16025 h 95101"/>
                <a:gd name="connsiteX9" fmla="*/ 55809 w 74024"/>
                <a:gd name="connsiteY9" fmla="*/ 114 h 95101"/>
                <a:gd name="connsiteX10" fmla="*/ 200 w 74024"/>
                <a:gd name="connsiteY10" fmla="*/ 64480 h 95101"/>
                <a:gd name="connsiteX11" fmla="*/ 7422 w 74024"/>
                <a:gd name="connsiteY11" fmla="*/ 86538 h 95101"/>
                <a:gd name="connsiteX12" fmla="*/ 26560 w 74024"/>
                <a:gd name="connsiteY12" fmla="*/ 95216 h 95101"/>
                <a:gd name="connsiteX13" fmla="*/ 65558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586" y="69904"/>
                  </a:moveTo>
                  <a:cubicBezTo>
                    <a:pt x="54364" y="80029"/>
                    <a:pt x="44976" y="86176"/>
                    <a:pt x="35226" y="86176"/>
                  </a:cubicBezTo>
                  <a:cubicBezTo>
                    <a:pt x="24393" y="86176"/>
                    <a:pt x="16449" y="76774"/>
                    <a:pt x="16449" y="63395"/>
                  </a:cubicBezTo>
                  <a:cubicBezTo>
                    <a:pt x="16449" y="35190"/>
                    <a:pt x="36310" y="4815"/>
                    <a:pt x="54725" y="4815"/>
                  </a:cubicBezTo>
                  <a:cubicBezTo>
                    <a:pt x="58698" y="4815"/>
                    <a:pt x="62670" y="7708"/>
                    <a:pt x="62670" y="10601"/>
                  </a:cubicBezTo>
                  <a:cubicBezTo>
                    <a:pt x="62670" y="12409"/>
                    <a:pt x="62309" y="12770"/>
                    <a:pt x="59420" y="15663"/>
                  </a:cubicBezTo>
                  <a:cubicBezTo>
                    <a:pt x="57253" y="17833"/>
                    <a:pt x="56170" y="20364"/>
                    <a:pt x="56170" y="22895"/>
                  </a:cubicBezTo>
                  <a:cubicBezTo>
                    <a:pt x="56170" y="26511"/>
                    <a:pt x="59420" y="29766"/>
                    <a:pt x="63392" y="29766"/>
                  </a:cubicBezTo>
                  <a:cubicBezTo>
                    <a:pt x="69169" y="29766"/>
                    <a:pt x="74225" y="23257"/>
                    <a:pt x="74225" y="16025"/>
                  </a:cubicBezTo>
                  <a:cubicBezTo>
                    <a:pt x="74225" y="7346"/>
                    <a:pt x="65919" y="114"/>
                    <a:pt x="55809" y="114"/>
                  </a:cubicBezTo>
                  <a:cubicBezTo>
                    <a:pt x="28365" y="114"/>
                    <a:pt x="200" y="32659"/>
                    <a:pt x="200" y="64480"/>
                  </a:cubicBezTo>
                  <a:cubicBezTo>
                    <a:pt x="200" y="73520"/>
                    <a:pt x="2728" y="81475"/>
                    <a:pt x="7422" y="86538"/>
                  </a:cubicBezTo>
                  <a:cubicBezTo>
                    <a:pt x="12116" y="91600"/>
                    <a:pt x="19699" y="95216"/>
                    <a:pt x="26560" y="95216"/>
                  </a:cubicBezTo>
                  <a:cubicBezTo>
                    <a:pt x="40282" y="95216"/>
                    <a:pt x="55448" y="86176"/>
                    <a:pt x="65558" y="71712"/>
                  </a:cubicBezTo>
                  <a:close/>
                </a:path>
              </a:pathLst>
            </a:custGeom>
            <a:grpFill/>
            <a:ln w="3175" cap="flat">
              <a:solidFill>
                <a:schemeClr val="tx1"/>
              </a:solidFill>
              <a:prstDash val="solid"/>
              <a:miter/>
            </a:ln>
          </p:spPr>
          <p:txBody>
            <a:bodyPr rtlCol="0" anchor="ctr"/>
            <a:lstStyle/>
            <a:p>
              <a:endParaRPr lang="zh-CN" altLang="en-US"/>
            </a:p>
          </p:txBody>
        </p:sp>
        <p:sp>
          <p:nvSpPr>
            <p:cNvPr id="371" name="任意多边形: 形状 370"/>
            <p:cNvSpPr/>
            <p:nvPr/>
          </p:nvSpPr>
          <p:spPr>
            <a:xfrm>
              <a:off x="7360964" y="5110508"/>
              <a:ext cx="50914" cy="116074"/>
            </a:xfrm>
            <a:custGeom>
              <a:avLst/>
              <a:gdLst>
                <a:gd name="connsiteX0" fmla="*/ 35591 w 50914"/>
                <a:gd name="connsiteY0" fmla="*/ 29404 h 116074"/>
                <a:gd name="connsiteX1" fmla="*/ 49312 w 50914"/>
                <a:gd name="connsiteY1" fmla="*/ 29404 h 116074"/>
                <a:gd name="connsiteX2" fmla="*/ 51118 w 50914"/>
                <a:gd name="connsiteY2" fmla="*/ 22895 h 116074"/>
                <a:gd name="connsiteX3" fmla="*/ 37396 w 50914"/>
                <a:gd name="connsiteY3" fmla="*/ 22895 h 116074"/>
                <a:gd name="connsiteX4" fmla="*/ 44257 w 50914"/>
                <a:gd name="connsiteY4" fmla="*/ 114 h 116074"/>
                <a:gd name="connsiteX5" fmla="*/ 39202 w 50914"/>
                <a:gd name="connsiteY5" fmla="*/ 114 h 116074"/>
                <a:gd name="connsiteX6" fmla="*/ 8147 w 50914"/>
                <a:gd name="connsiteY6" fmla="*/ 22895 h 116074"/>
                <a:gd name="connsiteX7" fmla="*/ 6342 w 50914"/>
                <a:gd name="connsiteY7" fmla="*/ 29404 h 116074"/>
                <a:gd name="connsiteX8" fmla="*/ 20786 w 50914"/>
                <a:gd name="connsiteY8" fmla="*/ 29404 h 116074"/>
                <a:gd name="connsiteX9" fmla="*/ 2731 w 50914"/>
                <a:gd name="connsiteY9" fmla="*/ 92323 h 116074"/>
                <a:gd name="connsiteX10" fmla="*/ 203 w 50914"/>
                <a:gd name="connsiteY10" fmla="*/ 106064 h 116074"/>
                <a:gd name="connsiteX11" fmla="*/ 10314 w 50914"/>
                <a:gd name="connsiteY11" fmla="*/ 116189 h 116074"/>
                <a:gd name="connsiteX12" fmla="*/ 36313 w 50914"/>
                <a:gd name="connsiteY12" fmla="*/ 95216 h 116074"/>
                <a:gd name="connsiteX13" fmla="*/ 34146 w 50914"/>
                <a:gd name="connsiteY13" fmla="*/ 92323 h 116074"/>
                <a:gd name="connsiteX14" fmla="*/ 18619 w 50914"/>
                <a:gd name="connsiteY14" fmla="*/ 106426 h 116074"/>
                <a:gd name="connsiteX15" fmla="*/ 15369 w 50914"/>
                <a:gd name="connsiteY15" fmla="*/ 103171 h 116074"/>
                <a:gd name="connsiteX16" fmla="*/ 17175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91" y="29404"/>
                  </a:moveTo>
                  <a:lnTo>
                    <a:pt x="49312" y="29404"/>
                  </a:lnTo>
                  <a:lnTo>
                    <a:pt x="51118" y="22895"/>
                  </a:lnTo>
                  <a:lnTo>
                    <a:pt x="37396" y="22895"/>
                  </a:lnTo>
                  <a:lnTo>
                    <a:pt x="44257" y="114"/>
                  </a:lnTo>
                  <a:lnTo>
                    <a:pt x="39202" y="114"/>
                  </a:lnTo>
                  <a:cubicBezTo>
                    <a:pt x="28008" y="14578"/>
                    <a:pt x="20425" y="20364"/>
                    <a:pt x="8147" y="22895"/>
                  </a:cubicBezTo>
                  <a:lnTo>
                    <a:pt x="6342" y="29404"/>
                  </a:lnTo>
                  <a:lnTo>
                    <a:pt x="20786" y="29404"/>
                  </a:lnTo>
                  <a:lnTo>
                    <a:pt x="2731" y="92323"/>
                  </a:lnTo>
                  <a:cubicBezTo>
                    <a:pt x="925" y="97386"/>
                    <a:pt x="203" y="103171"/>
                    <a:pt x="203" y="106064"/>
                  </a:cubicBezTo>
                  <a:cubicBezTo>
                    <a:pt x="203" y="112211"/>
                    <a:pt x="4175" y="116189"/>
                    <a:pt x="10314" y="116189"/>
                  </a:cubicBezTo>
                  <a:cubicBezTo>
                    <a:pt x="18258" y="116189"/>
                    <a:pt x="26563" y="109680"/>
                    <a:pt x="36313" y="95216"/>
                  </a:cubicBezTo>
                  <a:lnTo>
                    <a:pt x="34146" y="92323"/>
                  </a:lnTo>
                  <a:cubicBezTo>
                    <a:pt x="28008" y="100640"/>
                    <a:pt x="21869" y="106426"/>
                    <a:pt x="18619" y="106426"/>
                  </a:cubicBezTo>
                  <a:cubicBezTo>
                    <a:pt x="16814" y="106426"/>
                    <a:pt x="15369" y="104979"/>
                    <a:pt x="15369" y="103171"/>
                  </a:cubicBezTo>
                  <a:cubicBezTo>
                    <a:pt x="15369" y="102087"/>
                    <a:pt x="15369" y="102087"/>
                    <a:pt x="17175" y="93770"/>
                  </a:cubicBezTo>
                  <a:close/>
                </a:path>
              </a:pathLst>
            </a:custGeom>
            <a:grpFill/>
            <a:ln w="3175" cap="flat">
              <a:solidFill>
                <a:schemeClr val="tx1"/>
              </a:solidFill>
              <a:prstDash val="solid"/>
              <a:miter/>
            </a:ln>
          </p:spPr>
          <p:txBody>
            <a:bodyPr rtlCol="0" anchor="ctr"/>
            <a:lstStyle/>
            <a:p>
              <a:endParaRPr lang="zh-CN" altLang="en-US"/>
            </a:p>
          </p:txBody>
        </p:sp>
      </p:grpSp>
      <p:grpSp>
        <p:nvGrpSpPr>
          <p:cNvPr id="372" name="Graphic 2"/>
          <p:cNvGrpSpPr/>
          <p:nvPr/>
        </p:nvGrpSpPr>
        <p:grpSpPr>
          <a:xfrm>
            <a:off x="7643819" y="4973856"/>
            <a:ext cx="206424" cy="130735"/>
            <a:chOff x="7411682" y="5130035"/>
            <a:chExt cx="163648" cy="96186"/>
          </a:xfrm>
          <a:solidFill>
            <a:schemeClr val="tx1"/>
          </a:solidFill>
        </p:grpSpPr>
        <p:sp>
          <p:nvSpPr>
            <p:cNvPr id="373" name="任意多边形: 形状 372"/>
            <p:cNvSpPr/>
            <p:nvPr/>
          </p:nvSpPr>
          <p:spPr>
            <a:xfrm>
              <a:off x="7411682" y="5131119"/>
              <a:ext cx="81246" cy="95101"/>
            </a:xfrm>
            <a:custGeom>
              <a:avLst/>
              <a:gdLst>
                <a:gd name="connsiteX0" fmla="*/ 54009 w 81246"/>
                <a:gd name="connsiteY0" fmla="*/ 114 h 95101"/>
                <a:gd name="connsiteX1" fmla="*/ 206 w 81246"/>
                <a:gd name="connsiteY1" fmla="*/ 61949 h 95101"/>
                <a:gd name="connsiteX2" fmla="*/ 27649 w 81246"/>
                <a:gd name="connsiteY2" fmla="*/ 95216 h 95101"/>
                <a:gd name="connsiteX3" fmla="*/ 59425 w 81246"/>
                <a:gd name="connsiteY3" fmla="*/ 81114 h 95101"/>
                <a:gd name="connsiteX4" fmla="*/ 81452 w 81246"/>
                <a:gd name="connsiteY4" fmla="*/ 33744 h 95101"/>
                <a:gd name="connsiteX5" fmla="*/ 54009 w 81246"/>
                <a:gd name="connsiteY5" fmla="*/ 114 h 95101"/>
                <a:gd name="connsiteX6" fmla="*/ 51842 w 81246"/>
                <a:gd name="connsiteY6" fmla="*/ 5538 h 95101"/>
                <a:gd name="connsiteX7" fmla="*/ 65925 w 81246"/>
                <a:gd name="connsiteY7" fmla="*/ 25427 h 95101"/>
                <a:gd name="connsiteX8" fmla="*/ 52565 w 81246"/>
                <a:gd name="connsiteY8" fmla="*/ 72074 h 95101"/>
                <a:gd name="connsiteX9" fmla="*/ 29454 w 81246"/>
                <a:gd name="connsiteY9" fmla="*/ 90154 h 95101"/>
                <a:gd name="connsiteX10" fmla="*/ 15011 w 81246"/>
                <a:gd name="connsiteY10" fmla="*/ 70266 h 95101"/>
                <a:gd name="connsiteX11" fmla="*/ 29454 w 81246"/>
                <a:gd name="connsiteY11" fmla="*/ 21087 h 95101"/>
                <a:gd name="connsiteX12" fmla="*/ 51842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009" y="114"/>
                  </a:moveTo>
                  <a:cubicBezTo>
                    <a:pt x="27288" y="114"/>
                    <a:pt x="206" y="30851"/>
                    <a:pt x="206" y="61949"/>
                  </a:cubicBezTo>
                  <a:cubicBezTo>
                    <a:pt x="206" y="81837"/>
                    <a:pt x="11038" y="95216"/>
                    <a:pt x="27649" y="95216"/>
                  </a:cubicBezTo>
                  <a:cubicBezTo>
                    <a:pt x="37760" y="95216"/>
                    <a:pt x="48593" y="90515"/>
                    <a:pt x="59425" y="81114"/>
                  </a:cubicBezTo>
                  <a:cubicBezTo>
                    <a:pt x="73147" y="68819"/>
                    <a:pt x="81452" y="51101"/>
                    <a:pt x="81452" y="33744"/>
                  </a:cubicBezTo>
                  <a:cubicBezTo>
                    <a:pt x="81452" y="14217"/>
                    <a:pt x="69897" y="114"/>
                    <a:pt x="54009" y="114"/>
                  </a:cubicBezTo>
                  <a:close/>
                  <a:moveTo>
                    <a:pt x="51842" y="5538"/>
                  </a:moveTo>
                  <a:cubicBezTo>
                    <a:pt x="60148" y="5538"/>
                    <a:pt x="65925" y="13855"/>
                    <a:pt x="65925" y="25427"/>
                  </a:cubicBezTo>
                  <a:cubicBezTo>
                    <a:pt x="65925" y="38806"/>
                    <a:pt x="60509" y="57971"/>
                    <a:pt x="52565" y="72074"/>
                  </a:cubicBezTo>
                  <a:cubicBezTo>
                    <a:pt x="46065" y="84006"/>
                    <a:pt x="38482" y="90154"/>
                    <a:pt x="29454" y="90154"/>
                  </a:cubicBezTo>
                  <a:cubicBezTo>
                    <a:pt x="20788" y="90154"/>
                    <a:pt x="15011" y="82560"/>
                    <a:pt x="15011" y="70266"/>
                  </a:cubicBezTo>
                  <a:cubicBezTo>
                    <a:pt x="15011" y="54717"/>
                    <a:pt x="21149" y="34467"/>
                    <a:pt x="29454" y="21087"/>
                  </a:cubicBezTo>
                  <a:cubicBezTo>
                    <a:pt x="35954" y="10601"/>
                    <a:pt x="43898" y="5538"/>
                    <a:pt x="51842" y="5538"/>
                  </a:cubicBezTo>
                  <a:close/>
                </a:path>
              </a:pathLst>
            </a:custGeom>
            <a:grpFill/>
            <a:ln w="3175" cap="flat">
              <a:solidFill>
                <a:schemeClr val="tx1"/>
              </a:solidFill>
              <a:prstDash val="solid"/>
              <a:miter/>
            </a:ln>
          </p:spPr>
          <p:txBody>
            <a:bodyPr rtlCol="0" anchor="ctr"/>
            <a:lstStyle/>
            <a:p>
              <a:endParaRPr lang="zh-CN" altLang="en-US"/>
            </a:p>
          </p:txBody>
        </p:sp>
        <p:sp>
          <p:nvSpPr>
            <p:cNvPr id="374" name="任意多边形: 形状 373"/>
            <p:cNvSpPr/>
            <p:nvPr/>
          </p:nvSpPr>
          <p:spPr>
            <a:xfrm>
              <a:off x="7503834" y="5130035"/>
              <a:ext cx="71497" cy="94017"/>
            </a:xfrm>
            <a:custGeom>
              <a:avLst/>
              <a:gdLst>
                <a:gd name="connsiteX0" fmla="*/ 41736 w 71497"/>
                <a:gd name="connsiteY0" fmla="*/ 476 h 94017"/>
                <a:gd name="connsiteX1" fmla="*/ 12126 w 71497"/>
                <a:gd name="connsiteY1" fmla="*/ 4092 h 94017"/>
                <a:gd name="connsiteX2" fmla="*/ 10681 w 71497"/>
                <a:gd name="connsiteY2" fmla="*/ 8431 h 94017"/>
                <a:gd name="connsiteX3" fmla="*/ 15737 w 71497"/>
                <a:gd name="connsiteY3" fmla="*/ 7708 h 94017"/>
                <a:gd name="connsiteX4" fmla="*/ 18987 w 71497"/>
                <a:gd name="connsiteY4" fmla="*/ 7346 h 94017"/>
                <a:gd name="connsiteX5" fmla="*/ 23681 w 71497"/>
                <a:gd name="connsiteY5" fmla="*/ 11324 h 94017"/>
                <a:gd name="connsiteX6" fmla="*/ 21514 w 71497"/>
                <a:gd name="connsiteY6" fmla="*/ 20364 h 94017"/>
                <a:gd name="connsiteX7" fmla="*/ 210 w 71497"/>
                <a:gd name="connsiteY7" fmla="*/ 94131 h 94017"/>
                <a:gd name="connsiteX8" fmla="*/ 16459 w 71497"/>
                <a:gd name="connsiteY8" fmla="*/ 94131 h 94017"/>
                <a:gd name="connsiteX9" fmla="*/ 39569 w 71497"/>
                <a:gd name="connsiteY9" fmla="*/ 35551 h 94017"/>
                <a:gd name="connsiteX10" fmla="*/ 53291 w 71497"/>
                <a:gd name="connsiteY10" fmla="*/ 16748 h 94017"/>
                <a:gd name="connsiteX11" fmla="*/ 54735 w 71497"/>
                <a:gd name="connsiteY11" fmla="*/ 20002 h 94017"/>
                <a:gd name="connsiteX12" fmla="*/ 61235 w 71497"/>
                <a:gd name="connsiteY12" fmla="*/ 25427 h 94017"/>
                <a:gd name="connsiteX13" fmla="*/ 71707 w 71497"/>
                <a:gd name="connsiteY13" fmla="*/ 11324 h 94017"/>
                <a:gd name="connsiteX14" fmla="*/ 63401 w 71497"/>
                <a:gd name="connsiteY14" fmla="*/ 114 h 94017"/>
                <a:gd name="connsiteX15" fmla="*/ 28736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36" y="476"/>
                  </a:moveTo>
                  <a:cubicBezTo>
                    <a:pt x="28736" y="2645"/>
                    <a:pt x="26570" y="2645"/>
                    <a:pt x="12126" y="4092"/>
                  </a:cubicBezTo>
                  <a:lnTo>
                    <a:pt x="10681" y="8431"/>
                  </a:lnTo>
                  <a:cubicBezTo>
                    <a:pt x="12848" y="8070"/>
                    <a:pt x="15015" y="7708"/>
                    <a:pt x="15737" y="7708"/>
                  </a:cubicBezTo>
                  <a:cubicBezTo>
                    <a:pt x="16820" y="7346"/>
                    <a:pt x="18264" y="7346"/>
                    <a:pt x="18987" y="7346"/>
                  </a:cubicBezTo>
                  <a:cubicBezTo>
                    <a:pt x="21153" y="7346"/>
                    <a:pt x="23681" y="9154"/>
                    <a:pt x="23681" y="11324"/>
                  </a:cubicBezTo>
                  <a:cubicBezTo>
                    <a:pt x="23681" y="12409"/>
                    <a:pt x="22598" y="15663"/>
                    <a:pt x="21514" y="20364"/>
                  </a:cubicBezTo>
                  <a:lnTo>
                    <a:pt x="210" y="94131"/>
                  </a:lnTo>
                  <a:lnTo>
                    <a:pt x="16459" y="94131"/>
                  </a:lnTo>
                  <a:cubicBezTo>
                    <a:pt x="20792" y="76774"/>
                    <a:pt x="28736" y="56163"/>
                    <a:pt x="39569" y="35551"/>
                  </a:cubicBezTo>
                  <a:cubicBezTo>
                    <a:pt x="43902" y="27234"/>
                    <a:pt x="51485" y="16748"/>
                    <a:pt x="53291" y="16748"/>
                  </a:cubicBezTo>
                  <a:cubicBezTo>
                    <a:pt x="54013" y="16748"/>
                    <a:pt x="54374" y="17833"/>
                    <a:pt x="54735" y="20002"/>
                  </a:cubicBezTo>
                  <a:cubicBezTo>
                    <a:pt x="55096" y="23618"/>
                    <a:pt x="57624" y="25427"/>
                    <a:pt x="61235" y="25427"/>
                  </a:cubicBezTo>
                  <a:cubicBezTo>
                    <a:pt x="66651" y="25427"/>
                    <a:pt x="71707" y="18556"/>
                    <a:pt x="71707" y="11324"/>
                  </a:cubicBezTo>
                  <a:cubicBezTo>
                    <a:pt x="71707" y="4815"/>
                    <a:pt x="68457" y="114"/>
                    <a:pt x="63401" y="114"/>
                  </a:cubicBezTo>
                  <a:cubicBezTo>
                    <a:pt x="54374" y="114"/>
                    <a:pt x="41014" y="17833"/>
                    <a:pt x="28736" y="45315"/>
                  </a:cubicBezTo>
                  <a:close/>
                </a:path>
              </a:pathLst>
            </a:custGeom>
            <a:grpFill/>
            <a:ln w="3175" cap="flat">
              <a:solidFill>
                <a:schemeClr val="tx1"/>
              </a:solidFill>
              <a:prstDash val="solid"/>
              <a:miter/>
            </a:ln>
          </p:spPr>
          <p:txBody>
            <a:bodyPr rtlCol="0" anchor="ctr"/>
            <a:lstStyle/>
            <a:p>
              <a:endParaRPr lang="zh-CN" altLang="en-US"/>
            </a:p>
          </p:txBody>
        </p:sp>
      </p:grpSp>
      <p:sp>
        <p:nvSpPr>
          <p:cNvPr id="375" name="任意多边形: 形状 374"/>
          <p:cNvSpPr/>
          <p:nvPr/>
        </p:nvSpPr>
        <p:spPr>
          <a:xfrm>
            <a:off x="9057128" y="4947346"/>
            <a:ext cx="64223" cy="157767"/>
          </a:xfrm>
          <a:custGeom>
            <a:avLst/>
            <a:gdLst>
              <a:gd name="connsiteX0" fmla="*/ 35641 w 50914"/>
              <a:gd name="connsiteY0" fmla="*/ 29404 h 116074"/>
              <a:gd name="connsiteX1" fmla="*/ 49363 w 50914"/>
              <a:gd name="connsiteY1" fmla="*/ 29404 h 116074"/>
              <a:gd name="connsiteX2" fmla="*/ 51169 w 50914"/>
              <a:gd name="connsiteY2" fmla="*/ 22895 h 116074"/>
              <a:gd name="connsiteX3" fmla="*/ 37447 w 50914"/>
              <a:gd name="connsiteY3" fmla="*/ 22895 h 116074"/>
              <a:gd name="connsiteX4" fmla="*/ 44308 w 50914"/>
              <a:gd name="connsiteY4" fmla="*/ 114 h 116074"/>
              <a:gd name="connsiteX5" fmla="*/ 39252 w 50914"/>
              <a:gd name="connsiteY5" fmla="*/ 114 h 116074"/>
              <a:gd name="connsiteX6" fmla="*/ 8198 w 50914"/>
              <a:gd name="connsiteY6" fmla="*/ 22895 h 116074"/>
              <a:gd name="connsiteX7" fmla="*/ 6393 w 50914"/>
              <a:gd name="connsiteY7" fmla="*/ 29404 h 116074"/>
              <a:gd name="connsiteX8" fmla="*/ 20837 w 50914"/>
              <a:gd name="connsiteY8" fmla="*/ 29404 h 116074"/>
              <a:gd name="connsiteX9" fmla="*/ 2782 w 50914"/>
              <a:gd name="connsiteY9" fmla="*/ 92323 h 116074"/>
              <a:gd name="connsiteX10" fmla="*/ 254 w 50914"/>
              <a:gd name="connsiteY10" fmla="*/ 106064 h 116074"/>
              <a:gd name="connsiteX11" fmla="*/ 10365 w 50914"/>
              <a:gd name="connsiteY11" fmla="*/ 116189 h 116074"/>
              <a:gd name="connsiteX12" fmla="*/ 36364 w 50914"/>
              <a:gd name="connsiteY12" fmla="*/ 95216 h 116074"/>
              <a:gd name="connsiteX13" fmla="*/ 34197 w 50914"/>
              <a:gd name="connsiteY13" fmla="*/ 92323 h 116074"/>
              <a:gd name="connsiteX14" fmla="*/ 18670 w 50914"/>
              <a:gd name="connsiteY14" fmla="*/ 106426 h 116074"/>
              <a:gd name="connsiteX15" fmla="*/ 15420 w 50914"/>
              <a:gd name="connsiteY15" fmla="*/ 103171 h 116074"/>
              <a:gd name="connsiteX16" fmla="*/ 17226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641" y="29404"/>
                </a:moveTo>
                <a:lnTo>
                  <a:pt x="49363" y="29404"/>
                </a:lnTo>
                <a:lnTo>
                  <a:pt x="51169" y="22895"/>
                </a:lnTo>
                <a:lnTo>
                  <a:pt x="37447" y="22895"/>
                </a:lnTo>
                <a:lnTo>
                  <a:pt x="44308" y="114"/>
                </a:lnTo>
                <a:lnTo>
                  <a:pt x="39252" y="114"/>
                </a:lnTo>
                <a:cubicBezTo>
                  <a:pt x="28058" y="14578"/>
                  <a:pt x="20475" y="20364"/>
                  <a:pt x="8198" y="22895"/>
                </a:cubicBezTo>
                <a:lnTo>
                  <a:pt x="6393" y="29404"/>
                </a:lnTo>
                <a:lnTo>
                  <a:pt x="20837" y="29404"/>
                </a:lnTo>
                <a:lnTo>
                  <a:pt x="2782" y="92323"/>
                </a:lnTo>
                <a:cubicBezTo>
                  <a:pt x="976" y="97386"/>
                  <a:pt x="254" y="103171"/>
                  <a:pt x="254" y="106064"/>
                </a:cubicBezTo>
                <a:cubicBezTo>
                  <a:pt x="254" y="112211"/>
                  <a:pt x="4226" y="116189"/>
                  <a:pt x="10365" y="116189"/>
                </a:cubicBezTo>
                <a:cubicBezTo>
                  <a:pt x="18309" y="116189"/>
                  <a:pt x="26614" y="109680"/>
                  <a:pt x="36364" y="95216"/>
                </a:cubicBezTo>
                <a:lnTo>
                  <a:pt x="34197" y="92323"/>
                </a:lnTo>
                <a:cubicBezTo>
                  <a:pt x="28058" y="100640"/>
                  <a:pt x="21920" y="106426"/>
                  <a:pt x="18670" y="106426"/>
                </a:cubicBezTo>
                <a:cubicBezTo>
                  <a:pt x="16864" y="106426"/>
                  <a:pt x="15420" y="104979"/>
                  <a:pt x="15420" y="103171"/>
                </a:cubicBezTo>
                <a:cubicBezTo>
                  <a:pt x="15420" y="102087"/>
                  <a:pt x="15420" y="102087"/>
                  <a:pt x="17226" y="93770"/>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76" name="Graphic 2"/>
          <p:cNvGrpSpPr/>
          <p:nvPr/>
        </p:nvGrpSpPr>
        <p:grpSpPr>
          <a:xfrm>
            <a:off x="9120291" y="4975360"/>
            <a:ext cx="327067" cy="130735"/>
            <a:chOff x="8582191" y="5131142"/>
            <a:chExt cx="259290" cy="96186"/>
          </a:xfrm>
          <a:solidFill>
            <a:schemeClr val="tx1"/>
          </a:solidFill>
        </p:grpSpPr>
        <p:sp>
          <p:nvSpPr>
            <p:cNvPr id="377" name="任意多边形: 形状 376"/>
            <p:cNvSpPr/>
            <p:nvPr/>
          </p:nvSpPr>
          <p:spPr>
            <a:xfrm>
              <a:off x="8582191" y="5131142"/>
              <a:ext cx="76552" cy="95463"/>
            </a:xfrm>
            <a:custGeom>
              <a:avLst/>
              <a:gdLst>
                <a:gd name="connsiteX0" fmla="*/ 63809 w 76552"/>
                <a:gd name="connsiteY0" fmla="*/ 71350 h 95463"/>
                <a:gd name="connsiteX1" fmla="*/ 36366 w 76552"/>
                <a:gd name="connsiteY1" fmla="*/ 85453 h 95463"/>
                <a:gd name="connsiteX2" fmla="*/ 17228 w 76552"/>
                <a:gd name="connsiteY2" fmla="*/ 63757 h 95463"/>
                <a:gd name="connsiteX3" fmla="*/ 17950 w 76552"/>
                <a:gd name="connsiteY3" fmla="*/ 52908 h 95463"/>
                <a:gd name="connsiteX4" fmla="*/ 53338 w 76552"/>
                <a:gd name="connsiteY4" fmla="*/ 45676 h 95463"/>
                <a:gd name="connsiteX5" fmla="*/ 76809 w 76552"/>
                <a:gd name="connsiteY5" fmla="*/ 15302 h 95463"/>
                <a:gd name="connsiteX6" fmla="*/ 57309 w 76552"/>
                <a:gd name="connsiteY6" fmla="*/ 114 h 95463"/>
                <a:gd name="connsiteX7" fmla="*/ 256 w 76552"/>
                <a:gd name="connsiteY7" fmla="*/ 64480 h 95463"/>
                <a:gd name="connsiteX8" fmla="*/ 27700 w 76552"/>
                <a:gd name="connsiteY8" fmla="*/ 95578 h 95463"/>
                <a:gd name="connsiteX9" fmla="*/ 67420 w 76552"/>
                <a:gd name="connsiteY9" fmla="*/ 74243 h 95463"/>
                <a:gd name="connsiteX10" fmla="*/ 19033 w 76552"/>
                <a:gd name="connsiteY10" fmla="*/ 47484 h 95463"/>
                <a:gd name="connsiteX11" fmla="*/ 53699 w 76552"/>
                <a:gd name="connsiteY11" fmla="*/ 5900 h 95463"/>
                <a:gd name="connsiteX12" fmla="*/ 62004 w 76552"/>
                <a:gd name="connsiteY12" fmla="*/ 14578 h 95463"/>
                <a:gd name="connsiteX13" fmla="*/ 54421 w 76552"/>
                <a:gd name="connsiteY13" fmla="*/ 32297 h 95463"/>
                <a:gd name="connsiteX14" fmla="*/ 27700 w 76552"/>
                <a:gd name="connsiteY14" fmla="*/ 46761 h 95463"/>
                <a:gd name="connsiteX15" fmla="*/ 19033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09" y="71350"/>
                  </a:moveTo>
                  <a:cubicBezTo>
                    <a:pt x="54421" y="80752"/>
                    <a:pt x="45754" y="85453"/>
                    <a:pt x="36366" y="85453"/>
                  </a:cubicBezTo>
                  <a:cubicBezTo>
                    <a:pt x="25172" y="85453"/>
                    <a:pt x="17228" y="76413"/>
                    <a:pt x="17228" y="63757"/>
                  </a:cubicBezTo>
                  <a:cubicBezTo>
                    <a:pt x="17228" y="60502"/>
                    <a:pt x="17589" y="56886"/>
                    <a:pt x="17950" y="52908"/>
                  </a:cubicBezTo>
                  <a:cubicBezTo>
                    <a:pt x="34199" y="52185"/>
                    <a:pt x="43588" y="50377"/>
                    <a:pt x="53338" y="45676"/>
                  </a:cubicBezTo>
                  <a:cubicBezTo>
                    <a:pt x="67420" y="39167"/>
                    <a:pt x="76809" y="26873"/>
                    <a:pt x="76809" y="15302"/>
                  </a:cubicBezTo>
                  <a:cubicBezTo>
                    <a:pt x="76809" y="6623"/>
                    <a:pt x="68504" y="114"/>
                    <a:pt x="57309" y="114"/>
                  </a:cubicBezTo>
                  <a:cubicBezTo>
                    <a:pt x="29866" y="114"/>
                    <a:pt x="256" y="33382"/>
                    <a:pt x="256" y="64480"/>
                  </a:cubicBezTo>
                  <a:cubicBezTo>
                    <a:pt x="256" y="83283"/>
                    <a:pt x="11450" y="95578"/>
                    <a:pt x="27700" y="95578"/>
                  </a:cubicBezTo>
                  <a:cubicBezTo>
                    <a:pt x="40699" y="95578"/>
                    <a:pt x="51893" y="89431"/>
                    <a:pt x="67420" y="74243"/>
                  </a:cubicBezTo>
                  <a:close/>
                  <a:moveTo>
                    <a:pt x="19033" y="47484"/>
                  </a:moveTo>
                  <a:cubicBezTo>
                    <a:pt x="26255" y="23619"/>
                    <a:pt x="41060" y="5900"/>
                    <a:pt x="53699" y="5900"/>
                  </a:cubicBezTo>
                  <a:cubicBezTo>
                    <a:pt x="58393" y="5900"/>
                    <a:pt x="62004" y="9878"/>
                    <a:pt x="62004" y="14578"/>
                  </a:cubicBezTo>
                  <a:cubicBezTo>
                    <a:pt x="62004" y="20364"/>
                    <a:pt x="59115" y="26873"/>
                    <a:pt x="54421" y="32297"/>
                  </a:cubicBezTo>
                  <a:cubicBezTo>
                    <a:pt x="47921" y="40252"/>
                    <a:pt x="38894" y="44953"/>
                    <a:pt x="27700" y="46761"/>
                  </a:cubicBezTo>
                  <a:cubicBezTo>
                    <a:pt x="25894" y="47123"/>
                    <a:pt x="23366" y="47484"/>
                    <a:pt x="19033" y="47484"/>
                  </a:cubicBezTo>
                  <a:close/>
                </a:path>
              </a:pathLst>
            </a:custGeom>
            <a:grpFill/>
            <a:ln w="3175" cap="flat">
              <a:solidFill>
                <a:schemeClr val="tx1"/>
              </a:solidFill>
              <a:prstDash val="solid"/>
              <a:miter/>
            </a:ln>
          </p:spPr>
          <p:txBody>
            <a:bodyPr rtlCol="0" anchor="ctr"/>
            <a:lstStyle/>
            <a:p>
              <a:endParaRPr lang="zh-CN" altLang="en-US"/>
            </a:p>
          </p:txBody>
        </p:sp>
        <p:sp>
          <p:nvSpPr>
            <p:cNvPr id="378" name="任意多边形: 形状 377"/>
            <p:cNvSpPr/>
            <p:nvPr/>
          </p:nvSpPr>
          <p:spPr>
            <a:xfrm>
              <a:off x="8665191" y="5131866"/>
              <a:ext cx="90996" cy="95463"/>
            </a:xfrm>
            <a:custGeom>
              <a:avLst/>
              <a:gdLst>
                <a:gd name="connsiteX0" fmla="*/ 85840 w 90996"/>
                <a:gd name="connsiteY0" fmla="*/ 70989 h 95463"/>
                <a:gd name="connsiteX1" fmla="*/ 70674 w 90996"/>
                <a:gd name="connsiteY1" fmla="*/ 84368 h 95463"/>
                <a:gd name="connsiteX2" fmla="*/ 68146 w 90996"/>
                <a:gd name="connsiteY2" fmla="*/ 81837 h 95463"/>
                <a:gd name="connsiteX3" fmla="*/ 69590 w 90996"/>
                <a:gd name="connsiteY3" fmla="*/ 76774 h 95463"/>
                <a:gd name="connsiteX4" fmla="*/ 91256 w 90996"/>
                <a:gd name="connsiteY4" fmla="*/ 1199 h 95463"/>
                <a:gd name="connsiteX5" fmla="*/ 75368 w 90996"/>
                <a:gd name="connsiteY5" fmla="*/ 3007 h 95463"/>
                <a:gd name="connsiteX6" fmla="*/ 72118 w 90996"/>
                <a:gd name="connsiteY6" fmla="*/ 14578 h 95463"/>
                <a:gd name="connsiteX7" fmla="*/ 57313 w 90996"/>
                <a:gd name="connsiteY7" fmla="*/ 114 h 95463"/>
                <a:gd name="connsiteX8" fmla="*/ 260 w 90996"/>
                <a:gd name="connsiteY8" fmla="*/ 72074 h 95463"/>
                <a:gd name="connsiteX9" fmla="*/ 18315 w 90996"/>
                <a:gd name="connsiteY9" fmla="*/ 94855 h 95463"/>
                <a:gd name="connsiteX10" fmla="*/ 38897 w 90996"/>
                <a:gd name="connsiteY10" fmla="*/ 86899 h 95463"/>
                <a:gd name="connsiteX11" fmla="*/ 56591 w 90996"/>
                <a:gd name="connsiteY11" fmla="*/ 67734 h 95463"/>
                <a:gd name="connsiteX12" fmla="*/ 55869 w 90996"/>
                <a:gd name="connsiteY12" fmla="*/ 72435 h 95463"/>
                <a:gd name="connsiteX13" fmla="*/ 52619 w 90996"/>
                <a:gd name="connsiteY13" fmla="*/ 86176 h 95463"/>
                <a:gd name="connsiteX14" fmla="*/ 61285 w 90996"/>
                <a:gd name="connsiteY14" fmla="*/ 95578 h 95463"/>
                <a:gd name="connsiteX15" fmla="*/ 88367 w 90996"/>
                <a:gd name="connsiteY15" fmla="*/ 73882 h 95463"/>
                <a:gd name="connsiteX16" fmla="*/ 57674 w 90996"/>
                <a:gd name="connsiteY16" fmla="*/ 6262 h 95463"/>
                <a:gd name="connsiteX17" fmla="*/ 68507 w 90996"/>
                <a:gd name="connsiteY17" fmla="*/ 19279 h 95463"/>
                <a:gd name="connsiteX18" fmla="*/ 47564 w 90996"/>
                <a:gd name="connsiteY18" fmla="*/ 70989 h 95463"/>
                <a:gd name="connsiteX19" fmla="*/ 27703 w 90996"/>
                <a:gd name="connsiteY19" fmla="*/ 82922 h 95463"/>
                <a:gd name="connsiteX20" fmla="*/ 16509 w 90996"/>
                <a:gd name="connsiteY20" fmla="*/ 68458 h 95463"/>
                <a:gd name="connsiteX21" fmla="*/ 33842 w 90996"/>
                <a:gd name="connsiteY21" fmla="*/ 23619 h 95463"/>
                <a:gd name="connsiteX22" fmla="*/ 57674 w 90996"/>
                <a:gd name="connsiteY22" fmla="*/ 626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840" y="70989"/>
                  </a:moveTo>
                  <a:cubicBezTo>
                    <a:pt x="79701" y="79667"/>
                    <a:pt x="74285" y="84368"/>
                    <a:pt x="70674" y="84368"/>
                  </a:cubicBezTo>
                  <a:cubicBezTo>
                    <a:pt x="69229" y="84368"/>
                    <a:pt x="68146" y="83645"/>
                    <a:pt x="68146" y="81837"/>
                  </a:cubicBezTo>
                  <a:cubicBezTo>
                    <a:pt x="68146" y="81114"/>
                    <a:pt x="68146" y="80752"/>
                    <a:pt x="69590" y="76774"/>
                  </a:cubicBezTo>
                  <a:lnTo>
                    <a:pt x="91256" y="1199"/>
                  </a:lnTo>
                  <a:lnTo>
                    <a:pt x="75368" y="3007"/>
                  </a:lnTo>
                  <a:lnTo>
                    <a:pt x="72118" y="14578"/>
                  </a:lnTo>
                  <a:cubicBezTo>
                    <a:pt x="70313" y="5177"/>
                    <a:pt x="64896" y="114"/>
                    <a:pt x="57313" y="114"/>
                  </a:cubicBezTo>
                  <a:cubicBezTo>
                    <a:pt x="32398" y="114"/>
                    <a:pt x="260" y="40976"/>
                    <a:pt x="260" y="72074"/>
                  </a:cubicBezTo>
                  <a:cubicBezTo>
                    <a:pt x="260" y="85815"/>
                    <a:pt x="7843" y="94855"/>
                    <a:pt x="18315" y="94855"/>
                  </a:cubicBezTo>
                  <a:cubicBezTo>
                    <a:pt x="24454" y="94855"/>
                    <a:pt x="32036" y="91600"/>
                    <a:pt x="38897" y="86899"/>
                  </a:cubicBezTo>
                  <a:cubicBezTo>
                    <a:pt x="45036" y="82922"/>
                    <a:pt x="49008" y="78221"/>
                    <a:pt x="56591" y="67734"/>
                  </a:cubicBezTo>
                  <a:cubicBezTo>
                    <a:pt x="56230" y="69542"/>
                    <a:pt x="55869" y="71712"/>
                    <a:pt x="55869" y="72435"/>
                  </a:cubicBezTo>
                  <a:cubicBezTo>
                    <a:pt x="52619" y="83283"/>
                    <a:pt x="52619" y="83283"/>
                    <a:pt x="52619" y="86176"/>
                  </a:cubicBezTo>
                  <a:cubicBezTo>
                    <a:pt x="52619" y="91962"/>
                    <a:pt x="55869" y="95578"/>
                    <a:pt x="61285" y="95578"/>
                  </a:cubicBezTo>
                  <a:cubicBezTo>
                    <a:pt x="69590" y="95578"/>
                    <a:pt x="77896" y="88707"/>
                    <a:pt x="88367" y="73882"/>
                  </a:cubicBezTo>
                  <a:close/>
                  <a:moveTo>
                    <a:pt x="57674" y="6262"/>
                  </a:moveTo>
                  <a:cubicBezTo>
                    <a:pt x="64174" y="6262"/>
                    <a:pt x="68507" y="11324"/>
                    <a:pt x="68507" y="19279"/>
                  </a:cubicBezTo>
                  <a:cubicBezTo>
                    <a:pt x="68507" y="34828"/>
                    <a:pt x="59119" y="57609"/>
                    <a:pt x="47564" y="70989"/>
                  </a:cubicBezTo>
                  <a:cubicBezTo>
                    <a:pt x="41064" y="78221"/>
                    <a:pt x="33481" y="82922"/>
                    <a:pt x="27703" y="82922"/>
                  </a:cubicBezTo>
                  <a:cubicBezTo>
                    <a:pt x="20481" y="82922"/>
                    <a:pt x="16509" y="77859"/>
                    <a:pt x="16509" y="68458"/>
                  </a:cubicBezTo>
                  <a:cubicBezTo>
                    <a:pt x="16509" y="56163"/>
                    <a:pt x="23009" y="39529"/>
                    <a:pt x="33842" y="23619"/>
                  </a:cubicBezTo>
                  <a:cubicBezTo>
                    <a:pt x="41786" y="12047"/>
                    <a:pt x="49730" y="6262"/>
                    <a:pt x="57674" y="6262"/>
                  </a:cubicBezTo>
                  <a:close/>
                </a:path>
              </a:pathLst>
            </a:custGeom>
            <a:grpFill/>
            <a:ln w="3175" cap="flat">
              <a:solidFill>
                <a:schemeClr val="tx1"/>
              </a:solidFill>
              <a:prstDash val="solid"/>
              <a:miter/>
            </a:ln>
          </p:spPr>
          <p:txBody>
            <a:bodyPr rtlCol="0" anchor="ctr"/>
            <a:lstStyle/>
            <a:p>
              <a:endParaRPr lang="zh-CN" altLang="en-US"/>
            </a:p>
          </p:txBody>
        </p:sp>
        <p:sp>
          <p:nvSpPr>
            <p:cNvPr id="379" name="任意多边形: 形状 378"/>
            <p:cNvSpPr/>
            <p:nvPr/>
          </p:nvSpPr>
          <p:spPr>
            <a:xfrm>
              <a:off x="8767457" y="5131504"/>
              <a:ext cx="74024" cy="95101"/>
            </a:xfrm>
            <a:custGeom>
              <a:avLst/>
              <a:gdLst>
                <a:gd name="connsiteX0" fmla="*/ 61651 w 74024"/>
                <a:gd name="connsiteY0" fmla="*/ 69904 h 95101"/>
                <a:gd name="connsiteX1" fmla="*/ 35291 w 74024"/>
                <a:gd name="connsiteY1" fmla="*/ 86176 h 95101"/>
                <a:gd name="connsiteX2" fmla="*/ 16514 w 74024"/>
                <a:gd name="connsiteY2" fmla="*/ 63395 h 95101"/>
                <a:gd name="connsiteX3" fmla="*/ 54790 w 74024"/>
                <a:gd name="connsiteY3" fmla="*/ 4815 h 95101"/>
                <a:gd name="connsiteX4" fmla="*/ 62734 w 74024"/>
                <a:gd name="connsiteY4" fmla="*/ 10601 h 95101"/>
                <a:gd name="connsiteX5" fmla="*/ 59484 w 74024"/>
                <a:gd name="connsiteY5" fmla="*/ 15663 h 95101"/>
                <a:gd name="connsiteX6" fmla="*/ 56234 w 74024"/>
                <a:gd name="connsiteY6" fmla="*/ 22895 h 95101"/>
                <a:gd name="connsiteX7" fmla="*/ 63456 w 74024"/>
                <a:gd name="connsiteY7" fmla="*/ 29766 h 95101"/>
                <a:gd name="connsiteX8" fmla="*/ 74289 w 74024"/>
                <a:gd name="connsiteY8" fmla="*/ 16025 h 95101"/>
                <a:gd name="connsiteX9" fmla="*/ 55873 w 74024"/>
                <a:gd name="connsiteY9" fmla="*/ 114 h 95101"/>
                <a:gd name="connsiteX10" fmla="*/ 264 w 74024"/>
                <a:gd name="connsiteY10" fmla="*/ 64480 h 95101"/>
                <a:gd name="connsiteX11" fmla="*/ 7486 w 74024"/>
                <a:gd name="connsiteY11" fmla="*/ 86538 h 95101"/>
                <a:gd name="connsiteX12" fmla="*/ 26624 w 74024"/>
                <a:gd name="connsiteY12" fmla="*/ 95216 h 95101"/>
                <a:gd name="connsiteX13" fmla="*/ 65623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51" y="69904"/>
                  </a:moveTo>
                  <a:cubicBezTo>
                    <a:pt x="54429" y="80029"/>
                    <a:pt x="45040" y="86176"/>
                    <a:pt x="35291" y="86176"/>
                  </a:cubicBezTo>
                  <a:cubicBezTo>
                    <a:pt x="24458" y="86176"/>
                    <a:pt x="16514" y="76774"/>
                    <a:pt x="16514" y="63395"/>
                  </a:cubicBezTo>
                  <a:cubicBezTo>
                    <a:pt x="16514" y="35190"/>
                    <a:pt x="36374" y="4815"/>
                    <a:pt x="54790" y="4815"/>
                  </a:cubicBezTo>
                  <a:cubicBezTo>
                    <a:pt x="58762" y="4815"/>
                    <a:pt x="62734" y="7708"/>
                    <a:pt x="62734" y="10601"/>
                  </a:cubicBezTo>
                  <a:cubicBezTo>
                    <a:pt x="62734" y="12409"/>
                    <a:pt x="62373" y="12770"/>
                    <a:pt x="59484" y="15663"/>
                  </a:cubicBezTo>
                  <a:cubicBezTo>
                    <a:pt x="57318" y="17833"/>
                    <a:pt x="56234" y="20364"/>
                    <a:pt x="56234" y="22895"/>
                  </a:cubicBezTo>
                  <a:cubicBezTo>
                    <a:pt x="56234" y="26511"/>
                    <a:pt x="59484" y="29766"/>
                    <a:pt x="63456" y="29766"/>
                  </a:cubicBezTo>
                  <a:cubicBezTo>
                    <a:pt x="69234" y="29766"/>
                    <a:pt x="74289" y="23257"/>
                    <a:pt x="74289" y="16025"/>
                  </a:cubicBezTo>
                  <a:cubicBezTo>
                    <a:pt x="74289" y="7346"/>
                    <a:pt x="65984" y="114"/>
                    <a:pt x="55873" y="114"/>
                  </a:cubicBezTo>
                  <a:cubicBezTo>
                    <a:pt x="28430" y="114"/>
                    <a:pt x="264" y="32659"/>
                    <a:pt x="264" y="64480"/>
                  </a:cubicBezTo>
                  <a:cubicBezTo>
                    <a:pt x="264" y="73520"/>
                    <a:pt x="2792" y="81475"/>
                    <a:pt x="7486" y="86538"/>
                  </a:cubicBezTo>
                  <a:cubicBezTo>
                    <a:pt x="12180" y="91600"/>
                    <a:pt x="19764" y="95216"/>
                    <a:pt x="26624" y="95216"/>
                  </a:cubicBezTo>
                  <a:cubicBezTo>
                    <a:pt x="40346" y="95216"/>
                    <a:pt x="55512" y="86176"/>
                    <a:pt x="65623" y="71712"/>
                  </a:cubicBezTo>
                  <a:close/>
                </a:path>
              </a:pathLst>
            </a:custGeom>
            <a:grpFill/>
            <a:ln w="3175" cap="flat">
              <a:solidFill>
                <a:schemeClr val="tx1"/>
              </a:solidFill>
              <a:prstDash val="solid"/>
              <a:miter/>
            </a:ln>
          </p:spPr>
          <p:txBody>
            <a:bodyPr rtlCol="0" anchor="ctr"/>
            <a:lstStyle/>
            <a:p>
              <a:endParaRPr lang="zh-CN" altLang="en-US"/>
            </a:p>
          </p:txBody>
        </p:sp>
      </p:grpSp>
      <p:grpSp>
        <p:nvGrpSpPr>
          <p:cNvPr id="380" name="Graphic 2"/>
          <p:cNvGrpSpPr/>
          <p:nvPr/>
        </p:nvGrpSpPr>
        <p:grpSpPr>
          <a:xfrm>
            <a:off x="9447963" y="4911959"/>
            <a:ext cx="318302" cy="194630"/>
            <a:chOff x="8841961" y="5084496"/>
            <a:chExt cx="252342" cy="143195"/>
          </a:xfrm>
          <a:solidFill>
            <a:schemeClr val="tx1"/>
          </a:solidFill>
        </p:grpSpPr>
        <p:sp>
          <p:nvSpPr>
            <p:cNvPr id="381" name="任意多边形: 形状 380"/>
            <p:cNvSpPr/>
            <p:nvPr/>
          </p:nvSpPr>
          <p:spPr>
            <a:xfrm>
              <a:off x="8841961" y="5084496"/>
              <a:ext cx="89190" cy="143195"/>
            </a:xfrm>
            <a:custGeom>
              <a:avLst/>
              <a:gdLst>
                <a:gd name="connsiteX0" fmla="*/ 56599 w 89190"/>
                <a:gd name="connsiteY0" fmla="*/ 114 h 143195"/>
                <a:gd name="connsiteX1" fmla="*/ 28433 w 89190"/>
                <a:gd name="connsiteY1" fmla="*/ 3730 h 143195"/>
                <a:gd name="connsiteX2" fmla="*/ 27350 w 89190"/>
                <a:gd name="connsiteY2" fmla="*/ 7708 h 143195"/>
                <a:gd name="connsiteX3" fmla="*/ 29517 w 89190"/>
                <a:gd name="connsiteY3" fmla="*/ 7708 h 143195"/>
                <a:gd name="connsiteX4" fmla="*/ 33127 w 89190"/>
                <a:gd name="connsiteY4" fmla="*/ 7346 h 143195"/>
                <a:gd name="connsiteX5" fmla="*/ 37822 w 89190"/>
                <a:gd name="connsiteY5" fmla="*/ 11324 h 143195"/>
                <a:gd name="connsiteX6" fmla="*/ 35294 w 89190"/>
                <a:gd name="connsiteY6" fmla="*/ 22895 h 143195"/>
                <a:gd name="connsiteX7" fmla="*/ 268 w 89190"/>
                <a:gd name="connsiteY7" fmla="*/ 139693 h 143195"/>
                <a:gd name="connsiteX8" fmla="*/ 15434 w 89190"/>
                <a:gd name="connsiteY8" fmla="*/ 139693 h 143195"/>
                <a:gd name="connsiteX9" fmla="*/ 18322 w 89190"/>
                <a:gd name="connsiteY9" fmla="*/ 129568 h 143195"/>
                <a:gd name="connsiteX10" fmla="*/ 41433 w 89190"/>
                <a:gd name="connsiteY10" fmla="*/ 82198 h 143195"/>
                <a:gd name="connsiteX11" fmla="*/ 68154 w 89190"/>
                <a:gd name="connsiteY11" fmla="*/ 59779 h 143195"/>
                <a:gd name="connsiteX12" fmla="*/ 72848 w 89190"/>
                <a:gd name="connsiteY12" fmla="*/ 65203 h 143195"/>
                <a:gd name="connsiteX13" fmla="*/ 70681 w 89190"/>
                <a:gd name="connsiteY13" fmla="*/ 74966 h 143195"/>
                <a:gd name="connsiteX14" fmla="*/ 56238 w 89190"/>
                <a:gd name="connsiteY14" fmla="*/ 125229 h 143195"/>
                <a:gd name="connsiteX15" fmla="*/ 54793 w 89190"/>
                <a:gd name="connsiteY15" fmla="*/ 134631 h 143195"/>
                <a:gd name="connsiteX16" fmla="*/ 62737 w 89190"/>
                <a:gd name="connsiteY16" fmla="*/ 143309 h 143195"/>
                <a:gd name="connsiteX17" fmla="*/ 78626 w 89190"/>
                <a:gd name="connsiteY17" fmla="*/ 134993 h 143195"/>
                <a:gd name="connsiteX18" fmla="*/ 89458 w 89190"/>
                <a:gd name="connsiteY18" fmla="*/ 122698 h 143195"/>
                <a:gd name="connsiteX19" fmla="*/ 86208 w 89190"/>
                <a:gd name="connsiteY19" fmla="*/ 121252 h 143195"/>
                <a:gd name="connsiteX20" fmla="*/ 72848 w 89190"/>
                <a:gd name="connsiteY20" fmla="*/ 133185 h 143195"/>
                <a:gd name="connsiteX21" fmla="*/ 69959 w 89190"/>
                <a:gd name="connsiteY21" fmla="*/ 129568 h 143195"/>
                <a:gd name="connsiteX22" fmla="*/ 71042 w 89190"/>
                <a:gd name="connsiteY22" fmla="*/ 125229 h 143195"/>
                <a:gd name="connsiteX23" fmla="*/ 85125 w 89190"/>
                <a:gd name="connsiteY23" fmla="*/ 76051 h 143195"/>
                <a:gd name="connsiteX24" fmla="*/ 88014 w 89190"/>
                <a:gd name="connsiteY24" fmla="*/ 60502 h 143195"/>
                <a:gd name="connsiteX25" fmla="*/ 76820 w 89190"/>
                <a:gd name="connsiteY25" fmla="*/ 48569 h 143195"/>
                <a:gd name="connsiteX26" fmla="*/ 54432 w 89190"/>
                <a:gd name="connsiteY26" fmla="*/ 61225 h 143195"/>
                <a:gd name="connsiteX27" fmla="*/ 29877 w 89190"/>
                <a:gd name="connsiteY27" fmla="*/ 90877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599" y="114"/>
                  </a:moveTo>
                  <a:cubicBezTo>
                    <a:pt x="43599" y="2284"/>
                    <a:pt x="41794" y="2284"/>
                    <a:pt x="28433" y="3730"/>
                  </a:cubicBezTo>
                  <a:lnTo>
                    <a:pt x="27350" y="7708"/>
                  </a:lnTo>
                  <a:lnTo>
                    <a:pt x="29517" y="7708"/>
                  </a:lnTo>
                  <a:cubicBezTo>
                    <a:pt x="30961" y="7346"/>
                    <a:pt x="32044" y="7346"/>
                    <a:pt x="33127" y="7346"/>
                  </a:cubicBezTo>
                  <a:cubicBezTo>
                    <a:pt x="35655" y="7346"/>
                    <a:pt x="37822" y="9154"/>
                    <a:pt x="37822" y="11324"/>
                  </a:cubicBezTo>
                  <a:cubicBezTo>
                    <a:pt x="37822" y="12770"/>
                    <a:pt x="36738" y="16748"/>
                    <a:pt x="35294" y="22895"/>
                  </a:cubicBezTo>
                  <a:lnTo>
                    <a:pt x="268" y="139693"/>
                  </a:lnTo>
                  <a:lnTo>
                    <a:pt x="15434" y="139693"/>
                  </a:lnTo>
                  <a:lnTo>
                    <a:pt x="18322" y="129568"/>
                  </a:lnTo>
                  <a:cubicBezTo>
                    <a:pt x="25544" y="105703"/>
                    <a:pt x="29155" y="98109"/>
                    <a:pt x="41433" y="82198"/>
                  </a:cubicBezTo>
                  <a:cubicBezTo>
                    <a:pt x="53349" y="67011"/>
                    <a:pt x="61654" y="59779"/>
                    <a:pt x="68154" y="59779"/>
                  </a:cubicBezTo>
                  <a:cubicBezTo>
                    <a:pt x="70681" y="59779"/>
                    <a:pt x="72848" y="62310"/>
                    <a:pt x="72848" y="65203"/>
                  </a:cubicBezTo>
                  <a:cubicBezTo>
                    <a:pt x="72848" y="67373"/>
                    <a:pt x="72487" y="68819"/>
                    <a:pt x="70681" y="74966"/>
                  </a:cubicBezTo>
                  <a:lnTo>
                    <a:pt x="56238" y="125229"/>
                  </a:lnTo>
                  <a:cubicBezTo>
                    <a:pt x="55154" y="129207"/>
                    <a:pt x="54793" y="132100"/>
                    <a:pt x="54793" y="134631"/>
                  </a:cubicBezTo>
                  <a:cubicBezTo>
                    <a:pt x="54793" y="139332"/>
                    <a:pt x="58043" y="143309"/>
                    <a:pt x="62737" y="143309"/>
                  </a:cubicBezTo>
                  <a:cubicBezTo>
                    <a:pt x="66709" y="143309"/>
                    <a:pt x="73931" y="139332"/>
                    <a:pt x="78626" y="134993"/>
                  </a:cubicBezTo>
                  <a:cubicBezTo>
                    <a:pt x="81875" y="132100"/>
                    <a:pt x="82959" y="130653"/>
                    <a:pt x="89458" y="122698"/>
                  </a:cubicBezTo>
                  <a:lnTo>
                    <a:pt x="86208" y="121252"/>
                  </a:lnTo>
                  <a:cubicBezTo>
                    <a:pt x="81875" y="127760"/>
                    <a:pt x="75737" y="133185"/>
                    <a:pt x="72848" y="133185"/>
                  </a:cubicBezTo>
                  <a:cubicBezTo>
                    <a:pt x="71404" y="133185"/>
                    <a:pt x="69959" y="131376"/>
                    <a:pt x="69959" y="129568"/>
                  </a:cubicBezTo>
                  <a:cubicBezTo>
                    <a:pt x="69959" y="128845"/>
                    <a:pt x="69959" y="128484"/>
                    <a:pt x="71042" y="125229"/>
                  </a:cubicBezTo>
                  <a:lnTo>
                    <a:pt x="85125" y="76051"/>
                  </a:lnTo>
                  <a:cubicBezTo>
                    <a:pt x="87292" y="68819"/>
                    <a:pt x="88014" y="64118"/>
                    <a:pt x="88014" y="60502"/>
                  </a:cubicBezTo>
                  <a:cubicBezTo>
                    <a:pt x="88014" y="53632"/>
                    <a:pt x="83681" y="48569"/>
                    <a:pt x="76820" y="48569"/>
                  </a:cubicBezTo>
                  <a:cubicBezTo>
                    <a:pt x="70320" y="48569"/>
                    <a:pt x="64182" y="52185"/>
                    <a:pt x="54432" y="61225"/>
                  </a:cubicBezTo>
                  <a:cubicBezTo>
                    <a:pt x="46849" y="68096"/>
                    <a:pt x="45044" y="70265"/>
                    <a:pt x="29877" y="90877"/>
                  </a:cubicBezTo>
                  <a:close/>
                </a:path>
              </a:pathLst>
            </a:custGeom>
            <a:grpFill/>
            <a:ln w="3175" cap="flat">
              <a:solidFill>
                <a:schemeClr val="tx1"/>
              </a:solidFill>
              <a:prstDash val="solid"/>
              <a:miter/>
            </a:ln>
          </p:spPr>
          <p:txBody>
            <a:bodyPr rtlCol="0" anchor="ctr"/>
            <a:lstStyle/>
            <a:p>
              <a:endParaRPr lang="zh-CN" altLang="en-US"/>
            </a:p>
          </p:txBody>
        </p:sp>
        <p:sp>
          <p:nvSpPr>
            <p:cNvPr id="382" name="任意多边形: 形状 381"/>
            <p:cNvSpPr/>
            <p:nvPr/>
          </p:nvSpPr>
          <p:spPr>
            <a:xfrm>
              <a:off x="8945945" y="5131142"/>
              <a:ext cx="76552" cy="95463"/>
            </a:xfrm>
            <a:custGeom>
              <a:avLst/>
              <a:gdLst>
                <a:gd name="connsiteX0" fmla="*/ 63825 w 76552"/>
                <a:gd name="connsiteY0" fmla="*/ 71350 h 95463"/>
                <a:gd name="connsiteX1" fmla="*/ 36382 w 76552"/>
                <a:gd name="connsiteY1" fmla="*/ 85453 h 95463"/>
                <a:gd name="connsiteX2" fmla="*/ 17244 w 76552"/>
                <a:gd name="connsiteY2" fmla="*/ 63757 h 95463"/>
                <a:gd name="connsiteX3" fmla="*/ 17966 w 76552"/>
                <a:gd name="connsiteY3" fmla="*/ 52908 h 95463"/>
                <a:gd name="connsiteX4" fmla="*/ 53353 w 76552"/>
                <a:gd name="connsiteY4" fmla="*/ 45676 h 95463"/>
                <a:gd name="connsiteX5" fmla="*/ 76824 w 76552"/>
                <a:gd name="connsiteY5" fmla="*/ 15302 h 95463"/>
                <a:gd name="connsiteX6" fmla="*/ 57325 w 76552"/>
                <a:gd name="connsiteY6" fmla="*/ 114 h 95463"/>
                <a:gd name="connsiteX7" fmla="*/ 272 w 76552"/>
                <a:gd name="connsiteY7" fmla="*/ 64480 h 95463"/>
                <a:gd name="connsiteX8" fmla="*/ 27715 w 76552"/>
                <a:gd name="connsiteY8" fmla="*/ 95578 h 95463"/>
                <a:gd name="connsiteX9" fmla="*/ 67436 w 76552"/>
                <a:gd name="connsiteY9" fmla="*/ 74243 h 95463"/>
                <a:gd name="connsiteX10" fmla="*/ 19049 w 76552"/>
                <a:gd name="connsiteY10" fmla="*/ 47484 h 95463"/>
                <a:gd name="connsiteX11" fmla="*/ 53714 w 76552"/>
                <a:gd name="connsiteY11" fmla="*/ 5900 h 95463"/>
                <a:gd name="connsiteX12" fmla="*/ 62020 w 76552"/>
                <a:gd name="connsiteY12" fmla="*/ 14578 h 95463"/>
                <a:gd name="connsiteX13" fmla="*/ 54436 w 76552"/>
                <a:gd name="connsiteY13" fmla="*/ 32297 h 95463"/>
                <a:gd name="connsiteX14" fmla="*/ 27715 w 76552"/>
                <a:gd name="connsiteY14" fmla="*/ 46761 h 95463"/>
                <a:gd name="connsiteX15" fmla="*/ 19049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25" y="71350"/>
                  </a:moveTo>
                  <a:cubicBezTo>
                    <a:pt x="54436" y="80752"/>
                    <a:pt x="45770" y="85453"/>
                    <a:pt x="36382" y="85453"/>
                  </a:cubicBezTo>
                  <a:cubicBezTo>
                    <a:pt x="25188" y="85453"/>
                    <a:pt x="17244" y="76413"/>
                    <a:pt x="17244" y="63757"/>
                  </a:cubicBezTo>
                  <a:cubicBezTo>
                    <a:pt x="17244" y="60502"/>
                    <a:pt x="17605" y="56886"/>
                    <a:pt x="17966" y="52908"/>
                  </a:cubicBezTo>
                  <a:cubicBezTo>
                    <a:pt x="34215" y="52185"/>
                    <a:pt x="43604" y="50377"/>
                    <a:pt x="53353" y="45676"/>
                  </a:cubicBezTo>
                  <a:cubicBezTo>
                    <a:pt x="67436" y="39167"/>
                    <a:pt x="76824" y="26873"/>
                    <a:pt x="76824" y="15302"/>
                  </a:cubicBezTo>
                  <a:cubicBezTo>
                    <a:pt x="76824" y="6623"/>
                    <a:pt x="68519" y="114"/>
                    <a:pt x="57325" y="114"/>
                  </a:cubicBezTo>
                  <a:cubicBezTo>
                    <a:pt x="29882" y="114"/>
                    <a:pt x="272" y="33382"/>
                    <a:pt x="272" y="64480"/>
                  </a:cubicBezTo>
                  <a:cubicBezTo>
                    <a:pt x="272" y="83283"/>
                    <a:pt x="11466" y="95578"/>
                    <a:pt x="27715" y="95578"/>
                  </a:cubicBezTo>
                  <a:cubicBezTo>
                    <a:pt x="40715" y="95578"/>
                    <a:pt x="51909" y="89431"/>
                    <a:pt x="67436" y="74243"/>
                  </a:cubicBezTo>
                  <a:close/>
                  <a:moveTo>
                    <a:pt x="19049" y="47484"/>
                  </a:moveTo>
                  <a:cubicBezTo>
                    <a:pt x="26271" y="23619"/>
                    <a:pt x="41076" y="5900"/>
                    <a:pt x="53714" y="5900"/>
                  </a:cubicBezTo>
                  <a:cubicBezTo>
                    <a:pt x="58409" y="5900"/>
                    <a:pt x="62020" y="9878"/>
                    <a:pt x="62020" y="14578"/>
                  </a:cubicBezTo>
                  <a:cubicBezTo>
                    <a:pt x="62020" y="20364"/>
                    <a:pt x="59131" y="26873"/>
                    <a:pt x="54436" y="32297"/>
                  </a:cubicBezTo>
                  <a:cubicBezTo>
                    <a:pt x="47937" y="40252"/>
                    <a:pt x="38909" y="44953"/>
                    <a:pt x="27715" y="46761"/>
                  </a:cubicBezTo>
                  <a:cubicBezTo>
                    <a:pt x="25910" y="47123"/>
                    <a:pt x="23382" y="47484"/>
                    <a:pt x="19049" y="47484"/>
                  </a:cubicBezTo>
                  <a:close/>
                </a:path>
              </a:pathLst>
            </a:custGeom>
            <a:grpFill/>
            <a:ln w="3175" cap="flat">
              <a:solidFill>
                <a:schemeClr val="tx1"/>
              </a:solidFill>
              <a:prstDash val="solid"/>
              <a:miter/>
            </a:ln>
          </p:spPr>
          <p:txBody>
            <a:bodyPr rtlCol="0" anchor="ctr"/>
            <a:lstStyle/>
            <a:p>
              <a:endParaRPr lang="zh-CN" altLang="en-US"/>
            </a:p>
          </p:txBody>
        </p:sp>
        <p:sp>
          <p:nvSpPr>
            <p:cNvPr id="383" name="任意多边形: 形状 382"/>
            <p:cNvSpPr/>
            <p:nvPr/>
          </p:nvSpPr>
          <p:spPr>
            <a:xfrm>
              <a:off x="9024612" y="5131142"/>
              <a:ext cx="69691" cy="95463"/>
            </a:xfrm>
            <a:custGeom>
              <a:avLst/>
              <a:gdLst>
                <a:gd name="connsiteX0" fmla="*/ 69967 w 69691"/>
                <a:gd name="connsiteY0" fmla="*/ 837 h 95463"/>
                <a:gd name="connsiteX1" fmla="*/ 67079 w 69691"/>
                <a:gd name="connsiteY1" fmla="*/ 837 h 95463"/>
                <a:gd name="connsiteX2" fmla="*/ 60940 w 69691"/>
                <a:gd name="connsiteY2" fmla="*/ 5538 h 95463"/>
                <a:gd name="connsiteX3" fmla="*/ 57329 w 69691"/>
                <a:gd name="connsiteY3" fmla="*/ 4453 h 95463"/>
                <a:gd name="connsiteX4" fmla="*/ 42524 w 69691"/>
                <a:gd name="connsiteY4" fmla="*/ 114 h 95463"/>
                <a:gd name="connsiteX5" fmla="*/ 19414 w 69691"/>
                <a:gd name="connsiteY5" fmla="*/ 23619 h 95463"/>
                <a:gd name="connsiteX6" fmla="*/ 33136 w 69691"/>
                <a:gd name="connsiteY6" fmla="*/ 51101 h 95463"/>
                <a:gd name="connsiteX7" fmla="*/ 45052 w 69691"/>
                <a:gd name="connsiteY7" fmla="*/ 73520 h 95463"/>
                <a:gd name="connsiteX8" fmla="*/ 28080 w 69691"/>
                <a:gd name="connsiteY8" fmla="*/ 90877 h 95463"/>
                <a:gd name="connsiteX9" fmla="*/ 9303 w 69691"/>
                <a:gd name="connsiteY9" fmla="*/ 63757 h 95463"/>
                <a:gd name="connsiteX10" fmla="*/ 6053 w 69691"/>
                <a:gd name="connsiteY10" fmla="*/ 63757 h 95463"/>
                <a:gd name="connsiteX11" fmla="*/ 276 w 69691"/>
                <a:gd name="connsiteY11" fmla="*/ 95578 h 95463"/>
                <a:gd name="connsiteX12" fmla="*/ 4248 w 69691"/>
                <a:gd name="connsiteY12" fmla="*/ 95578 h 95463"/>
                <a:gd name="connsiteX13" fmla="*/ 10025 w 69691"/>
                <a:gd name="connsiteY13" fmla="*/ 91239 h 95463"/>
                <a:gd name="connsiteX14" fmla="*/ 13997 w 69691"/>
                <a:gd name="connsiteY14" fmla="*/ 92323 h 95463"/>
                <a:gd name="connsiteX15" fmla="*/ 30969 w 69691"/>
                <a:gd name="connsiteY15" fmla="*/ 95578 h 95463"/>
                <a:gd name="connsiteX16" fmla="*/ 59134 w 69691"/>
                <a:gd name="connsiteY16" fmla="*/ 68819 h 95463"/>
                <a:gd name="connsiteX17" fmla="*/ 44329 w 69691"/>
                <a:gd name="connsiteY17" fmla="*/ 39891 h 95463"/>
                <a:gd name="connsiteX18" fmla="*/ 32413 w 69691"/>
                <a:gd name="connsiteY18" fmla="*/ 18194 h 95463"/>
                <a:gd name="connsiteX19" fmla="*/ 44329 w 69691"/>
                <a:gd name="connsiteY19" fmla="*/ 5900 h 95463"/>
                <a:gd name="connsiteX20" fmla="*/ 61662 w 69691"/>
                <a:gd name="connsiteY20" fmla="*/ 26511 h 95463"/>
                <a:gd name="connsiteX21" fmla="*/ 61662 w 69691"/>
                <a:gd name="connsiteY21" fmla="*/ 30851 h 95463"/>
                <a:gd name="connsiteX22" fmla="*/ 64912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967" y="837"/>
                  </a:moveTo>
                  <a:lnTo>
                    <a:pt x="67079" y="837"/>
                  </a:lnTo>
                  <a:cubicBezTo>
                    <a:pt x="64912" y="4092"/>
                    <a:pt x="63106" y="5538"/>
                    <a:pt x="60940" y="5538"/>
                  </a:cubicBezTo>
                  <a:cubicBezTo>
                    <a:pt x="60218" y="5538"/>
                    <a:pt x="58773" y="5177"/>
                    <a:pt x="57329" y="4453"/>
                  </a:cubicBezTo>
                  <a:cubicBezTo>
                    <a:pt x="52274" y="1561"/>
                    <a:pt x="47218" y="114"/>
                    <a:pt x="42524" y="114"/>
                  </a:cubicBezTo>
                  <a:cubicBezTo>
                    <a:pt x="29886" y="114"/>
                    <a:pt x="19414" y="10601"/>
                    <a:pt x="19414" y="23619"/>
                  </a:cubicBezTo>
                  <a:cubicBezTo>
                    <a:pt x="19414" y="32659"/>
                    <a:pt x="22303" y="38083"/>
                    <a:pt x="33136" y="51101"/>
                  </a:cubicBezTo>
                  <a:cubicBezTo>
                    <a:pt x="41441" y="60864"/>
                    <a:pt x="45052" y="67373"/>
                    <a:pt x="45052" y="73520"/>
                  </a:cubicBezTo>
                  <a:cubicBezTo>
                    <a:pt x="45052" y="82922"/>
                    <a:pt x="37107" y="90877"/>
                    <a:pt x="28080" y="90877"/>
                  </a:cubicBezTo>
                  <a:cubicBezTo>
                    <a:pt x="17247" y="90877"/>
                    <a:pt x="9664" y="80029"/>
                    <a:pt x="9303" y="63757"/>
                  </a:cubicBezTo>
                  <a:lnTo>
                    <a:pt x="6053" y="63757"/>
                  </a:lnTo>
                  <a:lnTo>
                    <a:pt x="276" y="95578"/>
                  </a:lnTo>
                  <a:lnTo>
                    <a:pt x="4248" y="95578"/>
                  </a:lnTo>
                  <a:cubicBezTo>
                    <a:pt x="5692" y="92323"/>
                    <a:pt x="7498" y="91239"/>
                    <a:pt x="10025" y="91239"/>
                  </a:cubicBezTo>
                  <a:cubicBezTo>
                    <a:pt x="11109" y="91239"/>
                    <a:pt x="12553" y="91600"/>
                    <a:pt x="13997" y="92323"/>
                  </a:cubicBezTo>
                  <a:cubicBezTo>
                    <a:pt x="23747" y="95216"/>
                    <a:pt x="25914" y="95578"/>
                    <a:pt x="30969" y="95578"/>
                  </a:cubicBezTo>
                  <a:cubicBezTo>
                    <a:pt x="46496" y="95578"/>
                    <a:pt x="59134" y="83645"/>
                    <a:pt x="59134" y="68819"/>
                  </a:cubicBezTo>
                  <a:cubicBezTo>
                    <a:pt x="59134" y="59779"/>
                    <a:pt x="55524" y="53270"/>
                    <a:pt x="44329" y="39891"/>
                  </a:cubicBezTo>
                  <a:cubicBezTo>
                    <a:pt x="34580" y="28319"/>
                    <a:pt x="32413" y="23980"/>
                    <a:pt x="32413" y="18194"/>
                  </a:cubicBezTo>
                  <a:cubicBezTo>
                    <a:pt x="32413" y="11324"/>
                    <a:pt x="37469" y="5900"/>
                    <a:pt x="44329" y="5900"/>
                  </a:cubicBezTo>
                  <a:cubicBezTo>
                    <a:pt x="54079" y="5900"/>
                    <a:pt x="61662" y="14578"/>
                    <a:pt x="61662" y="26511"/>
                  </a:cubicBezTo>
                  <a:cubicBezTo>
                    <a:pt x="61662" y="27596"/>
                    <a:pt x="61662" y="29043"/>
                    <a:pt x="61662" y="30851"/>
                  </a:cubicBezTo>
                  <a:lnTo>
                    <a:pt x="64912" y="30851"/>
                  </a:lnTo>
                  <a:close/>
                </a:path>
              </a:pathLst>
            </a:custGeom>
            <a:grpFill/>
            <a:ln w="3175" cap="flat">
              <a:solidFill>
                <a:schemeClr val="tx1"/>
              </a:solidFill>
              <a:prstDash val="solid"/>
              <a:miter/>
            </a:ln>
          </p:spPr>
          <p:txBody>
            <a:bodyPr rtlCol="0" anchor="ctr"/>
            <a:lstStyle/>
            <a:p>
              <a:endParaRPr lang="zh-CN" altLang="en-US"/>
            </a:p>
          </p:txBody>
        </p:sp>
      </p:grpSp>
      <p:grpSp>
        <p:nvGrpSpPr>
          <p:cNvPr id="384" name="Graphic 2"/>
          <p:cNvGrpSpPr/>
          <p:nvPr/>
        </p:nvGrpSpPr>
        <p:grpSpPr>
          <a:xfrm>
            <a:off x="10655436" y="4409958"/>
            <a:ext cx="437425" cy="131718"/>
            <a:chOff x="9659231" y="5130035"/>
            <a:chExt cx="346779" cy="96909"/>
          </a:xfrm>
        </p:grpSpPr>
        <p:sp>
          <p:nvSpPr>
            <p:cNvPr id="385" name="任意多边形: 形状 384"/>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386" name="任意多边形: 形状 385"/>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387" name="任意多边形: 形状 386"/>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388" name="任意多边形: 形状 387"/>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389" name="Graphic 2"/>
          <p:cNvGrpSpPr/>
          <p:nvPr/>
        </p:nvGrpSpPr>
        <p:grpSpPr>
          <a:xfrm>
            <a:off x="11083471" y="4411431"/>
            <a:ext cx="195937" cy="129753"/>
            <a:chOff x="9998566" y="5131119"/>
            <a:chExt cx="155334" cy="95463"/>
          </a:xfrm>
        </p:grpSpPr>
        <p:sp>
          <p:nvSpPr>
            <p:cNvPr id="390" name="任意多边形: 形状 389"/>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391" name="任意多边形: 形状 390"/>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392" name="任意多边形: 形状 391"/>
          <p:cNvSpPr/>
          <p:nvPr/>
        </p:nvSpPr>
        <p:spPr>
          <a:xfrm flipV="1">
            <a:off x="8449658" y="2612490"/>
            <a:ext cx="255070" cy="237141"/>
          </a:xfrm>
          <a:custGeom>
            <a:avLst/>
            <a:gdLst>
              <a:gd name="connsiteX0" fmla="*/ -2086 w 202213"/>
              <a:gd name="connsiteY0" fmla="*/ 173536 h 174472"/>
              <a:gd name="connsiteX1" fmla="*/ 200127 w 202213"/>
              <a:gd name="connsiteY1" fmla="*/ -936 h 174472"/>
              <a:gd name="connsiteX2" fmla="*/ 200127 w 202213"/>
              <a:gd name="connsiteY2" fmla="*/ 173536 h 174472"/>
              <a:gd name="connsiteX3" fmla="*/ -2086 w 202213"/>
              <a:gd name="connsiteY3" fmla="*/ -34 h 174472"/>
            </a:gdLst>
            <a:ahLst/>
            <a:cxnLst>
              <a:cxn ang="0">
                <a:pos x="connsiteX0" y="connsiteY0"/>
              </a:cxn>
              <a:cxn ang="0">
                <a:pos x="connsiteX1" y="connsiteY1"/>
              </a:cxn>
              <a:cxn ang="0">
                <a:pos x="connsiteX2" y="connsiteY2"/>
              </a:cxn>
              <a:cxn ang="0">
                <a:pos x="connsiteX3" y="connsiteY3"/>
              </a:cxn>
            </a:cxnLst>
            <a:rect l="l" t="t" r="r" b="b"/>
            <a:pathLst>
              <a:path w="202213" h="174472">
                <a:moveTo>
                  <a:pt x="-2086" y="173536"/>
                </a:moveTo>
                <a:lnTo>
                  <a:pt x="200127" y="-936"/>
                </a:lnTo>
                <a:lnTo>
                  <a:pt x="200127" y="173536"/>
                </a:lnTo>
                <a:lnTo>
                  <a:pt x="-2086" y="-34"/>
                </a:lnTo>
                <a:close/>
              </a:path>
            </a:pathLst>
          </a:custGeom>
          <a:noFill/>
          <a:ln w="11545" cap="flat">
            <a:solidFill>
              <a:srgbClr val="231F20"/>
            </a:solidFill>
            <a:prstDash val="solid"/>
            <a:miter/>
          </a:ln>
        </p:spPr>
        <p:txBody>
          <a:bodyPr rtlCol="0" anchor="ctr"/>
          <a:lstStyle/>
          <a:p>
            <a:endParaRPr lang="zh-CN" altLang="en-US"/>
          </a:p>
        </p:txBody>
      </p:sp>
      <p:sp>
        <p:nvSpPr>
          <p:cNvPr id="393" name="任意多边形: 形状 392"/>
          <p:cNvSpPr/>
          <p:nvPr/>
        </p:nvSpPr>
        <p:spPr>
          <a:xfrm flipV="1">
            <a:off x="9330222" y="1854732"/>
            <a:ext cx="255070" cy="237141"/>
          </a:xfrm>
          <a:custGeom>
            <a:avLst/>
            <a:gdLst>
              <a:gd name="connsiteX0" fmla="*/ -2358 w 202213"/>
              <a:gd name="connsiteY0" fmla="*/ 173271 h 174472"/>
              <a:gd name="connsiteX1" fmla="*/ 199855 w 202213"/>
              <a:gd name="connsiteY1" fmla="*/ -1201 h 174472"/>
              <a:gd name="connsiteX2" fmla="*/ 199855 w 202213"/>
              <a:gd name="connsiteY2" fmla="*/ 173271 h 174472"/>
              <a:gd name="connsiteX3" fmla="*/ -2358 w 202213"/>
              <a:gd name="connsiteY3" fmla="*/ -299 h 174472"/>
            </a:gdLst>
            <a:ahLst/>
            <a:cxnLst>
              <a:cxn ang="0">
                <a:pos x="connsiteX0" y="connsiteY0"/>
              </a:cxn>
              <a:cxn ang="0">
                <a:pos x="connsiteX1" y="connsiteY1"/>
              </a:cxn>
              <a:cxn ang="0">
                <a:pos x="connsiteX2" y="connsiteY2"/>
              </a:cxn>
              <a:cxn ang="0">
                <a:pos x="connsiteX3" y="connsiteY3"/>
              </a:cxn>
            </a:cxnLst>
            <a:rect l="l" t="t" r="r" b="b"/>
            <a:pathLst>
              <a:path w="202213" h="174472">
                <a:moveTo>
                  <a:pt x="-2358" y="173271"/>
                </a:moveTo>
                <a:lnTo>
                  <a:pt x="199855" y="-1201"/>
                </a:lnTo>
                <a:lnTo>
                  <a:pt x="199855" y="173271"/>
                </a:lnTo>
                <a:lnTo>
                  <a:pt x="-2358" y="-299"/>
                </a:lnTo>
                <a:close/>
              </a:path>
            </a:pathLst>
          </a:custGeom>
          <a:noFill/>
          <a:ln w="11545" cap="flat">
            <a:solidFill>
              <a:srgbClr val="231F20"/>
            </a:solidFill>
            <a:prstDash val="solid"/>
            <a:miter/>
          </a:ln>
        </p:spPr>
        <p:txBody>
          <a:bodyPr rtlCol="0" anchor="ctr"/>
          <a:lstStyle/>
          <a:p>
            <a:endParaRPr lang="zh-CN" altLang="en-US"/>
          </a:p>
        </p:txBody>
      </p:sp>
      <p:sp>
        <p:nvSpPr>
          <p:cNvPr id="394" name="文本框 393"/>
          <p:cNvSpPr txBox="1"/>
          <p:nvPr/>
        </p:nvSpPr>
        <p:spPr>
          <a:xfrm>
            <a:off x="7035046" y="3227753"/>
            <a:ext cx="1448446" cy="430887"/>
          </a:xfrm>
          <a:prstGeom prst="rect">
            <a:avLst/>
          </a:prstGeom>
          <a:noFill/>
        </p:spPr>
        <p:txBody>
          <a:bodyPr wrap="square">
            <a:spAutoFit/>
          </a:bodyPr>
          <a:lstStyle/>
          <a:p>
            <a:r>
              <a:rPr lang="en-US" altLang="en-US" sz="2200" b="1" dirty="0">
                <a:solidFill>
                  <a:srgbClr val="FF0000"/>
                </a:solidFill>
                <a:sym typeface="Symbol" panose="05050102010706020507" pitchFamily="18" charset="2"/>
              </a:rPr>
              <a:t></a:t>
            </a:r>
            <a:r>
              <a:rPr lang="en-US" altLang="en-US" sz="2200" b="1" i="1" baseline="-25000" dirty="0">
                <a:solidFill>
                  <a:srgbClr val="FF0000"/>
                </a:solidFill>
                <a:sym typeface="Symbol" panose="05050102010706020507" pitchFamily="18" charset="2"/>
              </a:rPr>
              <a:t>ID</a:t>
            </a:r>
            <a:r>
              <a:rPr lang="en-US" altLang="en-US" sz="2200" b="1" baseline="-25000" dirty="0">
                <a:solidFill>
                  <a:srgbClr val="FF0000"/>
                </a:solidFill>
                <a:sym typeface="Symbol" panose="05050102010706020507" pitchFamily="18" charset="2"/>
              </a:rPr>
              <a:t>, </a:t>
            </a:r>
            <a:r>
              <a:rPr lang="en-US" altLang="en-US" sz="2200" b="1" i="1" baseline="-25000" dirty="0">
                <a:solidFill>
                  <a:srgbClr val="FF0000"/>
                </a:solidFill>
                <a:sym typeface="Symbol" panose="05050102010706020507" pitchFamily="18" charset="2"/>
              </a:rPr>
              <a:t>name</a:t>
            </a:r>
            <a:endParaRPr lang="zh-CN" altLang="en-US" sz="2200" b="1" dirty="0">
              <a:solidFill>
                <a:srgbClr val="FF0000"/>
              </a:solidFill>
            </a:endParaRPr>
          </a:p>
        </p:txBody>
      </p:sp>
      <p:sp>
        <p:nvSpPr>
          <p:cNvPr id="395" name="任意多边形: 形状 394"/>
          <p:cNvSpPr/>
          <p:nvPr/>
        </p:nvSpPr>
        <p:spPr>
          <a:xfrm flipH="1" flipV="1">
            <a:off x="7288376" y="3697838"/>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396" name="文本框 395"/>
          <p:cNvSpPr txBox="1"/>
          <p:nvPr/>
        </p:nvSpPr>
        <p:spPr>
          <a:xfrm>
            <a:off x="9024654" y="3309862"/>
            <a:ext cx="1448446" cy="430887"/>
          </a:xfrm>
          <a:prstGeom prst="rect">
            <a:avLst/>
          </a:prstGeom>
          <a:noFill/>
        </p:spPr>
        <p:txBody>
          <a:bodyPr wrap="square">
            <a:spAutoFit/>
          </a:bodyPr>
          <a:lstStyle/>
          <a:p>
            <a:r>
              <a:rPr lang="en-US" altLang="en-US" sz="2200" b="1" dirty="0">
                <a:solidFill>
                  <a:srgbClr val="FF0000"/>
                </a:solidFill>
                <a:sym typeface="Symbol" panose="05050102010706020507" pitchFamily="18" charset="2"/>
              </a:rPr>
              <a:t></a:t>
            </a:r>
            <a:r>
              <a:rPr lang="en-US" altLang="en-US" sz="2200" b="1" i="1" baseline="-25000" dirty="0">
                <a:solidFill>
                  <a:srgbClr val="FF0000"/>
                </a:solidFill>
                <a:sym typeface="Symbol" panose="05050102010706020507" pitchFamily="18" charset="2"/>
              </a:rPr>
              <a:t>ID</a:t>
            </a:r>
            <a:r>
              <a:rPr lang="en-US" altLang="en-US" sz="2200" b="1" baseline="-25000" dirty="0">
                <a:solidFill>
                  <a:srgbClr val="FF0000"/>
                </a:solidFill>
                <a:sym typeface="Symbol" panose="05050102010706020507" pitchFamily="18" charset="2"/>
              </a:rPr>
              <a:t>, </a:t>
            </a:r>
            <a:r>
              <a:rPr lang="en-US" altLang="en-US" sz="2200" b="1" baseline="-25000" dirty="0" err="1">
                <a:solidFill>
                  <a:srgbClr val="FF0000"/>
                </a:solidFill>
                <a:sym typeface="Symbol" panose="05050102010706020507" pitchFamily="18" charset="2"/>
              </a:rPr>
              <a:t>course_id</a:t>
            </a:r>
            <a:endParaRPr lang="zh-CN" altLang="en-US" sz="2200" b="1" dirty="0">
              <a:solidFill>
                <a:srgbClr val="FF0000"/>
              </a:solidFill>
            </a:endParaRPr>
          </a:p>
        </p:txBody>
      </p:sp>
      <p:sp>
        <p:nvSpPr>
          <p:cNvPr id="397" name="任意多边形: 形状 396"/>
          <p:cNvSpPr/>
          <p:nvPr/>
        </p:nvSpPr>
        <p:spPr>
          <a:xfrm flipH="1" flipV="1">
            <a:off x="9277984" y="3779947"/>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Equivalence Rules</a:t>
            </a:r>
            <a:endParaRPr lang="en-US" sz="4000" u="sng" dirty="0"/>
          </a:p>
        </p:txBody>
      </p:sp>
      <p:sp>
        <p:nvSpPr>
          <p:cNvPr id="13" name="文本框 12"/>
          <p:cNvSpPr txBox="1"/>
          <p:nvPr/>
        </p:nvSpPr>
        <p:spPr>
          <a:xfrm>
            <a:off x="603237" y="906423"/>
            <a:ext cx="10609246" cy="1200329"/>
          </a:xfrm>
          <a:prstGeom prst="rect">
            <a:avLst/>
          </a:prstGeom>
          <a:no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rPr>
              <a:t>Instructor (</a:t>
            </a:r>
            <a:r>
              <a:rPr lang="en-US" altLang="zh-CN" sz="2400" u="sng" dirty="0">
                <a:ea typeface="华文楷体" panose="02010600040101010101" pitchFamily="2" charset="-122"/>
                <a:cs typeface="Times New Roman" panose="02020603050405020304" pitchFamily="18" charset="0"/>
              </a:rPr>
              <a:t>ID</a:t>
            </a:r>
            <a:r>
              <a:rPr lang="en-US" altLang="zh-CN" sz="2400" dirty="0">
                <a:ea typeface="华文楷体" panose="02010600040101010101" pitchFamily="2" charset="-122"/>
                <a:cs typeface="Times New Roman" panose="02020603050405020304" pitchFamily="18" charset="0"/>
              </a:rPr>
              <a:t>, name, </a:t>
            </a:r>
            <a:r>
              <a:rPr lang="en-US" altLang="zh-CN" sz="2400" dirty="0" err="1">
                <a:ea typeface="华文楷体" panose="02010600040101010101" pitchFamily="2" charset="-122"/>
                <a:cs typeface="Times New Roman" panose="02020603050405020304" pitchFamily="18" charset="0"/>
              </a:rPr>
              <a:t>dept_name</a:t>
            </a:r>
            <a:r>
              <a:rPr lang="en-US" altLang="zh-CN" sz="2400" dirty="0">
                <a:ea typeface="华文楷体" panose="02010600040101010101" pitchFamily="2" charset="-122"/>
                <a:cs typeface="Times New Roman" panose="02020603050405020304" pitchFamily="18" charset="0"/>
              </a:rPr>
              <a:t>, salary)</a:t>
            </a:r>
            <a:endParaRPr lang="en-US" altLang="zh-CN" sz="2400" dirty="0">
              <a:ea typeface="华文楷体" panose="02010600040101010101" pitchFamily="2" charset="-122"/>
              <a:cs typeface="Times New Roman" panose="02020603050405020304" pitchFamily="18" charset="0"/>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Teaches(</a:t>
            </a:r>
            <a:r>
              <a:rPr lang="en-US" altLang="zh-CN" sz="2400" u="sng" dirty="0">
                <a:ea typeface="华文楷体" panose="02010600040101010101" pitchFamily="2" charset="-122"/>
                <a:cs typeface="Times New Roman" panose="02020603050405020304" pitchFamily="18" charset="0"/>
                <a:sym typeface="+mn-ea"/>
              </a:rPr>
              <a:t>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err="1">
                <a:ea typeface="华文楷体" panose="02010600040101010101" pitchFamily="2" charset="-122"/>
                <a:cs typeface="Times New Roman" panose="02020603050405020304" pitchFamily="18" charset="0"/>
                <a:sym typeface="+mn-ea"/>
              </a:rPr>
              <a:t>sec_id</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semester</a:t>
            </a:r>
            <a:r>
              <a:rPr lang="en-US" altLang="zh-CN" sz="2400" dirty="0">
                <a:ea typeface="华文楷体" panose="02010600040101010101" pitchFamily="2" charset="-122"/>
                <a:cs typeface="Times New Roman" panose="02020603050405020304" pitchFamily="18" charset="0"/>
                <a:sym typeface="+mn-ea"/>
              </a:rPr>
              <a:t>, </a:t>
            </a:r>
            <a:r>
              <a:rPr lang="en-US" altLang="zh-CN" sz="2400" u="sng" dirty="0">
                <a:ea typeface="华文楷体" panose="02010600040101010101" pitchFamily="2" charset="-122"/>
                <a:cs typeface="Times New Roman" panose="02020603050405020304" pitchFamily="18" charset="0"/>
                <a:sym typeface="+mn-ea"/>
              </a:rPr>
              <a:t>year</a:t>
            </a:r>
            <a:r>
              <a:rPr lang="en-US" altLang="zh-CN" sz="2400" dirty="0">
                <a:ea typeface="华文楷体" panose="02010600040101010101" pitchFamily="2" charset="-122"/>
                <a:cs typeface="Times New Roman" panose="02020603050405020304" pitchFamily="18" charset="0"/>
                <a:sym typeface="+mn-ea"/>
              </a:rPr>
              <a:t>)</a:t>
            </a:r>
            <a:endParaRPr lang="en-US" altLang="zh-CN" sz="2400" dirty="0">
              <a:ea typeface="华文楷体" panose="02010600040101010101" pitchFamily="2" charset="-122"/>
              <a:cs typeface="Times New Roman" panose="02020603050405020304" pitchFamily="18" charset="0"/>
              <a:sym typeface="+mn-ea"/>
            </a:endParaRPr>
          </a:p>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Course(</a:t>
            </a:r>
            <a:r>
              <a:rPr lang="en-US" altLang="zh-CN" sz="2400" u="sng" dirty="0" err="1">
                <a:ea typeface="华文楷体" panose="02010600040101010101" pitchFamily="2" charset="-122"/>
                <a:cs typeface="Times New Roman" panose="02020603050405020304" pitchFamily="18" charset="0"/>
                <a:sym typeface="+mn-ea"/>
              </a:rPr>
              <a:t>course_id</a:t>
            </a:r>
            <a:r>
              <a:rPr lang="en-US" altLang="zh-CN" sz="2400" dirty="0">
                <a:ea typeface="华文楷体" panose="02010600040101010101" pitchFamily="2" charset="-122"/>
                <a:cs typeface="Times New Roman" panose="02020603050405020304" pitchFamily="18" charset="0"/>
                <a:sym typeface="+mn-ea"/>
              </a:rPr>
              <a:t>, title, </a:t>
            </a:r>
            <a:r>
              <a:rPr lang="en-US" altLang="zh-CN" sz="2400" dirty="0" err="1">
                <a:ea typeface="华文楷体" panose="02010600040101010101" pitchFamily="2" charset="-122"/>
                <a:cs typeface="Times New Roman" panose="02020603050405020304" pitchFamily="18" charset="0"/>
                <a:sym typeface="+mn-ea"/>
              </a:rPr>
              <a:t>dept_name</a:t>
            </a:r>
            <a:r>
              <a:rPr lang="en-US" altLang="zh-CN" sz="2400" dirty="0">
                <a:ea typeface="华文楷体" panose="02010600040101010101" pitchFamily="2" charset="-122"/>
                <a:cs typeface="Times New Roman" panose="02020603050405020304" pitchFamily="18" charset="0"/>
                <a:sym typeface="+mn-ea"/>
              </a:rPr>
              <a:t>, credits)</a:t>
            </a:r>
            <a:endParaRPr lang="en-US" altLang="zh-CN" sz="2400" dirty="0">
              <a:ea typeface="华文楷体" panose="02010600040101010101" pitchFamily="2" charset="-122"/>
              <a:cs typeface="Times New Roman" panose="02020603050405020304" pitchFamily="18" charset="0"/>
              <a:sym typeface="+mn-ea"/>
            </a:endParaRPr>
          </a:p>
        </p:txBody>
      </p:sp>
      <p:sp>
        <p:nvSpPr>
          <p:cNvPr id="149" name="文本框 148"/>
          <p:cNvSpPr txBox="1"/>
          <p:nvPr/>
        </p:nvSpPr>
        <p:spPr>
          <a:xfrm>
            <a:off x="603237" y="2122252"/>
            <a:ext cx="6175250" cy="1569660"/>
          </a:xfrm>
          <a:prstGeom prst="rect">
            <a:avLst/>
          </a:prstGeom>
          <a:noFill/>
        </p:spPr>
        <p:txBody>
          <a:bodyPr wrap="square">
            <a:spAutoFit/>
          </a:bodyPr>
          <a:lstStyle/>
          <a:p>
            <a:pPr indent="0" algn="just">
              <a:spcBef>
                <a:spcPts val="0"/>
              </a:spcBef>
              <a:spcAft>
                <a:spcPts val="0"/>
              </a:spcAft>
              <a:buNone/>
            </a:pPr>
            <a:r>
              <a:rPr lang="en-US" altLang="zh-CN" sz="2400" b="1" u="sng" dirty="0">
                <a:ea typeface="华文楷体" panose="02010600040101010101" pitchFamily="2" charset="-122"/>
                <a:cs typeface="Times New Roman" panose="02020603050405020304" pitchFamily="18" charset="0"/>
                <a:sym typeface="+mn-ea"/>
              </a:rPr>
              <a:t>Q</a:t>
            </a:r>
            <a:r>
              <a:rPr lang="en-US" altLang="zh-CN" sz="2400" dirty="0">
                <a:ea typeface="华文楷体" panose="02010600040101010101" pitchFamily="2" charset="-122"/>
                <a:cs typeface="Times New Roman" panose="02020603050405020304" pitchFamily="18" charset="0"/>
                <a:sym typeface="+mn-ea"/>
              </a:rPr>
              <a:t>: Please find the names of all the teachers in the Music Department who taught courses in 2017, and the names of all the courses each person taught that year.</a:t>
            </a:r>
            <a:endParaRPr lang="en-US" altLang="zh-CN" sz="2400" dirty="0">
              <a:ea typeface="华文楷体" panose="02010600040101010101" pitchFamily="2" charset="-122"/>
              <a:cs typeface="Times New Roman" panose="02020603050405020304" pitchFamily="18" charset="0"/>
              <a:sym typeface="+mn-ea"/>
            </a:endParaRPr>
          </a:p>
        </p:txBody>
      </p:sp>
      <p:sp>
        <p:nvSpPr>
          <p:cNvPr id="150" name="文本框 149"/>
          <p:cNvSpPr txBox="1"/>
          <p:nvPr/>
        </p:nvSpPr>
        <p:spPr>
          <a:xfrm>
            <a:off x="603237" y="4282163"/>
            <a:ext cx="6175250" cy="830997"/>
          </a:xfrm>
          <a:prstGeom prst="rect">
            <a:avLst/>
          </a:prstGeom>
          <a:solidFill>
            <a:schemeClr val="accent2">
              <a:lumMod val="20000"/>
              <a:lumOff val="80000"/>
            </a:schemeClr>
          </a:solidFill>
        </p:spPr>
        <p:txBody>
          <a:bodyPr wrap="square">
            <a:spAutoFit/>
          </a:bodyPr>
          <a:lstStyle/>
          <a:p>
            <a:pPr indent="0" algn="just">
              <a:spcBef>
                <a:spcPts val="0"/>
              </a:spcBef>
              <a:spcAft>
                <a:spcPts val="0"/>
              </a:spcAft>
              <a:buNone/>
            </a:pPr>
            <a:r>
              <a:rPr lang="en-US" altLang="zh-CN" sz="2400" dirty="0">
                <a:ea typeface="华文楷体" panose="02010600040101010101" pitchFamily="2" charset="-122"/>
                <a:cs typeface="Times New Roman" panose="02020603050405020304" pitchFamily="18" charset="0"/>
                <a:sym typeface="+mn-ea"/>
              </a:rPr>
              <a:t>According to </a:t>
            </a:r>
            <a:r>
              <a:rPr lang="en-US" altLang="zh-CN" sz="2400" b="1" dirty="0">
                <a:solidFill>
                  <a:srgbClr val="FF0000"/>
                </a:solidFill>
                <a:ea typeface="华文楷体" panose="02010600040101010101" pitchFamily="2" charset="-122"/>
                <a:cs typeface="Times New Roman" panose="02020603050405020304" pitchFamily="18" charset="0"/>
                <a:sym typeface="+mn-ea"/>
              </a:rPr>
              <a:t>L5</a:t>
            </a:r>
            <a:r>
              <a:rPr lang="en-US" altLang="zh-CN" sz="2400" dirty="0">
                <a:ea typeface="华文楷体" panose="02010600040101010101" pitchFamily="2" charset="-122"/>
                <a:cs typeface="Times New Roman" panose="02020603050405020304" pitchFamily="18" charset="0"/>
                <a:sym typeface="+mn-ea"/>
              </a:rPr>
              <a:t>, projection is performed before joining to reduce the size of intermediate results:</a:t>
            </a:r>
            <a:endParaRPr lang="en-US" altLang="zh-CN" sz="2400" dirty="0">
              <a:ea typeface="华文楷体" panose="02010600040101010101" pitchFamily="2" charset="-122"/>
              <a:cs typeface="Times New Roman" panose="02020603050405020304" pitchFamily="18" charset="0"/>
              <a:sym typeface="+mn-ea"/>
            </a:endParaRPr>
          </a:p>
        </p:txBody>
      </p:sp>
      <p:sp>
        <p:nvSpPr>
          <p:cNvPr id="18" name="文本框 17"/>
          <p:cNvSpPr txBox="1"/>
          <p:nvPr/>
        </p:nvSpPr>
        <p:spPr>
          <a:xfrm>
            <a:off x="96012" y="5226464"/>
            <a:ext cx="11325683" cy="946028"/>
          </a:xfrm>
          <a:prstGeom prst="rect">
            <a:avLst/>
          </a:prstGeom>
          <a:noFill/>
        </p:spPr>
        <p:txBody>
          <a:bodyPr wrap="square">
            <a:spAutoFit/>
          </a:bodyPr>
          <a:lstStyle/>
          <a:p>
            <a:pPr lvl="1">
              <a:lnSpc>
                <a:spcPct val="120000"/>
              </a:lnSpc>
            </a:pPr>
            <a:r>
              <a:rPr lang="en-US" altLang="en-US" sz="2400" dirty="0">
                <a:sym typeface="Symbol" panose="05050102010706020507" pitchFamily="18" charset="2"/>
              </a:rPr>
              <a:t></a:t>
            </a:r>
            <a:r>
              <a:rPr lang="en-US" altLang="en-US" sz="2400" i="1" baseline="-25000" dirty="0">
                <a:sym typeface="Symbol" panose="05050102010706020507" pitchFamily="18" charset="2"/>
              </a:rPr>
              <a:t>name, title</a:t>
            </a:r>
            <a:r>
              <a:rPr lang="en-US" altLang="en-US" sz="2400" dirty="0">
                <a:sym typeface="Symbol" panose="05050102010706020507" pitchFamily="18" charset="2"/>
              </a:rPr>
              <a:t>(</a:t>
            </a:r>
            <a:r>
              <a:rPr lang="en-US" altLang="en-US" sz="2400" b="1" dirty="0">
                <a:solidFill>
                  <a:srgbClr val="FF0000"/>
                </a:solidFill>
                <a:sym typeface="Symbol" panose="05050102010706020507" pitchFamily="18" charset="2"/>
              </a:rPr>
              <a:t></a:t>
            </a:r>
            <a:r>
              <a:rPr lang="en-US" altLang="en-US" sz="2400" b="1" i="1" baseline="-25000" dirty="0">
                <a:solidFill>
                  <a:srgbClr val="FF0000"/>
                </a:solidFill>
                <a:sym typeface="Symbol" panose="05050102010706020507" pitchFamily="18" charset="2"/>
              </a:rPr>
              <a:t>ID</a:t>
            </a:r>
            <a:r>
              <a:rPr lang="en-US" altLang="en-US" sz="2400" b="1" baseline="-25000" dirty="0">
                <a:solidFill>
                  <a:srgbClr val="FF0000"/>
                </a:solidFill>
                <a:sym typeface="Symbol" panose="05050102010706020507" pitchFamily="18" charset="2"/>
              </a:rPr>
              <a:t>, </a:t>
            </a:r>
            <a:r>
              <a:rPr lang="en-US" altLang="en-US" sz="2400" b="1" i="1" baseline="-25000" dirty="0">
                <a:solidFill>
                  <a:srgbClr val="FF0000"/>
                </a:solidFill>
                <a:sym typeface="Symbol" panose="05050102010706020507" pitchFamily="18" charset="2"/>
              </a:rPr>
              <a:t>name</a:t>
            </a:r>
            <a:r>
              <a:rPr lang="en-US" altLang="en-US" sz="2400" dirty="0">
                <a:sym typeface="Symbol" panose="05050102010706020507" pitchFamily="18" charset="2"/>
              </a:rPr>
              <a:t>(</a:t>
            </a:r>
            <a:r>
              <a:rPr lang="en-US" altLang="en-US" sz="2400" b="1" dirty="0">
                <a:sym typeface="Symbol" panose="05050102010706020507" pitchFamily="18" charset="2"/>
              </a:rPr>
              <a:t></a:t>
            </a:r>
            <a:r>
              <a:rPr lang="en-US" altLang="en-US" sz="2400" b="1" i="1" baseline="-25000" dirty="0" err="1">
                <a:sym typeface="Symbol" panose="05050102010706020507" pitchFamily="18" charset="2"/>
              </a:rPr>
              <a:t>dept_name</a:t>
            </a:r>
            <a:r>
              <a:rPr lang="en-US" altLang="en-US" sz="2400" b="1" i="1" baseline="-25000" dirty="0">
                <a:sym typeface="Symbol" panose="05050102010706020507" pitchFamily="18" charset="2"/>
              </a:rPr>
              <a:t>= </a:t>
            </a:r>
            <a:r>
              <a:rPr lang="en-IN" altLang="en-US" sz="2400" b="1" i="1" baseline="-25000" dirty="0">
                <a:sym typeface="Symbol" panose="05050102010706020507" pitchFamily="18" charset="2"/>
              </a:rPr>
              <a:t>‘</a:t>
            </a:r>
            <a:r>
              <a:rPr lang="en-US" altLang="ja-JP" sz="2400" b="1" baseline="-25000" dirty="0">
                <a:sym typeface="Symbol" panose="05050102010706020507" pitchFamily="18" charset="2"/>
              </a:rPr>
              <a:t>Music</a:t>
            </a:r>
            <a:r>
              <a:rPr lang="en-IN" altLang="ja-JP" sz="2400" b="1" baseline="-25000" dirty="0">
                <a:sym typeface="Symbol" panose="05050102010706020507" pitchFamily="18" charset="2"/>
              </a:rPr>
              <a:t>’</a:t>
            </a:r>
            <a:r>
              <a:rPr lang="en-US" altLang="ja-JP" sz="2400" dirty="0">
                <a:sym typeface="Symbol" panose="05050102010706020507" pitchFamily="18" charset="2"/>
              </a:rPr>
              <a:t>(</a:t>
            </a:r>
            <a:r>
              <a:rPr lang="en-US" altLang="ja-JP" sz="2400" i="1" dirty="0">
                <a:sym typeface="Symbol" panose="05050102010706020507" pitchFamily="18" charset="2"/>
              </a:rPr>
              <a:t>instructor</a:t>
            </a:r>
            <a:r>
              <a:rPr lang="en-US" altLang="ja-JP" sz="2400" dirty="0">
                <a:sym typeface="Symbol" panose="05050102010706020507" pitchFamily="18" charset="2"/>
              </a:rPr>
              <a:t>))</a:t>
            </a:r>
            <a:r>
              <a:rPr lang="en-IN" altLang="en-US" sz="2400" dirty="0">
                <a:ea typeface="MS PGothic" panose="020B0600070205080204" pitchFamily="34" charset="-128"/>
              </a:rPr>
              <a:t>⨝</a:t>
            </a:r>
            <a:r>
              <a:rPr lang="en-US" altLang="en-US" sz="2400" i="1" dirty="0">
                <a:ea typeface="MS PGothic" panose="020B0600070205080204" pitchFamily="34" charset="-128"/>
              </a:rPr>
              <a:t> </a:t>
            </a:r>
            <a:r>
              <a:rPr lang="en-US" altLang="en-US" sz="2400" b="1" dirty="0">
                <a:solidFill>
                  <a:srgbClr val="FF0000"/>
                </a:solidFill>
                <a:sym typeface="Symbol" panose="05050102010706020507" pitchFamily="18" charset="2"/>
              </a:rPr>
              <a:t></a:t>
            </a:r>
            <a:r>
              <a:rPr lang="en-US" altLang="en-US" sz="2400" b="1" i="1" baseline="-25000" dirty="0">
                <a:solidFill>
                  <a:srgbClr val="FF0000"/>
                </a:solidFill>
                <a:sym typeface="Symbol" panose="05050102010706020507" pitchFamily="18" charset="2"/>
              </a:rPr>
              <a:t>ID</a:t>
            </a:r>
            <a:r>
              <a:rPr lang="en-US" altLang="en-US" sz="2400" b="1" baseline="-25000" dirty="0">
                <a:solidFill>
                  <a:srgbClr val="FF0000"/>
                </a:solidFill>
                <a:sym typeface="Symbol" panose="05050102010706020507" pitchFamily="18" charset="2"/>
              </a:rPr>
              <a:t>, </a:t>
            </a:r>
            <a:r>
              <a:rPr lang="en-US" altLang="en-US" sz="2400" b="1" i="1" baseline="-25000" dirty="0" err="1">
                <a:solidFill>
                  <a:srgbClr val="FF0000"/>
                </a:solidFill>
                <a:sym typeface="Symbol" panose="05050102010706020507" pitchFamily="18" charset="2"/>
              </a:rPr>
              <a:t>course_id</a:t>
            </a:r>
            <a:r>
              <a:rPr lang="en-US" altLang="en-US" sz="2400" dirty="0">
                <a:sym typeface="Symbol" panose="05050102010706020507" pitchFamily="18" charset="2"/>
              </a:rPr>
              <a:t>(</a:t>
            </a:r>
            <a:r>
              <a:rPr lang="en-US" altLang="en-US" sz="2400" b="1" dirty="0">
                <a:sym typeface="Symbol" panose="05050102010706020507" pitchFamily="18" charset="2"/>
              </a:rPr>
              <a:t></a:t>
            </a:r>
            <a:r>
              <a:rPr lang="en-US" altLang="ja-JP" sz="2400" b="1" i="1" baseline="-25000" dirty="0">
                <a:sym typeface="Symbol" panose="05050102010706020507" pitchFamily="18" charset="2"/>
              </a:rPr>
              <a:t>year</a:t>
            </a:r>
            <a:r>
              <a:rPr lang="en-US" altLang="ja-JP" sz="2400" b="1" baseline="-25000" dirty="0">
                <a:sym typeface="Symbol" panose="05050102010706020507" pitchFamily="18" charset="2"/>
              </a:rPr>
              <a:t> = 2017 </a:t>
            </a:r>
            <a:r>
              <a:rPr lang="en-US" altLang="ja-JP" sz="2400" dirty="0">
                <a:sym typeface="Symbol" panose="05050102010706020507" pitchFamily="18" charset="2"/>
              </a:rPr>
              <a:t>(</a:t>
            </a:r>
            <a:r>
              <a:rPr lang="en-US" altLang="ja-JP" sz="2400" i="1" dirty="0">
                <a:sym typeface="Symbol" panose="05050102010706020507" pitchFamily="18" charset="2"/>
              </a:rPr>
              <a:t>teaches</a:t>
            </a:r>
            <a:r>
              <a:rPr lang="en-US" altLang="ja-JP" sz="2400" dirty="0">
                <a:sym typeface="Symbol" panose="05050102010706020507" pitchFamily="18" charset="2"/>
              </a:rPr>
              <a:t>)</a:t>
            </a:r>
            <a:r>
              <a:rPr lang="en-IN" altLang="en-US" sz="2400" dirty="0">
                <a:ea typeface="MS PGothic" panose="020B0600070205080204" pitchFamily="34" charset="-128"/>
              </a:rPr>
              <a:t>)</a:t>
            </a:r>
            <a:endParaRPr lang="en-IN" altLang="en-US" sz="2400" dirty="0">
              <a:ea typeface="MS PGothic" panose="020B0600070205080204" pitchFamily="34" charset="-128"/>
            </a:endParaRPr>
          </a:p>
          <a:p>
            <a:pPr lvl="1">
              <a:lnSpc>
                <a:spcPct val="120000"/>
              </a:lnSpc>
            </a:pPr>
            <a:r>
              <a:rPr lang="en-IN" altLang="en-US" sz="2400" dirty="0">
                <a:ea typeface="MS PGothic" panose="020B0600070205080204" pitchFamily="34" charset="-128"/>
              </a:rPr>
              <a:t>⨝</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baseline="-25000" dirty="0" err="1">
                <a:sym typeface="Symbol" panose="05050102010706020507" pitchFamily="18" charset="2"/>
              </a:rPr>
              <a:t>course_id</a:t>
            </a:r>
            <a:r>
              <a:rPr lang="en-US" altLang="ja-JP" sz="2400" i="1" baseline="-25000" dirty="0">
                <a:sym typeface="Symbol" panose="05050102010706020507" pitchFamily="18" charset="2"/>
              </a:rPr>
              <a:t>, title</a:t>
            </a:r>
            <a:r>
              <a:rPr lang="en-US" altLang="ja-JP" sz="2400" i="1" dirty="0">
                <a:sym typeface="Symbol" panose="05050102010706020507" pitchFamily="18" charset="2"/>
              </a:rPr>
              <a:t> </a:t>
            </a:r>
            <a:r>
              <a:rPr lang="en-US" altLang="ja-JP" sz="2400" dirty="0">
                <a:sym typeface="Symbol" panose="05050102010706020507" pitchFamily="18" charset="2"/>
              </a:rPr>
              <a:t>(</a:t>
            </a:r>
            <a:r>
              <a:rPr lang="en-US" altLang="ja-JP" sz="2400" i="1" dirty="0">
                <a:sym typeface="Symbol" panose="05050102010706020507" pitchFamily="18" charset="2"/>
              </a:rPr>
              <a:t>course</a:t>
            </a:r>
            <a:r>
              <a:rPr lang="en-US" altLang="ja-JP" sz="2400" dirty="0">
                <a:sym typeface="Symbol" panose="05050102010706020507" pitchFamily="18" charset="2"/>
              </a:rPr>
              <a:t>))</a:t>
            </a:r>
            <a:endParaRPr lang="en-US" altLang="ja-JP" sz="2400" dirty="0">
              <a:sym typeface="Symbol" panose="05050102010706020507" pitchFamily="18" charset="2"/>
            </a:endParaRPr>
          </a:p>
        </p:txBody>
      </p:sp>
      <p:sp>
        <p:nvSpPr>
          <p:cNvPr id="288" name="任意多边形: 形状 287"/>
          <p:cNvSpPr/>
          <p:nvPr/>
        </p:nvSpPr>
        <p:spPr>
          <a:xfrm flipV="1">
            <a:off x="9447963" y="1288663"/>
            <a:ext cx="29151" cy="488405"/>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289" name="任意多边形: 形状 288"/>
          <p:cNvSpPr/>
          <p:nvPr/>
        </p:nvSpPr>
        <p:spPr>
          <a:xfrm flipH="1" flipV="1">
            <a:off x="7308871" y="4466477"/>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290" name="任意多边形: 形状 289"/>
          <p:cNvSpPr/>
          <p:nvPr/>
        </p:nvSpPr>
        <p:spPr>
          <a:xfrm flipV="1">
            <a:off x="8598153" y="2155665"/>
            <a:ext cx="600217" cy="427446"/>
          </a:xfrm>
          <a:custGeom>
            <a:avLst/>
            <a:gdLst>
              <a:gd name="connsiteX0" fmla="*/ 473652 w 475837"/>
              <a:gd name="connsiteY0" fmla="*/ 313422 h 314485"/>
              <a:gd name="connsiteX1" fmla="*/ -2186 w 475837"/>
              <a:gd name="connsiteY1" fmla="*/ -1063 h 314485"/>
            </a:gdLst>
            <a:ahLst/>
            <a:cxnLst>
              <a:cxn ang="0">
                <a:pos x="connsiteX0" y="connsiteY0"/>
              </a:cxn>
              <a:cxn ang="0">
                <a:pos x="connsiteX1" y="connsiteY1"/>
              </a:cxn>
            </a:cxnLst>
            <a:rect l="l" t="t" r="r" b="b"/>
            <a:pathLst>
              <a:path w="475837" h="314485">
                <a:moveTo>
                  <a:pt x="473652" y="313422"/>
                </a:moveTo>
                <a:lnTo>
                  <a:pt x="-2186" y="-1063"/>
                </a:lnTo>
              </a:path>
            </a:pathLst>
          </a:custGeom>
          <a:noFill/>
          <a:ln w="11545" cap="flat">
            <a:solidFill>
              <a:srgbClr val="231F20"/>
            </a:solidFill>
            <a:prstDash val="solid"/>
            <a:miter/>
          </a:ln>
        </p:spPr>
        <p:txBody>
          <a:bodyPr rtlCol="0" anchor="ctr"/>
          <a:lstStyle/>
          <a:p>
            <a:endParaRPr lang="zh-CN" altLang="en-US"/>
          </a:p>
        </p:txBody>
      </p:sp>
      <p:sp>
        <p:nvSpPr>
          <p:cNvPr id="291" name="任意多边形: 形状 290"/>
          <p:cNvSpPr/>
          <p:nvPr/>
        </p:nvSpPr>
        <p:spPr>
          <a:xfrm flipV="1">
            <a:off x="7589821" y="2106752"/>
            <a:ext cx="3285169" cy="1270495"/>
          </a:xfrm>
          <a:custGeom>
            <a:avLst/>
            <a:gdLst>
              <a:gd name="connsiteX0" fmla="*/ 1713177 w 2604398"/>
              <a:gd name="connsiteY0" fmla="*/ 933811 h 934743"/>
              <a:gd name="connsiteX1" fmla="*/ 2602110 w 2604398"/>
              <a:gd name="connsiteY1" fmla="*/ 592109 h 934743"/>
              <a:gd name="connsiteX2" fmla="*/ 617433 w 2604398"/>
              <a:gd name="connsiteY2" fmla="*/ 349644 h 934743"/>
              <a:gd name="connsiteX3" fmla="*/ -2289 w 2604398"/>
              <a:gd name="connsiteY3" fmla="*/ -933 h 934743"/>
              <a:gd name="connsiteX4" fmla="*/ 967806 w 2604398"/>
              <a:gd name="connsiteY4" fmla="*/ 340422 h 934743"/>
              <a:gd name="connsiteX5" fmla="*/ 1551591 w 2604398"/>
              <a:gd name="connsiteY5" fmla="*/ 8200 h 93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4398" h="934743">
                <a:moveTo>
                  <a:pt x="1713177" y="933811"/>
                </a:moveTo>
                <a:lnTo>
                  <a:pt x="2602110" y="592109"/>
                </a:lnTo>
                <a:moveTo>
                  <a:pt x="617433" y="349644"/>
                </a:moveTo>
                <a:lnTo>
                  <a:pt x="-2289" y="-933"/>
                </a:lnTo>
                <a:moveTo>
                  <a:pt x="967806" y="340422"/>
                </a:moveTo>
                <a:lnTo>
                  <a:pt x="1551591" y="8200"/>
                </a:lnTo>
              </a:path>
            </a:pathLst>
          </a:custGeom>
          <a:noFill/>
          <a:ln w="11545" cap="flat">
            <a:solidFill>
              <a:srgbClr val="231F20"/>
            </a:solidFill>
            <a:prstDash val="solid"/>
            <a:miter/>
          </a:ln>
        </p:spPr>
        <p:txBody>
          <a:bodyPr rtlCol="0" anchor="ctr"/>
          <a:lstStyle/>
          <a:p>
            <a:endParaRPr lang="zh-CN" altLang="en-US"/>
          </a:p>
        </p:txBody>
      </p:sp>
      <p:sp>
        <p:nvSpPr>
          <p:cNvPr id="292" name="任意多边形: 形状 291"/>
          <p:cNvSpPr/>
          <p:nvPr/>
        </p:nvSpPr>
        <p:spPr>
          <a:xfrm flipV="1">
            <a:off x="9377811" y="4463388"/>
            <a:ext cx="45719" cy="415131"/>
          </a:xfrm>
          <a:custGeom>
            <a:avLst/>
            <a:gdLst>
              <a:gd name="connsiteX0" fmla="*/ -2398 w 23110"/>
              <a:gd name="connsiteY0" fmla="*/ 430913 h 431393"/>
              <a:gd name="connsiteX1" fmla="*/ -2398 w 23110"/>
              <a:gd name="connsiteY1" fmla="*/ -480 h 431393"/>
            </a:gdLst>
            <a:ahLst/>
            <a:cxnLst>
              <a:cxn ang="0">
                <a:pos x="connsiteX0" y="connsiteY0"/>
              </a:cxn>
              <a:cxn ang="0">
                <a:pos x="connsiteX1" y="connsiteY1"/>
              </a:cxn>
            </a:cxnLst>
            <a:rect l="l" t="t" r="r" b="b"/>
            <a:pathLst>
              <a:path w="23110" h="431393">
                <a:moveTo>
                  <a:pt x="-2398" y="430913"/>
                </a:moveTo>
                <a:lnTo>
                  <a:pt x="-2398" y="-480"/>
                </a:lnTo>
              </a:path>
            </a:pathLst>
          </a:custGeom>
          <a:noFill/>
          <a:ln w="3175" cap="flat">
            <a:solidFill>
              <a:schemeClr val="tx1"/>
            </a:solidFill>
            <a:prstDash val="solid"/>
            <a:miter/>
          </a:ln>
        </p:spPr>
        <p:txBody>
          <a:bodyPr rtlCol="0" anchor="ctr"/>
          <a:lstStyle/>
          <a:p>
            <a:endParaRPr lang="zh-CN" altLang="en-US"/>
          </a:p>
        </p:txBody>
      </p:sp>
      <p:sp>
        <p:nvSpPr>
          <p:cNvPr id="293" name="任意多边形: 形状 292"/>
          <p:cNvSpPr/>
          <p:nvPr/>
        </p:nvSpPr>
        <p:spPr>
          <a:xfrm flipV="1">
            <a:off x="10965767" y="2984547"/>
            <a:ext cx="29151" cy="1345573"/>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294" name="任意多边形: 形状 293"/>
          <p:cNvSpPr/>
          <p:nvPr/>
        </p:nvSpPr>
        <p:spPr>
          <a:xfrm>
            <a:off x="9342877" y="991221"/>
            <a:ext cx="170351" cy="254590"/>
          </a:xfrm>
          <a:custGeom>
            <a:avLst/>
            <a:gdLst>
              <a:gd name="connsiteX0" fmla="*/ 258 w 135050"/>
              <a:gd name="connsiteY0" fmla="*/ 8 h 187310"/>
              <a:gd name="connsiteX1" fmla="*/ 258 w 135050"/>
              <a:gd name="connsiteY1" fmla="*/ 3985 h 187310"/>
              <a:gd name="connsiteX2" fmla="*/ 5313 w 135050"/>
              <a:gd name="connsiteY2" fmla="*/ 3985 h 187310"/>
              <a:gd name="connsiteX3" fmla="*/ 19035 w 135050"/>
              <a:gd name="connsiteY3" fmla="*/ 20619 h 187310"/>
              <a:gd name="connsiteX4" fmla="*/ 19035 w 135050"/>
              <a:gd name="connsiteY4" fmla="*/ 167069 h 187310"/>
              <a:gd name="connsiteX5" fmla="*/ 5313 w 135050"/>
              <a:gd name="connsiteY5" fmla="*/ 183341 h 187310"/>
              <a:gd name="connsiteX6" fmla="*/ 619 w 135050"/>
              <a:gd name="connsiteY6" fmla="*/ 183341 h 187310"/>
              <a:gd name="connsiteX7" fmla="*/ 619 w 135050"/>
              <a:gd name="connsiteY7" fmla="*/ 187318 h 187310"/>
              <a:gd name="connsiteX8" fmla="*/ 56950 w 135050"/>
              <a:gd name="connsiteY8" fmla="*/ 187318 h 187310"/>
              <a:gd name="connsiteX9" fmla="*/ 56950 w 135050"/>
              <a:gd name="connsiteY9" fmla="*/ 183341 h 187310"/>
              <a:gd name="connsiteX10" fmla="*/ 51895 w 135050"/>
              <a:gd name="connsiteY10" fmla="*/ 183341 h 187310"/>
              <a:gd name="connsiteX11" fmla="*/ 38534 w 135050"/>
              <a:gd name="connsiteY11" fmla="*/ 167069 h 187310"/>
              <a:gd name="connsiteX12" fmla="*/ 38534 w 135050"/>
              <a:gd name="connsiteY12" fmla="*/ 20619 h 187310"/>
              <a:gd name="connsiteX13" fmla="*/ 52256 w 135050"/>
              <a:gd name="connsiteY13" fmla="*/ 3985 h 187310"/>
              <a:gd name="connsiteX14" fmla="*/ 83671 w 135050"/>
              <a:gd name="connsiteY14" fmla="*/ 3985 h 187310"/>
              <a:gd name="connsiteX15" fmla="*/ 97393 w 135050"/>
              <a:gd name="connsiteY15" fmla="*/ 20619 h 187310"/>
              <a:gd name="connsiteX16" fmla="*/ 97393 w 135050"/>
              <a:gd name="connsiteY16" fmla="*/ 167069 h 187310"/>
              <a:gd name="connsiteX17" fmla="*/ 83671 w 135050"/>
              <a:gd name="connsiteY17" fmla="*/ 183341 h 187310"/>
              <a:gd name="connsiteX18" fmla="*/ 78977 w 135050"/>
              <a:gd name="connsiteY18" fmla="*/ 183341 h 187310"/>
              <a:gd name="connsiteX19" fmla="*/ 78977 w 135050"/>
              <a:gd name="connsiteY19" fmla="*/ 187318 h 187310"/>
              <a:gd name="connsiteX20" fmla="*/ 134947 w 135050"/>
              <a:gd name="connsiteY20" fmla="*/ 187318 h 187310"/>
              <a:gd name="connsiteX21" fmla="*/ 134947 w 135050"/>
              <a:gd name="connsiteY21" fmla="*/ 183341 h 187310"/>
              <a:gd name="connsiteX22" fmla="*/ 130253 w 135050"/>
              <a:gd name="connsiteY22" fmla="*/ 183341 h 187310"/>
              <a:gd name="connsiteX23" fmla="*/ 116892 w 135050"/>
              <a:gd name="connsiteY23" fmla="*/ 167069 h 187310"/>
              <a:gd name="connsiteX24" fmla="*/ 116892 w 135050"/>
              <a:gd name="connsiteY24" fmla="*/ 20619 h 187310"/>
              <a:gd name="connsiteX25" fmla="*/ 130614 w 135050"/>
              <a:gd name="connsiteY25" fmla="*/ 3985 h 187310"/>
              <a:gd name="connsiteX26" fmla="*/ 135308 w 135050"/>
              <a:gd name="connsiteY26" fmla="*/ 3985 h 187310"/>
              <a:gd name="connsiteX27" fmla="*/ 135308 w 135050"/>
              <a:gd name="connsiteY27" fmla="*/ 8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258" y="8"/>
                </a:moveTo>
                <a:lnTo>
                  <a:pt x="258" y="3985"/>
                </a:lnTo>
                <a:lnTo>
                  <a:pt x="5313" y="3985"/>
                </a:lnTo>
                <a:cubicBezTo>
                  <a:pt x="17230" y="3985"/>
                  <a:pt x="19035" y="6155"/>
                  <a:pt x="19035" y="20619"/>
                </a:cubicBezTo>
                <a:lnTo>
                  <a:pt x="19035" y="167069"/>
                </a:lnTo>
                <a:cubicBezTo>
                  <a:pt x="19035" y="181533"/>
                  <a:pt x="17230" y="183341"/>
                  <a:pt x="5313" y="183341"/>
                </a:cubicBezTo>
                <a:lnTo>
                  <a:pt x="619" y="183341"/>
                </a:lnTo>
                <a:lnTo>
                  <a:pt x="619" y="187318"/>
                </a:lnTo>
                <a:lnTo>
                  <a:pt x="56950" y="187318"/>
                </a:lnTo>
                <a:lnTo>
                  <a:pt x="56950" y="183341"/>
                </a:lnTo>
                <a:lnTo>
                  <a:pt x="51895" y="183341"/>
                </a:lnTo>
                <a:cubicBezTo>
                  <a:pt x="40340" y="183341"/>
                  <a:pt x="38534" y="181171"/>
                  <a:pt x="38534" y="167069"/>
                </a:cubicBezTo>
                <a:lnTo>
                  <a:pt x="38534" y="20619"/>
                </a:lnTo>
                <a:cubicBezTo>
                  <a:pt x="38534" y="6155"/>
                  <a:pt x="40340" y="3985"/>
                  <a:pt x="52256" y="3985"/>
                </a:cubicBezTo>
                <a:lnTo>
                  <a:pt x="83671" y="3985"/>
                </a:lnTo>
                <a:cubicBezTo>
                  <a:pt x="95226" y="3985"/>
                  <a:pt x="97393" y="6155"/>
                  <a:pt x="97393" y="20619"/>
                </a:cubicBezTo>
                <a:lnTo>
                  <a:pt x="97393" y="167069"/>
                </a:lnTo>
                <a:cubicBezTo>
                  <a:pt x="97393" y="181533"/>
                  <a:pt x="95226" y="183341"/>
                  <a:pt x="83671" y="183341"/>
                </a:cubicBezTo>
                <a:lnTo>
                  <a:pt x="78977" y="183341"/>
                </a:lnTo>
                <a:lnTo>
                  <a:pt x="78977" y="187318"/>
                </a:lnTo>
                <a:lnTo>
                  <a:pt x="134947" y="187318"/>
                </a:lnTo>
                <a:lnTo>
                  <a:pt x="134947" y="183341"/>
                </a:lnTo>
                <a:lnTo>
                  <a:pt x="130253" y="183341"/>
                </a:lnTo>
                <a:cubicBezTo>
                  <a:pt x="118698" y="183341"/>
                  <a:pt x="116892" y="181171"/>
                  <a:pt x="116892" y="167069"/>
                </a:cubicBezTo>
                <a:lnTo>
                  <a:pt x="116892" y="20619"/>
                </a:lnTo>
                <a:cubicBezTo>
                  <a:pt x="116892" y="6155"/>
                  <a:pt x="118698" y="3985"/>
                  <a:pt x="130614" y="3985"/>
                </a:cubicBezTo>
                <a:lnTo>
                  <a:pt x="135308" y="3985"/>
                </a:lnTo>
                <a:lnTo>
                  <a:pt x="135308" y="8"/>
                </a:lnTo>
                <a:close/>
              </a:path>
            </a:pathLst>
          </a:custGeom>
          <a:solidFill>
            <a:srgbClr val="000000"/>
          </a:solidFill>
          <a:ln w="23090" cap="flat">
            <a:noFill/>
            <a:prstDash val="solid"/>
            <a:miter/>
          </a:ln>
        </p:spPr>
        <p:txBody>
          <a:bodyPr rtlCol="0" anchor="ctr"/>
          <a:lstStyle/>
          <a:p>
            <a:endParaRPr lang="zh-CN" altLang="en-US"/>
          </a:p>
        </p:txBody>
      </p:sp>
      <p:grpSp>
        <p:nvGrpSpPr>
          <p:cNvPr id="295" name="Graphic 2"/>
          <p:cNvGrpSpPr/>
          <p:nvPr/>
        </p:nvGrpSpPr>
        <p:grpSpPr>
          <a:xfrm>
            <a:off x="9545898" y="1126380"/>
            <a:ext cx="815568" cy="173495"/>
            <a:chOff x="8779618" y="2714205"/>
            <a:chExt cx="646561" cy="127646"/>
          </a:xfrm>
        </p:grpSpPr>
        <p:sp>
          <p:nvSpPr>
            <p:cNvPr id="296" name="任意多边形: 形状 295"/>
            <p:cNvSpPr/>
            <p:nvPr/>
          </p:nvSpPr>
          <p:spPr>
            <a:xfrm>
              <a:off x="8779618" y="2750727"/>
              <a:ext cx="69330" cy="74128"/>
            </a:xfrm>
            <a:custGeom>
              <a:avLst/>
              <a:gdLst>
                <a:gd name="connsiteX0" fmla="*/ 33847 w 69330"/>
                <a:gd name="connsiteY0" fmla="*/ 11 h 74128"/>
                <a:gd name="connsiteX1" fmla="*/ 11820 w 69330"/>
                <a:gd name="connsiteY1" fmla="*/ 2180 h 74128"/>
                <a:gd name="connsiteX2" fmla="*/ 10737 w 69330"/>
                <a:gd name="connsiteY2" fmla="*/ 5434 h 74128"/>
                <a:gd name="connsiteX3" fmla="*/ 12542 w 69330"/>
                <a:gd name="connsiteY3" fmla="*/ 5073 h 74128"/>
                <a:gd name="connsiteX4" fmla="*/ 15431 w 69330"/>
                <a:gd name="connsiteY4" fmla="*/ 4711 h 74128"/>
                <a:gd name="connsiteX5" fmla="*/ 19042 w 69330"/>
                <a:gd name="connsiteY5" fmla="*/ 7966 h 74128"/>
                <a:gd name="connsiteX6" fmla="*/ 17598 w 69330"/>
                <a:gd name="connsiteY6" fmla="*/ 14836 h 74128"/>
                <a:gd name="connsiteX7" fmla="*/ 265 w 69330"/>
                <a:gd name="connsiteY7" fmla="*/ 72331 h 74128"/>
                <a:gd name="connsiteX8" fmla="*/ 12181 w 69330"/>
                <a:gd name="connsiteY8" fmla="*/ 72331 h 74128"/>
                <a:gd name="connsiteX9" fmla="*/ 17236 w 69330"/>
                <a:gd name="connsiteY9" fmla="*/ 53528 h 74128"/>
                <a:gd name="connsiteX10" fmla="*/ 32402 w 69330"/>
                <a:gd name="connsiteY10" fmla="*/ 26769 h 74128"/>
                <a:gd name="connsiteX11" fmla="*/ 52624 w 69330"/>
                <a:gd name="connsiteY11" fmla="*/ 9774 h 74128"/>
                <a:gd name="connsiteX12" fmla="*/ 56596 w 69330"/>
                <a:gd name="connsiteY12" fmla="*/ 14475 h 74128"/>
                <a:gd name="connsiteX13" fmla="*/ 55513 w 69330"/>
                <a:gd name="connsiteY13" fmla="*/ 22068 h 74128"/>
                <a:gd name="connsiteX14" fmla="*/ 42874 w 69330"/>
                <a:gd name="connsiteY14" fmla="*/ 62930 h 74128"/>
                <a:gd name="connsiteX15" fmla="*/ 41791 w 69330"/>
                <a:gd name="connsiteY15" fmla="*/ 67630 h 74128"/>
                <a:gd name="connsiteX16" fmla="*/ 48652 w 69330"/>
                <a:gd name="connsiteY16" fmla="*/ 74139 h 74128"/>
                <a:gd name="connsiteX17" fmla="*/ 69595 w 69330"/>
                <a:gd name="connsiteY17" fmla="*/ 58590 h 74128"/>
                <a:gd name="connsiteX18" fmla="*/ 68151 w 69330"/>
                <a:gd name="connsiteY18" fmla="*/ 57144 h 74128"/>
                <a:gd name="connsiteX19" fmla="*/ 56957 w 69330"/>
                <a:gd name="connsiteY19" fmla="*/ 66546 h 74128"/>
                <a:gd name="connsiteX20" fmla="*/ 54790 w 69330"/>
                <a:gd name="connsiteY20" fmla="*/ 64376 h 74128"/>
                <a:gd name="connsiteX21" fmla="*/ 55513 w 69330"/>
                <a:gd name="connsiteY21" fmla="*/ 60760 h 74128"/>
                <a:gd name="connsiteX22" fmla="*/ 67068 w 69330"/>
                <a:gd name="connsiteY22" fmla="*/ 20260 h 74128"/>
                <a:gd name="connsiteX23" fmla="*/ 68512 w 69330"/>
                <a:gd name="connsiteY23" fmla="*/ 10859 h 74128"/>
                <a:gd name="connsiteX24" fmla="*/ 59846 w 69330"/>
                <a:gd name="connsiteY24" fmla="*/ 734 h 74128"/>
                <a:gd name="connsiteX25" fmla="*/ 23014 w 69330"/>
                <a:gd name="connsiteY25" fmla="*/ 3400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847" y="11"/>
                  </a:moveTo>
                  <a:cubicBezTo>
                    <a:pt x="23736" y="1457"/>
                    <a:pt x="21931" y="1457"/>
                    <a:pt x="11820" y="2180"/>
                  </a:cubicBezTo>
                  <a:lnTo>
                    <a:pt x="10737" y="5434"/>
                  </a:lnTo>
                  <a:lnTo>
                    <a:pt x="12542" y="5073"/>
                  </a:lnTo>
                  <a:cubicBezTo>
                    <a:pt x="13625" y="5073"/>
                    <a:pt x="14709" y="4711"/>
                    <a:pt x="15431" y="4711"/>
                  </a:cubicBezTo>
                  <a:cubicBezTo>
                    <a:pt x="17236" y="4711"/>
                    <a:pt x="19042" y="6519"/>
                    <a:pt x="19042" y="7966"/>
                  </a:cubicBezTo>
                  <a:cubicBezTo>
                    <a:pt x="19042" y="8689"/>
                    <a:pt x="18681" y="11582"/>
                    <a:pt x="17598" y="14836"/>
                  </a:cubicBezTo>
                  <a:lnTo>
                    <a:pt x="265" y="72331"/>
                  </a:lnTo>
                  <a:lnTo>
                    <a:pt x="12181" y="72331"/>
                  </a:lnTo>
                  <a:lnTo>
                    <a:pt x="17236" y="53528"/>
                  </a:lnTo>
                  <a:cubicBezTo>
                    <a:pt x="20125" y="44488"/>
                    <a:pt x="24097" y="37256"/>
                    <a:pt x="32402" y="26769"/>
                  </a:cubicBezTo>
                  <a:cubicBezTo>
                    <a:pt x="42152" y="14836"/>
                    <a:pt x="47930" y="9774"/>
                    <a:pt x="52624" y="9774"/>
                  </a:cubicBezTo>
                  <a:cubicBezTo>
                    <a:pt x="54790" y="9774"/>
                    <a:pt x="56596" y="11943"/>
                    <a:pt x="56596" y="14475"/>
                  </a:cubicBezTo>
                  <a:cubicBezTo>
                    <a:pt x="56596" y="16283"/>
                    <a:pt x="56235" y="19537"/>
                    <a:pt x="55513" y="22068"/>
                  </a:cubicBezTo>
                  <a:lnTo>
                    <a:pt x="42874" y="62930"/>
                  </a:lnTo>
                  <a:cubicBezTo>
                    <a:pt x="42152" y="64376"/>
                    <a:pt x="41791" y="66546"/>
                    <a:pt x="41791" y="67630"/>
                  </a:cubicBezTo>
                  <a:cubicBezTo>
                    <a:pt x="41791" y="71246"/>
                    <a:pt x="44680" y="74139"/>
                    <a:pt x="48652" y="74139"/>
                  </a:cubicBezTo>
                  <a:cubicBezTo>
                    <a:pt x="54790" y="74139"/>
                    <a:pt x="62012" y="69077"/>
                    <a:pt x="69595" y="58590"/>
                  </a:cubicBezTo>
                  <a:lnTo>
                    <a:pt x="68151" y="57144"/>
                  </a:lnTo>
                  <a:cubicBezTo>
                    <a:pt x="63818" y="62930"/>
                    <a:pt x="59124" y="66546"/>
                    <a:pt x="56957" y="66546"/>
                  </a:cubicBezTo>
                  <a:cubicBezTo>
                    <a:pt x="55874" y="66546"/>
                    <a:pt x="54790" y="65461"/>
                    <a:pt x="54790" y="64376"/>
                  </a:cubicBezTo>
                  <a:cubicBezTo>
                    <a:pt x="54790" y="63291"/>
                    <a:pt x="55152" y="62206"/>
                    <a:pt x="55513" y="60760"/>
                  </a:cubicBezTo>
                  <a:lnTo>
                    <a:pt x="67068" y="20260"/>
                  </a:lnTo>
                  <a:cubicBezTo>
                    <a:pt x="68151" y="17006"/>
                    <a:pt x="68512" y="14113"/>
                    <a:pt x="68512" y="10859"/>
                  </a:cubicBezTo>
                  <a:cubicBezTo>
                    <a:pt x="68512" y="4711"/>
                    <a:pt x="65262" y="734"/>
                    <a:pt x="59846" y="734"/>
                  </a:cubicBezTo>
                  <a:cubicBezTo>
                    <a:pt x="50096" y="734"/>
                    <a:pt x="39624" y="10135"/>
                    <a:pt x="23014" y="34001"/>
                  </a:cubicBezTo>
                  <a:close/>
                </a:path>
              </a:pathLst>
            </a:custGeom>
            <a:solidFill>
              <a:srgbClr val="000000"/>
            </a:solidFill>
            <a:ln w="23090" cap="flat">
              <a:noFill/>
              <a:prstDash val="solid"/>
              <a:miter/>
            </a:ln>
          </p:spPr>
          <p:txBody>
            <a:bodyPr rtlCol="0" anchor="ctr"/>
            <a:lstStyle/>
            <a:p>
              <a:endParaRPr lang="zh-CN" altLang="en-US"/>
            </a:p>
          </p:txBody>
        </p:sp>
        <p:sp>
          <p:nvSpPr>
            <p:cNvPr id="297" name="任意多边形: 形状 296"/>
            <p:cNvSpPr/>
            <p:nvPr/>
          </p:nvSpPr>
          <p:spPr>
            <a:xfrm>
              <a:off x="8859496" y="2751450"/>
              <a:ext cx="70413" cy="74128"/>
            </a:xfrm>
            <a:custGeom>
              <a:avLst/>
              <a:gdLst>
                <a:gd name="connsiteX0" fmla="*/ 66710 w 70413"/>
                <a:gd name="connsiteY0" fmla="*/ 54974 h 74128"/>
                <a:gd name="connsiteX1" fmla="*/ 54794 w 70413"/>
                <a:gd name="connsiteY1" fmla="*/ 65461 h 74128"/>
                <a:gd name="connsiteX2" fmla="*/ 52988 w 70413"/>
                <a:gd name="connsiteY2" fmla="*/ 63653 h 74128"/>
                <a:gd name="connsiteX3" fmla="*/ 54072 w 70413"/>
                <a:gd name="connsiteY3" fmla="*/ 59314 h 74128"/>
                <a:gd name="connsiteX4" fmla="*/ 70682 w 70413"/>
                <a:gd name="connsiteY4" fmla="*/ 734 h 74128"/>
                <a:gd name="connsiteX5" fmla="*/ 58405 w 70413"/>
                <a:gd name="connsiteY5" fmla="*/ 2180 h 74128"/>
                <a:gd name="connsiteX6" fmla="*/ 56238 w 70413"/>
                <a:gd name="connsiteY6" fmla="*/ 10859 h 74128"/>
                <a:gd name="connsiteX7" fmla="*/ 44322 w 70413"/>
                <a:gd name="connsiteY7" fmla="*/ 11 h 74128"/>
                <a:gd name="connsiteX8" fmla="*/ 268 w 70413"/>
                <a:gd name="connsiteY8" fmla="*/ 56059 h 74128"/>
                <a:gd name="connsiteX9" fmla="*/ 14351 w 70413"/>
                <a:gd name="connsiteY9" fmla="*/ 73416 h 74128"/>
                <a:gd name="connsiteX10" fmla="*/ 30239 w 70413"/>
                <a:gd name="connsiteY10" fmla="*/ 67269 h 74128"/>
                <a:gd name="connsiteX11" fmla="*/ 43961 w 70413"/>
                <a:gd name="connsiteY11" fmla="*/ 52443 h 74128"/>
                <a:gd name="connsiteX12" fmla="*/ 43239 w 70413"/>
                <a:gd name="connsiteY12" fmla="*/ 56059 h 74128"/>
                <a:gd name="connsiteX13" fmla="*/ 41072 w 70413"/>
                <a:gd name="connsiteY13" fmla="*/ 66907 h 74128"/>
                <a:gd name="connsiteX14" fmla="*/ 47572 w 70413"/>
                <a:gd name="connsiteY14" fmla="*/ 74139 h 74128"/>
                <a:gd name="connsiteX15" fmla="*/ 68877 w 70413"/>
                <a:gd name="connsiteY15" fmla="*/ 57144 h 74128"/>
                <a:gd name="connsiteX16" fmla="*/ 44683 w 70413"/>
                <a:gd name="connsiteY16" fmla="*/ 4711 h 74128"/>
                <a:gd name="connsiteX17" fmla="*/ 53350 w 70413"/>
                <a:gd name="connsiteY17" fmla="*/ 14836 h 74128"/>
                <a:gd name="connsiteX18" fmla="*/ 36739 w 70413"/>
                <a:gd name="connsiteY18" fmla="*/ 54974 h 74128"/>
                <a:gd name="connsiteX19" fmla="*/ 21573 w 70413"/>
                <a:gd name="connsiteY19" fmla="*/ 64014 h 74128"/>
                <a:gd name="connsiteX20" fmla="*/ 12907 w 70413"/>
                <a:gd name="connsiteY20" fmla="*/ 53166 h 74128"/>
                <a:gd name="connsiteX21" fmla="*/ 26267 w 70413"/>
                <a:gd name="connsiteY21" fmla="*/ 18091 h 74128"/>
                <a:gd name="connsiteX22" fmla="*/ 44683 w 70413"/>
                <a:gd name="connsiteY22" fmla="*/ 471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0" y="54974"/>
                  </a:moveTo>
                  <a:cubicBezTo>
                    <a:pt x="62016" y="61845"/>
                    <a:pt x="58044" y="65461"/>
                    <a:pt x="54794" y="65461"/>
                  </a:cubicBezTo>
                  <a:cubicBezTo>
                    <a:pt x="53711" y="65461"/>
                    <a:pt x="52988" y="64738"/>
                    <a:pt x="52988" y="63653"/>
                  </a:cubicBezTo>
                  <a:cubicBezTo>
                    <a:pt x="52988" y="62930"/>
                    <a:pt x="52988" y="62568"/>
                    <a:pt x="54072" y="59314"/>
                  </a:cubicBezTo>
                  <a:lnTo>
                    <a:pt x="70682" y="734"/>
                  </a:lnTo>
                  <a:lnTo>
                    <a:pt x="58405" y="2180"/>
                  </a:lnTo>
                  <a:lnTo>
                    <a:pt x="56238" y="10859"/>
                  </a:lnTo>
                  <a:cubicBezTo>
                    <a:pt x="54794" y="3988"/>
                    <a:pt x="50461" y="11"/>
                    <a:pt x="44322" y="11"/>
                  </a:cubicBezTo>
                  <a:cubicBezTo>
                    <a:pt x="25184" y="11"/>
                    <a:pt x="268" y="31470"/>
                    <a:pt x="268" y="56059"/>
                  </a:cubicBezTo>
                  <a:cubicBezTo>
                    <a:pt x="268" y="66546"/>
                    <a:pt x="6046" y="73416"/>
                    <a:pt x="14351" y="73416"/>
                  </a:cubicBezTo>
                  <a:cubicBezTo>
                    <a:pt x="19045" y="73416"/>
                    <a:pt x="25184" y="71246"/>
                    <a:pt x="30239" y="67269"/>
                  </a:cubicBezTo>
                  <a:cubicBezTo>
                    <a:pt x="34934" y="64014"/>
                    <a:pt x="37822" y="60760"/>
                    <a:pt x="43961" y="52443"/>
                  </a:cubicBezTo>
                  <a:cubicBezTo>
                    <a:pt x="43961" y="53889"/>
                    <a:pt x="43239" y="55698"/>
                    <a:pt x="43239" y="56059"/>
                  </a:cubicBezTo>
                  <a:cubicBezTo>
                    <a:pt x="41072" y="64376"/>
                    <a:pt x="41072" y="64376"/>
                    <a:pt x="41072" y="66907"/>
                  </a:cubicBezTo>
                  <a:cubicBezTo>
                    <a:pt x="41072" y="71246"/>
                    <a:pt x="43600" y="74139"/>
                    <a:pt x="47572" y="74139"/>
                  </a:cubicBezTo>
                  <a:cubicBezTo>
                    <a:pt x="54072" y="74139"/>
                    <a:pt x="60572" y="68715"/>
                    <a:pt x="68877" y="57144"/>
                  </a:cubicBezTo>
                  <a:close/>
                  <a:moveTo>
                    <a:pt x="44683" y="4711"/>
                  </a:moveTo>
                  <a:cubicBezTo>
                    <a:pt x="50100" y="4711"/>
                    <a:pt x="53350" y="8689"/>
                    <a:pt x="53350" y="14836"/>
                  </a:cubicBezTo>
                  <a:cubicBezTo>
                    <a:pt x="53350" y="26769"/>
                    <a:pt x="46128" y="44488"/>
                    <a:pt x="36739" y="54974"/>
                  </a:cubicBezTo>
                  <a:cubicBezTo>
                    <a:pt x="31684" y="60760"/>
                    <a:pt x="25906" y="64014"/>
                    <a:pt x="21573" y="64014"/>
                  </a:cubicBezTo>
                  <a:cubicBezTo>
                    <a:pt x="15796" y="64014"/>
                    <a:pt x="12907" y="60398"/>
                    <a:pt x="12907" y="53166"/>
                  </a:cubicBezTo>
                  <a:cubicBezTo>
                    <a:pt x="12907" y="43403"/>
                    <a:pt x="17601" y="30747"/>
                    <a:pt x="26267" y="18091"/>
                  </a:cubicBezTo>
                  <a:cubicBezTo>
                    <a:pt x="32406" y="9412"/>
                    <a:pt x="38545" y="4711"/>
                    <a:pt x="44683" y="4711"/>
                  </a:cubicBezTo>
                  <a:close/>
                </a:path>
              </a:pathLst>
            </a:custGeom>
            <a:solidFill>
              <a:srgbClr val="000000"/>
            </a:solidFill>
            <a:ln w="23090" cap="flat">
              <a:noFill/>
              <a:prstDash val="solid"/>
              <a:miter/>
            </a:ln>
          </p:spPr>
          <p:txBody>
            <a:bodyPr rtlCol="0" anchor="ctr"/>
            <a:lstStyle/>
            <a:p>
              <a:endParaRPr lang="zh-CN" altLang="en-US"/>
            </a:p>
          </p:txBody>
        </p:sp>
        <p:sp>
          <p:nvSpPr>
            <p:cNvPr id="298" name="任意多边形: 形状 297"/>
            <p:cNvSpPr/>
            <p:nvPr/>
          </p:nvSpPr>
          <p:spPr>
            <a:xfrm>
              <a:off x="8938353" y="2750004"/>
              <a:ext cx="109412" cy="73767"/>
            </a:xfrm>
            <a:custGeom>
              <a:avLst/>
              <a:gdLst>
                <a:gd name="connsiteX0" fmla="*/ 33132 w 109412"/>
                <a:gd name="connsiteY0" fmla="*/ 11 h 73767"/>
                <a:gd name="connsiteX1" fmla="*/ 11105 w 109412"/>
                <a:gd name="connsiteY1" fmla="*/ 2903 h 73767"/>
                <a:gd name="connsiteX2" fmla="*/ 10382 w 109412"/>
                <a:gd name="connsiteY2" fmla="*/ 6158 h 73767"/>
                <a:gd name="connsiteX3" fmla="*/ 12188 w 109412"/>
                <a:gd name="connsiteY3" fmla="*/ 5796 h 73767"/>
                <a:gd name="connsiteX4" fmla="*/ 14716 w 109412"/>
                <a:gd name="connsiteY4" fmla="*/ 5434 h 73767"/>
                <a:gd name="connsiteX5" fmla="*/ 18327 w 109412"/>
                <a:gd name="connsiteY5" fmla="*/ 8689 h 73767"/>
                <a:gd name="connsiteX6" fmla="*/ 17604 w 109412"/>
                <a:gd name="connsiteY6" fmla="*/ 13390 h 73767"/>
                <a:gd name="connsiteX7" fmla="*/ 272 w 109412"/>
                <a:gd name="connsiteY7" fmla="*/ 73055 h 73767"/>
                <a:gd name="connsiteX8" fmla="*/ 12188 w 109412"/>
                <a:gd name="connsiteY8" fmla="*/ 73055 h 73767"/>
                <a:gd name="connsiteX9" fmla="*/ 17243 w 109412"/>
                <a:gd name="connsiteY9" fmla="*/ 54613 h 73767"/>
                <a:gd name="connsiteX10" fmla="*/ 32770 w 109412"/>
                <a:gd name="connsiteY10" fmla="*/ 26407 h 73767"/>
                <a:gd name="connsiteX11" fmla="*/ 52631 w 109412"/>
                <a:gd name="connsiteY11" fmla="*/ 9412 h 73767"/>
                <a:gd name="connsiteX12" fmla="*/ 56603 w 109412"/>
                <a:gd name="connsiteY12" fmla="*/ 13751 h 73767"/>
                <a:gd name="connsiteX13" fmla="*/ 55881 w 109412"/>
                <a:gd name="connsiteY13" fmla="*/ 18814 h 73767"/>
                <a:gd name="connsiteX14" fmla="*/ 40354 w 109412"/>
                <a:gd name="connsiteY14" fmla="*/ 73055 h 73767"/>
                <a:gd name="connsiteX15" fmla="*/ 52270 w 109412"/>
                <a:gd name="connsiteY15" fmla="*/ 73055 h 73767"/>
                <a:gd name="connsiteX16" fmla="*/ 57686 w 109412"/>
                <a:gd name="connsiteY16" fmla="*/ 54251 h 73767"/>
                <a:gd name="connsiteX17" fmla="*/ 71769 w 109412"/>
                <a:gd name="connsiteY17" fmla="*/ 27492 h 73767"/>
                <a:gd name="connsiteX18" fmla="*/ 92351 w 109412"/>
                <a:gd name="connsiteY18" fmla="*/ 9412 h 73767"/>
                <a:gd name="connsiteX19" fmla="*/ 96685 w 109412"/>
                <a:gd name="connsiteY19" fmla="*/ 14113 h 73767"/>
                <a:gd name="connsiteX20" fmla="*/ 95962 w 109412"/>
                <a:gd name="connsiteY20" fmla="*/ 18814 h 73767"/>
                <a:gd name="connsiteX21" fmla="*/ 83324 w 109412"/>
                <a:gd name="connsiteY21" fmla="*/ 62206 h 73767"/>
                <a:gd name="connsiteX22" fmla="*/ 82241 w 109412"/>
                <a:gd name="connsiteY22" fmla="*/ 66907 h 73767"/>
                <a:gd name="connsiteX23" fmla="*/ 89101 w 109412"/>
                <a:gd name="connsiteY23" fmla="*/ 73778 h 73767"/>
                <a:gd name="connsiteX24" fmla="*/ 109684 w 109412"/>
                <a:gd name="connsiteY24" fmla="*/ 58229 h 73767"/>
                <a:gd name="connsiteX25" fmla="*/ 107878 w 109412"/>
                <a:gd name="connsiteY25" fmla="*/ 56421 h 73767"/>
                <a:gd name="connsiteX26" fmla="*/ 96685 w 109412"/>
                <a:gd name="connsiteY26" fmla="*/ 65822 h 73767"/>
                <a:gd name="connsiteX27" fmla="*/ 94879 w 109412"/>
                <a:gd name="connsiteY27" fmla="*/ 63653 h 73767"/>
                <a:gd name="connsiteX28" fmla="*/ 95601 w 109412"/>
                <a:gd name="connsiteY28" fmla="*/ 60398 h 73767"/>
                <a:gd name="connsiteX29" fmla="*/ 106434 w 109412"/>
                <a:gd name="connsiteY29" fmla="*/ 22430 h 73767"/>
                <a:gd name="connsiteX30" fmla="*/ 108601 w 109412"/>
                <a:gd name="connsiteY30" fmla="*/ 9774 h 73767"/>
                <a:gd name="connsiteX31" fmla="*/ 99934 w 109412"/>
                <a:gd name="connsiteY31" fmla="*/ 11 h 73767"/>
                <a:gd name="connsiteX32" fmla="*/ 63464 w 109412"/>
                <a:gd name="connsiteY32" fmla="*/ 33640 h 73767"/>
                <a:gd name="connsiteX33" fmla="*/ 67797 w 109412"/>
                <a:gd name="connsiteY33" fmla="*/ 18814 h 73767"/>
                <a:gd name="connsiteX34" fmla="*/ 69241 w 109412"/>
                <a:gd name="connsiteY34" fmla="*/ 9774 h 73767"/>
                <a:gd name="connsiteX35" fmla="*/ 60575 w 109412"/>
                <a:gd name="connsiteY35" fmla="*/ 11 h 73767"/>
                <a:gd name="connsiteX36" fmla="*/ 23021 w 109412"/>
                <a:gd name="connsiteY36" fmla="*/ 35448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132" y="11"/>
                  </a:moveTo>
                  <a:cubicBezTo>
                    <a:pt x="23021" y="1818"/>
                    <a:pt x="21577" y="1818"/>
                    <a:pt x="11105" y="2903"/>
                  </a:cubicBezTo>
                  <a:lnTo>
                    <a:pt x="10382" y="6158"/>
                  </a:lnTo>
                  <a:lnTo>
                    <a:pt x="12188" y="5796"/>
                  </a:lnTo>
                  <a:cubicBezTo>
                    <a:pt x="13271" y="5796"/>
                    <a:pt x="13993" y="5434"/>
                    <a:pt x="14716" y="5434"/>
                  </a:cubicBezTo>
                  <a:cubicBezTo>
                    <a:pt x="16882" y="5434"/>
                    <a:pt x="18327" y="6881"/>
                    <a:pt x="18327" y="8689"/>
                  </a:cubicBezTo>
                  <a:cubicBezTo>
                    <a:pt x="18327" y="9412"/>
                    <a:pt x="18327" y="11220"/>
                    <a:pt x="17604" y="13390"/>
                  </a:cubicBezTo>
                  <a:lnTo>
                    <a:pt x="272" y="73055"/>
                  </a:lnTo>
                  <a:lnTo>
                    <a:pt x="12188" y="73055"/>
                  </a:lnTo>
                  <a:lnTo>
                    <a:pt x="17243" y="54613"/>
                  </a:lnTo>
                  <a:cubicBezTo>
                    <a:pt x="20132" y="44849"/>
                    <a:pt x="24104" y="37617"/>
                    <a:pt x="32770" y="26407"/>
                  </a:cubicBezTo>
                  <a:cubicBezTo>
                    <a:pt x="41798" y="15198"/>
                    <a:pt x="48298" y="9412"/>
                    <a:pt x="52631" y="9412"/>
                  </a:cubicBezTo>
                  <a:cubicBezTo>
                    <a:pt x="55158" y="9412"/>
                    <a:pt x="56603" y="11220"/>
                    <a:pt x="56603" y="13751"/>
                  </a:cubicBezTo>
                  <a:cubicBezTo>
                    <a:pt x="56603" y="15198"/>
                    <a:pt x="56242" y="17367"/>
                    <a:pt x="55881" y="18814"/>
                  </a:cubicBezTo>
                  <a:lnTo>
                    <a:pt x="40354" y="73055"/>
                  </a:lnTo>
                  <a:lnTo>
                    <a:pt x="52270" y="73055"/>
                  </a:lnTo>
                  <a:lnTo>
                    <a:pt x="57686" y="54251"/>
                  </a:lnTo>
                  <a:cubicBezTo>
                    <a:pt x="60936" y="43403"/>
                    <a:pt x="63102" y="39064"/>
                    <a:pt x="71769" y="27492"/>
                  </a:cubicBezTo>
                  <a:cubicBezTo>
                    <a:pt x="82241" y="14113"/>
                    <a:pt x="87657" y="9412"/>
                    <a:pt x="92351" y="9412"/>
                  </a:cubicBezTo>
                  <a:cubicBezTo>
                    <a:pt x="94518" y="9412"/>
                    <a:pt x="96685" y="11582"/>
                    <a:pt x="96685" y="14113"/>
                  </a:cubicBezTo>
                  <a:cubicBezTo>
                    <a:pt x="96685" y="15559"/>
                    <a:pt x="96323" y="16644"/>
                    <a:pt x="95962" y="18814"/>
                  </a:cubicBezTo>
                  <a:lnTo>
                    <a:pt x="83324" y="62206"/>
                  </a:lnTo>
                  <a:cubicBezTo>
                    <a:pt x="82602" y="64738"/>
                    <a:pt x="82241" y="65822"/>
                    <a:pt x="82241" y="66907"/>
                  </a:cubicBezTo>
                  <a:cubicBezTo>
                    <a:pt x="82241" y="70885"/>
                    <a:pt x="85129" y="73778"/>
                    <a:pt x="89101" y="73778"/>
                  </a:cubicBezTo>
                  <a:cubicBezTo>
                    <a:pt x="95601" y="73778"/>
                    <a:pt x="102462" y="68715"/>
                    <a:pt x="109684" y="58229"/>
                  </a:cubicBezTo>
                  <a:lnTo>
                    <a:pt x="107878" y="56421"/>
                  </a:lnTo>
                  <a:cubicBezTo>
                    <a:pt x="103906" y="61845"/>
                    <a:pt x="99212" y="65822"/>
                    <a:pt x="96685" y="65822"/>
                  </a:cubicBezTo>
                  <a:cubicBezTo>
                    <a:pt x="95962" y="65822"/>
                    <a:pt x="94879" y="64738"/>
                    <a:pt x="94879" y="63653"/>
                  </a:cubicBezTo>
                  <a:cubicBezTo>
                    <a:pt x="94879" y="62930"/>
                    <a:pt x="95240" y="61845"/>
                    <a:pt x="95601" y="60398"/>
                  </a:cubicBezTo>
                  <a:lnTo>
                    <a:pt x="106434" y="22430"/>
                  </a:lnTo>
                  <a:cubicBezTo>
                    <a:pt x="107878" y="17367"/>
                    <a:pt x="108601" y="12667"/>
                    <a:pt x="108601" y="9774"/>
                  </a:cubicBezTo>
                  <a:cubicBezTo>
                    <a:pt x="108601" y="4350"/>
                    <a:pt x="104990" y="11"/>
                    <a:pt x="99934" y="11"/>
                  </a:cubicBezTo>
                  <a:cubicBezTo>
                    <a:pt x="89824" y="11"/>
                    <a:pt x="78991" y="10135"/>
                    <a:pt x="63464" y="33640"/>
                  </a:cubicBezTo>
                  <a:lnTo>
                    <a:pt x="67797" y="18814"/>
                  </a:lnTo>
                  <a:cubicBezTo>
                    <a:pt x="68880" y="15559"/>
                    <a:pt x="69241" y="12305"/>
                    <a:pt x="69241" y="9774"/>
                  </a:cubicBezTo>
                  <a:cubicBezTo>
                    <a:pt x="69241" y="4350"/>
                    <a:pt x="65269" y="11"/>
                    <a:pt x="60575" y="11"/>
                  </a:cubicBezTo>
                  <a:cubicBezTo>
                    <a:pt x="50464" y="11"/>
                    <a:pt x="38548" y="11220"/>
                    <a:pt x="23021" y="35448"/>
                  </a:cubicBezTo>
                  <a:close/>
                </a:path>
              </a:pathLst>
            </a:custGeom>
            <a:solidFill>
              <a:srgbClr val="000000"/>
            </a:solidFill>
            <a:ln w="23090" cap="flat">
              <a:noFill/>
              <a:prstDash val="solid"/>
              <a:miter/>
            </a:ln>
          </p:spPr>
          <p:txBody>
            <a:bodyPr rtlCol="0" anchor="ctr"/>
            <a:lstStyle/>
            <a:p>
              <a:endParaRPr lang="zh-CN" altLang="en-US"/>
            </a:p>
          </p:txBody>
        </p:sp>
        <p:sp>
          <p:nvSpPr>
            <p:cNvPr id="299" name="任意多边形: 形状 298"/>
            <p:cNvSpPr/>
            <p:nvPr/>
          </p:nvSpPr>
          <p:spPr>
            <a:xfrm>
              <a:off x="9059072" y="2750727"/>
              <a:ext cx="59580" cy="74490"/>
            </a:xfrm>
            <a:custGeom>
              <a:avLst/>
              <a:gdLst>
                <a:gd name="connsiteX0" fmla="*/ 49386 w 59580"/>
                <a:gd name="connsiteY0" fmla="*/ 55336 h 74490"/>
                <a:gd name="connsiteX1" fmla="*/ 28443 w 59580"/>
                <a:gd name="connsiteY1" fmla="*/ 66184 h 74490"/>
                <a:gd name="connsiteX2" fmla="*/ 13276 w 59580"/>
                <a:gd name="connsiteY2" fmla="*/ 49550 h 74490"/>
                <a:gd name="connsiteX3" fmla="*/ 13999 w 59580"/>
                <a:gd name="connsiteY3" fmla="*/ 41233 h 74490"/>
                <a:gd name="connsiteX4" fmla="*/ 41442 w 59580"/>
                <a:gd name="connsiteY4" fmla="*/ 35448 h 74490"/>
                <a:gd name="connsiteX5" fmla="*/ 59858 w 59580"/>
                <a:gd name="connsiteY5" fmla="*/ 11943 h 74490"/>
                <a:gd name="connsiteX6" fmla="*/ 44692 w 59580"/>
                <a:gd name="connsiteY6" fmla="*/ 11 h 74490"/>
                <a:gd name="connsiteX7" fmla="*/ 277 w 59580"/>
                <a:gd name="connsiteY7" fmla="*/ 50273 h 74490"/>
                <a:gd name="connsiteX8" fmla="*/ 21582 w 59580"/>
                <a:gd name="connsiteY8" fmla="*/ 74501 h 74490"/>
                <a:gd name="connsiteX9" fmla="*/ 52636 w 59580"/>
                <a:gd name="connsiteY9" fmla="*/ 57506 h 74490"/>
                <a:gd name="connsiteX10" fmla="*/ 15082 w 59580"/>
                <a:gd name="connsiteY10" fmla="*/ 36894 h 74490"/>
                <a:gd name="connsiteX11" fmla="*/ 41803 w 59580"/>
                <a:gd name="connsiteY11" fmla="*/ 4711 h 74490"/>
                <a:gd name="connsiteX12" fmla="*/ 48303 w 59580"/>
                <a:gd name="connsiteY12" fmla="*/ 11582 h 74490"/>
                <a:gd name="connsiteX13" fmla="*/ 42525 w 59580"/>
                <a:gd name="connsiteY13" fmla="*/ 25323 h 74490"/>
                <a:gd name="connsiteX14" fmla="*/ 21582 w 59580"/>
                <a:gd name="connsiteY14" fmla="*/ 36532 h 74490"/>
                <a:gd name="connsiteX15" fmla="*/ 15082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6" y="55336"/>
                  </a:moveTo>
                  <a:cubicBezTo>
                    <a:pt x="42525" y="62930"/>
                    <a:pt x="35665" y="66184"/>
                    <a:pt x="28443" y="66184"/>
                  </a:cubicBezTo>
                  <a:cubicBezTo>
                    <a:pt x="19776" y="66184"/>
                    <a:pt x="13276" y="59314"/>
                    <a:pt x="13276" y="49550"/>
                  </a:cubicBezTo>
                  <a:cubicBezTo>
                    <a:pt x="13276" y="47019"/>
                    <a:pt x="13638" y="44126"/>
                    <a:pt x="13999" y="41233"/>
                  </a:cubicBezTo>
                  <a:cubicBezTo>
                    <a:pt x="26637" y="40510"/>
                    <a:pt x="33859" y="39064"/>
                    <a:pt x="41442" y="35448"/>
                  </a:cubicBezTo>
                  <a:cubicBezTo>
                    <a:pt x="52636" y="30385"/>
                    <a:pt x="59858" y="20984"/>
                    <a:pt x="59858" y="11943"/>
                  </a:cubicBezTo>
                  <a:cubicBezTo>
                    <a:pt x="59858" y="5073"/>
                    <a:pt x="53358" y="11"/>
                    <a:pt x="44692" y="11"/>
                  </a:cubicBezTo>
                  <a:cubicBezTo>
                    <a:pt x="23026" y="11"/>
                    <a:pt x="277" y="26046"/>
                    <a:pt x="277" y="50273"/>
                  </a:cubicBezTo>
                  <a:cubicBezTo>
                    <a:pt x="277" y="64738"/>
                    <a:pt x="8943" y="74501"/>
                    <a:pt x="21582" y="74501"/>
                  </a:cubicBezTo>
                  <a:cubicBezTo>
                    <a:pt x="31692" y="74501"/>
                    <a:pt x="40359" y="69438"/>
                    <a:pt x="52636" y="57506"/>
                  </a:cubicBezTo>
                  <a:close/>
                  <a:moveTo>
                    <a:pt x="15082" y="36894"/>
                  </a:moveTo>
                  <a:cubicBezTo>
                    <a:pt x="20498" y="18452"/>
                    <a:pt x="32054" y="4711"/>
                    <a:pt x="41803" y="4711"/>
                  </a:cubicBezTo>
                  <a:cubicBezTo>
                    <a:pt x="45414" y="4711"/>
                    <a:pt x="48303" y="7604"/>
                    <a:pt x="48303" y="11582"/>
                  </a:cubicBezTo>
                  <a:cubicBezTo>
                    <a:pt x="48303" y="15921"/>
                    <a:pt x="46136" y="20984"/>
                    <a:pt x="42525" y="25323"/>
                  </a:cubicBezTo>
                  <a:cubicBezTo>
                    <a:pt x="37109" y="31108"/>
                    <a:pt x="30248" y="35086"/>
                    <a:pt x="21582" y="36532"/>
                  </a:cubicBezTo>
                  <a:cubicBezTo>
                    <a:pt x="20137" y="36532"/>
                    <a:pt x="17971" y="36894"/>
                    <a:pt x="15082" y="36894"/>
                  </a:cubicBezTo>
                  <a:close/>
                </a:path>
              </a:pathLst>
            </a:custGeom>
            <a:solidFill>
              <a:srgbClr val="000000"/>
            </a:solidFill>
            <a:ln w="23090" cap="flat">
              <a:noFill/>
              <a:prstDash val="solid"/>
              <a:miter/>
            </a:ln>
          </p:spPr>
          <p:txBody>
            <a:bodyPr rtlCol="0" anchor="ctr"/>
            <a:lstStyle/>
            <a:p>
              <a:endParaRPr lang="zh-CN" altLang="en-US"/>
            </a:p>
          </p:txBody>
        </p:sp>
        <p:sp>
          <p:nvSpPr>
            <p:cNvPr id="300" name="任意多边形: 形状 299"/>
            <p:cNvSpPr/>
            <p:nvPr/>
          </p:nvSpPr>
          <p:spPr>
            <a:xfrm>
              <a:off x="9116807" y="2808222"/>
              <a:ext cx="23471" cy="33629"/>
            </a:xfrm>
            <a:custGeom>
              <a:avLst/>
              <a:gdLst>
                <a:gd name="connsiteX0" fmla="*/ 3169 w 23471"/>
                <a:gd name="connsiteY0" fmla="*/ 33640 h 33629"/>
                <a:gd name="connsiteX1" fmla="*/ 23751 w 23471"/>
                <a:gd name="connsiteY1" fmla="*/ 9412 h 33629"/>
                <a:gd name="connsiteX2" fmla="*/ 15446 w 23471"/>
                <a:gd name="connsiteY2" fmla="*/ 11 h 33629"/>
                <a:gd name="connsiteX3" fmla="*/ 7502 w 23471"/>
                <a:gd name="connsiteY3" fmla="*/ 7966 h 33629"/>
                <a:gd name="connsiteX4" fmla="*/ 9668 w 23471"/>
                <a:gd name="connsiteY4" fmla="*/ 12667 h 33629"/>
                <a:gd name="connsiteX5" fmla="*/ 12918 w 23471"/>
                <a:gd name="connsiteY5" fmla="*/ 18091 h 33629"/>
                <a:gd name="connsiteX6" fmla="*/ 280 w 23471"/>
                <a:gd name="connsiteY6" fmla="*/ 30024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169" y="33640"/>
                  </a:moveTo>
                  <a:cubicBezTo>
                    <a:pt x="15807" y="27854"/>
                    <a:pt x="23751" y="18452"/>
                    <a:pt x="23751" y="9412"/>
                  </a:cubicBezTo>
                  <a:cubicBezTo>
                    <a:pt x="23751" y="4350"/>
                    <a:pt x="19779" y="11"/>
                    <a:pt x="15446" y="11"/>
                  </a:cubicBezTo>
                  <a:cubicBezTo>
                    <a:pt x="11113" y="11"/>
                    <a:pt x="7502" y="3988"/>
                    <a:pt x="7502" y="7966"/>
                  </a:cubicBezTo>
                  <a:cubicBezTo>
                    <a:pt x="7502" y="9774"/>
                    <a:pt x="8224" y="11582"/>
                    <a:pt x="9668" y="12667"/>
                  </a:cubicBezTo>
                  <a:cubicBezTo>
                    <a:pt x="12196" y="15198"/>
                    <a:pt x="12918" y="16283"/>
                    <a:pt x="12918" y="18091"/>
                  </a:cubicBezTo>
                  <a:cubicBezTo>
                    <a:pt x="12918" y="22068"/>
                    <a:pt x="8585" y="26046"/>
                    <a:pt x="280" y="30024"/>
                  </a:cubicBezTo>
                  <a:close/>
                </a:path>
              </a:pathLst>
            </a:custGeom>
            <a:solidFill>
              <a:srgbClr val="000000"/>
            </a:solidFill>
            <a:ln w="23090" cap="flat">
              <a:noFill/>
              <a:prstDash val="solid"/>
              <a:miter/>
            </a:ln>
          </p:spPr>
          <p:txBody>
            <a:bodyPr rtlCol="0" anchor="ctr"/>
            <a:lstStyle/>
            <a:p>
              <a:endParaRPr lang="zh-CN" altLang="en-US"/>
            </a:p>
          </p:txBody>
        </p:sp>
        <p:sp>
          <p:nvSpPr>
            <p:cNvPr id="301" name="任意多边形: 形状 300"/>
            <p:cNvSpPr/>
            <p:nvPr/>
          </p:nvSpPr>
          <p:spPr>
            <a:xfrm>
              <a:off x="9155074" y="282304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02" name="任意多边形: 形状 301"/>
            <p:cNvSpPr/>
            <p:nvPr/>
          </p:nvSpPr>
          <p:spPr>
            <a:xfrm>
              <a:off x="9202017" y="2734816"/>
              <a:ext cx="39720" cy="90400"/>
            </a:xfrm>
            <a:custGeom>
              <a:avLst/>
              <a:gdLst>
                <a:gd name="connsiteX0" fmla="*/ 28088 w 39720"/>
                <a:gd name="connsiteY0" fmla="*/ 22791 h 90400"/>
                <a:gd name="connsiteX1" fmla="*/ 38559 w 39720"/>
                <a:gd name="connsiteY1" fmla="*/ 22791 h 90400"/>
                <a:gd name="connsiteX2" fmla="*/ 40004 w 39720"/>
                <a:gd name="connsiteY2" fmla="*/ 17729 h 90400"/>
                <a:gd name="connsiteX3" fmla="*/ 29532 w 39720"/>
                <a:gd name="connsiteY3" fmla="*/ 17729 h 90400"/>
                <a:gd name="connsiteX4" fmla="*/ 34587 w 39720"/>
                <a:gd name="connsiteY4" fmla="*/ 11 h 90400"/>
                <a:gd name="connsiteX5" fmla="*/ 30976 w 39720"/>
                <a:gd name="connsiteY5" fmla="*/ 11 h 90400"/>
                <a:gd name="connsiteX6" fmla="*/ 6422 w 39720"/>
                <a:gd name="connsiteY6" fmla="*/ 17729 h 90400"/>
                <a:gd name="connsiteX7" fmla="*/ 5338 w 39720"/>
                <a:gd name="connsiteY7" fmla="*/ 22791 h 90400"/>
                <a:gd name="connsiteX8" fmla="*/ 16532 w 39720"/>
                <a:gd name="connsiteY8" fmla="*/ 22791 h 90400"/>
                <a:gd name="connsiteX9" fmla="*/ 2450 w 39720"/>
                <a:gd name="connsiteY9" fmla="*/ 71608 h 90400"/>
                <a:gd name="connsiteX10" fmla="*/ 283 w 39720"/>
                <a:gd name="connsiteY10" fmla="*/ 82456 h 90400"/>
                <a:gd name="connsiteX11" fmla="*/ 8227 w 39720"/>
                <a:gd name="connsiteY11" fmla="*/ 90411 h 90400"/>
                <a:gd name="connsiteX12" fmla="*/ 28810 w 39720"/>
                <a:gd name="connsiteY12" fmla="*/ 73778 h 90400"/>
                <a:gd name="connsiteX13" fmla="*/ 27004 w 39720"/>
                <a:gd name="connsiteY13" fmla="*/ 71608 h 90400"/>
                <a:gd name="connsiteX14" fmla="*/ 14727 w 39720"/>
                <a:gd name="connsiteY14" fmla="*/ 82456 h 90400"/>
                <a:gd name="connsiteX15" fmla="*/ 12199 w 39720"/>
                <a:gd name="connsiteY15" fmla="*/ 80287 h 90400"/>
                <a:gd name="connsiteX16" fmla="*/ 14005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88" y="22791"/>
                  </a:moveTo>
                  <a:lnTo>
                    <a:pt x="38559" y="22791"/>
                  </a:lnTo>
                  <a:lnTo>
                    <a:pt x="40004" y="17729"/>
                  </a:lnTo>
                  <a:lnTo>
                    <a:pt x="29532" y="17729"/>
                  </a:lnTo>
                  <a:lnTo>
                    <a:pt x="34587" y="11"/>
                  </a:lnTo>
                  <a:lnTo>
                    <a:pt x="30976" y="11"/>
                  </a:lnTo>
                  <a:cubicBezTo>
                    <a:pt x="22310" y="11220"/>
                    <a:pt x="16171" y="15559"/>
                    <a:pt x="6422" y="17729"/>
                  </a:cubicBezTo>
                  <a:lnTo>
                    <a:pt x="5338" y="22791"/>
                  </a:lnTo>
                  <a:lnTo>
                    <a:pt x="16532" y="22791"/>
                  </a:lnTo>
                  <a:lnTo>
                    <a:pt x="2450" y="71608"/>
                  </a:lnTo>
                  <a:cubicBezTo>
                    <a:pt x="1366" y="75586"/>
                    <a:pt x="283" y="80287"/>
                    <a:pt x="283" y="82456"/>
                  </a:cubicBezTo>
                  <a:cubicBezTo>
                    <a:pt x="283" y="87157"/>
                    <a:pt x="3533" y="90411"/>
                    <a:pt x="8227" y="90411"/>
                  </a:cubicBezTo>
                  <a:cubicBezTo>
                    <a:pt x="14366" y="90411"/>
                    <a:pt x="20866" y="84987"/>
                    <a:pt x="28810" y="73778"/>
                  </a:cubicBezTo>
                  <a:lnTo>
                    <a:pt x="27004" y="71608"/>
                  </a:lnTo>
                  <a:cubicBezTo>
                    <a:pt x="21949" y="78117"/>
                    <a:pt x="17255" y="82456"/>
                    <a:pt x="14727" y="82456"/>
                  </a:cubicBezTo>
                  <a:cubicBezTo>
                    <a:pt x="13644" y="82456"/>
                    <a:pt x="12199" y="81371"/>
                    <a:pt x="12199" y="80287"/>
                  </a:cubicBezTo>
                  <a:cubicBezTo>
                    <a:pt x="12199" y="79202"/>
                    <a:pt x="12199" y="79202"/>
                    <a:pt x="14005" y="72693"/>
                  </a:cubicBezTo>
                  <a:close/>
                </a:path>
              </a:pathLst>
            </a:custGeom>
            <a:solidFill>
              <a:srgbClr val="000000"/>
            </a:solidFill>
            <a:ln w="23090" cap="flat">
              <a:noFill/>
              <a:prstDash val="solid"/>
              <a:miter/>
            </a:ln>
          </p:spPr>
          <p:txBody>
            <a:bodyPr rtlCol="0" anchor="ctr"/>
            <a:lstStyle/>
            <a:p>
              <a:endParaRPr lang="zh-CN" altLang="en-US"/>
            </a:p>
          </p:txBody>
        </p:sp>
        <p:sp>
          <p:nvSpPr>
            <p:cNvPr id="303" name="任意多边形: 形状 302"/>
            <p:cNvSpPr/>
            <p:nvPr/>
          </p:nvSpPr>
          <p:spPr>
            <a:xfrm>
              <a:off x="9244288" y="2723245"/>
              <a:ext cx="36831" cy="102333"/>
            </a:xfrm>
            <a:custGeom>
              <a:avLst/>
              <a:gdLst>
                <a:gd name="connsiteX0" fmla="*/ 26645 w 36831"/>
                <a:gd name="connsiteY0" fmla="*/ 82818 h 102333"/>
                <a:gd name="connsiteX1" fmla="*/ 15090 w 36831"/>
                <a:gd name="connsiteY1" fmla="*/ 93666 h 102333"/>
                <a:gd name="connsiteX2" fmla="*/ 12923 w 36831"/>
                <a:gd name="connsiteY2" fmla="*/ 91496 h 102333"/>
                <a:gd name="connsiteX3" fmla="*/ 13284 w 36831"/>
                <a:gd name="connsiteY3" fmla="*/ 88965 h 102333"/>
                <a:gd name="connsiteX4" fmla="*/ 30978 w 36831"/>
                <a:gd name="connsiteY4" fmla="*/ 27131 h 102333"/>
                <a:gd name="connsiteX5" fmla="*/ 7146 w 36831"/>
                <a:gd name="connsiteY5" fmla="*/ 31108 h 102333"/>
                <a:gd name="connsiteX6" fmla="*/ 6424 w 36831"/>
                <a:gd name="connsiteY6" fmla="*/ 34363 h 102333"/>
                <a:gd name="connsiteX7" fmla="*/ 11479 w 36831"/>
                <a:gd name="connsiteY7" fmla="*/ 33640 h 102333"/>
                <a:gd name="connsiteX8" fmla="*/ 15812 w 36831"/>
                <a:gd name="connsiteY8" fmla="*/ 37617 h 102333"/>
                <a:gd name="connsiteX9" fmla="*/ 14729 w 36831"/>
                <a:gd name="connsiteY9" fmla="*/ 44488 h 102333"/>
                <a:gd name="connsiteX10" fmla="*/ 1368 w 36831"/>
                <a:gd name="connsiteY10" fmla="*/ 90411 h 102333"/>
                <a:gd name="connsiteX11" fmla="*/ 285 w 36831"/>
                <a:gd name="connsiteY11" fmla="*/ 96197 h 102333"/>
                <a:gd name="connsiteX12" fmla="*/ 7146 w 36831"/>
                <a:gd name="connsiteY12" fmla="*/ 102344 h 102333"/>
                <a:gd name="connsiteX13" fmla="*/ 27728 w 36831"/>
                <a:gd name="connsiteY13" fmla="*/ 86434 h 102333"/>
                <a:gd name="connsiteX14" fmla="*/ 29173 w 36831"/>
                <a:gd name="connsiteY14" fmla="*/ 11 h 102333"/>
                <a:gd name="connsiteX15" fmla="*/ 20506 w 36831"/>
                <a:gd name="connsiteY15" fmla="*/ 7966 h 102333"/>
                <a:gd name="connsiteX16" fmla="*/ 28812 w 36831"/>
                <a:gd name="connsiteY16" fmla="*/ 16283 h 102333"/>
                <a:gd name="connsiteX17" fmla="*/ 37117 w 36831"/>
                <a:gd name="connsiteY17" fmla="*/ 7966 h 102333"/>
                <a:gd name="connsiteX18" fmla="*/ 29173 w 36831"/>
                <a:gd name="connsiteY18" fmla="*/ 11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45" y="82818"/>
                  </a:moveTo>
                  <a:cubicBezTo>
                    <a:pt x="22673" y="88965"/>
                    <a:pt x="17618" y="93666"/>
                    <a:pt x="15090" y="93666"/>
                  </a:cubicBezTo>
                  <a:cubicBezTo>
                    <a:pt x="14007" y="93666"/>
                    <a:pt x="12923" y="92581"/>
                    <a:pt x="12923" y="91496"/>
                  </a:cubicBezTo>
                  <a:cubicBezTo>
                    <a:pt x="12923" y="90773"/>
                    <a:pt x="12923" y="90050"/>
                    <a:pt x="13284" y="88965"/>
                  </a:cubicBezTo>
                  <a:lnTo>
                    <a:pt x="30978" y="27131"/>
                  </a:lnTo>
                  <a:cubicBezTo>
                    <a:pt x="23034" y="29300"/>
                    <a:pt x="14368" y="30747"/>
                    <a:pt x="7146" y="31108"/>
                  </a:cubicBezTo>
                  <a:lnTo>
                    <a:pt x="6424" y="34363"/>
                  </a:lnTo>
                  <a:cubicBezTo>
                    <a:pt x="8951" y="34001"/>
                    <a:pt x="10396" y="33640"/>
                    <a:pt x="11479" y="33640"/>
                  </a:cubicBezTo>
                  <a:cubicBezTo>
                    <a:pt x="14729" y="33640"/>
                    <a:pt x="15812" y="34724"/>
                    <a:pt x="15812" y="37617"/>
                  </a:cubicBezTo>
                  <a:cubicBezTo>
                    <a:pt x="15812" y="39064"/>
                    <a:pt x="15451" y="40872"/>
                    <a:pt x="14729" y="44488"/>
                  </a:cubicBezTo>
                  <a:lnTo>
                    <a:pt x="1368" y="90411"/>
                  </a:lnTo>
                  <a:cubicBezTo>
                    <a:pt x="646" y="92581"/>
                    <a:pt x="285" y="94751"/>
                    <a:pt x="285" y="96197"/>
                  </a:cubicBezTo>
                  <a:cubicBezTo>
                    <a:pt x="285" y="99452"/>
                    <a:pt x="3535" y="102344"/>
                    <a:pt x="7146" y="102344"/>
                  </a:cubicBezTo>
                  <a:cubicBezTo>
                    <a:pt x="12201" y="102344"/>
                    <a:pt x="19423" y="96559"/>
                    <a:pt x="27728" y="86434"/>
                  </a:cubicBezTo>
                  <a:close/>
                  <a:moveTo>
                    <a:pt x="29173" y="11"/>
                  </a:moveTo>
                  <a:cubicBezTo>
                    <a:pt x="24478" y="11"/>
                    <a:pt x="20506" y="3627"/>
                    <a:pt x="20506" y="7966"/>
                  </a:cubicBezTo>
                  <a:cubicBezTo>
                    <a:pt x="20506" y="12667"/>
                    <a:pt x="24478" y="16283"/>
                    <a:pt x="28812" y="16283"/>
                  </a:cubicBezTo>
                  <a:cubicBezTo>
                    <a:pt x="33506" y="16283"/>
                    <a:pt x="37117" y="12667"/>
                    <a:pt x="37117" y="7966"/>
                  </a:cubicBezTo>
                  <a:cubicBezTo>
                    <a:pt x="37117" y="3627"/>
                    <a:pt x="33506" y="11"/>
                    <a:pt x="29173" y="11"/>
                  </a:cubicBezTo>
                  <a:close/>
                </a:path>
              </a:pathLst>
            </a:custGeom>
            <a:solidFill>
              <a:srgbClr val="000000"/>
            </a:solidFill>
            <a:ln w="23090" cap="flat">
              <a:noFill/>
              <a:prstDash val="solid"/>
              <a:miter/>
            </a:ln>
          </p:spPr>
          <p:txBody>
            <a:bodyPr rtlCol="0" anchor="ctr"/>
            <a:lstStyle/>
            <a:p>
              <a:endParaRPr lang="zh-CN" altLang="en-US"/>
            </a:p>
          </p:txBody>
        </p:sp>
        <p:sp>
          <p:nvSpPr>
            <p:cNvPr id="304" name="任意多边形: 形状 303"/>
            <p:cNvSpPr/>
            <p:nvPr/>
          </p:nvSpPr>
          <p:spPr>
            <a:xfrm>
              <a:off x="9285652" y="2734816"/>
              <a:ext cx="39720" cy="90400"/>
            </a:xfrm>
            <a:custGeom>
              <a:avLst/>
              <a:gdLst>
                <a:gd name="connsiteX0" fmla="*/ 28091 w 39720"/>
                <a:gd name="connsiteY0" fmla="*/ 22791 h 90400"/>
                <a:gd name="connsiteX1" fmla="*/ 38563 w 39720"/>
                <a:gd name="connsiteY1" fmla="*/ 22791 h 90400"/>
                <a:gd name="connsiteX2" fmla="*/ 40007 w 39720"/>
                <a:gd name="connsiteY2" fmla="*/ 17729 h 90400"/>
                <a:gd name="connsiteX3" fmla="*/ 29536 w 39720"/>
                <a:gd name="connsiteY3" fmla="*/ 17729 h 90400"/>
                <a:gd name="connsiteX4" fmla="*/ 34591 w 39720"/>
                <a:gd name="connsiteY4" fmla="*/ 11 h 90400"/>
                <a:gd name="connsiteX5" fmla="*/ 30980 w 39720"/>
                <a:gd name="connsiteY5" fmla="*/ 11 h 90400"/>
                <a:gd name="connsiteX6" fmla="*/ 6425 w 39720"/>
                <a:gd name="connsiteY6" fmla="*/ 17729 h 90400"/>
                <a:gd name="connsiteX7" fmla="*/ 5342 w 39720"/>
                <a:gd name="connsiteY7" fmla="*/ 22791 h 90400"/>
                <a:gd name="connsiteX8" fmla="*/ 16536 w 39720"/>
                <a:gd name="connsiteY8" fmla="*/ 22791 h 90400"/>
                <a:gd name="connsiteX9" fmla="*/ 2453 w 39720"/>
                <a:gd name="connsiteY9" fmla="*/ 71608 h 90400"/>
                <a:gd name="connsiteX10" fmla="*/ 287 w 39720"/>
                <a:gd name="connsiteY10" fmla="*/ 82456 h 90400"/>
                <a:gd name="connsiteX11" fmla="*/ 8231 w 39720"/>
                <a:gd name="connsiteY11" fmla="*/ 90411 h 90400"/>
                <a:gd name="connsiteX12" fmla="*/ 28813 w 39720"/>
                <a:gd name="connsiteY12" fmla="*/ 73778 h 90400"/>
                <a:gd name="connsiteX13" fmla="*/ 27008 w 39720"/>
                <a:gd name="connsiteY13" fmla="*/ 71608 h 90400"/>
                <a:gd name="connsiteX14" fmla="*/ 14731 w 39720"/>
                <a:gd name="connsiteY14" fmla="*/ 82456 h 90400"/>
                <a:gd name="connsiteX15" fmla="*/ 12203 w 39720"/>
                <a:gd name="connsiteY15" fmla="*/ 80287 h 90400"/>
                <a:gd name="connsiteX16" fmla="*/ 14008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91" y="22791"/>
                  </a:moveTo>
                  <a:lnTo>
                    <a:pt x="38563" y="22791"/>
                  </a:lnTo>
                  <a:lnTo>
                    <a:pt x="40007" y="17729"/>
                  </a:lnTo>
                  <a:lnTo>
                    <a:pt x="29536" y="17729"/>
                  </a:lnTo>
                  <a:lnTo>
                    <a:pt x="34591" y="11"/>
                  </a:lnTo>
                  <a:lnTo>
                    <a:pt x="30980" y="11"/>
                  </a:lnTo>
                  <a:cubicBezTo>
                    <a:pt x="22314" y="11220"/>
                    <a:pt x="16175" y="15559"/>
                    <a:pt x="6425" y="17729"/>
                  </a:cubicBezTo>
                  <a:lnTo>
                    <a:pt x="5342" y="22791"/>
                  </a:lnTo>
                  <a:lnTo>
                    <a:pt x="16536" y="22791"/>
                  </a:lnTo>
                  <a:lnTo>
                    <a:pt x="2453" y="71608"/>
                  </a:lnTo>
                  <a:cubicBezTo>
                    <a:pt x="1370" y="75586"/>
                    <a:pt x="287" y="80287"/>
                    <a:pt x="287" y="82456"/>
                  </a:cubicBezTo>
                  <a:cubicBezTo>
                    <a:pt x="287" y="87157"/>
                    <a:pt x="3537" y="90411"/>
                    <a:pt x="8231" y="90411"/>
                  </a:cubicBezTo>
                  <a:cubicBezTo>
                    <a:pt x="14369" y="90411"/>
                    <a:pt x="20869" y="84987"/>
                    <a:pt x="28813" y="73778"/>
                  </a:cubicBezTo>
                  <a:lnTo>
                    <a:pt x="27008" y="71608"/>
                  </a:lnTo>
                  <a:cubicBezTo>
                    <a:pt x="21952" y="78117"/>
                    <a:pt x="17258" y="82456"/>
                    <a:pt x="14731" y="82456"/>
                  </a:cubicBezTo>
                  <a:cubicBezTo>
                    <a:pt x="13647" y="82456"/>
                    <a:pt x="12203" y="81371"/>
                    <a:pt x="12203" y="80287"/>
                  </a:cubicBezTo>
                  <a:cubicBezTo>
                    <a:pt x="12203" y="79202"/>
                    <a:pt x="12203" y="79202"/>
                    <a:pt x="14008" y="72693"/>
                  </a:cubicBezTo>
                  <a:close/>
                </a:path>
              </a:pathLst>
            </a:custGeom>
            <a:solidFill>
              <a:srgbClr val="000000"/>
            </a:solidFill>
            <a:ln w="23090" cap="flat">
              <a:noFill/>
              <a:prstDash val="solid"/>
              <a:miter/>
            </a:ln>
          </p:spPr>
          <p:txBody>
            <a:bodyPr rtlCol="0" anchor="ctr"/>
            <a:lstStyle/>
            <a:p>
              <a:endParaRPr lang="zh-CN" altLang="en-US"/>
            </a:p>
          </p:txBody>
        </p:sp>
        <p:sp>
          <p:nvSpPr>
            <p:cNvPr id="305" name="任意多边形: 形状 304"/>
            <p:cNvSpPr/>
            <p:nvPr/>
          </p:nvSpPr>
          <p:spPr>
            <a:xfrm>
              <a:off x="9327563" y="2714205"/>
              <a:ext cx="41164" cy="111012"/>
            </a:xfrm>
            <a:custGeom>
              <a:avLst/>
              <a:gdLst>
                <a:gd name="connsiteX0" fmla="*/ 25926 w 41164"/>
                <a:gd name="connsiteY0" fmla="*/ 93666 h 111012"/>
                <a:gd name="connsiteX1" fmla="*/ 14732 w 41164"/>
                <a:gd name="connsiteY1" fmla="*/ 103068 h 111012"/>
                <a:gd name="connsiteX2" fmla="*/ 12566 w 41164"/>
                <a:gd name="connsiteY2" fmla="*/ 100898 h 111012"/>
                <a:gd name="connsiteX3" fmla="*/ 12927 w 41164"/>
                <a:gd name="connsiteY3" fmla="*/ 99090 h 111012"/>
                <a:gd name="connsiteX4" fmla="*/ 41454 w 41164"/>
                <a:gd name="connsiteY4" fmla="*/ 11 h 111012"/>
                <a:gd name="connsiteX5" fmla="*/ 19427 w 41164"/>
                <a:gd name="connsiteY5" fmla="*/ 3265 h 111012"/>
                <a:gd name="connsiteX6" fmla="*/ 18705 w 41164"/>
                <a:gd name="connsiteY6" fmla="*/ 6158 h 111012"/>
                <a:gd name="connsiteX7" fmla="*/ 20149 w 41164"/>
                <a:gd name="connsiteY7" fmla="*/ 6158 h 111012"/>
                <a:gd name="connsiteX8" fmla="*/ 23038 w 41164"/>
                <a:gd name="connsiteY8" fmla="*/ 5796 h 111012"/>
                <a:gd name="connsiteX9" fmla="*/ 26649 w 41164"/>
                <a:gd name="connsiteY9" fmla="*/ 9051 h 111012"/>
                <a:gd name="connsiteX10" fmla="*/ 25926 w 41164"/>
                <a:gd name="connsiteY10" fmla="*/ 13751 h 111012"/>
                <a:gd name="connsiteX11" fmla="*/ 1372 w 41164"/>
                <a:gd name="connsiteY11" fmla="*/ 99090 h 111012"/>
                <a:gd name="connsiteX12" fmla="*/ 289 w 41164"/>
                <a:gd name="connsiteY12" fmla="*/ 104153 h 111012"/>
                <a:gd name="connsiteX13" fmla="*/ 7149 w 41164"/>
                <a:gd name="connsiteY13" fmla="*/ 111023 h 111012"/>
                <a:gd name="connsiteX14" fmla="*/ 27732 w 41164"/>
                <a:gd name="connsiteY14" fmla="*/ 95836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26" y="93666"/>
                  </a:moveTo>
                  <a:cubicBezTo>
                    <a:pt x="18705" y="102345"/>
                    <a:pt x="17260" y="103068"/>
                    <a:pt x="14732" y="103068"/>
                  </a:cubicBezTo>
                  <a:cubicBezTo>
                    <a:pt x="13649" y="103068"/>
                    <a:pt x="12566" y="102345"/>
                    <a:pt x="12566" y="100898"/>
                  </a:cubicBezTo>
                  <a:cubicBezTo>
                    <a:pt x="12566" y="100537"/>
                    <a:pt x="12927" y="99813"/>
                    <a:pt x="12927" y="99090"/>
                  </a:cubicBezTo>
                  <a:lnTo>
                    <a:pt x="41454" y="11"/>
                  </a:lnTo>
                  <a:cubicBezTo>
                    <a:pt x="31343" y="1819"/>
                    <a:pt x="29898" y="2180"/>
                    <a:pt x="19427" y="3265"/>
                  </a:cubicBezTo>
                  <a:lnTo>
                    <a:pt x="18705" y="6158"/>
                  </a:lnTo>
                  <a:lnTo>
                    <a:pt x="20149" y="6158"/>
                  </a:lnTo>
                  <a:cubicBezTo>
                    <a:pt x="21593" y="6158"/>
                    <a:pt x="22316" y="5796"/>
                    <a:pt x="23038" y="5796"/>
                  </a:cubicBezTo>
                  <a:cubicBezTo>
                    <a:pt x="24843" y="5796"/>
                    <a:pt x="26649" y="7243"/>
                    <a:pt x="26649" y="9051"/>
                  </a:cubicBezTo>
                  <a:cubicBezTo>
                    <a:pt x="26649" y="9774"/>
                    <a:pt x="26287" y="11220"/>
                    <a:pt x="25926" y="13751"/>
                  </a:cubicBezTo>
                  <a:lnTo>
                    <a:pt x="1372" y="99090"/>
                  </a:lnTo>
                  <a:cubicBezTo>
                    <a:pt x="289" y="102345"/>
                    <a:pt x="289" y="103068"/>
                    <a:pt x="289" y="104153"/>
                  </a:cubicBezTo>
                  <a:cubicBezTo>
                    <a:pt x="289" y="108130"/>
                    <a:pt x="3177" y="111023"/>
                    <a:pt x="7149" y="111023"/>
                  </a:cubicBezTo>
                  <a:cubicBezTo>
                    <a:pt x="13288" y="111023"/>
                    <a:pt x="17621" y="107769"/>
                    <a:pt x="27732" y="95836"/>
                  </a:cubicBezTo>
                  <a:close/>
                </a:path>
              </a:pathLst>
            </a:custGeom>
            <a:solidFill>
              <a:srgbClr val="000000"/>
            </a:solidFill>
            <a:ln w="23090" cap="flat">
              <a:noFill/>
              <a:prstDash val="solid"/>
              <a:miter/>
            </a:ln>
          </p:spPr>
          <p:txBody>
            <a:bodyPr rtlCol="0" anchor="ctr"/>
            <a:lstStyle/>
            <a:p>
              <a:endParaRPr lang="zh-CN" altLang="en-US"/>
            </a:p>
          </p:txBody>
        </p:sp>
        <p:sp>
          <p:nvSpPr>
            <p:cNvPr id="306" name="任意多边形: 形状 305"/>
            <p:cNvSpPr/>
            <p:nvPr/>
          </p:nvSpPr>
          <p:spPr>
            <a:xfrm>
              <a:off x="9366599" y="2750727"/>
              <a:ext cx="59580" cy="74490"/>
            </a:xfrm>
            <a:custGeom>
              <a:avLst/>
              <a:gdLst>
                <a:gd name="connsiteX0" fmla="*/ 49399 w 59580"/>
                <a:gd name="connsiteY0" fmla="*/ 55336 h 74490"/>
                <a:gd name="connsiteX1" fmla="*/ 28456 w 59580"/>
                <a:gd name="connsiteY1" fmla="*/ 66184 h 74490"/>
                <a:gd name="connsiteX2" fmla="*/ 13290 w 59580"/>
                <a:gd name="connsiteY2" fmla="*/ 49550 h 74490"/>
                <a:gd name="connsiteX3" fmla="*/ 14012 w 59580"/>
                <a:gd name="connsiteY3" fmla="*/ 41233 h 74490"/>
                <a:gd name="connsiteX4" fmla="*/ 41455 w 59580"/>
                <a:gd name="connsiteY4" fmla="*/ 35448 h 74490"/>
                <a:gd name="connsiteX5" fmla="*/ 59871 w 59580"/>
                <a:gd name="connsiteY5" fmla="*/ 11943 h 74490"/>
                <a:gd name="connsiteX6" fmla="*/ 44705 w 59580"/>
                <a:gd name="connsiteY6" fmla="*/ 11 h 74490"/>
                <a:gd name="connsiteX7" fmla="*/ 290 w 59580"/>
                <a:gd name="connsiteY7" fmla="*/ 50273 h 74490"/>
                <a:gd name="connsiteX8" fmla="*/ 21595 w 59580"/>
                <a:gd name="connsiteY8" fmla="*/ 74501 h 74490"/>
                <a:gd name="connsiteX9" fmla="*/ 52649 w 59580"/>
                <a:gd name="connsiteY9" fmla="*/ 57506 h 74490"/>
                <a:gd name="connsiteX10" fmla="*/ 15095 w 59580"/>
                <a:gd name="connsiteY10" fmla="*/ 36894 h 74490"/>
                <a:gd name="connsiteX11" fmla="*/ 41816 w 59580"/>
                <a:gd name="connsiteY11" fmla="*/ 4711 h 74490"/>
                <a:gd name="connsiteX12" fmla="*/ 48316 w 59580"/>
                <a:gd name="connsiteY12" fmla="*/ 11582 h 74490"/>
                <a:gd name="connsiteX13" fmla="*/ 42539 w 59580"/>
                <a:gd name="connsiteY13" fmla="*/ 25323 h 74490"/>
                <a:gd name="connsiteX14" fmla="*/ 21595 w 59580"/>
                <a:gd name="connsiteY14" fmla="*/ 36532 h 74490"/>
                <a:gd name="connsiteX15" fmla="*/ 15095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99" y="55336"/>
                  </a:moveTo>
                  <a:cubicBezTo>
                    <a:pt x="42539" y="62930"/>
                    <a:pt x="35678" y="66184"/>
                    <a:pt x="28456" y="66184"/>
                  </a:cubicBezTo>
                  <a:cubicBezTo>
                    <a:pt x="19790" y="66184"/>
                    <a:pt x="13290" y="59314"/>
                    <a:pt x="13290" y="49550"/>
                  </a:cubicBezTo>
                  <a:cubicBezTo>
                    <a:pt x="13290" y="47019"/>
                    <a:pt x="13651" y="44126"/>
                    <a:pt x="14012" y="41233"/>
                  </a:cubicBezTo>
                  <a:cubicBezTo>
                    <a:pt x="26650" y="40510"/>
                    <a:pt x="33872" y="39064"/>
                    <a:pt x="41455" y="35448"/>
                  </a:cubicBezTo>
                  <a:cubicBezTo>
                    <a:pt x="52649" y="30385"/>
                    <a:pt x="59871" y="20984"/>
                    <a:pt x="59871" y="11943"/>
                  </a:cubicBezTo>
                  <a:cubicBezTo>
                    <a:pt x="59871" y="5073"/>
                    <a:pt x="53371" y="11"/>
                    <a:pt x="44705" y="11"/>
                  </a:cubicBezTo>
                  <a:cubicBezTo>
                    <a:pt x="23039" y="11"/>
                    <a:pt x="290" y="26046"/>
                    <a:pt x="290" y="50273"/>
                  </a:cubicBezTo>
                  <a:cubicBezTo>
                    <a:pt x="290" y="64738"/>
                    <a:pt x="8957" y="74501"/>
                    <a:pt x="21595" y="74501"/>
                  </a:cubicBezTo>
                  <a:cubicBezTo>
                    <a:pt x="31706" y="74501"/>
                    <a:pt x="40372" y="69438"/>
                    <a:pt x="52649" y="57506"/>
                  </a:cubicBezTo>
                  <a:close/>
                  <a:moveTo>
                    <a:pt x="15095" y="36894"/>
                  </a:moveTo>
                  <a:cubicBezTo>
                    <a:pt x="20512" y="18452"/>
                    <a:pt x="32067" y="4711"/>
                    <a:pt x="41816" y="4711"/>
                  </a:cubicBezTo>
                  <a:cubicBezTo>
                    <a:pt x="45427" y="4711"/>
                    <a:pt x="48316" y="7604"/>
                    <a:pt x="48316" y="11582"/>
                  </a:cubicBezTo>
                  <a:cubicBezTo>
                    <a:pt x="48316" y="15921"/>
                    <a:pt x="46149" y="20984"/>
                    <a:pt x="42539" y="25323"/>
                  </a:cubicBezTo>
                  <a:cubicBezTo>
                    <a:pt x="37122" y="31108"/>
                    <a:pt x="30261" y="35086"/>
                    <a:pt x="21595" y="36532"/>
                  </a:cubicBezTo>
                  <a:cubicBezTo>
                    <a:pt x="20151" y="36532"/>
                    <a:pt x="17984" y="36894"/>
                    <a:pt x="15095" y="36894"/>
                  </a:cubicBezTo>
                  <a:close/>
                </a:path>
              </a:pathLst>
            </a:custGeom>
            <a:solidFill>
              <a:srgbClr val="000000"/>
            </a:solidFill>
            <a:ln w="23090" cap="flat">
              <a:noFill/>
              <a:prstDash val="solid"/>
              <a:miter/>
            </a:ln>
          </p:spPr>
          <p:txBody>
            <a:bodyPr rtlCol="0" anchor="ctr"/>
            <a:lstStyle/>
            <a:p>
              <a:endParaRPr lang="zh-CN" altLang="en-US"/>
            </a:p>
          </p:txBody>
        </p:sp>
      </p:grpSp>
      <p:sp>
        <p:nvSpPr>
          <p:cNvPr id="307" name="任意多边形: 形状 306"/>
          <p:cNvSpPr/>
          <p:nvPr/>
        </p:nvSpPr>
        <p:spPr>
          <a:xfrm>
            <a:off x="10854938" y="2649972"/>
            <a:ext cx="170351" cy="254590"/>
          </a:xfrm>
          <a:custGeom>
            <a:avLst/>
            <a:gdLst>
              <a:gd name="connsiteX0" fmla="*/ 310 w 135050"/>
              <a:gd name="connsiteY0" fmla="*/ 60 h 187310"/>
              <a:gd name="connsiteX1" fmla="*/ 310 w 135050"/>
              <a:gd name="connsiteY1" fmla="*/ 4038 h 187310"/>
              <a:gd name="connsiteX2" fmla="*/ 5365 w 135050"/>
              <a:gd name="connsiteY2" fmla="*/ 4038 h 187310"/>
              <a:gd name="connsiteX3" fmla="*/ 19087 w 135050"/>
              <a:gd name="connsiteY3" fmla="*/ 20672 h 187310"/>
              <a:gd name="connsiteX4" fmla="*/ 19087 w 135050"/>
              <a:gd name="connsiteY4" fmla="*/ 167121 h 187310"/>
              <a:gd name="connsiteX5" fmla="*/ 5365 w 135050"/>
              <a:gd name="connsiteY5" fmla="*/ 183394 h 187310"/>
              <a:gd name="connsiteX6" fmla="*/ 671 w 135050"/>
              <a:gd name="connsiteY6" fmla="*/ 183394 h 187310"/>
              <a:gd name="connsiteX7" fmla="*/ 671 w 135050"/>
              <a:gd name="connsiteY7" fmla="*/ 187371 h 187310"/>
              <a:gd name="connsiteX8" fmla="*/ 57002 w 135050"/>
              <a:gd name="connsiteY8" fmla="*/ 187371 h 187310"/>
              <a:gd name="connsiteX9" fmla="*/ 57002 w 135050"/>
              <a:gd name="connsiteY9" fmla="*/ 183394 h 187310"/>
              <a:gd name="connsiteX10" fmla="*/ 51947 w 135050"/>
              <a:gd name="connsiteY10" fmla="*/ 183394 h 187310"/>
              <a:gd name="connsiteX11" fmla="*/ 38586 w 135050"/>
              <a:gd name="connsiteY11" fmla="*/ 167121 h 187310"/>
              <a:gd name="connsiteX12" fmla="*/ 38586 w 135050"/>
              <a:gd name="connsiteY12" fmla="*/ 20672 h 187310"/>
              <a:gd name="connsiteX13" fmla="*/ 52308 w 135050"/>
              <a:gd name="connsiteY13" fmla="*/ 4038 h 187310"/>
              <a:gd name="connsiteX14" fmla="*/ 83723 w 135050"/>
              <a:gd name="connsiteY14" fmla="*/ 4038 h 187310"/>
              <a:gd name="connsiteX15" fmla="*/ 97445 w 135050"/>
              <a:gd name="connsiteY15" fmla="*/ 20672 h 187310"/>
              <a:gd name="connsiteX16" fmla="*/ 97445 w 135050"/>
              <a:gd name="connsiteY16" fmla="*/ 167121 h 187310"/>
              <a:gd name="connsiteX17" fmla="*/ 83723 w 135050"/>
              <a:gd name="connsiteY17" fmla="*/ 183394 h 187310"/>
              <a:gd name="connsiteX18" fmla="*/ 79029 w 135050"/>
              <a:gd name="connsiteY18" fmla="*/ 183394 h 187310"/>
              <a:gd name="connsiteX19" fmla="*/ 79029 w 135050"/>
              <a:gd name="connsiteY19" fmla="*/ 187371 h 187310"/>
              <a:gd name="connsiteX20" fmla="*/ 134999 w 135050"/>
              <a:gd name="connsiteY20" fmla="*/ 187371 h 187310"/>
              <a:gd name="connsiteX21" fmla="*/ 134999 w 135050"/>
              <a:gd name="connsiteY21" fmla="*/ 183394 h 187310"/>
              <a:gd name="connsiteX22" fmla="*/ 130305 w 135050"/>
              <a:gd name="connsiteY22" fmla="*/ 183394 h 187310"/>
              <a:gd name="connsiteX23" fmla="*/ 116944 w 135050"/>
              <a:gd name="connsiteY23" fmla="*/ 167121 h 187310"/>
              <a:gd name="connsiteX24" fmla="*/ 116944 w 135050"/>
              <a:gd name="connsiteY24" fmla="*/ 20672 h 187310"/>
              <a:gd name="connsiteX25" fmla="*/ 130666 w 135050"/>
              <a:gd name="connsiteY25" fmla="*/ 4038 h 187310"/>
              <a:gd name="connsiteX26" fmla="*/ 135360 w 135050"/>
              <a:gd name="connsiteY26" fmla="*/ 4038 h 187310"/>
              <a:gd name="connsiteX27" fmla="*/ 135360 w 135050"/>
              <a:gd name="connsiteY27" fmla="*/ 6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310" y="60"/>
                </a:moveTo>
                <a:lnTo>
                  <a:pt x="310" y="4038"/>
                </a:lnTo>
                <a:lnTo>
                  <a:pt x="5365" y="4038"/>
                </a:lnTo>
                <a:cubicBezTo>
                  <a:pt x="17281" y="4038"/>
                  <a:pt x="19087" y="6207"/>
                  <a:pt x="19087" y="20672"/>
                </a:cubicBezTo>
                <a:lnTo>
                  <a:pt x="19087" y="167121"/>
                </a:lnTo>
                <a:cubicBezTo>
                  <a:pt x="19087" y="181585"/>
                  <a:pt x="17281" y="183394"/>
                  <a:pt x="5365" y="183394"/>
                </a:cubicBezTo>
                <a:lnTo>
                  <a:pt x="671" y="183394"/>
                </a:lnTo>
                <a:lnTo>
                  <a:pt x="671" y="187371"/>
                </a:lnTo>
                <a:lnTo>
                  <a:pt x="57002" y="187371"/>
                </a:lnTo>
                <a:lnTo>
                  <a:pt x="57002" y="183394"/>
                </a:lnTo>
                <a:lnTo>
                  <a:pt x="51947" y="183394"/>
                </a:lnTo>
                <a:cubicBezTo>
                  <a:pt x="40392" y="183394"/>
                  <a:pt x="38586" y="181224"/>
                  <a:pt x="38586" y="167121"/>
                </a:cubicBezTo>
                <a:lnTo>
                  <a:pt x="38586" y="20672"/>
                </a:lnTo>
                <a:cubicBezTo>
                  <a:pt x="38586" y="6207"/>
                  <a:pt x="40392" y="4038"/>
                  <a:pt x="52308" y="4038"/>
                </a:cubicBezTo>
                <a:lnTo>
                  <a:pt x="83723" y="4038"/>
                </a:lnTo>
                <a:cubicBezTo>
                  <a:pt x="95278" y="4038"/>
                  <a:pt x="97445" y="6207"/>
                  <a:pt x="97445" y="20672"/>
                </a:cubicBezTo>
                <a:lnTo>
                  <a:pt x="97445" y="167121"/>
                </a:lnTo>
                <a:cubicBezTo>
                  <a:pt x="97445" y="181585"/>
                  <a:pt x="95278" y="183394"/>
                  <a:pt x="83723" y="183394"/>
                </a:cubicBezTo>
                <a:lnTo>
                  <a:pt x="79029" y="183394"/>
                </a:lnTo>
                <a:lnTo>
                  <a:pt x="79029" y="187371"/>
                </a:lnTo>
                <a:lnTo>
                  <a:pt x="134999" y="187371"/>
                </a:lnTo>
                <a:lnTo>
                  <a:pt x="134999" y="183394"/>
                </a:lnTo>
                <a:lnTo>
                  <a:pt x="130305" y="183394"/>
                </a:lnTo>
                <a:cubicBezTo>
                  <a:pt x="118750" y="183394"/>
                  <a:pt x="116944" y="181224"/>
                  <a:pt x="116944" y="167121"/>
                </a:cubicBezTo>
                <a:lnTo>
                  <a:pt x="116944" y="20672"/>
                </a:lnTo>
                <a:cubicBezTo>
                  <a:pt x="116944" y="6207"/>
                  <a:pt x="118750" y="4038"/>
                  <a:pt x="130666" y="4038"/>
                </a:cubicBezTo>
                <a:lnTo>
                  <a:pt x="135360" y="4038"/>
                </a:lnTo>
                <a:lnTo>
                  <a:pt x="135360" y="60"/>
                </a:lnTo>
                <a:close/>
              </a:path>
            </a:pathLst>
          </a:custGeom>
          <a:solidFill>
            <a:srgbClr val="000000"/>
          </a:solidFill>
          <a:ln w="23090" cap="flat">
            <a:noFill/>
            <a:prstDash val="solid"/>
            <a:miter/>
          </a:ln>
        </p:spPr>
        <p:txBody>
          <a:bodyPr rtlCol="0" anchor="ctr"/>
          <a:lstStyle/>
          <a:p>
            <a:endParaRPr lang="zh-CN" altLang="en-US"/>
          </a:p>
        </p:txBody>
      </p:sp>
      <p:grpSp>
        <p:nvGrpSpPr>
          <p:cNvPr id="308" name="Graphic 2"/>
          <p:cNvGrpSpPr/>
          <p:nvPr/>
        </p:nvGrpSpPr>
        <p:grpSpPr>
          <a:xfrm>
            <a:off x="11059327" y="2833790"/>
            <a:ext cx="340016" cy="102229"/>
            <a:chOff x="9979425" y="3970399"/>
            <a:chExt cx="269556" cy="75213"/>
          </a:xfrm>
        </p:grpSpPr>
        <p:sp>
          <p:nvSpPr>
            <p:cNvPr id="309" name="任意多边形: 形状 308"/>
            <p:cNvSpPr/>
            <p:nvPr/>
          </p:nvSpPr>
          <p:spPr>
            <a:xfrm>
              <a:off x="9979425" y="3971484"/>
              <a:ext cx="57414" cy="73767"/>
            </a:xfrm>
            <a:custGeom>
              <a:avLst/>
              <a:gdLst>
                <a:gd name="connsiteX0" fmla="*/ 47981 w 57414"/>
                <a:gd name="connsiteY0" fmla="*/ 54304 h 73767"/>
                <a:gd name="connsiteX1" fmla="*/ 27399 w 57414"/>
                <a:gd name="connsiteY1" fmla="*/ 66960 h 73767"/>
                <a:gd name="connsiteX2" fmla="*/ 12955 w 57414"/>
                <a:gd name="connsiteY2" fmla="*/ 49241 h 73767"/>
                <a:gd name="connsiteX3" fmla="*/ 42565 w 57414"/>
                <a:gd name="connsiteY3" fmla="*/ 3679 h 73767"/>
                <a:gd name="connsiteX4" fmla="*/ 48704 w 57414"/>
                <a:gd name="connsiteY4" fmla="*/ 8019 h 73767"/>
                <a:gd name="connsiteX5" fmla="*/ 46176 w 57414"/>
                <a:gd name="connsiteY5" fmla="*/ 11996 h 73767"/>
                <a:gd name="connsiteX6" fmla="*/ 43648 w 57414"/>
                <a:gd name="connsiteY6" fmla="*/ 17782 h 73767"/>
                <a:gd name="connsiteX7" fmla="*/ 49426 w 57414"/>
                <a:gd name="connsiteY7" fmla="*/ 23206 h 73767"/>
                <a:gd name="connsiteX8" fmla="*/ 57731 w 57414"/>
                <a:gd name="connsiteY8" fmla="*/ 12358 h 73767"/>
                <a:gd name="connsiteX9" fmla="*/ 43287 w 57414"/>
                <a:gd name="connsiteY9" fmla="*/ 63 h 73767"/>
                <a:gd name="connsiteX10" fmla="*/ 317 w 57414"/>
                <a:gd name="connsiteY10" fmla="*/ 49965 h 73767"/>
                <a:gd name="connsiteX11" fmla="*/ 5733 w 57414"/>
                <a:gd name="connsiteY11" fmla="*/ 67322 h 73767"/>
                <a:gd name="connsiteX12" fmla="*/ 20538 w 57414"/>
                <a:gd name="connsiteY12" fmla="*/ 73831 h 73767"/>
                <a:gd name="connsiteX13" fmla="*/ 50870 w 57414"/>
                <a:gd name="connsiteY13" fmla="*/ 557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981" y="54304"/>
                  </a:moveTo>
                  <a:cubicBezTo>
                    <a:pt x="42204" y="62259"/>
                    <a:pt x="34982" y="66960"/>
                    <a:pt x="27399" y="66960"/>
                  </a:cubicBezTo>
                  <a:cubicBezTo>
                    <a:pt x="19094" y="66960"/>
                    <a:pt x="12955" y="59728"/>
                    <a:pt x="12955" y="49241"/>
                  </a:cubicBezTo>
                  <a:cubicBezTo>
                    <a:pt x="12955" y="27184"/>
                    <a:pt x="28482" y="3679"/>
                    <a:pt x="42565" y="3679"/>
                  </a:cubicBezTo>
                  <a:cubicBezTo>
                    <a:pt x="45815" y="3679"/>
                    <a:pt x="48704" y="5849"/>
                    <a:pt x="48704" y="8019"/>
                  </a:cubicBezTo>
                  <a:cubicBezTo>
                    <a:pt x="48704" y="9465"/>
                    <a:pt x="48343" y="9827"/>
                    <a:pt x="46176" y="11996"/>
                  </a:cubicBezTo>
                  <a:cubicBezTo>
                    <a:pt x="44732" y="13804"/>
                    <a:pt x="43648" y="15974"/>
                    <a:pt x="43648" y="17782"/>
                  </a:cubicBezTo>
                  <a:cubicBezTo>
                    <a:pt x="43648" y="20675"/>
                    <a:pt x="46176" y="23206"/>
                    <a:pt x="49426" y="23206"/>
                  </a:cubicBezTo>
                  <a:cubicBezTo>
                    <a:pt x="53759" y="23206"/>
                    <a:pt x="57731" y="18143"/>
                    <a:pt x="57731" y="12358"/>
                  </a:cubicBezTo>
                  <a:cubicBezTo>
                    <a:pt x="57731" y="5487"/>
                    <a:pt x="51231" y="63"/>
                    <a:pt x="43287" y="63"/>
                  </a:cubicBezTo>
                  <a:cubicBezTo>
                    <a:pt x="21983" y="63"/>
                    <a:pt x="317" y="25376"/>
                    <a:pt x="317" y="49965"/>
                  </a:cubicBezTo>
                  <a:cubicBezTo>
                    <a:pt x="317" y="57197"/>
                    <a:pt x="2122" y="63344"/>
                    <a:pt x="5733" y="67322"/>
                  </a:cubicBezTo>
                  <a:cubicBezTo>
                    <a:pt x="9705" y="71299"/>
                    <a:pt x="15483" y="73831"/>
                    <a:pt x="20538" y="73831"/>
                  </a:cubicBezTo>
                  <a:cubicBezTo>
                    <a:pt x="31371" y="73831"/>
                    <a:pt x="43287" y="66960"/>
                    <a:pt x="50870" y="55750"/>
                  </a:cubicBezTo>
                  <a:close/>
                </a:path>
              </a:pathLst>
            </a:custGeom>
            <a:solidFill>
              <a:srgbClr val="000000"/>
            </a:solidFill>
            <a:ln w="23090" cap="flat">
              <a:noFill/>
              <a:prstDash val="solid"/>
              <a:miter/>
            </a:ln>
          </p:spPr>
          <p:txBody>
            <a:bodyPr rtlCol="0" anchor="ctr"/>
            <a:lstStyle/>
            <a:p>
              <a:endParaRPr lang="zh-CN" altLang="en-US"/>
            </a:p>
          </p:txBody>
        </p:sp>
        <p:sp>
          <p:nvSpPr>
            <p:cNvPr id="310" name="任意多边形: 形状 309"/>
            <p:cNvSpPr/>
            <p:nvPr/>
          </p:nvSpPr>
          <p:spPr>
            <a:xfrm>
              <a:off x="10041259" y="3971122"/>
              <a:ext cx="63553" cy="74128"/>
            </a:xfrm>
            <a:custGeom>
              <a:avLst/>
              <a:gdLst>
                <a:gd name="connsiteX0" fmla="*/ 42207 w 63553"/>
                <a:gd name="connsiteY0" fmla="*/ 63 h 74128"/>
                <a:gd name="connsiteX1" fmla="*/ 319 w 63553"/>
                <a:gd name="connsiteY1" fmla="*/ 48156 h 74128"/>
                <a:gd name="connsiteX2" fmla="*/ 21985 w 63553"/>
                <a:gd name="connsiteY2" fmla="*/ 74192 h 74128"/>
                <a:gd name="connsiteX3" fmla="*/ 46540 w 63553"/>
                <a:gd name="connsiteY3" fmla="*/ 62982 h 74128"/>
                <a:gd name="connsiteX4" fmla="*/ 63872 w 63553"/>
                <a:gd name="connsiteY4" fmla="*/ 26099 h 74128"/>
                <a:gd name="connsiteX5" fmla="*/ 42207 w 63553"/>
                <a:gd name="connsiteY5" fmla="*/ 63 h 74128"/>
                <a:gd name="connsiteX6" fmla="*/ 40762 w 63553"/>
                <a:gd name="connsiteY6" fmla="*/ 4041 h 74128"/>
                <a:gd name="connsiteX7" fmla="*/ 51595 w 63553"/>
                <a:gd name="connsiteY7" fmla="*/ 19590 h 74128"/>
                <a:gd name="connsiteX8" fmla="*/ 41123 w 63553"/>
                <a:gd name="connsiteY8" fmla="*/ 56112 h 74128"/>
                <a:gd name="connsiteX9" fmla="*/ 23430 w 63553"/>
                <a:gd name="connsiteY9" fmla="*/ 70214 h 74128"/>
                <a:gd name="connsiteX10" fmla="*/ 11875 w 63553"/>
                <a:gd name="connsiteY10" fmla="*/ 54665 h 74128"/>
                <a:gd name="connsiteX11" fmla="*/ 23430 w 63553"/>
                <a:gd name="connsiteY11" fmla="*/ 16335 h 74128"/>
                <a:gd name="connsiteX12" fmla="*/ 40762 w 63553"/>
                <a:gd name="connsiteY12" fmla="*/ 404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207" y="63"/>
                  </a:moveTo>
                  <a:cubicBezTo>
                    <a:pt x="21263" y="63"/>
                    <a:pt x="319" y="23929"/>
                    <a:pt x="319" y="48156"/>
                  </a:cubicBezTo>
                  <a:cubicBezTo>
                    <a:pt x="319" y="63706"/>
                    <a:pt x="8986" y="74192"/>
                    <a:pt x="21985" y="74192"/>
                  </a:cubicBezTo>
                  <a:cubicBezTo>
                    <a:pt x="29568" y="74192"/>
                    <a:pt x="38235" y="70214"/>
                    <a:pt x="46540" y="62982"/>
                  </a:cubicBezTo>
                  <a:cubicBezTo>
                    <a:pt x="57373" y="53581"/>
                    <a:pt x="63872" y="39840"/>
                    <a:pt x="63872" y="26099"/>
                  </a:cubicBezTo>
                  <a:cubicBezTo>
                    <a:pt x="63872" y="10911"/>
                    <a:pt x="54845" y="63"/>
                    <a:pt x="42207" y="63"/>
                  </a:cubicBezTo>
                  <a:close/>
                  <a:moveTo>
                    <a:pt x="40762" y="4041"/>
                  </a:moveTo>
                  <a:cubicBezTo>
                    <a:pt x="46901" y="4041"/>
                    <a:pt x="51595" y="10550"/>
                    <a:pt x="51595" y="19590"/>
                  </a:cubicBezTo>
                  <a:cubicBezTo>
                    <a:pt x="51595" y="30438"/>
                    <a:pt x="47262" y="45264"/>
                    <a:pt x="41123" y="56112"/>
                  </a:cubicBezTo>
                  <a:cubicBezTo>
                    <a:pt x="36068" y="65514"/>
                    <a:pt x="29929" y="70214"/>
                    <a:pt x="23430" y="70214"/>
                  </a:cubicBezTo>
                  <a:cubicBezTo>
                    <a:pt x="16208" y="70214"/>
                    <a:pt x="11875" y="64067"/>
                    <a:pt x="11875" y="54665"/>
                  </a:cubicBezTo>
                  <a:cubicBezTo>
                    <a:pt x="11875" y="42733"/>
                    <a:pt x="16569" y="26822"/>
                    <a:pt x="23430" y="16335"/>
                  </a:cubicBezTo>
                  <a:cubicBezTo>
                    <a:pt x="28124" y="8380"/>
                    <a:pt x="34624" y="4041"/>
                    <a:pt x="40762" y="4041"/>
                  </a:cubicBezTo>
                  <a:close/>
                </a:path>
              </a:pathLst>
            </a:custGeom>
            <a:solidFill>
              <a:srgbClr val="000000"/>
            </a:solidFill>
            <a:ln w="23090" cap="flat">
              <a:noFill/>
              <a:prstDash val="solid"/>
              <a:miter/>
            </a:ln>
          </p:spPr>
          <p:txBody>
            <a:bodyPr rtlCol="0" anchor="ctr"/>
            <a:lstStyle/>
            <a:p>
              <a:endParaRPr lang="zh-CN" altLang="en-US"/>
            </a:p>
          </p:txBody>
        </p:sp>
        <p:sp>
          <p:nvSpPr>
            <p:cNvPr id="311" name="任意多边形: 形状 310"/>
            <p:cNvSpPr/>
            <p:nvPr/>
          </p:nvSpPr>
          <p:spPr>
            <a:xfrm>
              <a:off x="10115500" y="3971845"/>
              <a:ext cx="69330" cy="73767"/>
            </a:xfrm>
            <a:custGeom>
              <a:avLst/>
              <a:gdLst>
                <a:gd name="connsiteX0" fmla="*/ 69653 w 69330"/>
                <a:gd name="connsiteY0" fmla="*/ 1510 h 73767"/>
                <a:gd name="connsiteX1" fmla="*/ 57737 w 69330"/>
                <a:gd name="connsiteY1" fmla="*/ 1510 h 73767"/>
                <a:gd name="connsiteX2" fmla="*/ 53765 w 69330"/>
                <a:gd name="connsiteY2" fmla="*/ 15251 h 73767"/>
                <a:gd name="connsiteX3" fmla="*/ 37877 w 69330"/>
                <a:gd name="connsiteY3" fmla="*/ 48156 h 73767"/>
                <a:gd name="connsiteX4" fmla="*/ 19100 w 69330"/>
                <a:gd name="connsiteY4" fmla="*/ 64429 h 73767"/>
                <a:gd name="connsiteX5" fmla="*/ 14044 w 69330"/>
                <a:gd name="connsiteY5" fmla="*/ 59728 h 73767"/>
                <a:gd name="connsiteX6" fmla="*/ 15128 w 69330"/>
                <a:gd name="connsiteY6" fmla="*/ 53581 h 73767"/>
                <a:gd name="connsiteX7" fmla="*/ 27044 w 69330"/>
                <a:gd name="connsiteY7" fmla="*/ 12358 h 73767"/>
                <a:gd name="connsiteX8" fmla="*/ 28127 w 69330"/>
                <a:gd name="connsiteY8" fmla="*/ 6210 h 73767"/>
                <a:gd name="connsiteX9" fmla="*/ 21627 w 69330"/>
                <a:gd name="connsiteY9" fmla="*/ 63 h 73767"/>
                <a:gd name="connsiteX10" fmla="*/ 323 w 69330"/>
                <a:gd name="connsiteY10" fmla="*/ 16335 h 73767"/>
                <a:gd name="connsiteX11" fmla="*/ 2128 w 69330"/>
                <a:gd name="connsiteY11" fmla="*/ 18143 h 73767"/>
                <a:gd name="connsiteX12" fmla="*/ 4295 w 69330"/>
                <a:gd name="connsiteY12" fmla="*/ 15251 h 73767"/>
                <a:gd name="connsiteX13" fmla="*/ 12961 w 69330"/>
                <a:gd name="connsiteY13" fmla="*/ 8380 h 73767"/>
                <a:gd name="connsiteX14" fmla="*/ 15850 w 69330"/>
                <a:gd name="connsiteY14" fmla="*/ 10911 h 73767"/>
                <a:gd name="connsiteX15" fmla="*/ 15128 w 69330"/>
                <a:gd name="connsiteY15" fmla="*/ 14166 h 73767"/>
                <a:gd name="connsiteX16" fmla="*/ 2850 w 69330"/>
                <a:gd name="connsiteY16" fmla="*/ 57558 h 73767"/>
                <a:gd name="connsiteX17" fmla="*/ 2128 w 69330"/>
                <a:gd name="connsiteY17" fmla="*/ 62621 h 73767"/>
                <a:gd name="connsiteX18" fmla="*/ 10433 w 69330"/>
                <a:gd name="connsiteY18" fmla="*/ 73830 h 73767"/>
                <a:gd name="connsiteX19" fmla="*/ 27405 w 69330"/>
                <a:gd name="connsiteY19" fmla="*/ 64429 h 73767"/>
                <a:gd name="connsiteX20" fmla="*/ 46904 w 69330"/>
                <a:gd name="connsiteY20" fmla="*/ 39116 h 73767"/>
                <a:gd name="connsiteX21" fmla="*/ 40765 w 69330"/>
                <a:gd name="connsiteY21" fmla="*/ 60451 h 73767"/>
                <a:gd name="connsiteX22" fmla="*/ 39321 w 69330"/>
                <a:gd name="connsiteY22" fmla="*/ 68045 h 73767"/>
                <a:gd name="connsiteX23" fmla="*/ 45460 w 69330"/>
                <a:gd name="connsiteY23" fmla="*/ 73830 h 73767"/>
                <a:gd name="connsiteX24" fmla="*/ 66042 w 69330"/>
                <a:gd name="connsiteY24" fmla="*/ 59366 h 73767"/>
                <a:gd name="connsiteX25" fmla="*/ 64598 w 69330"/>
                <a:gd name="connsiteY25" fmla="*/ 57558 h 73767"/>
                <a:gd name="connsiteX26" fmla="*/ 54126 w 69330"/>
                <a:gd name="connsiteY26" fmla="*/ 65875 h 73767"/>
                <a:gd name="connsiteX27" fmla="*/ 52321 w 69330"/>
                <a:gd name="connsiteY27" fmla="*/ 63706 h 73767"/>
                <a:gd name="connsiteX28" fmla="*/ 52682 w 69330"/>
                <a:gd name="connsiteY28" fmla="*/ 62259 h 73767"/>
                <a:gd name="connsiteX29" fmla="*/ 53404 w 69330"/>
                <a:gd name="connsiteY29" fmla="*/ 58643 h 73767"/>
                <a:gd name="connsiteX30" fmla="*/ 54487 w 69330"/>
                <a:gd name="connsiteY30" fmla="*/ 5466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653" y="1510"/>
                  </a:moveTo>
                  <a:lnTo>
                    <a:pt x="57737" y="1510"/>
                  </a:lnTo>
                  <a:lnTo>
                    <a:pt x="53765" y="15251"/>
                  </a:lnTo>
                  <a:cubicBezTo>
                    <a:pt x="49432" y="31161"/>
                    <a:pt x="47265" y="34777"/>
                    <a:pt x="37877" y="48156"/>
                  </a:cubicBezTo>
                  <a:cubicBezTo>
                    <a:pt x="29933" y="58643"/>
                    <a:pt x="23433" y="64429"/>
                    <a:pt x="19100" y="64429"/>
                  </a:cubicBezTo>
                  <a:cubicBezTo>
                    <a:pt x="15850" y="64429"/>
                    <a:pt x="14044" y="62982"/>
                    <a:pt x="14044" y="59728"/>
                  </a:cubicBezTo>
                  <a:cubicBezTo>
                    <a:pt x="14044" y="58281"/>
                    <a:pt x="14405" y="56473"/>
                    <a:pt x="15128" y="53581"/>
                  </a:cubicBezTo>
                  <a:lnTo>
                    <a:pt x="27044" y="12358"/>
                  </a:lnTo>
                  <a:cubicBezTo>
                    <a:pt x="27405" y="10550"/>
                    <a:pt x="28127" y="7657"/>
                    <a:pt x="28127" y="6210"/>
                  </a:cubicBezTo>
                  <a:cubicBezTo>
                    <a:pt x="28127" y="2594"/>
                    <a:pt x="25238" y="63"/>
                    <a:pt x="21627" y="63"/>
                  </a:cubicBezTo>
                  <a:cubicBezTo>
                    <a:pt x="15489" y="63"/>
                    <a:pt x="10794" y="3318"/>
                    <a:pt x="323" y="16335"/>
                  </a:cubicBezTo>
                  <a:lnTo>
                    <a:pt x="2128" y="18143"/>
                  </a:lnTo>
                  <a:lnTo>
                    <a:pt x="4295" y="15251"/>
                  </a:lnTo>
                  <a:cubicBezTo>
                    <a:pt x="9350" y="9465"/>
                    <a:pt x="10794" y="8380"/>
                    <a:pt x="12961" y="8380"/>
                  </a:cubicBezTo>
                  <a:cubicBezTo>
                    <a:pt x="14405" y="8380"/>
                    <a:pt x="15850" y="9465"/>
                    <a:pt x="15850" y="10911"/>
                  </a:cubicBezTo>
                  <a:cubicBezTo>
                    <a:pt x="15850" y="11996"/>
                    <a:pt x="15489" y="12719"/>
                    <a:pt x="15128" y="14166"/>
                  </a:cubicBezTo>
                  <a:lnTo>
                    <a:pt x="2850" y="57558"/>
                  </a:lnTo>
                  <a:cubicBezTo>
                    <a:pt x="2128" y="59005"/>
                    <a:pt x="2128" y="60813"/>
                    <a:pt x="2128" y="62621"/>
                  </a:cubicBezTo>
                  <a:cubicBezTo>
                    <a:pt x="2128" y="69853"/>
                    <a:pt x="5378" y="73830"/>
                    <a:pt x="10433" y="73830"/>
                  </a:cubicBezTo>
                  <a:cubicBezTo>
                    <a:pt x="15489" y="73830"/>
                    <a:pt x="20905" y="70938"/>
                    <a:pt x="27405" y="64429"/>
                  </a:cubicBezTo>
                  <a:cubicBezTo>
                    <a:pt x="33544" y="58643"/>
                    <a:pt x="38238" y="52857"/>
                    <a:pt x="46904" y="39116"/>
                  </a:cubicBezTo>
                  <a:lnTo>
                    <a:pt x="40765" y="60451"/>
                  </a:lnTo>
                  <a:cubicBezTo>
                    <a:pt x="40043" y="63344"/>
                    <a:pt x="39321" y="66237"/>
                    <a:pt x="39321" y="68045"/>
                  </a:cubicBezTo>
                  <a:cubicBezTo>
                    <a:pt x="39321" y="71299"/>
                    <a:pt x="42210" y="73830"/>
                    <a:pt x="45460" y="73830"/>
                  </a:cubicBezTo>
                  <a:cubicBezTo>
                    <a:pt x="51598" y="73830"/>
                    <a:pt x="59542" y="68406"/>
                    <a:pt x="66042" y="59366"/>
                  </a:cubicBezTo>
                  <a:lnTo>
                    <a:pt x="64598" y="57558"/>
                  </a:lnTo>
                  <a:cubicBezTo>
                    <a:pt x="59903" y="62982"/>
                    <a:pt x="56292" y="65875"/>
                    <a:pt x="54126" y="65875"/>
                  </a:cubicBezTo>
                  <a:cubicBezTo>
                    <a:pt x="53404" y="65875"/>
                    <a:pt x="52321" y="64790"/>
                    <a:pt x="52321" y="63706"/>
                  </a:cubicBezTo>
                  <a:cubicBezTo>
                    <a:pt x="52321" y="63344"/>
                    <a:pt x="52321" y="62982"/>
                    <a:pt x="52682" y="62259"/>
                  </a:cubicBezTo>
                  <a:cubicBezTo>
                    <a:pt x="52682" y="62259"/>
                    <a:pt x="53043" y="60813"/>
                    <a:pt x="53404" y="58643"/>
                  </a:cubicBezTo>
                  <a:cubicBezTo>
                    <a:pt x="53765" y="57558"/>
                    <a:pt x="54126" y="56112"/>
                    <a:pt x="54487" y="54665"/>
                  </a:cubicBezTo>
                  <a:close/>
                </a:path>
              </a:pathLst>
            </a:custGeom>
            <a:solidFill>
              <a:srgbClr val="000000"/>
            </a:solidFill>
            <a:ln w="23090" cap="flat">
              <a:noFill/>
              <a:prstDash val="solid"/>
              <a:miter/>
            </a:ln>
          </p:spPr>
          <p:txBody>
            <a:bodyPr rtlCol="0" anchor="ctr"/>
            <a:lstStyle/>
            <a:p>
              <a:endParaRPr lang="zh-CN" altLang="en-US"/>
            </a:p>
          </p:txBody>
        </p:sp>
        <p:sp>
          <p:nvSpPr>
            <p:cNvPr id="312" name="任意多边形: 形状 311"/>
            <p:cNvSpPr/>
            <p:nvPr/>
          </p:nvSpPr>
          <p:spPr>
            <a:xfrm>
              <a:off x="10193373" y="3970399"/>
              <a:ext cx="55608" cy="73044"/>
            </a:xfrm>
            <a:custGeom>
              <a:avLst/>
              <a:gdLst>
                <a:gd name="connsiteX0" fmla="*/ 32464 w 55608"/>
                <a:gd name="connsiteY0" fmla="*/ 63 h 73044"/>
                <a:gd name="connsiteX1" fmla="*/ 9353 w 55608"/>
                <a:gd name="connsiteY1" fmla="*/ 2956 h 73044"/>
                <a:gd name="connsiteX2" fmla="*/ 8631 w 55608"/>
                <a:gd name="connsiteY2" fmla="*/ 6572 h 73044"/>
                <a:gd name="connsiteX3" fmla="*/ 12242 w 55608"/>
                <a:gd name="connsiteY3" fmla="*/ 5849 h 73044"/>
                <a:gd name="connsiteX4" fmla="*/ 15131 w 55608"/>
                <a:gd name="connsiteY4" fmla="*/ 5487 h 73044"/>
                <a:gd name="connsiteX5" fmla="*/ 18381 w 55608"/>
                <a:gd name="connsiteY5" fmla="*/ 8742 h 73044"/>
                <a:gd name="connsiteX6" fmla="*/ 16937 w 55608"/>
                <a:gd name="connsiteY6" fmla="*/ 15612 h 73044"/>
                <a:gd name="connsiteX7" fmla="*/ 326 w 55608"/>
                <a:gd name="connsiteY7" fmla="*/ 73107 h 73044"/>
                <a:gd name="connsiteX8" fmla="*/ 12964 w 55608"/>
                <a:gd name="connsiteY8" fmla="*/ 73107 h 73044"/>
                <a:gd name="connsiteX9" fmla="*/ 31019 w 55608"/>
                <a:gd name="connsiteY9" fmla="*/ 27545 h 73044"/>
                <a:gd name="connsiteX10" fmla="*/ 41491 w 55608"/>
                <a:gd name="connsiteY10" fmla="*/ 13081 h 73044"/>
                <a:gd name="connsiteX11" fmla="*/ 42935 w 55608"/>
                <a:gd name="connsiteY11" fmla="*/ 15612 h 73044"/>
                <a:gd name="connsiteX12" fmla="*/ 47991 w 55608"/>
                <a:gd name="connsiteY12" fmla="*/ 19951 h 73044"/>
                <a:gd name="connsiteX13" fmla="*/ 55935 w 55608"/>
                <a:gd name="connsiteY13" fmla="*/ 8742 h 73044"/>
                <a:gd name="connsiteX14" fmla="*/ 49435 w 55608"/>
                <a:gd name="connsiteY14" fmla="*/ 63 h 73044"/>
                <a:gd name="connsiteX15" fmla="*/ 22714 w 55608"/>
                <a:gd name="connsiteY15" fmla="*/ 35139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64" y="63"/>
                  </a:moveTo>
                  <a:cubicBezTo>
                    <a:pt x="22353" y="1871"/>
                    <a:pt x="20909" y="1871"/>
                    <a:pt x="9353" y="2956"/>
                  </a:cubicBezTo>
                  <a:lnTo>
                    <a:pt x="8631" y="6572"/>
                  </a:lnTo>
                  <a:cubicBezTo>
                    <a:pt x="10437" y="6210"/>
                    <a:pt x="11881" y="5849"/>
                    <a:pt x="12242" y="5849"/>
                  </a:cubicBezTo>
                  <a:cubicBezTo>
                    <a:pt x="13326" y="5849"/>
                    <a:pt x="14409" y="5487"/>
                    <a:pt x="15131" y="5487"/>
                  </a:cubicBezTo>
                  <a:cubicBezTo>
                    <a:pt x="16937" y="5487"/>
                    <a:pt x="18381" y="6934"/>
                    <a:pt x="18381" y="8742"/>
                  </a:cubicBezTo>
                  <a:cubicBezTo>
                    <a:pt x="18381" y="9465"/>
                    <a:pt x="18020" y="11996"/>
                    <a:pt x="16937" y="15612"/>
                  </a:cubicBezTo>
                  <a:lnTo>
                    <a:pt x="326" y="73107"/>
                  </a:lnTo>
                  <a:lnTo>
                    <a:pt x="12964" y="73107"/>
                  </a:lnTo>
                  <a:cubicBezTo>
                    <a:pt x="16214" y="59366"/>
                    <a:pt x="22714" y="43456"/>
                    <a:pt x="31019" y="27545"/>
                  </a:cubicBezTo>
                  <a:cubicBezTo>
                    <a:pt x="34269" y="21036"/>
                    <a:pt x="40408" y="13081"/>
                    <a:pt x="41491" y="13081"/>
                  </a:cubicBezTo>
                  <a:cubicBezTo>
                    <a:pt x="42213" y="13081"/>
                    <a:pt x="42574" y="13804"/>
                    <a:pt x="42935" y="15612"/>
                  </a:cubicBezTo>
                  <a:cubicBezTo>
                    <a:pt x="43297" y="18143"/>
                    <a:pt x="45102" y="19951"/>
                    <a:pt x="47991" y="19951"/>
                  </a:cubicBezTo>
                  <a:cubicBezTo>
                    <a:pt x="51963" y="19951"/>
                    <a:pt x="55935" y="14166"/>
                    <a:pt x="55935" y="8742"/>
                  </a:cubicBezTo>
                  <a:cubicBezTo>
                    <a:pt x="55935" y="3679"/>
                    <a:pt x="53407" y="63"/>
                    <a:pt x="49435" y="63"/>
                  </a:cubicBezTo>
                  <a:cubicBezTo>
                    <a:pt x="42574" y="63"/>
                    <a:pt x="32103" y="13804"/>
                    <a:pt x="22714" y="351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313" name="Graphic 2"/>
          <p:cNvGrpSpPr/>
          <p:nvPr/>
        </p:nvGrpSpPr>
        <p:grpSpPr>
          <a:xfrm>
            <a:off x="11391888" y="2785132"/>
            <a:ext cx="790173" cy="176936"/>
            <a:chOff x="10243071" y="3934600"/>
            <a:chExt cx="626429" cy="130177"/>
          </a:xfrm>
        </p:grpSpPr>
        <p:sp>
          <p:nvSpPr>
            <p:cNvPr id="314" name="任意多边形: 形状 313"/>
            <p:cNvSpPr/>
            <p:nvPr/>
          </p:nvSpPr>
          <p:spPr>
            <a:xfrm>
              <a:off x="10243071" y="3971122"/>
              <a:ext cx="54525" cy="74490"/>
            </a:xfrm>
            <a:custGeom>
              <a:avLst/>
              <a:gdLst>
                <a:gd name="connsiteX0" fmla="*/ 54854 w 54525"/>
                <a:gd name="connsiteY0" fmla="*/ 786 h 74490"/>
                <a:gd name="connsiteX1" fmla="*/ 52326 w 54525"/>
                <a:gd name="connsiteY1" fmla="*/ 786 h 74490"/>
                <a:gd name="connsiteX2" fmla="*/ 47632 w 54525"/>
                <a:gd name="connsiteY2" fmla="*/ 4402 h 74490"/>
                <a:gd name="connsiteX3" fmla="*/ 44743 w 54525"/>
                <a:gd name="connsiteY3" fmla="*/ 3318 h 74490"/>
                <a:gd name="connsiteX4" fmla="*/ 33549 w 54525"/>
                <a:gd name="connsiteY4" fmla="*/ 63 h 74490"/>
                <a:gd name="connsiteX5" fmla="*/ 15494 w 54525"/>
                <a:gd name="connsiteY5" fmla="*/ 18143 h 74490"/>
                <a:gd name="connsiteX6" fmla="*/ 25966 w 54525"/>
                <a:gd name="connsiteY6" fmla="*/ 39840 h 74490"/>
                <a:gd name="connsiteX7" fmla="*/ 35355 w 54525"/>
                <a:gd name="connsiteY7" fmla="*/ 57197 h 74490"/>
                <a:gd name="connsiteX8" fmla="*/ 22355 w 54525"/>
                <a:gd name="connsiteY8" fmla="*/ 70576 h 74490"/>
                <a:gd name="connsiteX9" fmla="*/ 7550 w 54525"/>
                <a:gd name="connsiteY9" fmla="*/ 49603 h 74490"/>
                <a:gd name="connsiteX10" fmla="*/ 5023 w 54525"/>
                <a:gd name="connsiteY10" fmla="*/ 49603 h 74490"/>
                <a:gd name="connsiteX11" fmla="*/ 328 w 54525"/>
                <a:gd name="connsiteY11" fmla="*/ 74192 h 74490"/>
                <a:gd name="connsiteX12" fmla="*/ 3578 w 54525"/>
                <a:gd name="connsiteY12" fmla="*/ 74192 h 74490"/>
                <a:gd name="connsiteX13" fmla="*/ 7911 w 54525"/>
                <a:gd name="connsiteY13" fmla="*/ 70938 h 74490"/>
                <a:gd name="connsiteX14" fmla="*/ 11161 w 54525"/>
                <a:gd name="connsiteY14" fmla="*/ 71661 h 74490"/>
                <a:gd name="connsiteX15" fmla="*/ 24522 w 54525"/>
                <a:gd name="connsiteY15" fmla="*/ 74554 h 74490"/>
                <a:gd name="connsiteX16" fmla="*/ 46188 w 54525"/>
                <a:gd name="connsiteY16" fmla="*/ 53581 h 74490"/>
                <a:gd name="connsiteX17" fmla="*/ 34633 w 54525"/>
                <a:gd name="connsiteY17" fmla="*/ 30799 h 74490"/>
                <a:gd name="connsiteX18" fmla="*/ 25605 w 54525"/>
                <a:gd name="connsiteY18" fmla="*/ 14166 h 74490"/>
                <a:gd name="connsiteX19" fmla="*/ 34994 w 54525"/>
                <a:gd name="connsiteY19" fmla="*/ 4402 h 74490"/>
                <a:gd name="connsiteX20" fmla="*/ 48354 w 54525"/>
                <a:gd name="connsiteY20" fmla="*/ 20675 h 74490"/>
                <a:gd name="connsiteX21" fmla="*/ 47993 w 54525"/>
                <a:gd name="connsiteY21" fmla="*/ 23929 h 74490"/>
                <a:gd name="connsiteX22" fmla="*/ 50882 w 54525"/>
                <a:gd name="connsiteY22" fmla="*/ 23929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854" y="786"/>
                  </a:moveTo>
                  <a:lnTo>
                    <a:pt x="52326" y="786"/>
                  </a:lnTo>
                  <a:cubicBezTo>
                    <a:pt x="50882" y="3318"/>
                    <a:pt x="49437" y="4402"/>
                    <a:pt x="47632" y="4402"/>
                  </a:cubicBezTo>
                  <a:cubicBezTo>
                    <a:pt x="47271" y="4402"/>
                    <a:pt x="46188" y="4041"/>
                    <a:pt x="44743" y="3318"/>
                  </a:cubicBezTo>
                  <a:cubicBezTo>
                    <a:pt x="40771" y="1148"/>
                    <a:pt x="37160" y="63"/>
                    <a:pt x="33549" y="63"/>
                  </a:cubicBezTo>
                  <a:cubicBezTo>
                    <a:pt x="23439" y="63"/>
                    <a:pt x="15494" y="8380"/>
                    <a:pt x="15494" y="18143"/>
                  </a:cubicBezTo>
                  <a:cubicBezTo>
                    <a:pt x="15494" y="25376"/>
                    <a:pt x="17661" y="29715"/>
                    <a:pt x="25966" y="39840"/>
                  </a:cubicBezTo>
                  <a:cubicBezTo>
                    <a:pt x="32466" y="47433"/>
                    <a:pt x="35355" y="52496"/>
                    <a:pt x="35355" y="57197"/>
                  </a:cubicBezTo>
                  <a:cubicBezTo>
                    <a:pt x="35355" y="64429"/>
                    <a:pt x="29216" y="70576"/>
                    <a:pt x="22355" y="70576"/>
                  </a:cubicBezTo>
                  <a:cubicBezTo>
                    <a:pt x="13689" y="70576"/>
                    <a:pt x="7550" y="62259"/>
                    <a:pt x="7550" y="49603"/>
                  </a:cubicBezTo>
                  <a:lnTo>
                    <a:pt x="5023" y="49603"/>
                  </a:lnTo>
                  <a:lnTo>
                    <a:pt x="328" y="74192"/>
                  </a:lnTo>
                  <a:lnTo>
                    <a:pt x="3578" y="74192"/>
                  </a:lnTo>
                  <a:cubicBezTo>
                    <a:pt x="4662" y="72022"/>
                    <a:pt x="6106" y="70938"/>
                    <a:pt x="7911" y="70938"/>
                  </a:cubicBezTo>
                  <a:cubicBezTo>
                    <a:pt x="8995" y="70938"/>
                    <a:pt x="10078" y="71299"/>
                    <a:pt x="11161" y="71661"/>
                  </a:cubicBezTo>
                  <a:cubicBezTo>
                    <a:pt x="18744" y="74192"/>
                    <a:pt x="20189" y="74554"/>
                    <a:pt x="24522" y="74554"/>
                  </a:cubicBezTo>
                  <a:cubicBezTo>
                    <a:pt x="36438" y="74554"/>
                    <a:pt x="46188" y="65152"/>
                    <a:pt x="46188" y="53581"/>
                  </a:cubicBezTo>
                  <a:cubicBezTo>
                    <a:pt x="46188" y="46349"/>
                    <a:pt x="43660" y="41286"/>
                    <a:pt x="34633" y="30799"/>
                  </a:cubicBezTo>
                  <a:cubicBezTo>
                    <a:pt x="27411" y="22121"/>
                    <a:pt x="25605" y="18867"/>
                    <a:pt x="25605" y="14166"/>
                  </a:cubicBezTo>
                  <a:cubicBezTo>
                    <a:pt x="25605" y="8742"/>
                    <a:pt x="29577" y="4402"/>
                    <a:pt x="34994" y="4402"/>
                  </a:cubicBezTo>
                  <a:cubicBezTo>
                    <a:pt x="42577" y="4402"/>
                    <a:pt x="48354" y="11635"/>
                    <a:pt x="48354" y="20675"/>
                  </a:cubicBezTo>
                  <a:cubicBezTo>
                    <a:pt x="48354" y="21398"/>
                    <a:pt x="48354" y="22483"/>
                    <a:pt x="47993" y="23929"/>
                  </a:cubicBezTo>
                  <a:lnTo>
                    <a:pt x="50882" y="23929"/>
                  </a:lnTo>
                  <a:close/>
                </a:path>
              </a:pathLst>
            </a:custGeom>
            <a:solidFill>
              <a:srgbClr val="000000"/>
            </a:solidFill>
            <a:ln w="23090" cap="flat">
              <a:noFill/>
              <a:prstDash val="solid"/>
              <a:miter/>
            </a:ln>
          </p:spPr>
          <p:txBody>
            <a:bodyPr rtlCol="0" anchor="ctr"/>
            <a:lstStyle/>
            <a:p>
              <a:endParaRPr lang="zh-CN" altLang="en-US"/>
            </a:p>
          </p:txBody>
        </p:sp>
        <p:sp>
          <p:nvSpPr>
            <p:cNvPr id="315" name="任意多边形: 形状 314"/>
            <p:cNvSpPr/>
            <p:nvPr/>
          </p:nvSpPr>
          <p:spPr>
            <a:xfrm>
              <a:off x="10304547" y="3971122"/>
              <a:ext cx="59580" cy="74490"/>
            </a:xfrm>
            <a:custGeom>
              <a:avLst/>
              <a:gdLst>
                <a:gd name="connsiteX0" fmla="*/ 49440 w 59580"/>
                <a:gd name="connsiteY0" fmla="*/ 55389 h 74490"/>
                <a:gd name="connsiteX1" fmla="*/ 28496 w 59580"/>
                <a:gd name="connsiteY1" fmla="*/ 66237 h 74490"/>
                <a:gd name="connsiteX2" fmla="*/ 13330 w 59580"/>
                <a:gd name="connsiteY2" fmla="*/ 49603 h 74490"/>
                <a:gd name="connsiteX3" fmla="*/ 14053 w 59580"/>
                <a:gd name="connsiteY3" fmla="*/ 41286 h 74490"/>
                <a:gd name="connsiteX4" fmla="*/ 41496 w 59580"/>
                <a:gd name="connsiteY4" fmla="*/ 35500 h 74490"/>
                <a:gd name="connsiteX5" fmla="*/ 59912 w 59580"/>
                <a:gd name="connsiteY5" fmla="*/ 11996 h 74490"/>
                <a:gd name="connsiteX6" fmla="*/ 44746 w 59580"/>
                <a:gd name="connsiteY6" fmla="*/ 63 h 74490"/>
                <a:gd name="connsiteX7" fmla="*/ 331 w 59580"/>
                <a:gd name="connsiteY7" fmla="*/ 50326 h 74490"/>
                <a:gd name="connsiteX8" fmla="*/ 21636 w 59580"/>
                <a:gd name="connsiteY8" fmla="*/ 74554 h 74490"/>
                <a:gd name="connsiteX9" fmla="*/ 52690 w 59580"/>
                <a:gd name="connsiteY9" fmla="*/ 57558 h 74490"/>
                <a:gd name="connsiteX10" fmla="*/ 15136 w 59580"/>
                <a:gd name="connsiteY10" fmla="*/ 36947 h 74490"/>
                <a:gd name="connsiteX11" fmla="*/ 41857 w 59580"/>
                <a:gd name="connsiteY11" fmla="*/ 4764 h 74490"/>
                <a:gd name="connsiteX12" fmla="*/ 48357 w 59580"/>
                <a:gd name="connsiteY12" fmla="*/ 11635 h 74490"/>
                <a:gd name="connsiteX13" fmla="*/ 42579 w 59580"/>
                <a:gd name="connsiteY13" fmla="*/ 25376 h 74490"/>
                <a:gd name="connsiteX14" fmla="*/ 21636 w 59580"/>
                <a:gd name="connsiteY14" fmla="*/ 36585 h 74490"/>
                <a:gd name="connsiteX15" fmla="*/ 15136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40" y="55389"/>
                  </a:moveTo>
                  <a:cubicBezTo>
                    <a:pt x="42579" y="62982"/>
                    <a:pt x="35718" y="66237"/>
                    <a:pt x="28496" y="66237"/>
                  </a:cubicBezTo>
                  <a:cubicBezTo>
                    <a:pt x="19830" y="66237"/>
                    <a:pt x="13330" y="59366"/>
                    <a:pt x="13330" y="49603"/>
                  </a:cubicBezTo>
                  <a:cubicBezTo>
                    <a:pt x="13330" y="47072"/>
                    <a:pt x="13691" y="44179"/>
                    <a:pt x="14053" y="41286"/>
                  </a:cubicBezTo>
                  <a:cubicBezTo>
                    <a:pt x="26691" y="40563"/>
                    <a:pt x="33913" y="39116"/>
                    <a:pt x="41496" y="35500"/>
                  </a:cubicBezTo>
                  <a:cubicBezTo>
                    <a:pt x="52690" y="30438"/>
                    <a:pt x="59912" y="21036"/>
                    <a:pt x="59912" y="11996"/>
                  </a:cubicBezTo>
                  <a:cubicBezTo>
                    <a:pt x="59912" y="5126"/>
                    <a:pt x="53412" y="63"/>
                    <a:pt x="44746" y="63"/>
                  </a:cubicBezTo>
                  <a:cubicBezTo>
                    <a:pt x="23080" y="63"/>
                    <a:pt x="331" y="26099"/>
                    <a:pt x="331" y="50326"/>
                  </a:cubicBezTo>
                  <a:cubicBezTo>
                    <a:pt x="331" y="64790"/>
                    <a:pt x="8997" y="74554"/>
                    <a:pt x="21636" y="74554"/>
                  </a:cubicBezTo>
                  <a:cubicBezTo>
                    <a:pt x="31746" y="74554"/>
                    <a:pt x="40413" y="69491"/>
                    <a:pt x="52690" y="57558"/>
                  </a:cubicBezTo>
                  <a:close/>
                  <a:moveTo>
                    <a:pt x="15136" y="36947"/>
                  </a:moveTo>
                  <a:cubicBezTo>
                    <a:pt x="20552" y="18505"/>
                    <a:pt x="32107" y="4764"/>
                    <a:pt x="41857" y="4764"/>
                  </a:cubicBezTo>
                  <a:cubicBezTo>
                    <a:pt x="45468" y="4764"/>
                    <a:pt x="48357" y="7657"/>
                    <a:pt x="48357" y="11635"/>
                  </a:cubicBezTo>
                  <a:cubicBezTo>
                    <a:pt x="48357" y="15974"/>
                    <a:pt x="46190" y="21036"/>
                    <a:pt x="42579" y="25376"/>
                  </a:cubicBezTo>
                  <a:cubicBezTo>
                    <a:pt x="37163" y="31161"/>
                    <a:pt x="30302" y="35139"/>
                    <a:pt x="21636" y="36585"/>
                  </a:cubicBezTo>
                  <a:cubicBezTo>
                    <a:pt x="20191" y="36585"/>
                    <a:pt x="18025" y="36947"/>
                    <a:pt x="15136" y="36947"/>
                  </a:cubicBezTo>
                  <a:close/>
                </a:path>
              </a:pathLst>
            </a:custGeom>
            <a:solidFill>
              <a:srgbClr val="000000"/>
            </a:solidFill>
            <a:ln w="23090" cap="flat">
              <a:noFill/>
              <a:prstDash val="solid"/>
              <a:miter/>
            </a:ln>
          </p:spPr>
          <p:txBody>
            <a:bodyPr rtlCol="0" anchor="ctr"/>
            <a:lstStyle/>
            <a:p>
              <a:endParaRPr lang="zh-CN" altLang="en-US"/>
            </a:p>
          </p:txBody>
        </p:sp>
        <p:sp>
          <p:nvSpPr>
            <p:cNvPr id="316" name="任意多边形: 形状 315"/>
            <p:cNvSpPr/>
            <p:nvPr/>
          </p:nvSpPr>
          <p:spPr>
            <a:xfrm>
              <a:off x="10375282" y="4057546"/>
              <a:ext cx="73663" cy="7232"/>
            </a:xfrm>
            <a:custGeom>
              <a:avLst/>
              <a:gdLst>
                <a:gd name="connsiteX0" fmla="*/ 334 w 73663"/>
                <a:gd name="connsiteY0" fmla="*/ 63 h 7232"/>
                <a:gd name="connsiteX1" fmla="*/ 334 w 73663"/>
                <a:gd name="connsiteY1" fmla="*/ 7295 h 7232"/>
                <a:gd name="connsiteX2" fmla="*/ 73997 w 73663"/>
                <a:gd name="connsiteY2" fmla="*/ 7295 h 7232"/>
                <a:gd name="connsiteX3" fmla="*/ 73997 w 73663"/>
                <a:gd name="connsiteY3" fmla="*/ 63 h 7232"/>
              </a:gdLst>
              <a:ahLst/>
              <a:cxnLst>
                <a:cxn ang="0">
                  <a:pos x="connsiteX0" y="connsiteY0"/>
                </a:cxn>
                <a:cxn ang="0">
                  <a:pos x="connsiteX1" y="connsiteY1"/>
                </a:cxn>
                <a:cxn ang="0">
                  <a:pos x="connsiteX2" y="connsiteY2"/>
                </a:cxn>
                <a:cxn ang="0">
                  <a:pos x="connsiteX3" y="connsiteY3"/>
                </a:cxn>
              </a:cxnLst>
              <a:rect l="l" t="t" r="r" b="b"/>
              <a:pathLst>
                <a:path w="73663" h="7232">
                  <a:moveTo>
                    <a:pt x="334" y="63"/>
                  </a:moveTo>
                  <a:lnTo>
                    <a:pt x="334" y="7295"/>
                  </a:lnTo>
                  <a:lnTo>
                    <a:pt x="73997" y="7295"/>
                  </a:lnTo>
                  <a:lnTo>
                    <a:pt x="73997" y="63"/>
                  </a:lnTo>
                  <a:close/>
                </a:path>
              </a:pathLst>
            </a:custGeom>
            <a:solidFill>
              <a:srgbClr val="000000"/>
            </a:solidFill>
            <a:ln w="23090" cap="flat">
              <a:noFill/>
              <a:prstDash val="solid"/>
              <a:miter/>
            </a:ln>
          </p:spPr>
          <p:txBody>
            <a:bodyPr rtlCol="0" anchor="ctr"/>
            <a:lstStyle/>
            <a:p>
              <a:endParaRPr lang="zh-CN" altLang="en-US"/>
            </a:p>
          </p:txBody>
        </p:sp>
        <p:sp>
          <p:nvSpPr>
            <p:cNvPr id="317" name="任意多边形: 形状 316"/>
            <p:cNvSpPr/>
            <p:nvPr/>
          </p:nvSpPr>
          <p:spPr>
            <a:xfrm>
              <a:off x="10452556" y="3943640"/>
              <a:ext cx="36831" cy="102333"/>
            </a:xfrm>
            <a:custGeom>
              <a:avLst/>
              <a:gdLst>
                <a:gd name="connsiteX0" fmla="*/ 26697 w 36831"/>
                <a:gd name="connsiteY0" fmla="*/ 82871 h 102333"/>
                <a:gd name="connsiteX1" fmla="*/ 15142 w 36831"/>
                <a:gd name="connsiteY1" fmla="*/ 93719 h 102333"/>
                <a:gd name="connsiteX2" fmla="*/ 12976 w 36831"/>
                <a:gd name="connsiteY2" fmla="*/ 91549 h 102333"/>
                <a:gd name="connsiteX3" fmla="*/ 13337 w 36831"/>
                <a:gd name="connsiteY3" fmla="*/ 89018 h 102333"/>
                <a:gd name="connsiteX4" fmla="*/ 31030 w 36831"/>
                <a:gd name="connsiteY4" fmla="*/ 27183 h 102333"/>
                <a:gd name="connsiteX5" fmla="*/ 7198 w 36831"/>
                <a:gd name="connsiteY5" fmla="*/ 31161 h 102333"/>
                <a:gd name="connsiteX6" fmla="*/ 6476 w 36831"/>
                <a:gd name="connsiteY6" fmla="*/ 34415 h 102333"/>
                <a:gd name="connsiteX7" fmla="*/ 11531 w 36831"/>
                <a:gd name="connsiteY7" fmla="*/ 33692 h 102333"/>
                <a:gd name="connsiteX8" fmla="*/ 15864 w 36831"/>
                <a:gd name="connsiteY8" fmla="*/ 37670 h 102333"/>
                <a:gd name="connsiteX9" fmla="*/ 14781 w 36831"/>
                <a:gd name="connsiteY9" fmla="*/ 44540 h 102333"/>
                <a:gd name="connsiteX10" fmla="*/ 1421 w 36831"/>
                <a:gd name="connsiteY10" fmla="*/ 90464 h 102333"/>
                <a:gd name="connsiteX11" fmla="*/ 337 w 36831"/>
                <a:gd name="connsiteY11" fmla="*/ 96250 h 102333"/>
                <a:gd name="connsiteX12" fmla="*/ 7198 w 36831"/>
                <a:gd name="connsiteY12" fmla="*/ 102397 h 102333"/>
                <a:gd name="connsiteX13" fmla="*/ 27781 w 36831"/>
                <a:gd name="connsiteY13" fmla="*/ 86487 h 102333"/>
                <a:gd name="connsiteX14" fmla="*/ 29225 w 36831"/>
                <a:gd name="connsiteY14" fmla="*/ 63 h 102333"/>
                <a:gd name="connsiteX15" fmla="*/ 20559 w 36831"/>
                <a:gd name="connsiteY15" fmla="*/ 8019 h 102333"/>
                <a:gd name="connsiteX16" fmla="*/ 28864 w 36831"/>
                <a:gd name="connsiteY16" fmla="*/ 16335 h 102333"/>
                <a:gd name="connsiteX17" fmla="*/ 37169 w 36831"/>
                <a:gd name="connsiteY17" fmla="*/ 8019 h 102333"/>
                <a:gd name="connsiteX18" fmla="*/ 2922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97" y="82871"/>
                  </a:moveTo>
                  <a:cubicBezTo>
                    <a:pt x="22725" y="89018"/>
                    <a:pt x="17670" y="93719"/>
                    <a:pt x="15142" y="93719"/>
                  </a:cubicBezTo>
                  <a:cubicBezTo>
                    <a:pt x="14059" y="93719"/>
                    <a:pt x="12976" y="92634"/>
                    <a:pt x="12976" y="91549"/>
                  </a:cubicBezTo>
                  <a:cubicBezTo>
                    <a:pt x="12976" y="90826"/>
                    <a:pt x="12976" y="90103"/>
                    <a:pt x="13337" y="89018"/>
                  </a:cubicBezTo>
                  <a:lnTo>
                    <a:pt x="31030" y="27183"/>
                  </a:lnTo>
                  <a:cubicBezTo>
                    <a:pt x="23086" y="29353"/>
                    <a:pt x="14420" y="30799"/>
                    <a:pt x="7198" y="31161"/>
                  </a:cubicBezTo>
                  <a:lnTo>
                    <a:pt x="6476" y="34415"/>
                  </a:lnTo>
                  <a:cubicBezTo>
                    <a:pt x="9004" y="34054"/>
                    <a:pt x="10448" y="33692"/>
                    <a:pt x="11531" y="33692"/>
                  </a:cubicBezTo>
                  <a:cubicBezTo>
                    <a:pt x="14781" y="33692"/>
                    <a:pt x="15864" y="34777"/>
                    <a:pt x="15864" y="37670"/>
                  </a:cubicBezTo>
                  <a:cubicBezTo>
                    <a:pt x="15864" y="39116"/>
                    <a:pt x="15503" y="40924"/>
                    <a:pt x="14781" y="44540"/>
                  </a:cubicBezTo>
                  <a:lnTo>
                    <a:pt x="1421" y="90464"/>
                  </a:lnTo>
                  <a:cubicBezTo>
                    <a:pt x="698" y="92634"/>
                    <a:pt x="337" y="94803"/>
                    <a:pt x="337" y="96250"/>
                  </a:cubicBezTo>
                  <a:cubicBezTo>
                    <a:pt x="337" y="99504"/>
                    <a:pt x="3587" y="102397"/>
                    <a:pt x="7198" y="102397"/>
                  </a:cubicBezTo>
                  <a:cubicBezTo>
                    <a:pt x="12253" y="102397"/>
                    <a:pt x="19475" y="96611"/>
                    <a:pt x="27781" y="86487"/>
                  </a:cubicBezTo>
                  <a:close/>
                  <a:moveTo>
                    <a:pt x="29225" y="63"/>
                  </a:moveTo>
                  <a:cubicBezTo>
                    <a:pt x="24531" y="63"/>
                    <a:pt x="20559" y="3679"/>
                    <a:pt x="20559" y="8019"/>
                  </a:cubicBezTo>
                  <a:cubicBezTo>
                    <a:pt x="20559" y="12719"/>
                    <a:pt x="24531" y="16335"/>
                    <a:pt x="28864" y="16335"/>
                  </a:cubicBezTo>
                  <a:cubicBezTo>
                    <a:pt x="33558" y="16335"/>
                    <a:pt x="37169" y="12719"/>
                    <a:pt x="37169" y="8019"/>
                  </a:cubicBezTo>
                  <a:cubicBezTo>
                    <a:pt x="37169" y="3679"/>
                    <a:pt x="33558" y="63"/>
                    <a:pt x="29225" y="63"/>
                  </a:cubicBezTo>
                  <a:close/>
                </a:path>
              </a:pathLst>
            </a:custGeom>
            <a:solidFill>
              <a:srgbClr val="000000"/>
            </a:solidFill>
            <a:ln w="23090" cap="flat">
              <a:noFill/>
              <a:prstDash val="solid"/>
              <a:miter/>
            </a:ln>
          </p:spPr>
          <p:txBody>
            <a:bodyPr rtlCol="0" anchor="ctr"/>
            <a:lstStyle/>
            <a:p>
              <a:endParaRPr lang="zh-CN" altLang="en-US"/>
            </a:p>
          </p:txBody>
        </p:sp>
        <p:sp>
          <p:nvSpPr>
            <p:cNvPr id="318" name="任意多边形: 形状 317"/>
            <p:cNvSpPr/>
            <p:nvPr/>
          </p:nvSpPr>
          <p:spPr>
            <a:xfrm>
              <a:off x="10490309" y="3934600"/>
              <a:ext cx="80524" cy="111374"/>
            </a:xfrm>
            <a:custGeom>
              <a:avLst/>
              <a:gdLst>
                <a:gd name="connsiteX0" fmla="*/ 43310 w 80524"/>
                <a:gd name="connsiteY0" fmla="*/ 93357 h 111374"/>
                <a:gd name="connsiteX1" fmla="*/ 41143 w 80524"/>
                <a:gd name="connsiteY1" fmla="*/ 104567 h 111374"/>
                <a:gd name="connsiteX2" fmla="*/ 46920 w 80524"/>
                <a:gd name="connsiteY2" fmla="*/ 111437 h 111374"/>
                <a:gd name="connsiteX3" fmla="*/ 69669 w 80524"/>
                <a:gd name="connsiteY3" fmla="*/ 94442 h 111374"/>
                <a:gd name="connsiteX4" fmla="*/ 67142 w 80524"/>
                <a:gd name="connsiteY4" fmla="*/ 92634 h 111374"/>
                <a:gd name="connsiteX5" fmla="*/ 54503 w 80524"/>
                <a:gd name="connsiteY5" fmla="*/ 102759 h 111374"/>
                <a:gd name="connsiteX6" fmla="*/ 51615 w 80524"/>
                <a:gd name="connsiteY6" fmla="*/ 100589 h 111374"/>
                <a:gd name="connsiteX7" fmla="*/ 52698 w 80524"/>
                <a:gd name="connsiteY7" fmla="*/ 95165 h 111374"/>
                <a:gd name="connsiteX8" fmla="*/ 80864 w 80524"/>
                <a:gd name="connsiteY8" fmla="*/ 63 h 111374"/>
                <a:gd name="connsiteX9" fmla="*/ 58114 w 80524"/>
                <a:gd name="connsiteY9" fmla="*/ 3318 h 111374"/>
                <a:gd name="connsiteX10" fmla="*/ 57392 w 80524"/>
                <a:gd name="connsiteY10" fmla="*/ 6211 h 111374"/>
                <a:gd name="connsiteX11" fmla="*/ 59198 w 80524"/>
                <a:gd name="connsiteY11" fmla="*/ 6211 h 111374"/>
                <a:gd name="connsiteX12" fmla="*/ 62447 w 80524"/>
                <a:gd name="connsiteY12" fmla="*/ 5849 h 111374"/>
                <a:gd name="connsiteX13" fmla="*/ 66781 w 80524"/>
                <a:gd name="connsiteY13" fmla="*/ 9465 h 111374"/>
                <a:gd name="connsiteX14" fmla="*/ 66058 w 80524"/>
                <a:gd name="connsiteY14" fmla="*/ 13081 h 111374"/>
                <a:gd name="connsiteX15" fmla="*/ 58114 w 80524"/>
                <a:gd name="connsiteY15" fmla="*/ 42009 h 111374"/>
                <a:gd name="connsiteX16" fmla="*/ 46920 w 80524"/>
                <a:gd name="connsiteY16" fmla="*/ 36947 h 111374"/>
                <a:gd name="connsiteX17" fmla="*/ 339 w 80524"/>
                <a:gd name="connsiteY17" fmla="*/ 90826 h 111374"/>
                <a:gd name="connsiteX18" fmla="*/ 14422 w 80524"/>
                <a:gd name="connsiteY18" fmla="*/ 111076 h 111374"/>
                <a:gd name="connsiteX19" fmla="*/ 30671 w 80524"/>
                <a:gd name="connsiteY19" fmla="*/ 104205 h 111374"/>
                <a:gd name="connsiteX20" fmla="*/ 44393 w 80524"/>
                <a:gd name="connsiteY20" fmla="*/ 88295 h 111374"/>
                <a:gd name="connsiteX21" fmla="*/ 45476 w 80524"/>
                <a:gd name="connsiteY21" fmla="*/ 41286 h 111374"/>
                <a:gd name="connsiteX22" fmla="*/ 54142 w 80524"/>
                <a:gd name="connsiteY22" fmla="*/ 49965 h 111374"/>
                <a:gd name="connsiteX23" fmla="*/ 42226 w 80524"/>
                <a:gd name="connsiteY23" fmla="*/ 83594 h 111374"/>
                <a:gd name="connsiteX24" fmla="*/ 22005 w 80524"/>
                <a:gd name="connsiteY24" fmla="*/ 101312 h 111374"/>
                <a:gd name="connsiteX25" fmla="*/ 14422 w 80524"/>
                <a:gd name="connsiteY25" fmla="*/ 89380 h 111374"/>
                <a:gd name="connsiteX26" fmla="*/ 24893 w 80524"/>
                <a:gd name="connsiteY26" fmla="*/ 57558 h 111374"/>
                <a:gd name="connsiteX27" fmla="*/ 45476 w 80524"/>
                <a:gd name="connsiteY27" fmla="*/ 41286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310" y="93357"/>
                  </a:moveTo>
                  <a:cubicBezTo>
                    <a:pt x="41143" y="102036"/>
                    <a:pt x="41143" y="102036"/>
                    <a:pt x="41143" y="104567"/>
                  </a:cubicBezTo>
                  <a:cubicBezTo>
                    <a:pt x="41143" y="108545"/>
                    <a:pt x="43310" y="111437"/>
                    <a:pt x="46920" y="111437"/>
                  </a:cubicBezTo>
                  <a:cubicBezTo>
                    <a:pt x="53781" y="111437"/>
                    <a:pt x="60642" y="106375"/>
                    <a:pt x="69669" y="94442"/>
                  </a:cubicBezTo>
                  <a:lnTo>
                    <a:pt x="67142" y="92634"/>
                  </a:lnTo>
                  <a:cubicBezTo>
                    <a:pt x="61364" y="99866"/>
                    <a:pt x="58114" y="102759"/>
                    <a:pt x="54503" y="102759"/>
                  </a:cubicBezTo>
                  <a:cubicBezTo>
                    <a:pt x="52698" y="102759"/>
                    <a:pt x="51615" y="101674"/>
                    <a:pt x="51615" y="100589"/>
                  </a:cubicBezTo>
                  <a:cubicBezTo>
                    <a:pt x="51615" y="99504"/>
                    <a:pt x="51976" y="97335"/>
                    <a:pt x="52698" y="95165"/>
                  </a:cubicBezTo>
                  <a:lnTo>
                    <a:pt x="80864" y="63"/>
                  </a:lnTo>
                  <a:cubicBezTo>
                    <a:pt x="71114" y="2233"/>
                    <a:pt x="69308" y="2595"/>
                    <a:pt x="58114" y="3318"/>
                  </a:cubicBezTo>
                  <a:lnTo>
                    <a:pt x="57392" y="6211"/>
                  </a:lnTo>
                  <a:lnTo>
                    <a:pt x="59198" y="6211"/>
                  </a:lnTo>
                  <a:cubicBezTo>
                    <a:pt x="60642" y="6211"/>
                    <a:pt x="61725" y="5849"/>
                    <a:pt x="62447" y="5849"/>
                  </a:cubicBezTo>
                  <a:cubicBezTo>
                    <a:pt x="64614" y="5849"/>
                    <a:pt x="66781" y="7657"/>
                    <a:pt x="66781" y="9465"/>
                  </a:cubicBezTo>
                  <a:cubicBezTo>
                    <a:pt x="66781" y="10188"/>
                    <a:pt x="66420" y="11273"/>
                    <a:pt x="66058" y="13081"/>
                  </a:cubicBezTo>
                  <a:lnTo>
                    <a:pt x="58114" y="42009"/>
                  </a:lnTo>
                  <a:cubicBezTo>
                    <a:pt x="54142" y="38032"/>
                    <a:pt x="51254" y="36947"/>
                    <a:pt x="46920" y="36947"/>
                  </a:cubicBezTo>
                  <a:cubicBezTo>
                    <a:pt x="25616" y="36947"/>
                    <a:pt x="339" y="66237"/>
                    <a:pt x="339" y="90826"/>
                  </a:cubicBezTo>
                  <a:cubicBezTo>
                    <a:pt x="339" y="102759"/>
                    <a:pt x="6116" y="111076"/>
                    <a:pt x="14422" y="111076"/>
                  </a:cubicBezTo>
                  <a:cubicBezTo>
                    <a:pt x="19116" y="111076"/>
                    <a:pt x="25616" y="108183"/>
                    <a:pt x="30671" y="104205"/>
                  </a:cubicBezTo>
                  <a:cubicBezTo>
                    <a:pt x="35365" y="100228"/>
                    <a:pt x="38615" y="96250"/>
                    <a:pt x="44393" y="88295"/>
                  </a:cubicBezTo>
                  <a:close/>
                  <a:moveTo>
                    <a:pt x="45476" y="41286"/>
                  </a:moveTo>
                  <a:cubicBezTo>
                    <a:pt x="50892" y="41286"/>
                    <a:pt x="54142" y="44541"/>
                    <a:pt x="54142" y="49965"/>
                  </a:cubicBezTo>
                  <a:cubicBezTo>
                    <a:pt x="54142" y="57558"/>
                    <a:pt x="48726" y="73107"/>
                    <a:pt x="42226" y="83594"/>
                  </a:cubicBezTo>
                  <a:cubicBezTo>
                    <a:pt x="36449" y="93357"/>
                    <a:pt x="27060" y="101312"/>
                    <a:pt x="22005" y="101312"/>
                  </a:cubicBezTo>
                  <a:cubicBezTo>
                    <a:pt x="17310" y="101312"/>
                    <a:pt x="14422" y="96973"/>
                    <a:pt x="14422" y="89380"/>
                  </a:cubicBezTo>
                  <a:cubicBezTo>
                    <a:pt x="14422" y="80339"/>
                    <a:pt x="18394" y="68406"/>
                    <a:pt x="24893" y="57558"/>
                  </a:cubicBezTo>
                  <a:cubicBezTo>
                    <a:pt x="31754" y="47072"/>
                    <a:pt x="38976" y="41286"/>
                    <a:pt x="45476" y="41286"/>
                  </a:cubicBezTo>
                  <a:close/>
                </a:path>
              </a:pathLst>
            </a:custGeom>
            <a:solidFill>
              <a:srgbClr val="000000"/>
            </a:solidFill>
            <a:ln w="23090" cap="flat">
              <a:noFill/>
              <a:prstDash val="solid"/>
              <a:miter/>
            </a:ln>
          </p:spPr>
          <p:txBody>
            <a:bodyPr rtlCol="0" anchor="ctr"/>
            <a:lstStyle/>
            <a:p>
              <a:endParaRPr lang="zh-CN" altLang="en-US"/>
            </a:p>
          </p:txBody>
        </p:sp>
        <p:sp>
          <p:nvSpPr>
            <p:cNvPr id="319" name="任意多边形: 形状 318"/>
            <p:cNvSpPr/>
            <p:nvPr/>
          </p:nvSpPr>
          <p:spPr>
            <a:xfrm>
              <a:off x="10560128" y="4028617"/>
              <a:ext cx="23471" cy="33629"/>
            </a:xfrm>
            <a:custGeom>
              <a:avLst/>
              <a:gdLst>
                <a:gd name="connsiteX0" fmla="*/ 3231 w 23471"/>
                <a:gd name="connsiteY0" fmla="*/ 33692 h 33629"/>
                <a:gd name="connsiteX1" fmla="*/ 23814 w 23471"/>
                <a:gd name="connsiteY1" fmla="*/ 9465 h 33629"/>
                <a:gd name="connsiteX2" fmla="*/ 15508 w 23471"/>
                <a:gd name="connsiteY2" fmla="*/ 63 h 33629"/>
                <a:gd name="connsiteX3" fmla="*/ 7564 w 23471"/>
                <a:gd name="connsiteY3" fmla="*/ 8019 h 33629"/>
                <a:gd name="connsiteX4" fmla="*/ 9731 w 23471"/>
                <a:gd name="connsiteY4" fmla="*/ 12719 h 33629"/>
                <a:gd name="connsiteX5" fmla="*/ 12981 w 23471"/>
                <a:gd name="connsiteY5" fmla="*/ 18143 h 33629"/>
                <a:gd name="connsiteX6" fmla="*/ 342 w 23471"/>
                <a:gd name="connsiteY6" fmla="*/ 3007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231" y="33692"/>
                  </a:moveTo>
                  <a:cubicBezTo>
                    <a:pt x="15869" y="27907"/>
                    <a:pt x="23814" y="18505"/>
                    <a:pt x="23814" y="9465"/>
                  </a:cubicBezTo>
                  <a:cubicBezTo>
                    <a:pt x="23814" y="4402"/>
                    <a:pt x="19841" y="63"/>
                    <a:pt x="15508" y="63"/>
                  </a:cubicBezTo>
                  <a:cubicBezTo>
                    <a:pt x="11175" y="63"/>
                    <a:pt x="7564" y="4041"/>
                    <a:pt x="7564" y="8019"/>
                  </a:cubicBezTo>
                  <a:cubicBezTo>
                    <a:pt x="7564" y="9827"/>
                    <a:pt x="8286" y="11635"/>
                    <a:pt x="9731" y="12719"/>
                  </a:cubicBezTo>
                  <a:cubicBezTo>
                    <a:pt x="12258" y="15251"/>
                    <a:pt x="12981" y="16335"/>
                    <a:pt x="12981" y="18143"/>
                  </a:cubicBezTo>
                  <a:cubicBezTo>
                    <a:pt x="12981" y="22121"/>
                    <a:pt x="8647" y="26099"/>
                    <a:pt x="342" y="30076"/>
                  </a:cubicBezTo>
                  <a:close/>
                </a:path>
              </a:pathLst>
            </a:custGeom>
            <a:solidFill>
              <a:srgbClr val="000000"/>
            </a:solidFill>
            <a:ln w="23090" cap="flat">
              <a:noFill/>
              <a:prstDash val="solid"/>
              <a:miter/>
            </a:ln>
          </p:spPr>
          <p:txBody>
            <a:bodyPr rtlCol="0" anchor="ctr"/>
            <a:lstStyle/>
            <a:p>
              <a:endParaRPr lang="zh-CN" altLang="en-US"/>
            </a:p>
          </p:txBody>
        </p:sp>
        <p:sp>
          <p:nvSpPr>
            <p:cNvPr id="320" name="任意多边形: 形状 319"/>
            <p:cNvSpPr/>
            <p:nvPr/>
          </p:nvSpPr>
          <p:spPr>
            <a:xfrm>
              <a:off x="10598396" y="4043443"/>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321" name="任意多边形: 形状 320"/>
            <p:cNvSpPr/>
            <p:nvPr/>
          </p:nvSpPr>
          <p:spPr>
            <a:xfrm>
              <a:off x="10645338" y="3955212"/>
              <a:ext cx="39720" cy="90400"/>
            </a:xfrm>
            <a:custGeom>
              <a:avLst/>
              <a:gdLst>
                <a:gd name="connsiteX0" fmla="*/ 28150 w 39720"/>
                <a:gd name="connsiteY0" fmla="*/ 22844 h 90400"/>
                <a:gd name="connsiteX1" fmla="*/ 38622 w 39720"/>
                <a:gd name="connsiteY1" fmla="*/ 22844 h 90400"/>
                <a:gd name="connsiteX2" fmla="*/ 40066 w 39720"/>
                <a:gd name="connsiteY2" fmla="*/ 17782 h 90400"/>
                <a:gd name="connsiteX3" fmla="*/ 29594 w 39720"/>
                <a:gd name="connsiteY3" fmla="*/ 17782 h 90400"/>
                <a:gd name="connsiteX4" fmla="*/ 34650 w 39720"/>
                <a:gd name="connsiteY4" fmla="*/ 63 h 90400"/>
                <a:gd name="connsiteX5" fmla="*/ 31039 w 39720"/>
                <a:gd name="connsiteY5" fmla="*/ 63 h 90400"/>
                <a:gd name="connsiteX6" fmla="*/ 6484 w 39720"/>
                <a:gd name="connsiteY6" fmla="*/ 17782 h 90400"/>
                <a:gd name="connsiteX7" fmla="*/ 5401 w 39720"/>
                <a:gd name="connsiteY7" fmla="*/ 22844 h 90400"/>
                <a:gd name="connsiteX8" fmla="*/ 16595 w 39720"/>
                <a:gd name="connsiteY8" fmla="*/ 22844 h 90400"/>
                <a:gd name="connsiteX9" fmla="*/ 2512 w 39720"/>
                <a:gd name="connsiteY9" fmla="*/ 71661 h 90400"/>
                <a:gd name="connsiteX10" fmla="*/ 346 w 39720"/>
                <a:gd name="connsiteY10" fmla="*/ 82509 h 90400"/>
                <a:gd name="connsiteX11" fmla="*/ 8290 w 39720"/>
                <a:gd name="connsiteY11" fmla="*/ 90464 h 90400"/>
                <a:gd name="connsiteX12" fmla="*/ 28872 w 39720"/>
                <a:gd name="connsiteY12" fmla="*/ 73830 h 90400"/>
                <a:gd name="connsiteX13" fmla="*/ 27067 w 39720"/>
                <a:gd name="connsiteY13" fmla="*/ 71661 h 90400"/>
                <a:gd name="connsiteX14" fmla="*/ 14789 w 39720"/>
                <a:gd name="connsiteY14" fmla="*/ 82509 h 90400"/>
                <a:gd name="connsiteX15" fmla="*/ 12262 w 39720"/>
                <a:gd name="connsiteY15" fmla="*/ 80339 h 90400"/>
                <a:gd name="connsiteX16" fmla="*/ 14067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0" y="22844"/>
                  </a:moveTo>
                  <a:lnTo>
                    <a:pt x="38622" y="22844"/>
                  </a:lnTo>
                  <a:lnTo>
                    <a:pt x="40066" y="17782"/>
                  </a:lnTo>
                  <a:lnTo>
                    <a:pt x="29594" y="17782"/>
                  </a:lnTo>
                  <a:lnTo>
                    <a:pt x="34650" y="63"/>
                  </a:lnTo>
                  <a:lnTo>
                    <a:pt x="31039" y="63"/>
                  </a:lnTo>
                  <a:cubicBezTo>
                    <a:pt x="22372" y="11273"/>
                    <a:pt x="16234" y="15612"/>
                    <a:pt x="6484" y="17782"/>
                  </a:cubicBezTo>
                  <a:lnTo>
                    <a:pt x="5401" y="22844"/>
                  </a:lnTo>
                  <a:lnTo>
                    <a:pt x="16595" y="22844"/>
                  </a:lnTo>
                  <a:lnTo>
                    <a:pt x="2512" y="71661"/>
                  </a:lnTo>
                  <a:cubicBezTo>
                    <a:pt x="1429" y="75638"/>
                    <a:pt x="346" y="80339"/>
                    <a:pt x="346" y="82509"/>
                  </a:cubicBezTo>
                  <a:cubicBezTo>
                    <a:pt x="346" y="87210"/>
                    <a:pt x="3595" y="90464"/>
                    <a:pt x="8290" y="90464"/>
                  </a:cubicBezTo>
                  <a:cubicBezTo>
                    <a:pt x="14428" y="90464"/>
                    <a:pt x="20928" y="85040"/>
                    <a:pt x="28872" y="73830"/>
                  </a:cubicBezTo>
                  <a:lnTo>
                    <a:pt x="27067" y="71661"/>
                  </a:lnTo>
                  <a:cubicBezTo>
                    <a:pt x="22011" y="78170"/>
                    <a:pt x="17317" y="82509"/>
                    <a:pt x="14789" y="82509"/>
                  </a:cubicBezTo>
                  <a:cubicBezTo>
                    <a:pt x="13706" y="82509"/>
                    <a:pt x="12262" y="81424"/>
                    <a:pt x="12262" y="80339"/>
                  </a:cubicBezTo>
                  <a:cubicBezTo>
                    <a:pt x="12262" y="79255"/>
                    <a:pt x="12262" y="79255"/>
                    <a:pt x="14067" y="72746"/>
                  </a:cubicBezTo>
                  <a:close/>
                </a:path>
              </a:pathLst>
            </a:custGeom>
            <a:solidFill>
              <a:srgbClr val="000000"/>
            </a:solidFill>
            <a:ln w="23090" cap="flat">
              <a:noFill/>
              <a:prstDash val="solid"/>
              <a:miter/>
            </a:ln>
          </p:spPr>
          <p:txBody>
            <a:bodyPr rtlCol="0" anchor="ctr"/>
            <a:lstStyle/>
            <a:p>
              <a:endParaRPr lang="zh-CN" altLang="en-US"/>
            </a:p>
          </p:txBody>
        </p:sp>
        <p:sp>
          <p:nvSpPr>
            <p:cNvPr id="322" name="任意多边形: 形状 321"/>
            <p:cNvSpPr/>
            <p:nvPr/>
          </p:nvSpPr>
          <p:spPr>
            <a:xfrm>
              <a:off x="10687609" y="3943640"/>
              <a:ext cx="36831" cy="102333"/>
            </a:xfrm>
            <a:custGeom>
              <a:avLst/>
              <a:gdLst>
                <a:gd name="connsiteX0" fmla="*/ 26707 w 36831"/>
                <a:gd name="connsiteY0" fmla="*/ 82871 h 102333"/>
                <a:gd name="connsiteX1" fmla="*/ 15152 w 36831"/>
                <a:gd name="connsiteY1" fmla="*/ 93719 h 102333"/>
                <a:gd name="connsiteX2" fmla="*/ 12986 w 36831"/>
                <a:gd name="connsiteY2" fmla="*/ 91549 h 102333"/>
                <a:gd name="connsiteX3" fmla="*/ 13347 w 36831"/>
                <a:gd name="connsiteY3" fmla="*/ 89018 h 102333"/>
                <a:gd name="connsiteX4" fmla="*/ 31041 w 36831"/>
                <a:gd name="connsiteY4" fmla="*/ 27183 h 102333"/>
                <a:gd name="connsiteX5" fmla="*/ 7208 w 36831"/>
                <a:gd name="connsiteY5" fmla="*/ 31161 h 102333"/>
                <a:gd name="connsiteX6" fmla="*/ 6486 w 36831"/>
                <a:gd name="connsiteY6" fmla="*/ 34415 h 102333"/>
                <a:gd name="connsiteX7" fmla="*/ 11541 w 36831"/>
                <a:gd name="connsiteY7" fmla="*/ 33692 h 102333"/>
                <a:gd name="connsiteX8" fmla="*/ 15875 w 36831"/>
                <a:gd name="connsiteY8" fmla="*/ 37670 h 102333"/>
                <a:gd name="connsiteX9" fmla="*/ 14791 w 36831"/>
                <a:gd name="connsiteY9" fmla="*/ 44540 h 102333"/>
                <a:gd name="connsiteX10" fmla="*/ 1431 w 36831"/>
                <a:gd name="connsiteY10" fmla="*/ 90464 h 102333"/>
                <a:gd name="connsiteX11" fmla="*/ 347 w 36831"/>
                <a:gd name="connsiteY11" fmla="*/ 96250 h 102333"/>
                <a:gd name="connsiteX12" fmla="*/ 7208 w 36831"/>
                <a:gd name="connsiteY12" fmla="*/ 102397 h 102333"/>
                <a:gd name="connsiteX13" fmla="*/ 27791 w 36831"/>
                <a:gd name="connsiteY13" fmla="*/ 86487 h 102333"/>
                <a:gd name="connsiteX14" fmla="*/ 29235 w 36831"/>
                <a:gd name="connsiteY14" fmla="*/ 63 h 102333"/>
                <a:gd name="connsiteX15" fmla="*/ 20569 w 36831"/>
                <a:gd name="connsiteY15" fmla="*/ 8019 h 102333"/>
                <a:gd name="connsiteX16" fmla="*/ 28874 w 36831"/>
                <a:gd name="connsiteY16" fmla="*/ 16335 h 102333"/>
                <a:gd name="connsiteX17" fmla="*/ 37179 w 36831"/>
                <a:gd name="connsiteY17" fmla="*/ 8019 h 102333"/>
                <a:gd name="connsiteX18" fmla="*/ 2923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707" y="82871"/>
                  </a:moveTo>
                  <a:cubicBezTo>
                    <a:pt x="22735" y="89018"/>
                    <a:pt x="17680" y="93719"/>
                    <a:pt x="15152" y="93719"/>
                  </a:cubicBezTo>
                  <a:cubicBezTo>
                    <a:pt x="14069" y="93719"/>
                    <a:pt x="12986" y="92634"/>
                    <a:pt x="12986" y="91549"/>
                  </a:cubicBezTo>
                  <a:cubicBezTo>
                    <a:pt x="12986" y="90826"/>
                    <a:pt x="12986" y="90103"/>
                    <a:pt x="13347" y="89018"/>
                  </a:cubicBezTo>
                  <a:lnTo>
                    <a:pt x="31041" y="27183"/>
                  </a:lnTo>
                  <a:cubicBezTo>
                    <a:pt x="23096" y="29353"/>
                    <a:pt x="14430" y="30799"/>
                    <a:pt x="7208" y="31161"/>
                  </a:cubicBezTo>
                  <a:lnTo>
                    <a:pt x="6486" y="34415"/>
                  </a:lnTo>
                  <a:cubicBezTo>
                    <a:pt x="9014" y="34054"/>
                    <a:pt x="10458" y="33692"/>
                    <a:pt x="11541" y="33692"/>
                  </a:cubicBezTo>
                  <a:cubicBezTo>
                    <a:pt x="14791" y="33692"/>
                    <a:pt x="15875" y="34777"/>
                    <a:pt x="15875" y="37670"/>
                  </a:cubicBezTo>
                  <a:cubicBezTo>
                    <a:pt x="15875" y="39116"/>
                    <a:pt x="15513" y="40924"/>
                    <a:pt x="14791" y="44540"/>
                  </a:cubicBezTo>
                  <a:lnTo>
                    <a:pt x="1431" y="90464"/>
                  </a:lnTo>
                  <a:cubicBezTo>
                    <a:pt x="708" y="92634"/>
                    <a:pt x="347" y="94803"/>
                    <a:pt x="347" y="96250"/>
                  </a:cubicBezTo>
                  <a:cubicBezTo>
                    <a:pt x="347" y="99504"/>
                    <a:pt x="3597" y="102397"/>
                    <a:pt x="7208" y="102397"/>
                  </a:cubicBezTo>
                  <a:cubicBezTo>
                    <a:pt x="12264" y="102397"/>
                    <a:pt x="19485" y="96611"/>
                    <a:pt x="27791" y="86487"/>
                  </a:cubicBezTo>
                  <a:close/>
                  <a:moveTo>
                    <a:pt x="29235" y="63"/>
                  </a:moveTo>
                  <a:cubicBezTo>
                    <a:pt x="24541" y="63"/>
                    <a:pt x="20569" y="3679"/>
                    <a:pt x="20569" y="8019"/>
                  </a:cubicBezTo>
                  <a:cubicBezTo>
                    <a:pt x="20569" y="12719"/>
                    <a:pt x="24541" y="16335"/>
                    <a:pt x="28874" y="16335"/>
                  </a:cubicBezTo>
                  <a:cubicBezTo>
                    <a:pt x="33568" y="16335"/>
                    <a:pt x="37179" y="12719"/>
                    <a:pt x="37179" y="8019"/>
                  </a:cubicBezTo>
                  <a:cubicBezTo>
                    <a:pt x="37179" y="3679"/>
                    <a:pt x="33568" y="63"/>
                    <a:pt x="29235" y="63"/>
                  </a:cubicBezTo>
                  <a:close/>
                </a:path>
              </a:pathLst>
            </a:custGeom>
            <a:solidFill>
              <a:srgbClr val="000000"/>
            </a:solidFill>
            <a:ln w="23090" cap="flat">
              <a:noFill/>
              <a:prstDash val="solid"/>
              <a:miter/>
            </a:ln>
          </p:spPr>
          <p:txBody>
            <a:bodyPr rtlCol="0" anchor="ctr"/>
            <a:lstStyle/>
            <a:p>
              <a:endParaRPr lang="zh-CN" altLang="en-US"/>
            </a:p>
          </p:txBody>
        </p:sp>
        <p:sp>
          <p:nvSpPr>
            <p:cNvPr id="323" name="任意多边形: 形状 322"/>
            <p:cNvSpPr/>
            <p:nvPr/>
          </p:nvSpPr>
          <p:spPr>
            <a:xfrm>
              <a:off x="10728974" y="3955212"/>
              <a:ext cx="39720" cy="90400"/>
            </a:xfrm>
            <a:custGeom>
              <a:avLst/>
              <a:gdLst>
                <a:gd name="connsiteX0" fmla="*/ 28154 w 39720"/>
                <a:gd name="connsiteY0" fmla="*/ 22844 h 90400"/>
                <a:gd name="connsiteX1" fmla="*/ 38625 w 39720"/>
                <a:gd name="connsiteY1" fmla="*/ 22844 h 90400"/>
                <a:gd name="connsiteX2" fmla="*/ 40070 w 39720"/>
                <a:gd name="connsiteY2" fmla="*/ 17782 h 90400"/>
                <a:gd name="connsiteX3" fmla="*/ 29598 w 39720"/>
                <a:gd name="connsiteY3" fmla="*/ 17782 h 90400"/>
                <a:gd name="connsiteX4" fmla="*/ 34653 w 39720"/>
                <a:gd name="connsiteY4" fmla="*/ 63 h 90400"/>
                <a:gd name="connsiteX5" fmla="*/ 31042 w 39720"/>
                <a:gd name="connsiteY5" fmla="*/ 63 h 90400"/>
                <a:gd name="connsiteX6" fmla="*/ 6488 w 39720"/>
                <a:gd name="connsiteY6" fmla="*/ 17782 h 90400"/>
                <a:gd name="connsiteX7" fmla="*/ 5404 w 39720"/>
                <a:gd name="connsiteY7" fmla="*/ 22844 h 90400"/>
                <a:gd name="connsiteX8" fmla="*/ 16598 w 39720"/>
                <a:gd name="connsiteY8" fmla="*/ 22844 h 90400"/>
                <a:gd name="connsiteX9" fmla="*/ 2516 w 39720"/>
                <a:gd name="connsiteY9" fmla="*/ 71661 h 90400"/>
                <a:gd name="connsiteX10" fmla="*/ 349 w 39720"/>
                <a:gd name="connsiteY10" fmla="*/ 82509 h 90400"/>
                <a:gd name="connsiteX11" fmla="*/ 8293 w 39720"/>
                <a:gd name="connsiteY11" fmla="*/ 90464 h 90400"/>
                <a:gd name="connsiteX12" fmla="*/ 28876 w 39720"/>
                <a:gd name="connsiteY12" fmla="*/ 73830 h 90400"/>
                <a:gd name="connsiteX13" fmla="*/ 27070 w 39720"/>
                <a:gd name="connsiteY13" fmla="*/ 71661 h 90400"/>
                <a:gd name="connsiteX14" fmla="*/ 14793 w 39720"/>
                <a:gd name="connsiteY14" fmla="*/ 82509 h 90400"/>
                <a:gd name="connsiteX15" fmla="*/ 12265 w 39720"/>
                <a:gd name="connsiteY15" fmla="*/ 80339 h 90400"/>
                <a:gd name="connsiteX16" fmla="*/ 14071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4" y="22844"/>
                  </a:moveTo>
                  <a:lnTo>
                    <a:pt x="38625" y="22844"/>
                  </a:lnTo>
                  <a:lnTo>
                    <a:pt x="40070" y="17782"/>
                  </a:lnTo>
                  <a:lnTo>
                    <a:pt x="29598" y="17782"/>
                  </a:lnTo>
                  <a:lnTo>
                    <a:pt x="34653" y="63"/>
                  </a:lnTo>
                  <a:lnTo>
                    <a:pt x="31042" y="63"/>
                  </a:lnTo>
                  <a:cubicBezTo>
                    <a:pt x="22376" y="11273"/>
                    <a:pt x="16237" y="15612"/>
                    <a:pt x="6488" y="17782"/>
                  </a:cubicBezTo>
                  <a:lnTo>
                    <a:pt x="5404" y="22844"/>
                  </a:lnTo>
                  <a:lnTo>
                    <a:pt x="16598" y="22844"/>
                  </a:lnTo>
                  <a:lnTo>
                    <a:pt x="2516" y="71661"/>
                  </a:lnTo>
                  <a:cubicBezTo>
                    <a:pt x="1432" y="75638"/>
                    <a:pt x="349" y="80339"/>
                    <a:pt x="349" y="82509"/>
                  </a:cubicBezTo>
                  <a:cubicBezTo>
                    <a:pt x="349" y="87210"/>
                    <a:pt x="3599" y="90464"/>
                    <a:pt x="8293" y="90464"/>
                  </a:cubicBezTo>
                  <a:cubicBezTo>
                    <a:pt x="14432" y="90464"/>
                    <a:pt x="20932" y="85040"/>
                    <a:pt x="28876" y="73830"/>
                  </a:cubicBezTo>
                  <a:lnTo>
                    <a:pt x="27070" y="71661"/>
                  </a:lnTo>
                  <a:cubicBezTo>
                    <a:pt x="22015" y="78170"/>
                    <a:pt x="17321" y="82509"/>
                    <a:pt x="14793" y="82509"/>
                  </a:cubicBezTo>
                  <a:cubicBezTo>
                    <a:pt x="13710" y="82509"/>
                    <a:pt x="12265" y="81424"/>
                    <a:pt x="12265" y="80339"/>
                  </a:cubicBezTo>
                  <a:cubicBezTo>
                    <a:pt x="12265" y="79255"/>
                    <a:pt x="12265" y="79255"/>
                    <a:pt x="14071" y="72746"/>
                  </a:cubicBezTo>
                  <a:close/>
                </a:path>
              </a:pathLst>
            </a:custGeom>
            <a:solidFill>
              <a:srgbClr val="000000"/>
            </a:solidFill>
            <a:ln w="23090" cap="flat">
              <a:noFill/>
              <a:prstDash val="solid"/>
              <a:miter/>
            </a:ln>
          </p:spPr>
          <p:txBody>
            <a:bodyPr rtlCol="0" anchor="ctr"/>
            <a:lstStyle/>
            <a:p>
              <a:endParaRPr lang="zh-CN" altLang="en-US"/>
            </a:p>
          </p:txBody>
        </p:sp>
        <p:sp>
          <p:nvSpPr>
            <p:cNvPr id="324" name="任意多边形: 形状 323"/>
            <p:cNvSpPr/>
            <p:nvPr/>
          </p:nvSpPr>
          <p:spPr>
            <a:xfrm>
              <a:off x="10770884" y="3934600"/>
              <a:ext cx="41164" cy="111012"/>
            </a:xfrm>
            <a:custGeom>
              <a:avLst/>
              <a:gdLst>
                <a:gd name="connsiteX0" fmla="*/ 25989 w 41164"/>
                <a:gd name="connsiteY0" fmla="*/ 93719 h 111012"/>
                <a:gd name="connsiteX1" fmla="*/ 14795 w 41164"/>
                <a:gd name="connsiteY1" fmla="*/ 103120 h 111012"/>
                <a:gd name="connsiteX2" fmla="*/ 12628 w 41164"/>
                <a:gd name="connsiteY2" fmla="*/ 100951 h 111012"/>
                <a:gd name="connsiteX3" fmla="*/ 12989 w 41164"/>
                <a:gd name="connsiteY3" fmla="*/ 99143 h 111012"/>
                <a:gd name="connsiteX4" fmla="*/ 41516 w 41164"/>
                <a:gd name="connsiteY4" fmla="*/ 63 h 111012"/>
                <a:gd name="connsiteX5" fmla="*/ 19489 w 41164"/>
                <a:gd name="connsiteY5" fmla="*/ 3318 h 111012"/>
                <a:gd name="connsiteX6" fmla="*/ 18767 w 41164"/>
                <a:gd name="connsiteY6" fmla="*/ 6211 h 111012"/>
                <a:gd name="connsiteX7" fmla="*/ 20211 w 41164"/>
                <a:gd name="connsiteY7" fmla="*/ 6211 h 111012"/>
                <a:gd name="connsiteX8" fmla="*/ 23100 w 41164"/>
                <a:gd name="connsiteY8" fmla="*/ 5849 h 111012"/>
                <a:gd name="connsiteX9" fmla="*/ 26711 w 41164"/>
                <a:gd name="connsiteY9" fmla="*/ 9103 h 111012"/>
                <a:gd name="connsiteX10" fmla="*/ 25989 w 41164"/>
                <a:gd name="connsiteY10" fmla="*/ 13804 h 111012"/>
                <a:gd name="connsiteX11" fmla="*/ 1434 w 41164"/>
                <a:gd name="connsiteY11" fmla="*/ 99143 h 111012"/>
                <a:gd name="connsiteX12" fmla="*/ 351 w 41164"/>
                <a:gd name="connsiteY12" fmla="*/ 104205 h 111012"/>
                <a:gd name="connsiteX13" fmla="*/ 7212 w 41164"/>
                <a:gd name="connsiteY13" fmla="*/ 111076 h 111012"/>
                <a:gd name="connsiteX14" fmla="*/ 27794 w 41164"/>
                <a:gd name="connsiteY14" fmla="*/ 9588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89" y="93719"/>
                  </a:moveTo>
                  <a:cubicBezTo>
                    <a:pt x="18767" y="102397"/>
                    <a:pt x="17323" y="103120"/>
                    <a:pt x="14795" y="103120"/>
                  </a:cubicBezTo>
                  <a:cubicBezTo>
                    <a:pt x="13712" y="103120"/>
                    <a:pt x="12628" y="102397"/>
                    <a:pt x="12628" y="100951"/>
                  </a:cubicBezTo>
                  <a:cubicBezTo>
                    <a:pt x="12628" y="100589"/>
                    <a:pt x="12989" y="99866"/>
                    <a:pt x="12989" y="99143"/>
                  </a:cubicBezTo>
                  <a:lnTo>
                    <a:pt x="41516" y="63"/>
                  </a:lnTo>
                  <a:cubicBezTo>
                    <a:pt x="31405" y="1871"/>
                    <a:pt x="29961" y="2233"/>
                    <a:pt x="19489" y="3318"/>
                  </a:cubicBezTo>
                  <a:lnTo>
                    <a:pt x="18767" y="6211"/>
                  </a:lnTo>
                  <a:lnTo>
                    <a:pt x="20211" y="6211"/>
                  </a:lnTo>
                  <a:cubicBezTo>
                    <a:pt x="21656" y="6211"/>
                    <a:pt x="22378" y="5849"/>
                    <a:pt x="23100" y="5849"/>
                  </a:cubicBezTo>
                  <a:cubicBezTo>
                    <a:pt x="24906" y="5849"/>
                    <a:pt x="26711" y="7295"/>
                    <a:pt x="26711" y="9103"/>
                  </a:cubicBezTo>
                  <a:cubicBezTo>
                    <a:pt x="26711" y="9827"/>
                    <a:pt x="26350" y="11273"/>
                    <a:pt x="25989" y="13804"/>
                  </a:cubicBezTo>
                  <a:lnTo>
                    <a:pt x="1434" y="99143"/>
                  </a:lnTo>
                  <a:cubicBezTo>
                    <a:pt x="351" y="102397"/>
                    <a:pt x="351" y="103120"/>
                    <a:pt x="351" y="104205"/>
                  </a:cubicBezTo>
                  <a:cubicBezTo>
                    <a:pt x="351" y="108183"/>
                    <a:pt x="3240" y="111076"/>
                    <a:pt x="7212" y="111076"/>
                  </a:cubicBezTo>
                  <a:cubicBezTo>
                    <a:pt x="13350" y="111076"/>
                    <a:pt x="17684" y="107821"/>
                    <a:pt x="27794" y="95888"/>
                  </a:cubicBezTo>
                  <a:close/>
                </a:path>
              </a:pathLst>
            </a:custGeom>
            <a:solidFill>
              <a:srgbClr val="000000"/>
            </a:solidFill>
            <a:ln w="23090" cap="flat">
              <a:noFill/>
              <a:prstDash val="solid"/>
              <a:miter/>
            </a:ln>
          </p:spPr>
          <p:txBody>
            <a:bodyPr rtlCol="0" anchor="ctr"/>
            <a:lstStyle/>
            <a:p>
              <a:endParaRPr lang="zh-CN" altLang="en-US"/>
            </a:p>
          </p:txBody>
        </p:sp>
        <p:sp>
          <p:nvSpPr>
            <p:cNvPr id="325" name="任意多边形: 形状 324"/>
            <p:cNvSpPr/>
            <p:nvPr/>
          </p:nvSpPr>
          <p:spPr>
            <a:xfrm>
              <a:off x="10809920" y="3971122"/>
              <a:ext cx="59580" cy="74490"/>
            </a:xfrm>
            <a:custGeom>
              <a:avLst/>
              <a:gdLst>
                <a:gd name="connsiteX0" fmla="*/ 49462 w 59580"/>
                <a:gd name="connsiteY0" fmla="*/ 55389 h 74490"/>
                <a:gd name="connsiteX1" fmla="*/ 28518 w 59580"/>
                <a:gd name="connsiteY1" fmla="*/ 66237 h 74490"/>
                <a:gd name="connsiteX2" fmla="*/ 13352 w 59580"/>
                <a:gd name="connsiteY2" fmla="*/ 49603 h 74490"/>
                <a:gd name="connsiteX3" fmla="*/ 14074 w 59580"/>
                <a:gd name="connsiteY3" fmla="*/ 41286 h 74490"/>
                <a:gd name="connsiteX4" fmla="*/ 41518 w 59580"/>
                <a:gd name="connsiteY4" fmla="*/ 35500 h 74490"/>
                <a:gd name="connsiteX5" fmla="*/ 59934 w 59580"/>
                <a:gd name="connsiteY5" fmla="*/ 11996 h 74490"/>
                <a:gd name="connsiteX6" fmla="*/ 44768 w 59580"/>
                <a:gd name="connsiteY6" fmla="*/ 63 h 74490"/>
                <a:gd name="connsiteX7" fmla="*/ 353 w 59580"/>
                <a:gd name="connsiteY7" fmla="*/ 50326 h 74490"/>
                <a:gd name="connsiteX8" fmla="*/ 21657 w 59580"/>
                <a:gd name="connsiteY8" fmla="*/ 74554 h 74490"/>
                <a:gd name="connsiteX9" fmla="*/ 52712 w 59580"/>
                <a:gd name="connsiteY9" fmla="*/ 57558 h 74490"/>
                <a:gd name="connsiteX10" fmla="*/ 15158 w 59580"/>
                <a:gd name="connsiteY10" fmla="*/ 36947 h 74490"/>
                <a:gd name="connsiteX11" fmla="*/ 41879 w 59580"/>
                <a:gd name="connsiteY11" fmla="*/ 4764 h 74490"/>
                <a:gd name="connsiteX12" fmla="*/ 48379 w 59580"/>
                <a:gd name="connsiteY12" fmla="*/ 11635 h 74490"/>
                <a:gd name="connsiteX13" fmla="*/ 42601 w 59580"/>
                <a:gd name="connsiteY13" fmla="*/ 25376 h 74490"/>
                <a:gd name="connsiteX14" fmla="*/ 21657 w 59580"/>
                <a:gd name="connsiteY14" fmla="*/ 36585 h 74490"/>
                <a:gd name="connsiteX15" fmla="*/ 15158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62" y="55389"/>
                  </a:moveTo>
                  <a:cubicBezTo>
                    <a:pt x="42601" y="62982"/>
                    <a:pt x="35740" y="66237"/>
                    <a:pt x="28518" y="66237"/>
                  </a:cubicBezTo>
                  <a:cubicBezTo>
                    <a:pt x="19852" y="66237"/>
                    <a:pt x="13352" y="59366"/>
                    <a:pt x="13352" y="49603"/>
                  </a:cubicBezTo>
                  <a:cubicBezTo>
                    <a:pt x="13352" y="47072"/>
                    <a:pt x="13713" y="44179"/>
                    <a:pt x="14074" y="41286"/>
                  </a:cubicBezTo>
                  <a:cubicBezTo>
                    <a:pt x="26713" y="40563"/>
                    <a:pt x="33935" y="39116"/>
                    <a:pt x="41518" y="35500"/>
                  </a:cubicBezTo>
                  <a:cubicBezTo>
                    <a:pt x="52712" y="30438"/>
                    <a:pt x="59934" y="21036"/>
                    <a:pt x="59934" y="11996"/>
                  </a:cubicBezTo>
                  <a:cubicBezTo>
                    <a:pt x="59934" y="5126"/>
                    <a:pt x="53434" y="63"/>
                    <a:pt x="44768" y="63"/>
                  </a:cubicBezTo>
                  <a:cubicBezTo>
                    <a:pt x="23102" y="63"/>
                    <a:pt x="353" y="26099"/>
                    <a:pt x="353" y="50326"/>
                  </a:cubicBezTo>
                  <a:cubicBezTo>
                    <a:pt x="353" y="64790"/>
                    <a:pt x="9019" y="74554"/>
                    <a:pt x="21657" y="74554"/>
                  </a:cubicBezTo>
                  <a:cubicBezTo>
                    <a:pt x="31768" y="74554"/>
                    <a:pt x="40434" y="69491"/>
                    <a:pt x="52712" y="57558"/>
                  </a:cubicBezTo>
                  <a:close/>
                  <a:moveTo>
                    <a:pt x="15158" y="36947"/>
                  </a:moveTo>
                  <a:cubicBezTo>
                    <a:pt x="20574" y="18505"/>
                    <a:pt x="32129" y="4764"/>
                    <a:pt x="41879" y="4764"/>
                  </a:cubicBezTo>
                  <a:cubicBezTo>
                    <a:pt x="45490" y="4764"/>
                    <a:pt x="48379" y="7657"/>
                    <a:pt x="48379" y="11635"/>
                  </a:cubicBezTo>
                  <a:cubicBezTo>
                    <a:pt x="48379" y="15974"/>
                    <a:pt x="46212" y="21036"/>
                    <a:pt x="42601" y="25376"/>
                  </a:cubicBezTo>
                  <a:cubicBezTo>
                    <a:pt x="37185" y="31161"/>
                    <a:pt x="30324" y="35139"/>
                    <a:pt x="21657" y="36585"/>
                  </a:cubicBezTo>
                  <a:cubicBezTo>
                    <a:pt x="20213" y="36585"/>
                    <a:pt x="18046" y="36947"/>
                    <a:pt x="15158" y="36947"/>
                  </a:cubicBezTo>
                  <a:close/>
                </a:path>
              </a:pathLst>
            </a:custGeom>
            <a:solidFill>
              <a:srgbClr val="000000"/>
            </a:solidFill>
            <a:ln w="23090" cap="flat">
              <a:noFill/>
              <a:prstDash val="solid"/>
              <a:miter/>
            </a:ln>
          </p:spPr>
          <p:txBody>
            <a:bodyPr rtlCol="0" anchor="ctr"/>
            <a:lstStyle/>
            <a:p>
              <a:endParaRPr lang="zh-CN" altLang="en-US"/>
            </a:p>
          </p:txBody>
        </p:sp>
      </p:grpSp>
      <p:sp>
        <p:nvSpPr>
          <p:cNvPr id="326" name="任意多边形: 形状 325"/>
          <p:cNvSpPr/>
          <p:nvPr/>
        </p:nvSpPr>
        <p:spPr>
          <a:xfrm>
            <a:off x="9047067" y="4235810"/>
            <a:ext cx="97473" cy="135650"/>
          </a:xfrm>
          <a:custGeom>
            <a:avLst/>
            <a:gdLst>
              <a:gd name="connsiteX0" fmla="*/ 41074 w 77274"/>
              <a:gd name="connsiteY0" fmla="*/ 10211 h 99802"/>
              <a:gd name="connsiteX1" fmla="*/ 37463 w 77274"/>
              <a:gd name="connsiteY1" fmla="*/ 86 h 99802"/>
              <a:gd name="connsiteX2" fmla="*/ 15797 w 77274"/>
              <a:gd name="connsiteY2" fmla="*/ 5149 h 99802"/>
              <a:gd name="connsiteX3" fmla="*/ 15074 w 77274"/>
              <a:gd name="connsiteY3" fmla="*/ 7680 h 99802"/>
              <a:gd name="connsiteX4" fmla="*/ 19769 w 77274"/>
              <a:gd name="connsiteY4" fmla="*/ 6957 h 99802"/>
              <a:gd name="connsiteX5" fmla="*/ 30241 w 77274"/>
              <a:gd name="connsiteY5" fmla="*/ 25037 h 99802"/>
              <a:gd name="connsiteX6" fmla="*/ 33490 w 77274"/>
              <a:gd name="connsiteY6" fmla="*/ 73854 h 99802"/>
              <a:gd name="connsiteX7" fmla="*/ 13630 w 77274"/>
              <a:gd name="connsiteY7" fmla="*/ 91572 h 99802"/>
              <a:gd name="connsiteX8" fmla="*/ 12908 w 77274"/>
              <a:gd name="connsiteY8" fmla="*/ 90126 h 99802"/>
              <a:gd name="connsiteX9" fmla="*/ 7853 w 77274"/>
              <a:gd name="connsiteY9" fmla="*/ 86510 h 99802"/>
              <a:gd name="connsiteX10" fmla="*/ 270 w 77274"/>
              <a:gd name="connsiteY10" fmla="*/ 93742 h 99802"/>
              <a:gd name="connsiteX11" fmla="*/ 6769 w 77274"/>
              <a:gd name="connsiteY11" fmla="*/ 99889 h 99802"/>
              <a:gd name="connsiteX12" fmla="*/ 47934 w 77274"/>
              <a:gd name="connsiteY12" fmla="*/ 61921 h 99802"/>
              <a:gd name="connsiteX13" fmla="*/ 77544 w 77274"/>
              <a:gd name="connsiteY13" fmla="*/ 10935 h 99802"/>
              <a:gd name="connsiteX14" fmla="*/ 69600 w 77274"/>
              <a:gd name="connsiteY14" fmla="*/ 448 h 99802"/>
              <a:gd name="connsiteX15" fmla="*/ 63100 w 77274"/>
              <a:gd name="connsiteY15" fmla="*/ 6957 h 99802"/>
              <a:gd name="connsiteX16" fmla="*/ 67795 w 77274"/>
              <a:gd name="connsiteY16" fmla="*/ 13827 h 99802"/>
              <a:gd name="connsiteX17" fmla="*/ 71406 w 77274"/>
              <a:gd name="connsiteY17" fmla="*/ 17443 h 99802"/>
              <a:gd name="connsiteX18" fmla="*/ 43601 w 77274"/>
              <a:gd name="connsiteY18" fmla="*/ 61559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1074" y="10211"/>
                </a:moveTo>
                <a:cubicBezTo>
                  <a:pt x="40351" y="5149"/>
                  <a:pt x="39629" y="2618"/>
                  <a:pt x="37463" y="86"/>
                </a:cubicBezTo>
                <a:lnTo>
                  <a:pt x="15797" y="5149"/>
                </a:lnTo>
                <a:lnTo>
                  <a:pt x="15074" y="7680"/>
                </a:lnTo>
                <a:cubicBezTo>
                  <a:pt x="17241" y="7319"/>
                  <a:pt x="18324" y="6957"/>
                  <a:pt x="19769" y="6957"/>
                </a:cubicBezTo>
                <a:cubicBezTo>
                  <a:pt x="26991" y="6957"/>
                  <a:pt x="29518" y="11296"/>
                  <a:pt x="30241" y="25037"/>
                </a:cubicBezTo>
                <a:lnTo>
                  <a:pt x="33490" y="73854"/>
                </a:lnTo>
                <a:cubicBezTo>
                  <a:pt x="21935" y="87233"/>
                  <a:pt x="16880" y="91572"/>
                  <a:pt x="13630" y="91572"/>
                </a:cubicBezTo>
                <a:cubicBezTo>
                  <a:pt x="13269" y="91572"/>
                  <a:pt x="12908" y="91572"/>
                  <a:pt x="12908" y="90126"/>
                </a:cubicBezTo>
                <a:cubicBezTo>
                  <a:pt x="12547" y="87956"/>
                  <a:pt x="10380" y="86510"/>
                  <a:pt x="7853" y="86510"/>
                </a:cubicBezTo>
                <a:cubicBezTo>
                  <a:pt x="4242" y="86510"/>
                  <a:pt x="270" y="90126"/>
                  <a:pt x="270" y="93742"/>
                </a:cubicBezTo>
                <a:cubicBezTo>
                  <a:pt x="270" y="96997"/>
                  <a:pt x="3158" y="99889"/>
                  <a:pt x="6769" y="99889"/>
                </a:cubicBezTo>
                <a:cubicBezTo>
                  <a:pt x="14352" y="99889"/>
                  <a:pt x="27352" y="87956"/>
                  <a:pt x="47934" y="61921"/>
                </a:cubicBezTo>
                <a:cubicBezTo>
                  <a:pt x="66711" y="38055"/>
                  <a:pt x="77544" y="19252"/>
                  <a:pt x="77544" y="10935"/>
                </a:cubicBezTo>
                <a:cubicBezTo>
                  <a:pt x="77544" y="4787"/>
                  <a:pt x="74294" y="448"/>
                  <a:pt x="69600" y="448"/>
                </a:cubicBezTo>
                <a:cubicBezTo>
                  <a:pt x="65628" y="448"/>
                  <a:pt x="63100" y="2979"/>
                  <a:pt x="63100" y="6957"/>
                </a:cubicBezTo>
                <a:cubicBezTo>
                  <a:pt x="63100" y="9850"/>
                  <a:pt x="64906" y="13104"/>
                  <a:pt x="67795" y="13827"/>
                </a:cubicBezTo>
                <a:cubicBezTo>
                  <a:pt x="71406" y="15636"/>
                  <a:pt x="71406" y="15636"/>
                  <a:pt x="71406" y="17443"/>
                </a:cubicBezTo>
                <a:cubicBezTo>
                  <a:pt x="71406" y="23229"/>
                  <a:pt x="59489" y="42394"/>
                  <a:pt x="43601" y="61559"/>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27" name="Graphic 2"/>
          <p:cNvGrpSpPr/>
          <p:nvPr/>
        </p:nvGrpSpPr>
        <p:grpSpPr>
          <a:xfrm>
            <a:off x="9147271" y="4235320"/>
            <a:ext cx="395881" cy="102721"/>
            <a:chOff x="8952627" y="4507480"/>
            <a:chExt cx="313844" cy="75575"/>
          </a:xfrm>
          <a:solidFill>
            <a:schemeClr val="tx1"/>
          </a:solidFill>
        </p:grpSpPr>
        <p:sp>
          <p:nvSpPr>
            <p:cNvPr id="328" name="任意多边形: 形状 327"/>
            <p:cNvSpPr/>
            <p:nvPr/>
          </p:nvSpPr>
          <p:spPr>
            <a:xfrm>
              <a:off x="8952627" y="4508203"/>
              <a:ext cx="59580" cy="74490"/>
            </a:xfrm>
            <a:custGeom>
              <a:avLst/>
              <a:gdLst>
                <a:gd name="connsiteX0" fmla="*/ 49382 w 59580"/>
                <a:gd name="connsiteY0" fmla="*/ 55412 h 74490"/>
                <a:gd name="connsiteX1" fmla="*/ 28438 w 59580"/>
                <a:gd name="connsiteY1" fmla="*/ 66260 h 74490"/>
                <a:gd name="connsiteX2" fmla="*/ 13272 w 59580"/>
                <a:gd name="connsiteY2" fmla="*/ 49626 h 74490"/>
                <a:gd name="connsiteX3" fmla="*/ 13994 w 59580"/>
                <a:gd name="connsiteY3" fmla="*/ 41309 h 74490"/>
                <a:gd name="connsiteX4" fmla="*/ 41437 w 59580"/>
                <a:gd name="connsiteY4" fmla="*/ 35524 h 74490"/>
                <a:gd name="connsiteX5" fmla="*/ 59853 w 59580"/>
                <a:gd name="connsiteY5" fmla="*/ 12019 h 74490"/>
                <a:gd name="connsiteX6" fmla="*/ 44687 w 59580"/>
                <a:gd name="connsiteY6" fmla="*/ 86 h 74490"/>
                <a:gd name="connsiteX7" fmla="*/ 272 w 59580"/>
                <a:gd name="connsiteY7" fmla="*/ 50349 h 74490"/>
                <a:gd name="connsiteX8" fmla="*/ 21577 w 59580"/>
                <a:gd name="connsiteY8" fmla="*/ 74577 h 74490"/>
                <a:gd name="connsiteX9" fmla="*/ 52631 w 59580"/>
                <a:gd name="connsiteY9" fmla="*/ 57581 h 74490"/>
                <a:gd name="connsiteX10" fmla="*/ 15077 w 59580"/>
                <a:gd name="connsiteY10" fmla="*/ 36970 h 74490"/>
                <a:gd name="connsiteX11" fmla="*/ 41798 w 59580"/>
                <a:gd name="connsiteY11" fmla="*/ 4787 h 74490"/>
                <a:gd name="connsiteX12" fmla="*/ 48298 w 59580"/>
                <a:gd name="connsiteY12" fmla="*/ 11658 h 74490"/>
                <a:gd name="connsiteX13" fmla="*/ 42521 w 59580"/>
                <a:gd name="connsiteY13" fmla="*/ 25399 h 74490"/>
                <a:gd name="connsiteX14" fmla="*/ 21577 w 59580"/>
                <a:gd name="connsiteY14" fmla="*/ 36608 h 74490"/>
                <a:gd name="connsiteX15" fmla="*/ 15077 w 59580"/>
                <a:gd name="connsiteY15" fmla="*/ 36970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2" y="55412"/>
                  </a:moveTo>
                  <a:cubicBezTo>
                    <a:pt x="42521" y="63006"/>
                    <a:pt x="35660" y="66260"/>
                    <a:pt x="28438" y="66260"/>
                  </a:cubicBezTo>
                  <a:cubicBezTo>
                    <a:pt x="19772" y="66260"/>
                    <a:pt x="13272" y="59389"/>
                    <a:pt x="13272" y="49626"/>
                  </a:cubicBezTo>
                  <a:cubicBezTo>
                    <a:pt x="13272" y="47095"/>
                    <a:pt x="13633" y="44202"/>
                    <a:pt x="13994" y="41309"/>
                  </a:cubicBezTo>
                  <a:cubicBezTo>
                    <a:pt x="26632" y="40586"/>
                    <a:pt x="33854" y="39140"/>
                    <a:pt x="41437" y="35524"/>
                  </a:cubicBezTo>
                  <a:cubicBezTo>
                    <a:pt x="52631" y="30461"/>
                    <a:pt x="59853" y="21059"/>
                    <a:pt x="59853" y="12019"/>
                  </a:cubicBezTo>
                  <a:cubicBezTo>
                    <a:pt x="59853" y="5149"/>
                    <a:pt x="53354" y="86"/>
                    <a:pt x="44687" y="86"/>
                  </a:cubicBezTo>
                  <a:cubicBezTo>
                    <a:pt x="23021" y="86"/>
                    <a:pt x="272" y="26122"/>
                    <a:pt x="272" y="50349"/>
                  </a:cubicBezTo>
                  <a:cubicBezTo>
                    <a:pt x="272" y="64814"/>
                    <a:pt x="8939" y="74577"/>
                    <a:pt x="21577" y="74577"/>
                  </a:cubicBezTo>
                  <a:cubicBezTo>
                    <a:pt x="31688" y="74577"/>
                    <a:pt x="40354" y="69514"/>
                    <a:pt x="52631" y="57581"/>
                  </a:cubicBezTo>
                  <a:close/>
                  <a:moveTo>
                    <a:pt x="15077" y="36970"/>
                  </a:moveTo>
                  <a:cubicBezTo>
                    <a:pt x="20494" y="18528"/>
                    <a:pt x="32049" y="4787"/>
                    <a:pt x="41798" y="4787"/>
                  </a:cubicBezTo>
                  <a:cubicBezTo>
                    <a:pt x="45409" y="4787"/>
                    <a:pt x="48298" y="7680"/>
                    <a:pt x="48298" y="11658"/>
                  </a:cubicBezTo>
                  <a:cubicBezTo>
                    <a:pt x="48298" y="15997"/>
                    <a:pt x="46132" y="21059"/>
                    <a:pt x="42521" y="25399"/>
                  </a:cubicBezTo>
                  <a:cubicBezTo>
                    <a:pt x="37104" y="31184"/>
                    <a:pt x="30243" y="35162"/>
                    <a:pt x="21577" y="36608"/>
                  </a:cubicBezTo>
                  <a:cubicBezTo>
                    <a:pt x="20133" y="36608"/>
                    <a:pt x="17966" y="36970"/>
                    <a:pt x="15077" y="36970"/>
                  </a:cubicBezTo>
                  <a:close/>
                </a:path>
              </a:pathLst>
            </a:custGeom>
            <a:grpFill/>
            <a:ln w="3175" cap="flat">
              <a:solidFill>
                <a:schemeClr val="tx1"/>
              </a:solidFill>
              <a:prstDash val="solid"/>
              <a:miter/>
            </a:ln>
          </p:spPr>
          <p:txBody>
            <a:bodyPr rtlCol="0" anchor="ctr"/>
            <a:lstStyle/>
            <a:p>
              <a:endParaRPr lang="zh-CN" altLang="en-US"/>
            </a:p>
          </p:txBody>
        </p:sp>
        <p:sp>
          <p:nvSpPr>
            <p:cNvPr id="329" name="任意多边形: 形状 328"/>
            <p:cNvSpPr/>
            <p:nvPr/>
          </p:nvSpPr>
          <p:spPr>
            <a:xfrm>
              <a:off x="9017222" y="4508926"/>
              <a:ext cx="70413" cy="74128"/>
            </a:xfrm>
            <a:custGeom>
              <a:avLst/>
              <a:gdLst>
                <a:gd name="connsiteX0" fmla="*/ 66717 w 70413"/>
                <a:gd name="connsiteY0" fmla="*/ 55050 h 74128"/>
                <a:gd name="connsiteX1" fmla="*/ 54801 w 70413"/>
                <a:gd name="connsiteY1" fmla="*/ 65537 h 74128"/>
                <a:gd name="connsiteX2" fmla="*/ 52995 w 70413"/>
                <a:gd name="connsiteY2" fmla="*/ 63729 h 74128"/>
                <a:gd name="connsiteX3" fmla="*/ 54079 w 70413"/>
                <a:gd name="connsiteY3" fmla="*/ 59389 h 74128"/>
                <a:gd name="connsiteX4" fmla="*/ 70689 w 70413"/>
                <a:gd name="connsiteY4" fmla="*/ 810 h 74128"/>
                <a:gd name="connsiteX5" fmla="*/ 58412 w 70413"/>
                <a:gd name="connsiteY5" fmla="*/ 2256 h 74128"/>
                <a:gd name="connsiteX6" fmla="*/ 56245 w 70413"/>
                <a:gd name="connsiteY6" fmla="*/ 10935 h 74128"/>
                <a:gd name="connsiteX7" fmla="*/ 44329 w 70413"/>
                <a:gd name="connsiteY7" fmla="*/ 86 h 74128"/>
                <a:gd name="connsiteX8" fmla="*/ 275 w 70413"/>
                <a:gd name="connsiteY8" fmla="*/ 56135 h 74128"/>
                <a:gd name="connsiteX9" fmla="*/ 14358 w 70413"/>
                <a:gd name="connsiteY9" fmla="*/ 73492 h 74128"/>
                <a:gd name="connsiteX10" fmla="*/ 30246 w 70413"/>
                <a:gd name="connsiteY10" fmla="*/ 67345 h 74128"/>
                <a:gd name="connsiteX11" fmla="*/ 43968 w 70413"/>
                <a:gd name="connsiteY11" fmla="*/ 52519 h 74128"/>
                <a:gd name="connsiteX12" fmla="*/ 43246 w 70413"/>
                <a:gd name="connsiteY12" fmla="*/ 56135 h 74128"/>
                <a:gd name="connsiteX13" fmla="*/ 41079 w 70413"/>
                <a:gd name="connsiteY13" fmla="*/ 66983 h 74128"/>
                <a:gd name="connsiteX14" fmla="*/ 47579 w 70413"/>
                <a:gd name="connsiteY14" fmla="*/ 74215 h 74128"/>
                <a:gd name="connsiteX15" fmla="*/ 68883 w 70413"/>
                <a:gd name="connsiteY15" fmla="*/ 57220 h 74128"/>
                <a:gd name="connsiteX16" fmla="*/ 44690 w 70413"/>
                <a:gd name="connsiteY16" fmla="*/ 4787 h 74128"/>
                <a:gd name="connsiteX17" fmla="*/ 53356 w 70413"/>
                <a:gd name="connsiteY17" fmla="*/ 14912 h 74128"/>
                <a:gd name="connsiteX18" fmla="*/ 36746 w 70413"/>
                <a:gd name="connsiteY18" fmla="*/ 55050 h 74128"/>
                <a:gd name="connsiteX19" fmla="*/ 21580 w 70413"/>
                <a:gd name="connsiteY19" fmla="*/ 64090 h 74128"/>
                <a:gd name="connsiteX20" fmla="*/ 12914 w 70413"/>
                <a:gd name="connsiteY20" fmla="*/ 53242 h 74128"/>
                <a:gd name="connsiteX21" fmla="*/ 26274 w 70413"/>
                <a:gd name="connsiteY21" fmla="*/ 18167 h 74128"/>
                <a:gd name="connsiteX22" fmla="*/ 44690 w 70413"/>
                <a:gd name="connsiteY22" fmla="*/ 4787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7" y="55050"/>
                  </a:moveTo>
                  <a:cubicBezTo>
                    <a:pt x="62023" y="61921"/>
                    <a:pt x="58051" y="65537"/>
                    <a:pt x="54801" y="65537"/>
                  </a:cubicBezTo>
                  <a:cubicBezTo>
                    <a:pt x="53717" y="65537"/>
                    <a:pt x="52995" y="64814"/>
                    <a:pt x="52995" y="63729"/>
                  </a:cubicBezTo>
                  <a:cubicBezTo>
                    <a:pt x="52995" y="63006"/>
                    <a:pt x="52995" y="62644"/>
                    <a:pt x="54079" y="59389"/>
                  </a:cubicBezTo>
                  <a:lnTo>
                    <a:pt x="70689" y="810"/>
                  </a:lnTo>
                  <a:lnTo>
                    <a:pt x="58412" y="2256"/>
                  </a:lnTo>
                  <a:lnTo>
                    <a:pt x="56245" y="10935"/>
                  </a:lnTo>
                  <a:cubicBezTo>
                    <a:pt x="54801" y="4064"/>
                    <a:pt x="50468" y="86"/>
                    <a:pt x="44329" y="86"/>
                  </a:cubicBezTo>
                  <a:cubicBezTo>
                    <a:pt x="25191" y="86"/>
                    <a:pt x="275" y="31546"/>
                    <a:pt x="275" y="56135"/>
                  </a:cubicBezTo>
                  <a:cubicBezTo>
                    <a:pt x="275" y="66622"/>
                    <a:pt x="6053" y="73492"/>
                    <a:pt x="14358" y="73492"/>
                  </a:cubicBezTo>
                  <a:cubicBezTo>
                    <a:pt x="19052" y="73492"/>
                    <a:pt x="25191" y="71322"/>
                    <a:pt x="30246" y="67345"/>
                  </a:cubicBezTo>
                  <a:cubicBezTo>
                    <a:pt x="34940" y="64090"/>
                    <a:pt x="37829" y="60836"/>
                    <a:pt x="43968" y="52519"/>
                  </a:cubicBezTo>
                  <a:cubicBezTo>
                    <a:pt x="43968" y="53965"/>
                    <a:pt x="43246" y="55773"/>
                    <a:pt x="43246" y="56135"/>
                  </a:cubicBezTo>
                  <a:cubicBezTo>
                    <a:pt x="41079" y="64452"/>
                    <a:pt x="41079" y="64452"/>
                    <a:pt x="41079" y="66983"/>
                  </a:cubicBezTo>
                  <a:cubicBezTo>
                    <a:pt x="41079" y="71322"/>
                    <a:pt x="43607" y="74215"/>
                    <a:pt x="47579" y="74215"/>
                  </a:cubicBezTo>
                  <a:cubicBezTo>
                    <a:pt x="54079" y="74215"/>
                    <a:pt x="60578" y="68791"/>
                    <a:pt x="68883" y="57220"/>
                  </a:cubicBezTo>
                  <a:close/>
                  <a:moveTo>
                    <a:pt x="44690" y="4787"/>
                  </a:moveTo>
                  <a:cubicBezTo>
                    <a:pt x="50106" y="4787"/>
                    <a:pt x="53356" y="8765"/>
                    <a:pt x="53356" y="14912"/>
                  </a:cubicBezTo>
                  <a:cubicBezTo>
                    <a:pt x="53356" y="26845"/>
                    <a:pt x="46135" y="44564"/>
                    <a:pt x="36746" y="55050"/>
                  </a:cubicBezTo>
                  <a:cubicBezTo>
                    <a:pt x="31691" y="60836"/>
                    <a:pt x="25913" y="64090"/>
                    <a:pt x="21580" y="64090"/>
                  </a:cubicBezTo>
                  <a:cubicBezTo>
                    <a:pt x="15802" y="64090"/>
                    <a:pt x="12914" y="60474"/>
                    <a:pt x="12914" y="53242"/>
                  </a:cubicBezTo>
                  <a:cubicBezTo>
                    <a:pt x="12914" y="43479"/>
                    <a:pt x="17608" y="30823"/>
                    <a:pt x="26274" y="18167"/>
                  </a:cubicBezTo>
                  <a:cubicBezTo>
                    <a:pt x="32413" y="9488"/>
                    <a:pt x="38551" y="4787"/>
                    <a:pt x="44690" y="4787"/>
                  </a:cubicBezTo>
                  <a:close/>
                </a:path>
              </a:pathLst>
            </a:custGeom>
            <a:grpFill/>
            <a:ln w="3175" cap="flat">
              <a:solidFill>
                <a:schemeClr val="tx1"/>
              </a:solidFill>
              <a:prstDash val="solid"/>
              <a:miter/>
            </a:ln>
          </p:spPr>
          <p:txBody>
            <a:bodyPr rtlCol="0" anchor="ctr"/>
            <a:lstStyle/>
            <a:p>
              <a:endParaRPr lang="zh-CN" altLang="en-US"/>
            </a:p>
          </p:txBody>
        </p:sp>
        <p:sp>
          <p:nvSpPr>
            <p:cNvPr id="330" name="任意多边形: 形状 329"/>
            <p:cNvSpPr/>
            <p:nvPr/>
          </p:nvSpPr>
          <p:spPr>
            <a:xfrm>
              <a:off x="9096080" y="4507480"/>
              <a:ext cx="55608" cy="73044"/>
            </a:xfrm>
            <a:custGeom>
              <a:avLst/>
              <a:gdLst>
                <a:gd name="connsiteX0" fmla="*/ 32416 w 55608"/>
                <a:gd name="connsiteY0" fmla="*/ 86 h 73044"/>
                <a:gd name="connsiteX1" fmla="*/ 9306 w 55608"/>
                <a:gd name="connsiteY1" fmla="*/ 2979 h 73044"/>
                <a:gd name="connsiteX2" fmla="*/ 8584 w 55608"/>
                <a:gd name="connsiteY2" fmla="*/ 6595 h 73044"/>
                <a:gd name="connsiteX3" fmla="*/ 12195 w 55608"/>
                <a:gd name="connsiteY3" fmla="*/ 5872 h 73044"/>
                <a:gd name="connsiteX4" fmla="*/ 15084 w 55608"/>
                <a:gd name="connsiteY4" fmla="*/ 5510 h 73044"/>
                <a:gd name="connsiteX5" fmla="*/ 18333 w 55608"/>
                <a:gd name="connsiteY5" fmla="*/ 8765 h 73044"/>
                <a:gd name="connsiteX6" fmla="*/ 16889 w 55608"/>
                <a:gd name="connsiteY6" fmla="*/ 15635 h 73044"/>
                <a:gd name="connsiteX7" fmla="*/ 279 w 55608"/>
                <a:gd name="connsiteY7" fmla="*/ 73130 h 73044"/>
                <a:gd name="connsiteX8" fmla="*/ 12917 w 55608"/>
                <a:gd name="connsiteY8" fmla="*/ 73130 h 73044"/>
                <a:gd name="connsiteX9" fmla="*/ 30972 w 55608"/>
                <a:gd name="connsiteY9" fmla="*/ 27568 h 73044"/>
                <a:gd name="connsiteX10" fmla="*/ 41444 w 55608"/>
                <a:gd name="connsiteY10" fmla="*/ 13104 h 73044"/>
                <a:gd name="connsiteX11" fmla="*/ 42888 w 55608"/>
                <a:gd name="connsiteY11" fmla="*/ 15635 h 73044"/>
                <a:gd name="connsiteX12" fmla="*/ 47943 w 55608"/>
                <a:gd name="connsiteY12" fmla="*/ 19975 h 73044"/>
                <a:gd name="connsiteX13" fmla="*/ 55887 w 55608"/>
                <a:gd name="connsiteY13" fmla="*/ 8765 h 73044"/>
                <a:gd name="connsiteX14" fmla="*/ 49388 w 55608"/>
                <a:gd name="connsiteY14" fmla="*/ 86 h 73044"/>
                <a:gd name="connsiteX15" fmla="*/ 22667 w 55608"/>
                <a:gd name="connsiteY15" fmla="*/ 35162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16" y="86"/>
                  </a:moveTo>
                  <a:cubicBezTo>
                    <a:pt x="22306" y="1894"/>
                    <a:pt x="20861" y="1894"/>
                    <a:pt x="9306" y="2979"/>
                  </a:cubicBezTo>
                  <a:lnTo>
                    <a:pt x="8584" y="6595"/>
                  </a:lnTo>
                  <a:cubicBezTo>
                    <a:pt x="10389" y="6234"/>
                    <a:pt x="11834" y="5872"/>
                    <a:pt x="12195" y="5872"/>
                  </a:cubicBezTo>
                  <a:cubicBezTo>
                    <a:pt x="13278" y="5872"/>
                    <a:pt x="14361" y="5510"/>
                    <a:pt x="15084" y="5510"/>
                  </a:cubicBezTo>
                  <a:cubicBezTo>
                    <a:pt x="16889" y="5510"/>
                    <a:pt x="18333" y="6957"/>
                    <a:pt x="18333" y="8765"/>
                  </a:cubicBezTo>
                  <a:cubicBezTo>
                    <a:pt x="18333" y="9488"/>
                    <a:pt x="17972" y="12019"/>
                    <a:pt x="16889" y="15635"/>
                  </a:cubicBezTo>
                  <a:lnTo>
                    <a:pt x="279" y="73130"/>
                  </a:lnTo>
                  <a:lnTo>
                    <a:pt x="12917" y="73130"/>
                  </a:lnTo>
                  <a:cubicBezTo>
                    <a:pt x="16167" y="59389"/>
                    <a:pt x="22667" y="43479"/>
                    <a:pt x="30972" y="27568"/>
                  </a:cubicBezTo>
                  <a:cubicBezTo>
                    <a:pt x="34222" y="21059"/>
                    <a:pt x="40360" y="13104"/>
                    <a:pt x="41444" y="13104"/>
                  </a:cubicBezTo>
                  <a:cubicBezTo>
                    <a:pt x="42166" y="13104"/>
                    <a:pt x="42527" y="13827"/>
                    <a:pt x="42888" y="15635"/>
                  </a:cubicBezTo>
                  <a:cubicBezTo>
                    <a:pt x="43249" y="18167"/>
                    <a:pt x="45055" y="19975"/>
                    <a:pt x="47943" y="19975"/>
                  </a:cubicBezTo>
                  <a:cubicBezTo>
                    <a:pt x="51915" y="19975"/>
                    <a:pt x="55887" y="14189"/>
                    <a:pt x="55887" y="8765"/>
                  </a:cubicBezTo>
                  <a:cubicBezTo>
                    <a:pt x="55887" y="3702"/>
                    <a:pt x="53360" y="86"/>
                    <a:pt x="49388" y="86"/>
                  </a:cubicBezTo>
                  <a:cubicBezTo>
                    <a:pt x="42527" y="86"/>
                    <a:pt x="32055" y="13827"/>
                    <a:pt x="22667" y="35162"/>
                  </a:cubicBezTo>
                  <a:close/>
                </a:path>
              </a:pathLst>
            </a:custGeom>
            <a:grpFill/>
            <a:ln w="3175" cap="flat">
              <a:solidFill>
                <a:schemeClr val="tx1"/>
              </a:solidFill>
              <a:prstDash val="solid"/>
              <a:miter/>
            </a:ln>
          </p:spPr>
          <p:txBody>
            <a:bodyPr rtlCol="0" anchor="ctr"/>
            <a:lstStyle/>
            <a:p>
              <a:endParaRPr lang="zh-CN" altLang="en-US"/>
            </a:p>
          </p:txBody>
        </p:sp>
        <p:sp>
          <p:nvSpPr>
            <p:cNvPr id="331" name="任意多边形: 形状 330"/>
            <p:cNvSpPr/>
            <p:nvPr/>
          </p:nvSpPr>
          <p:spPr>
            <a:xfrm>
              <a:off x="9147309"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332" name="任意多边形: 形状 331"/>
            <p:cNvSpPr/>
            <p:nvPr/>
          </p:nvSpPr>
          <p:spPr>
            <a:xfrm>
              <a:off x="9198585" y="4511819"/>
              <a:ext cx="67886" cy="29289"/>
            </a:xfrm>
            <a:custGeom>
              <a:avLst/>
              <a:gdLst>
                <a:gd name="connsiteX0" fmla="*/ 283 w 67886"/>
                <a:gd name="connsiteY0" fmla="*/ 86 h 29289"/>
                <a:gd name="connsiteX1" fmla="*/ 283 w 67886"/>
                <a:gd name="connsiteY1" fmla="*/ 8042 h 29289"/>
                <a:gd name="connsiteX2" fmla="*/ 68169 w 67886"/>
                <a:gd name="connsiteY2" fmla="*/ 8042 h 29289"/>
                <a:gd name="connsiteX3" fmla="*/ 68169 w 67886"/>
                <a:gd name="connsiteY3" fmla="*/ 86 h 29289"/>
                <a:gd name="connsiteX4" fmla="*/ 283 w 67886"/>
                <a:gd name="connsiteY4" fmla="*/ 21783 h 29289"/>
                <a:gd name="connsiteX5" fmla="*/ 283 w 67886"/>
                <a:gd name="connsiteY5" fmla="*/ 29376 h 29289"/>
                <a:gd name="connsiteX6" fmla="*/ 68169 w 67886"/>
                <a:gd name="connsiteY6" fmla="*/ 29376 h 29289"/>
                <a:gd name="connsiteX7" fmla="*/ 68169 w 67886"/>
                <a:gd name="connsiteY7" fmla="*/ 21783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83" y="86"/>
                  </a:moveTo>
                  <a:lnTo>
                    <a:pt x="283" y="8042"/>
                  </a:lnTo>
                  <a:lnTo>
                    <a:pt x="68169" y="8042"/>
                  </a:lnTo>
                  <a:lnTo>
                    <a:pt x="68169" y="86"/>
                  </a:lnTo>
                  <a:close/>
                  <a:moveTo>
                    <a:pt x="283" y="21783"/>
                  </a:moveTo>
                  <a:lnTo>
                    <a:pt x="283" y="29376"/>
                  </a:lnTo>
                  <a:lnTo>
                    <a:pt x="68169" y="29376"/>
                  </a:lnTo>
                  <a:lnTo>
                    <a:pt x="68169" y="21783"/>
                  </a:lnTo>
                  <a:close/>
                </a:path>
              </a:pathLst>
            </a:custGeom>
            <a:grpFill/>
            <a:ln w="3175" cap="flat">
              <a:solidFill>
                <a:schemeClr val="tx1"/>
              </a:solidFill>
              <a:prstDash val="solid"/>
              <a:miter/>
            </a:ln>
          </p:spPr>
          <p:txBody>
            <a:bodyPr rtlCol="0" anchor="ctr"/>
            <a:lstStyle/>
            <a:p>
              <a:endParaRPr lang="zh-CN" altLang="en-US"/>
            </a:p>
          </p:txBody>
        </p:sp>
        <p:sp>
          <p:nvSpPr>
            <p:cNvPr id="333" name="任意多边形: 形状 332"/>
            <p:cNvSpPr/>
            <p:nvPr/>
          </p:nvSpPr>
          <p:spPr>
            <a:xfrm>
              <a:off x="9266211"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334" name="Graphic 2"/>
          <p:cNvGrpSpPr/>
          <p:nvPr/>
        </p:nvGrpSpPr>
        <p:grpSpPr>
          <a:xfrm>
            <a:off x="9603374" y="4186170"/>
            <a:ext cx="187203" cy="149904"/>
            <a:chOff x="9314214" y="4471319"/>
            <a:chExt cx="148410" cy="110289"/>
          </a:xfrm>
          <a:solidFill>
            <a:schemeClr val="tx1"/>
          </a:solidFill>
        </p:grpSpPr>
        <p:sp>
          <p:nvSpPr>
            <p:cNvPr id="335" name="任意多边形: 形状 334"/>
            <p:cNvSpPr/>
            <p:nvPr/>
          </p:nvSpPr>
          <p:spPr>
            <a:xfrm>
              <a:off x="9314214" y="4471319"/>
              <a:ext cx="66441" cy="109204"/>
            </a:xfrm>
            <a:custGeom>
              <a:avLst/>
              <a:gdLst>
                <a:gd name="connsiteX0" fmla="*/ 58786 w 66441"/>
                <a:gd name="connsiteY0" fmla="*/ 109291 h 109204"/>
                <a:gd name="connsiteX1" fmla="*/ 66730 w 66441"/>
                <a:gd name="connsiteY1" fmla="*/ 90126 h 109204"/>
                <a:gd name="connsiteX2" fmla="*/ 63841 w 66441"/>
                <a:gd name="connsiteY2" fmla="*/ 90126 h 109204"/>
                <a:gd name="connsiteX3" fmla="*/ 43980 w 66441"/>
                <a:gd name="connsiteY3" fmla="*/ 97720 h 109204"/>
                <a:gd name="connsiteX4" fmla="*/ 15815 w 66441"/>
                <a:gd name="connsiteY4" fmla="*/ 97720 h 109204"/>
                <a:gd name="connsiteX5" fmla="*/ 60230 w 66441"/>
                <a:gd name="connsiteY5" fmla="*/ 29015 h 109204"/>
                <a:gd name="connsiteX6" fmla="*/ 32064 w 66441"/>
                <a:gd name="connsiteY6" fmla="*/ 86 h 109204"/>
                <a:gd name="connsiteX7" fmla="*/ 11482 w 66441"/>
                <a:gd name="connsiteY7" fmla="*/ 9850 h 109204"/>
                <a:gd name="connsiteX8" fmla="*/ 3538 w 66441"/>
                <a:gd name="connsiteY8" fmla="*/ 29738 h 109204"/>
                <a:gd name="connsiteX9" fmla="*/ 6427 w 66441"/>
                <a:gd name="connsiteY9" fmla="*/ 29738 h 109204"/>
                <a:gd name="connsiteX10" fmla="*/ 27009 w 66441"/>
                <a:gd name="connsiteY10" fmla="*/ 12019 h 109204"/>
                <a:gd name="connsiteX11" fmla="*/ 47953 w 66441"/>
                <a:gd name="connsiteY11" fmla="*/ 35524 h 109204"/>
                <a:gd name="connsiteX12" fmla="*/ 16176 w 66441"/>
                <a:gd name="connsiteY12" fmla="*/ 90849 h 109204"/>
                <a:gd name="connsiteX13" fmla="*/ 3899 w 66441"/>
                <a:gd name="connsiteY13" fmla="*/ 103144 h 109204"/>
                <a:gd name="connsiteX14" fmla="*/ 288 w 66441"/>
                <a:gd name="connsiteY14" fmla="*/ 107121 h 109204"/>
                <a:gd name="connsiteX15" fmla="*/ 288 w 66441"/>
                <a:gd name="connsiteY15" fmla="*/ 109291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786" y="109291"/>
                  </a:moveTo>
                  <a:cubicBezTo>
                    <a:pt x="62757" y="100974"/>
                    <a:pt x="63119" y="99528"/>
                    <a:pt x="66730" y="90126"/>
                  </a:cubicBezTo>
                  <a:lnTo>
                    <a:pt x="63841" y="90126"/>
                  </a:lnTo>
                  <a:cubicBezTo>
                    <a:pt x="59147" y="96273"/>
                    <a:pt x="55536" y="97720"/>
                    <a:pt x="43980" y="97720"/>
                  </a:cubicBezTo>
                  <a:lnTo>
                    <a:pt x="15815" y="97720"/>
                  </a:lnTo>
                  <a:cubicBezTo>
                    <a:pt x="48675" y="65898"/>
                    <a:pt x="60230" y="48180"/>
                    <a:pt x="60230" y="29015"/>
                  </a:cubicBezTo>
                  <a:cubicBezTo>
                    <a:pt x="60230" y="12381"/>
                    <a:pt x="48314" y="86"/>
                    <a:pt x="32064" y="86"/>
                  </a:cubicBezTo>
                  <a:cubicBezTo>
                    <a:pt x="23759" y="86"/>
                    <a:pt x="16898" y="3341"/>
                    <a:pt x="11482" y="9850"/>
                  </a:cubicBezTo>
                  <a:cubicBezTo>
                    <a:pt x="7149" y="14912"/>
                    <a:pt x="4982" y="19975"/>
                    <a:pt x="3538" y="29738"/>
                  </a:cubicBezTo>
                  <a:lnTo>
                    <a:pt x="6427" y="29738"/>
                  </a:lnTo>
                  <a:cubicBezTo>
                    <a:pt x="10037" y="18167"/>
                    <a:pt x="16898" y="12019"/>
                    <a:pt x="27009" y="12019"/>
                  </a:cubicBezTo>
                  <a:cubicBezTo>
                    <a:pt x="38203" y="12019"/>
                    <a:pt x="47953" y="22867"/>
                    <a:pt x="47953" y="35524"/>
                  </a:cubicBezTo>
                  <a:cubicBezTo>
                    <a:pt x="47953" y="50711"/>
                    <a:pt x="36398" y="70599"/>
                    <a:pt x="16176" y="90849"/>
                  </a:cubicBezTo>
                  <a:lnTo>
                    <a:pt x="3899" y="103144"/>
                  </a:lnTo>
                  <a:cubicBezTo>
                    <a:pt x="2816" y="104590"/>
                    <a:pt x="1732" y="106036"/>
                    <a:pt x="288" y="107121"/>
                  </a:cubicBezTo>
                  <a:lnTo>
                    <a:pt x="288" y="109291"/>
                  </a:lnTo>
                  <a:close/>
                </a:path>
              </a:pathLst>
            </a:custGeom>
            <a:grpFill/>
            <a:ln w="3175" cap="flat">
              <a:solidFill>
                <a:schemeClr val="tx1"/>
              </a:solidFill>
              <a:prstDash val="solid"/>
              <a:miter/>
            </a:ln>
          </p:spPr>
          <p:txBody>
            <a:bodyPr rtlCol="0" anchor="ctr"/>
            <a:lstStyle/>
            <a:p>
              <a:endParaRPr lang="zh-CN" altLang="en-US"/>
            </a:p>
          </p:txBody>
        </p:sp>
        <p:sp>
          <p:nvSpPr>
            <p:cNvPr id="336" name="任意多边形: 形状 335"/>
            <p:cNvSpPr/>
            <p:nvPr/>
          </p:nvSpPr>
          <p:spPr>
            <a:xfrm>
              <a:off x="9393294" y="4471319"/>
              <a:ext cx="69330" cy="110289"/>
            </a:xfrm>
            <a:custGeom>
              <a:avLst/>
              <a:gdLst>
                <a:gd name="connsiteX0" fmla="*/ 35318 w 69330"/>
                <a:gd name="connsiteY0" fmla="*/ 86 h 110289"/>
                <a:gd name="connsiteX1" fmla="*/ 291 w 69330"/>
                <a:gd name="connsiteY1" fmla="*/ 55050 h 110289"/>
                <a:gd name="connsiteX2" fmla="*/ 10041 w 69330"/>
                <a:gd name="connsiteY2" fmla="*/ 95550 h 110289"/>
                <a:gd name="connsiteX3" fmla="*/ 34234 w 69330"/>
                <a:gd name="connsiteY3" fmla="*/ 110376 h 110289"/>
                <a:gd name="connsiteX4" fmla="*/ 69622 w 69330"/>
                <a:gd name="connsiteY4" fmla="*/ 55050 h 110289"/>
                <a:gd name="connsiteX5" fmla="*/ 35318 w 69330"/>
                <a:gd name="connsiteY5" fmla="*/ 86 h 110289"/>
                <a:gd name="connsiteX6" fmla="*/ 34957 w 69330"/>
                <a:gd name="connsiteY6" fmla="*/ 6234 h 110289"/>
                <a:gd name="connsiteX7" fmla="*/ 49400 w 69330"/>
                <a:gd name="connsiteY7" fmla="*/ 17805 h 110289"/>
                <a:gd name="connsiteX8" fmla="*/ 54095 w 69330"/>
                <a:gd name="connsiteY8" fmla="*/ 55412 h 110289"/>
                <a:gd name="connsiteX9" fmla="*/ 34596 w 69330"/>
                <a:gd name="connsiteY9" fmla="*/ 104228 h 110289"/>
                <a:gd name="connsiteX10" fmla="*/ 15818 w 69330"/>
                <a:gd name="connsiteY10" fmla="*/ 55050 h 110289"/>
                <a:gd name="connsiteX11" fmla="*/ 34957 w 69330"/>
                <a:gd name="connsiteY11" fmla="*/ 6234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318" y="86"/>
                  </a:moveTo>
                  <a:cubicBezTo>
                    <a:pt x="14374" y="86"/>
                    <a:pt x="291" y="22506"/>
                    <a:pt x="291" y="55050"/>
                  </a:cubicBezTo>
                  <a:cubicBezTo>
                    <a:pt x="291" y="72046"/>
                    <a:pt x="3902" y="85425"/>
                    <a:pt x="10041" y="95550"/>
                  </a:cubicBezTo>
                  <a:cubicBezTo>
                    <a:pt x="16541" y="105313"/>
                    <a:pt x="24846" y="110376"/>
                    <a:pt x="34234" y="110376"/>
                  </a:cubicBezTo>
                  <a:cubicBezTo>
                    <a:pt x="55539" y="110376"/>
                    <a:pt x="69622" y="88318"/>
                    <a:pt x="69622" y="55050"/>
                  </a:cubicBezTo>
                  <a:cubicBezTo>
                    <a:pt x="69622" y="22867"/>
                    <a:pt x="55539" y="86"/>
                    <a:pt x="35318" y="86"/>
                  </a:cubicBezTo>
                  <a:close/>
                  <a:moveTo>
                    <a:pt x="34957" y="6234"/>
                  </a:moveTo>
                  <a:cubicBezTo>
                    <a:pt x="41095" y="6234"/>
                    <a:pt x="46151" y="10573"/>
                    <a:pt x="49400" y="17805"/>
                  </a:cubicBezTo>
                  <a:cubicBezTo>
                    <a:pt x="52289" y="25037"/>
                    <a:pt x="54095" y="38416"/>
                    <a:pt x="54095" y="55412"/>
                  </a:cubicBezTo>
                  <a:cubicBezTo>
                    <a:pt x="54095" y="88679"/>
                    <a:pt x="47956" y="104228"/>
                    <a:pt x="34596" y="104228"/>
                  </a:cubicBezTo>
                  <a:cubicBezTo>
                    <a:pt x="21957" y="104228"/>
                    <a:pt x="15818" y="87956"/>
                    <a:pt x="15818" y="55050"/>
                  </a:cubicBezTo>
                  <a:cubicBezTo>
                    <a:pt x="15818" y="22144"/>
                    <a:pt x="21957" y="6234"/>
                    <a:pt x="34957" y="6234"/>
                  </a:cubicBezTo>
                  <a:close/>
                </a:path>
              </a:pathLst>
            </a:custGeom>
            <a:grpFill/>
            <a:ln w="3175" cap="flat">
              <a:solidFill>
                <a:schemeClr val="tx1"/>
              </a:solidFill>
              <a:prstDash val="solid"/>
              <a:miter/>
            </a:ln>
          </p:spPr>
          <p:txBody>
            <a:bodyPr rtlCol="0" anchor="ctr"/>
            <a:lstStyle/>
            <a:p>
              <a:endParaRPr lang="zh-CN" altLang="en-US"/>
            </a:p>
          </p:txBody>
        </p:sp>
      </p:grpSp>
      <p:sp>
        <p:nvSpPr>
          <p:cNvPr id="337" name="任意多边形: 形状 336"/>
          <p:cNvSpPr/>
          <p:nvPr/>
        </p:nvSpPr>
        <p:spPr>
          <a:xfrm>
            <a:off x="9814299" y="4186170"/>
            <a:ext cx="51469" cy="148429"/>
          </a:xfrm>
          <a:custGeom>
            <a:avLst/>
            <a:gdLst>
              <a:gd name="connsiteX0" fmla="*/ 27738 w 40803"/>
              <a:gd name="connsiteY0" fmla="*/ 86 h 109204"/>
              <a:gd name="connsiteX1" fmla="*/ 24849 w 40803"/>
              <a:gd name="connsiteY1" fmla="*/ 86 h 109204"/>
              <a:gd name="connsiteX2" fmla="*/ 22682 w 40803"/>
              <a:gd name="connsiteY2" fmla="*/ 1533 h 109204"/>
              <a:gd name="connsiteX3" fmla="*/ 16905 w 40803"/>
              <a:gd name="connsiteY3" fmla="*/ 4426 h 109204"/>
              <a:gd name="connsiteX4" fmla="*/ 7155 w 40803"/>
              <a:gd name="connsiteY4" fmla="*/ 9488 h 109204"/>
              <a:gd name="connsiteX5" fmla="*/ 294 w 40803"/>
              <a:gd name="connsiteY5" fmla="*/ 12742 h 109204"/>
              <a:gd name="connsiteX6" fmla="*/ 1378 w 40803"/>
              <a:gd name="connsiteY6" fmla="*/ 15635 h 109204"/>
              <a:gd name="connsiteX7" fmla="*/ 3544 w 40803"/>
              <a:gd name="connsiteY7" fmla="*/ 14551 h 109204"/>
              <a:gd name="connsiteX8" fmla="*/ 9322 w 40803"/>
              <a:gd name="connsiteY8" fmla="*/ 13104 h 109204"/>
              <a:gd name="connsiteX9" fmla="*/ 13294 w 40803"/>
              <a:gd name="connsiteY9" fmla="*/ 15274 h 109204"/>
              <a:gd name="connsiteX10" fmla="*/ 14377 w 40803"/>
              <a:gd name="connsiteY10" fmla="*/ 28653 h 109204"/>
              <a:gd name="connsiteX11" fmla="*/ 14377 w 40803"/>
              <a:gd name="connsiteY11" fmla="*/ 92295 h 109204"/>
              <a:gd name="connsiteX12" fmla="*/ 3183 w 40803"/>
              <a:gd name="connsiteY12" fmla="*/ 106398 h 109204"/>
              <a:gd name="connsiteX13" fmla="*/ 1378 w 40803"/>
              <a:gd name="connsiteY13" fmla="*/ 106398 h 109204"/>
              <a:gd name="connsiteX14" fmla="*/ 1378 w 40803"/>
              <a:gd name="connsiteY14" fmla="*/ 109291 h 109204"/>
              <a:gd name="connsiteX15" fmla="*/ 41098 w 40803"/>
              <a:gd name="connsiteY15" fmla="*/ 109291 h 109204"/>
              <a:gd name="connsiteX16" fmla="*/ 41098 w 40803"/>
              <a:gd name="connsiteY16" fmla="*/ 106398 h 109204"/>
              <a:gd name="connsiteX17" fmla="*/ 38932 w 40803"/>
              <a:gd name="connsiteY17" fmla="*/ 106398 h 109204"/>
              <a:gd name="connsiteX18" fmla="*/ 27738 w 40803"/>
              <a:gd name="connsiteY18" fmla="*/ 9229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738" y="86"/>
                </a:moveTo>
                <a:lnTo>
                  <a:pt x="24849" y="86"/>
                </a:lnTo>
                <a:cubicBezTo>
                  <a:pt x="23766" y="810"/>
                  <a:pt x="22682" y="1171"/>
                  <a:pt x="22682" y="1533"/>
                </a:cubicBezTo>
                <a:cubicBezTo>
                  <a:pt x="20516" y="2618"/>
                  <a:pt x="18710" y="3341"/>
                  <a:pt x="16905" y="4426"/>
                </a:cubicBezTo>
                <a:cubicBezTo>
                  <a:pt x="16544" y="4787"/>
                  <a:pt x="12572" y="6595"/>
                  <a:pt x="7155" y="9488"/>
                </a:cubicBezTo>
                <a:cubicBezTo>
                  <a:pt x="5711" y="10211"/>
                  <a:pt x="3183" y="11296"/>
                  <a:pt x="294" y="12742"/>
                </a:cubicBezTo>
                <a:lnTo>
                  <a:pt x="1378" y="15635"/>
                </a:lnTo>
                <a:lnTo>
                  <a:pt x="3544" y="14551"/>
                </a:lnTo>
                <a:cubicBezTo>
                  <a:pt x="5711" y="13827"/>
                  <a:pt x="7516" y="13104"/>
                  <a:pt x="9322" y="13104"/>
                </a:cubicBezTo>
                <a:cubicBezTo>
                  <a:pt x="10766" y="13104"/>
                  <a:pt x="12211" y="14189"/>
                  <a:pt x="13294" y="15274"/>
                </a:cubicBezTo>
                <a:cubicBezTo>
                  <a:pt x="14016" y="17082"/>
                  <a:pt x="14377" y="17805"/>
                  <a:pt x="14377" y="28653"/>
                </a:cubicBezTo>
                <a:lnTo>
                  <a:pt x="14377" y="92295"/>
                </a:lnTo>
                <a:cubicBezTo>
                  <a:pt x="14377" y="102420"/>
                  <a:pt x="11489" y="106398"/>
                  <a:pt x="3183" y="106398"/>
                </a:cubicBezTo>
                <a:lnTo>
                  <a:pt x="1378" y="106398"/>
                </a:lnTo>
                <a:lnTo>
                  <a:pt x="1378" y="109291"/>
                </a:lnTo>
                <a:lnTo>
                  <a:pt x="41098" y="109291"/>
                </a:lnTo>
                <a:lnTo>
                  <a:pt x="41098" y="106398"/>
                </a:lnTo>
                <a:lnTo>
                  <a:pt x="38932" y="106398"/>
                </a:lnTo>
                <a:cubicBezTo>
                  <a:pt x="30988" y="106398"/>
                  <a:pt x="27738" y="102420"/>
                  <a:pt x="27738" y="92295"/>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338" name="任意多边形: 形状 337"/>
          <p:cNvSpPr/>
          <p:nvPr/>
        </p:nvSpPr>
        <p:spPr>
          <a:xfrm>
            <a:off x="9882509" y="4187645"/>
            <a:ext cx="79253" cy="148429"/>
          </a:xfrm>
          <a:custGeom>
            <a:avLst/>
            <a:gdLst>
              <a:gd name="connsiteX0" fmla="*/ 20158 w 62830"/>
              <a:gd name="connsiteY0" fmla="*/ 106760 h 109204"/>
              <a:gd name="connsiteX1" fmla="*/ 29546 w 62830"/>
              <a:gd name="connsiteY1" fmla="*/ 109291 h 109204"/>
              <a:gd name="connsiteX2" fmla="*/ 63128 w 62830"/>
              <a:gd name="connsiteY2" fmla="*/ 86 h 109204"/>
              <a:gd name="connsiteX3" fmla="*/ 10047 w 62830"/>
              <a:gd name="connsiteY3" fmla="*/ 86 h 109204"/>
              <a:gd name="connsiteX4" fmla="*/ 297 w 62830"/>
              <a:gd name="connsiteY4" fmla="*/ 23591 h 109204"/>
              <a:gd name="connsiteX5" fmla="*/ 2464 w 62830"/>
              <a:gd name="connsiteY5" fmla="*/ 25399 h 109204"/>
              <a:gd name="connsiteX6" fmla="*/ 8964 w 62830"/>
              <a:gd name="connsiteY6" fmla="*/ 16359 h 109204"/>
              <a:gd name="connsiteX7" fmla="*/ 26657 w 62830"/>
              <a:gd name="connsiteY7" fmla="*/ 12019 h 109204"/>
              <a:gd name="connsiteX8" fmla="*/ 49768 w 62830"/>
              <a:gd name="connsiteY8" fmla="*/ 1201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20158" y="106760"/>
                </a:moveTo>
                <a:cubicBezTo>
                  <a:pt x="24491" y="107845"/>
                  <a:pt x="25213" y="107845"/>
                  <a:pt x="29546" y="109291"/>
                </a:cubicBezTo>
                <a:lnTo>
                  <a:pt x="63128" y="86"/>
                </a:lnTo>
                <a:lnTo>
                  <a:pt x="10047" y="86"/>
                </a:lnTo>
                <a:lnTo>
                  <a:pt x="297" y="23591"/>
                </a:lnTo>
                <a:lnTo>
                  <a:pt x="2464" y="25399"/>
                </a:lnTo>
                <a:cubicBezTo>
                  <a:pt x="4631" y="21421"/>
                  <a:pt x="6436" y="18890"/>
                  <a:pt x="8964" y="16359"/>
                </a:cubicBezTo>
                <a:cubicBezTo>
                  <a:pt x="12575" y="12381"/>
                  <a:pt x="14019" y="12019"/>
                  <a:pt x="26657" y="12019"/>
                </a:cubicBezTo>
                <a:lnTo>
                  <a:pt x="49768" y="12019"/>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339" name="任意多边形: 形状 338"/>
          <p:cNvSpPr/>
          <p:nvPr/>
        </p:nvSpPr>
        <p:spPr>
          <a:xfrm>
            <a:off x="6706106" y="4103542"/>
            <a:ext cx="123436" cy="132210"/>
          </a:xfrm>
          <a:custGeom>
            <a:avLst/>
            <a:gdLst>
              <a:gd name="connsiteX0" fmla="*/ 98051 w 97857"/>
              <a:gd name="connsiteY0" fmla="*/ 84 h 97271"/>
              <a:gd name="connsiteX1" fmla="*/ 57247 w 97857"/>
              <a:gd name="connsiteY1" fmla="*/ 84 h 97271"/>
              <a:gd name="connsiteX2" fmla="*/ 24026 w 97857"/>
              <a:gd name="connsiteY2" fmla="*/ 7317 h 97271"/>
              <a:gd name="connsiteX3" fmla="*/ 194 w 97857"/>
              <a:gd name="connsiteY3" fmla="*/ 51071 h 97271"/>
              <a:gd name="connsiteX4" fmla="*/ 42803 w 97857"/>
              <a:gd name="connsiteY4" fmla="*/ 97356 h 97271"/>
              <a:gd name="connsiteX5" fmla="*/ 88302 w 97857"/>
              <a:gd name="connsiteY5" fmla="*/ 51794 h 97271"/>
              <a:gd name="connsiteX6" fmla="*/ 64469 w 97857"/>
              <a:gd name="connsiteY6" fmla="*/ 13825 h 97271"/>
              <a:gd name="connsiteX7" fmla="*/ 98051 w 97857"/>
              <a:gd name="connsiteY7" fmla="*/ 13825 h 97271"/>
              <a:gd name="connsiteX8" fmla="*/ 53998 w 97857"/>
              <a:gd name="connsiteY8" fmla="*/ 13825 h 97271"/>
              <a:gd name="connsiteX9" fmla="*/ 69886 w 97857"/>
              <a:gd name="connsiteY9" fmla="*/ 53240 h 97271"/>
              <a:gd name="connsiteX10" fmla="*/ 44248 w 97857"/>
              <a:gd name="connsiteY10" fmla="*/ 89762 h 97271"/>
              <a:gd name="connsiteX11" fmla="*/ 18610 w 97857"/>
              <a:gd name="connsiteY11" fmla="*/ 50348 h 97271"/>
              <a:gd name="connsiteX12" fmla="*/ 42442 w 97857"/>
              <a:gd name="connsiteY12" fmla="*/ 14549 h 97271"/>
              <a:gd name="connsiteX13" fmla="*/ 53998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051" y="84"/>
                </a:moveTo>
                <a:lnTo>
                  <a:pt x="57247" y="84"/>
                </a:lnTo>
                <a:cubicBezTo>
                  <a:pt x="42442" y="84"/>
                  <a:pt x="32332" y="2254"/>
                  <a:pt x="24026" y="7317"/>
                </a:cubicBezTo>
                <a:cubicBezTo>
                  <a:pt x="9221" y="15995"/>
                  <a:pt x="194" y="32267"/>
                  <a:pt x="194" y="51071"/>
                </a:cubicBezTo>
                <a:cubicBezTo>
                  <a:pt x="194" y="77468"/>
                  <a:pt x="18610" y="97356"/>
                  <a:pt x="42803" y="97356"/>
                </a:cubicBezTo>
                <a:cubicBezTo>
                  <a:pt x="67719" y="97356"/>
                  <a:pt x="88302" y="76745"/>
                  <a:pt x="88302" y="51794"/>
                </a:cubicBezTo>
                <a:cubicBezTo>
                  <a:pt x="88302" y="34437"/>
                  <a:pt x="78913" y="19250"/>
                  <a:pt x="64469" y="13825"/>
                </a:cubicBezTo>
                <a:lnTo>
                  <a:pt x="98051" y="13825"/>
                </a:lnTo>
                <a:close/>
                <a:moveTo>
                  <a:pt x="53998" y="13825"/>
                </a:moveTo>
                <a:cubicBezTo>
                  <a:pt x="64830" y="24312"/>
                  <a:pt x="69886" y="36607"/>
                  <a:pt x="69886" y="53240"/>
                </a:cubicBezTo>
                <a:cubicBezTo>
                  <a:pt x="69886" y="74575"/>
                  <a:pt x="59414" y="89762"/>
                  <a:pt x="44248" y="89762"/>
                </a:cubicBezTo>
                <a:cubicBezTo>
                  <a:pt x="29443" y="89762"/>
                  <a:pt x="18610" y="73129"/>
                  <a:pt x="18610" y="50348"/>
                </a:cubicBezTo>
                <a:cubicBezTo>
                  <a:pt x="18610" y="31544"/>
                  <a:pt x="27999" y="17441"/>
                  <a:pt x="42442" y="14549"/>
                </a:cubicBezTo>
                <a:cubicBezTo>
                  <a:pt x="45331" y="14187"/>
                  <a:pt x="49664" y="13825"/>
                  <a:pt x="53998"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40" name="Graphic 2"/>
          <p:cNvGrpSpPr/>
          <p:nvPr/>
        </p:nvGrpSpPr>
        <p:grpSpPr>
          <a:xfrm>
            <a:off x="6833130" y="4180216"/>
            <a:ext cx="262013" cy="184800"/>
            <a:chOff x="7246846" y="4494824"/>
            <a:chExt cx="207717" cy="135963"/>
          </a:xfrm>
          <a:solidFill>
            <a:schemeClr val="tx1"/>
          </a:solidFill>
        </p:grpSpPr>
        <p:sp>
          <p:nvSpPr>
            <p:cNvPr id="341" name="任意多边形: 形状 340"/>
            <p:cNvSpPr/>
            <p:nvPr/>
          </p:nvSpPr>
          <p:spPr>
            <a:xfrm>
              <a:off x="7246846" y="4494824"/>
              <a:ext cx="80524" cy="111374"/>
            </a:xfrm>
            <a:custGeom>
              <a:avLst/>
              <a:gdLst>
                <a:gd name="connsiteX0" fmla="*/ 43169 w 80524"/>
                <a:gd name="connsiteY0" fmla="*/ 93381 h 111374"/>
                <a:gd name="connsiteX1" fmla="*/ 41003 w 80524"/>
                <a:gd name="connsiteY1" fmla="*/ 104591 h 111374"/>
                <a:gd name="connsiteX2" fmla="*/ 46780 w 80524"/>
                <a:gd name="connsiteY2" fmla="*/ 111462 h 111374"/>
                <a:gd name="connsiteX3" fmla="*/ 69529 w 80524"/>
                <a:gd name="connsiteY3" fmla="*/ 94466 h 111374"/>
                <a:gd name="connsiteX4" fmla="*/ 67002 w 80524"/>
                <a:gd name="connsiteY4" fmla="*/ 92658 h 111374"/>
                <a:gd name="connsiteX5" fmla="*/ 54363 w 80524"/>
                <a:gd name="connsiteY5" fmla="*/ 102783 h 111374"/>
                <a:gd name="connsiteX6" fmla="*/ 51474 w 80524"/>
                <a:gd name="connsiteY6" fmla="*/ 100613 h 111374"/>
                <a:gd name="connsiteX7" fmla="*/ 52558 w 80524"/>
                <a:gd name="connsiteY7" fmla="*/ 95189 h 111374"/>
                <a:gd name="connsiteX8" fmla="*/ 80723 w 80524"/>
                <a:gd name="connsiteY8" fmla="*/ 87 h 111374"/>
                <a:gd name="connsiteX9" fmla="*/ 57974 w 80524"/>
                <a:gd name="connsiteY9" fmla="*/ 3342 h 111374"/>
                <a:gd name="connsiteX10" fmla="*/ 57252 w 80524"/>
                <a:gd name="connsiteY10" fmla="*/ 6235 h 111374"/>
                <a:gd name="connsiteX11" fmla="*/ 59057 w 80524"/>
                <a:gd name="connsiteY11" fmla="*/ 6235 h 111374"/>
                <a:gd name="connsiteX12" fmla="*/ 62307 w 80524"/>
                <a:gd name="connsiteY12" fmla="*/ 5873 h 111374"/>
                <a:gd name="connsiteX13" fmla="*/ 66640 w 80524"/>
                <a:gd name="connsiteY13" fmla="*/ 9489 h 111374"/>
                <a:gd name="connsiteX14" fmla="*/ 65918 w 80524"/>
                <a:gd name="connsiteY14" fmla="*/ 13105 h 111374"/>
                <a:gd name="connsiteX15" fmla="*/ 57974 w 80524"/>
                <a:gd name="connsiteY15" fmla="*/ 42033 h 111374"/>
                <a:gd name="connsiteX16" fmla="*/ 46780 w 80524"/>
                <a:gd name="connsiteY16" fmla="*/ 36971 h 111374"/>
                <a:gd name="connsiteX17" fmla="*/ 199 w 80524"/>
                <a:gd name="connsiteY17" fmla="*/ 90850 h 111374"/>
                <a:gd name="connsiteX18" fmla="*/ 14281 w 80524"/>
                <a:gd name="connsiteY18" fmla="*/ 111100 h 111374"/>
                <a:gd name="connsiteX19" fmla="*/ 30531 w 80524"/>
                <a:gd name="connsiteY19" fmla="*/ 104229 h 111374"/>
                <a:gd name="connsiteX20" fmla="*/ 44252 w 80524"/>
                <a:gd name="connsiteY20" fmla="*/ 88319 h 111374"/>
                <a:gd name="connsiteX21" fmla="*/ 45336 w 80524"/>
                <a:gd name="connsiteY21" fmla="*/ 41310 h 111374"/>
                <a:gd name="connsiteX22" fmla="*/ 54002 w 80524"/>
                <a:gd name="connsiteY22" fmla="*/ 49989 h 111374"/>
                <a:gd name="connsiteX23" fmla="*/ 42086 w 80524"/>
                <a:gd name="connsiteY23" fmla="*/ 83618 h 111374"/>
                <a:gd name="connsiteX24" fmla="*/ 21864 w 80524"/>
                <a:gd name="connsiteY24" fmla="*/ 101337 h 111374"/>
                <a:gd name="connsiteX25" fmla="*/ 14281 w 80524"/>
                <a:gd name="connsiteY25" fmla="*/ 89404 h 111374"/>
                <a:gd name="connsiteX26" fmla="*/ 24753 w 80524"/>
                <a:gd name="connsiteY26" fmla="*/ 57583 h 111374"/>
                <a:gd name="connsiteX27" fmla="*/ 45336 w 80524"/>
                <a:gd name="connsiteY27" fmla="*/ 41310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169" y="93381"/>
                  </a:moveTo>
                  <a:cubicBezTo>
                    <a:pt x="41003" y="102060"/>
                    <a:pt x="41003" y="102060"/>
                    <a:pt x="41003" y="104591"/>
                  </a:cubicBezTo>
                  <a:cubicBezTo>
                    <a:pt x="41003" y="108569"/>
                    <a:pt x="43169" y="111462"/>
                    <a:pt x="46780" y="111462"/>
                  </a:cubicBezTo>
                  <a:cubicBezTo>
                    <a:pt x="53641" y="111462"/>
                    <a:pt x="60502" y="106399"/>
                    <a:pt x="69529" y="94466"/>
                  </a:cubicBezTo>
                  <a:lnTo>
                    <a:pt x="67002" y="92658"/>
                  </a:lnTo>
                  <a:cubicBezTo>
                    <a:pt x="61224" y="99890"/>
                    <a:pt x="57974" y="102783"/>
                    <a:pt x="54363" y="102783"/>
                  </a:cubicBezTo>
                  <a:cubicBezTo>
                    <a:pt x="52558" y="102783"/>
                    <a:pt x="51474" y="101698"/>
                    <a:pt x="51474" y="100613"/>
                  </a:cubicBezTo>
                  <a:cubicBezTo>
                    <a:pt x="51474" y="99529"/>
                    <a:pt x="51835" y="97359"/>
                    <a:pt x="52558" y="95189"/>
                  </a:cubicBezTo>
                  <a:lnTo>
                    <a:pt x="80723" y="87"/>
                  </a:lnTo>
                  <a:cubicBezTo>
                    <a:pt x="70973" y="2257"/>
                    <a:pt x="69168" y="2619"/>
                    <a:pt x="57974" y="3342"/>
                  </a:cubicBezTo>
                  <a:lnTo>
                    <a:pt x="57252" y="6235"/>
                  </a:lnTo>
                  <a:lnTo>
                    <a:pt x="59057" y="6235"/>
                  </a:lnTo>
                  <a:cubicBezTo>
                    <a:pt x="60502" y="6235"/>
                    <a:pt x="61585" y="5873"/>
                    <a:pt x="62307" y="5873"/>
                  </a:cubicBezTo>
                  <a:cubicBezTo>
                    <a:pt x="64474" y="5873"/>
                    <a:pt x="66640" y="7681"/>
                    <a:pt x="66640" y="9489"/>
                  </a:cubicBezTo>
                  <a:cubicBezTo>
                    <a:pt x="66640" y="10212"/>
                    <a:pt x="66279" y="11297"/>
                    <a:pt x="65918" y="13105"/>
                  </a:cubicBezTo>
                  <a:lnTo>
                    <a:pt x="57974" y="42033"/>
                  </a:lnTo>
                  <a:cubicBezTo>
                    <a:pt x="54002" y="38056"/>
                    <a:pt x="51113" y="36971"/>
                    <a:pt x="46780" y="36971"/>
                  </a:cubicBezTo>
                  <a:cubicBezTo>
                    <a:pt x="25475" y="36971"/>
                    <a:pt x="199" y="66261"/>
                    <a:pt x="199" y="90850"/>
                  </a:cubicBezTo>
                  <a:cubicBezTo>
                    <a:pt x="199" y="102783"/>
                    <a:pt x="5976" y="111100"/>
                    <a:pt x="14281" y="111100"/>
                  </a:cubicBezTo>
                  <a:cubicBezTo>
                    <a:pt x="18976" y="111100"/>
                    <a:pt x="25475" y="108207"/>
                    <a:pt x="30531" y="104229"/>
                  </a:cubicBezTo>
                  <a:cubicBezTo>
                    <a:pt x="35225" y="100252"/>
                    <a:pt x="38475" y="96274"/>
                    <a:pt x="44252" y="88319"/>
                  </a:cubicBezTo>
                  <a:close/>
                  <a:moveTo>
                    <a:pt x="45336" y="41310"/>
                  </a:moveTo>
                  <a:cubicBezTo>
                    <a:pt x="50752" y="41310"/>
                    <a:pt x="54002" y="44565"/>
                    <a:pt x="54002" y="49989"/>
                  </a:cubicBezTo>
                  <a:cubicBezTo>
                    <a:pt x="54002" y="57583"/>
                    <a:pt x="48585" y="73131"/>
                    <a:pt x="42086" y="83618"/>
                  </a:cubicBezTo>
                  <a:cubicBezTo>
                    <a:pt x="36308" y="93381"/>
                    <a:pt x="26920" y="101337"/>
                    <a:pt x="21864" y="101337"/>
                  </a:cubicBezTo>
                  <a:cubicBezTo>
                    <a:pt x="17170" y="101337"/>
                    <a:pt x="14281" y="96997"/>
                    <a:pt x="14281" y="89404"/>
                  </a:cubicBezTo>
                  <a:cubicBezTo>
                    <a:pt x="14281" y="80364"/>
                    <a:pt x="18253" y="68431"/>
                    <a:pt x="24753" y="57583"/>
                  </a:cubicBezTo>
                  <a:cubicBezTo>
                    <a:pt x="31614" y="47096"/>
                    <a:pt x="38836" y="41310"/>
                    <a:pt x="45336" y="41310"/>
                  </a:cubicBezTo>
                  <a:close/>
                </a:path>
              </a:pathLst>
            </a:custGeom>
            <a:grpFill/>
            <a:ln w="3175" cap="flat">
              <a:solidFill>
                <a:schemeClr val="tx1"/>
              </a:solidFill>
              <a:prstDash val="solid"/>
              <a:miter/>
            </a:ln>
          </p:spPr>
          <p:txBody>
            <a:bodyPr rtlCol="0" anchor="ctr"/>
            <a:lstStyle/>
            <a:p>
              <a:endParaRPr lang="zh-CN" altLang="en-US"/>
            </a:p>
          </p:txBody>
        </p:sp>
        <p:sp>
          <p:nvSpPr>
            <p:cNvPr id="342" name="任意多边形: 形状 341"/>
            <p:cNvSpPr/>
            <p:nvPr/>
          </p:nvSpPr>
          <p:spPr>
            <a:xfrm>
              <a:off x="7324609" y="4531346"/>
              <a:ext cx="59580" cy="74490"/>
            </a:xfrm>
            <a:custGeom>
              <a:avLst/>
              <a:gdLst>
                <a:gd name="connsiteX0" fmla="*/ 49311 w 59580"/>
                <a:gd name="connsiteY0" fmla="*/ 55413 h 74490"/>
                <a:gd name="connsiteX1" fmla="*/ 28368 w 59580"/>
                <a:gd name="connsiteY1" fmla="*/ 66261 h 74490"/>
                <a:gd name="connsiteX2" fmla="*/ 13201 w 59580"/>
                <a:gd name="connsiteY2" fmla="*/ 49627 h 74490"/>
                <a:gd name="connsiteX3" fmla="*/ 13924 w 59580"/>
                <a:gd name="connsiteY3" fmla="*/ 41310 h 74490"/>
                <a:gd name="connsiteX4" fmla="*/ 41367 w 59580"/>
                <a:gd name="connsiteY4" fmla="*/ 35525 h 74490"/>
                <a:gd name="connsiteX5" fmla="*/ 59783 w 59580"/>
                <a:gd name="connsiteY5" fmla="*/ 12020 h 74490"/>
                <a:gd name="connsiteX6" fmla="*/ 44617 w 59580"/>
                <a:gd name="connsiteY6" fmla="*/ 87 h 74490"/>
                <a:gd name="connsiteX7" fmla="*/ 202 w 59580"/>
                <a:gd name="connsiteY7" fmla="*/ 50350 h 74490"/>
                <a:gd name="connsiteX8" fmla="*/ 21507 w 59580"/>
                <a:gd name="connsiteY8" fmla="*/ 74578 h 74490"/>
                <a:gd name="connsiteX9" fmla="*/ 52561 w 59580"/>
                <a:gd name="connsiteY9" fmla="*/ 57582 h 74490"/>
                <a:gd name="connsiteX10" fmla="*/ 15007 w 59580"/>
                <a:gd name="connsiteY10" fmla="*/ 36971 h 74490"/>
                <a:gd name="connsiteX11" fmla="*/ 41728 w 59580"/>
                <a:gd name="connsiteY11" fmla="*/ 4788 h 74490"/>
                <a:gd name="connsiteX12" fmla="*/ 48228 w 59580"/>
                <a:gd name="connsiteY12" fmla="*/ 11659 h 74490"/>
                <a:gd name="connsiteX13" fmla="*/ 42450 w 59580"/>
                <a:gd name="connsiteY13" fmla="*/ 25400 h 74490"/>
                <a:gd name="connsiteX14" fmla="*/ 21507 w 59580"/>
                <a:gd name="connsiteY14" fmla="*/ 36609 h 74490"/>
                <a:gd name="connsiteX15" fmla="*/ 15007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11" y="55413"/>
                  </a:moveTo>
                  <a:cubicBezTo>
                    <a:pt x="42450" y="63007"/>
                    <a:pt x="35589" y="66261"/>
                    <a:pt x="28368" y="66261"/>
                  </a:cubicBezTo>
                  <a:cubicBezTo>
                    <a:pt x="19701" y="66261"/>
                    <a:pt x="13201" y="59390"/>
                    <a:pt x="13201" y="49627"/>
                  </a:cubicBezTo>
                  <a:cubicBezTo>
                    <a:pt x="13201" y="47096"/>
                    <a:pt x="13562" y="44203"/>
                    <a:pt x="13924" y="41310"/>
                  </a:cubicBezTo>
                  <a:cubicBezTo>
                    <a:pt x="26562" y="40587"/>
                    <a:pt x="33784" y="39141"/>
                    <a:pt x="41367" y="35525"/>
                  </a:cubicBezTo>
                  <a:cubicBezTo>
                    <a:pt x="52561" y="30462"/>
                    <a:pt x="59783" y="21060"/>
                    <a:pt x="59783" y="12020"/>
                  </a:cubicBezTo>
                  <a:cubicBezTo>
                    <a:pt x="59783" y="5150"/>
                    <a:pt x="53283" y="87"/>
                    <a:pt x="44617" y="87"/>
                  </a:cubicBezTo>
                  <a:cubicBezTo>
                    <a:pt x="22951" y="87"/>
                    <a:pt x="202" y="26123"/>
                    <a:pt x="202" y="50350"/>
                  </a:cubicBezTo>
                  <a:cubicBezTo>
                    <a:pt x="202" y="64815"/>
                    <a:pt x="8868" y="74578"/>
                    <a:pt x="21507" y="74578"/>
                  </a:cubicBezTo>
                  <a:cubicBezTo>
                    <a:pt x="31617" y="74578"/>
                    <a:pt x="40284" y="69515"/>
                    <a:pt x="52561" y="57582"/>
                  </a:cubicBezTo>
                  <a:close/>
                  <a:moveTo>
                    <a:pt x="15007" y="36971"/>
                  </a:moveTo>
                  <a:cubicBezTo>
                    <a:pt x="20423" y="18529"/>
                    <a:pt x="31979" y="4788"/>
                    <a:pt x="41728" y="4788"/>
                  </a:cubicBezTo>
                  <a:cubicBezTo>
                    <a:pt x="45339" y="4788"/>
                    <a:pt x="48228" y="7681"/>
                    <a:pt x="48228" y="11659"/>
                  </a:cubicBezTo>
                  <a:cubicBezTo>
                    <a:pt x="48228" y="15998"/>
                    <a:pt x="46061" y="21060"/>
                    <a:pt x="42450" y="25400"/>
                  </a:cubicBezTo>
                  <a:cubicBezTo>
                    <a:pt x="37034" y="31185"/>
                    <a:pt x="30173" y="35163"/>
                    <a:pt x="21507" y="36609"/>
                  </a:cubicBezTo>
                  <a:cubicBezTo>
                    <a:pt x="20062" y="36609"/>
                    <a:pt x="17896" y="36971"/>
                    <a:pt x="15007" y="36971"/>
                  </a:cubicBezTo>
                  <a:close/>
                </a:path>
              </a:pathLst>
            </a:custGeom>
            <a:grpFill/>
            <a:ln w="3175" cap="flat">
              <a:solidFill>
                <a:schemeClr val="tx1"/>
              </a:solidFill>
              <a:prstDash val="solid"/>
              <a:miter/>
            </a:ln>
          </p:spPr>
          <p:txBody>
            <a:bodyPr rtlCol="0" anchor="ctr"/>
            <a:lstStyle/>
            <a:p>
              <a:endParaRPr lang="zh-CN" altLang="en-US"/>
            </a:p>
          </p:txBody>
        </p:sp>
        <p:sp>
          <p:nvSpPr>
            <p:cNvPr id="343" name="任意多边形: 形状 342"/>
            <p:cNvSpPr/>
            <p:nvPr/>
          </p:nvSpPr>
          <p:spPr>
            <a:xfrm>
              <a:off x="7372594" y="4532069"/>
              <a:ext cx="81968" cy="98717"/>
            </a:xfrm>
            <a:custGeom>
              <a:avLst/>
              <a:gdLst>
                <a:gd name="connsiteX0" fmla="*/ 29454 w 81968"/>
                <a:gd name="connsiteY0" fmla="*/ 70600 h 98717"/>
                <a:gd name="connsiteX1" fmla="*/ 39925 w 81968"/>
                <a:gd name="connsiteY1" fmla="*/ 73493 h 98717"/>
                <a:gd name="connsiteX2" fmla="*/ 82174 w 81968"/>
                <a:gd name="connsiteY2" fmla="*/ 21422 h 98717"/>
                <a:gd name="connsiteX3" fmla="*/ 66646 w 81968"/>
                <a:gd name="connsiteY3" fmla="*/ 87 h 98717"/>
                <a:gd name="connsiteX4" fmla="*/ 44981 w 81968"/>
                <a:gd name="connsiteY4" fmla="*/ 15636 h 98717"/>
                <a:gd name="connsiteX5" fmla="*/ 49675 w 81968"/>
                <a:gd name="connsiteY5" fmla="*/ 87 h 98717"/>
                <a:gd name="connsiteX6" fmla="*/ 27287 w 81968"/>
                <a:gd name="connsiteY6" fmla="*/ 3342 h 98717"/>
                <a:gd name="connsiteX7" fmla="*/ 26565 w 81968"/>
                <a:gd name="connsiteY7" fmla="*/ 6235 h 98717"/>
                <a:gd name="connsiteX8" fmla="*/ 30898 w 81968"/>
                <a:gd name="connsiteY8" fmla="*/ 5511 h 98717"/>
                <a:gd name="connsiteX9" fmla="*/ 34870 w 81968"/>
                <a:gd name="connsiteY9" fmla="*/ 10212 h 98717"/>
                <a:gd name="connsiteX10" fmla="*/ 33787 w 81968"/>
                <a:gd name="connsiteY10" fmla="*/ 15636 h 98717"/>
                <a:gd name="connsiteX11" fmla="*/ 15371 w 81968"/>
                <a:gd name="connsiteY11" fmla="*/ 80725 h 98717"/>
                <a:gd name="connsiteX12" fmla="*/ 5260 w 81968"/>
                <a:gd name="connsiteY12" fmla="*/ 95913 h 98717"/>
                <a:gd name="connsiteX13" fmla="*/ 927 w 81968"/>
                <a:gd name="connsiteY13" fmla="*/ 95913 h 98717"/>
                <a:gd name="connsiteX14" fmla="*/ 205 w 81968"/>
                <a:gd name="connsiteY14" fmla="*/ 98805 h 98717"/>
                <a:gd name="connsiteX15" fmla="*/ 34509 w 81968"/>
                <a:gd name="connsiteY15" fmla="*/ 98805 h 98717"/>
                <a:gd name="connsiteX16" fmla="*/ 35231 w 81968"/>
                <a:gd name="connsiteY16" fmla="*/ 95913 h 98717"/>
                <a:gd name="connsiteX17" fmla="*/ 27648 w 81968"/>
                <a:gd name="connsiteY17" fmla="*/ 95913 h 98717"/>
                <a:gd name="connsiteX18" fmla="*/ 23315 w 81968"/>
                <a:gd name="connsiteY18" fmla="*/ 92658 h 98717"/>
                <a:gd name="connsiteX19" fmla="*/ 24398 w 81968"/>
                <a:gd name="connsiteY19" fmla="*/ 88319 h 98717"/>
                <a:gd name="connsiteX20" fmla="*/ 39203 w 81968"/>
                <a:gd name="connsiteY20" fmla="*/ 35525 h 98717"/>
                <a:gd name="connsiteX21" fmla="*/ 48592 w 81968"/>
                <a:gd name="connsiteY21" fmla="*/ 15636 h 98717"/>
                <a:gd name="connsiteX22" fmla="*/ 61591 w 81968"/>
                <a:gd name="connsiteY22" fmla="*/ 8043 h 98717"/>
                <a:gd name="connsiteX23" fmla="*/ 69535 w 81968"/>
                <a:gd name="connsiteY23" fmla="*/ 21060 h 98717"/>
                <a:gd name="connsiteX24" fmla="*/ 40287 w 81968"/>
                <a:gd name="connsiteY24" fmla="*/ 69877 h 98717"/>
                <a:gd name="connsiteX25" fmla="*/ 30898 w 81968"/>
                <a:gd name="connsiteY25" fmla="*/ 65176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454" y="70600"/>
                  </a:moveTo>
                  <a:cubicBezTo>
                    <a:pt x="33426" y="72770"/>
                    <a:pt x="35953" y="73493"/>
                    <a:pt x="39925" y="73493"/>
                  </a:cubicBezTo>
                  <a:cubicBezTo>
                    <a:pt x="60147" y="73493"/>
                    <a:pt x="82174" y="46734"/>
                    <a:pt x="82174" y="21422"/>
                  </a:cubicBezTo>
                  <a:cubicBezTo>
                    <a:pt x="82174" y="8766"/>
                    <a:pt x="76035" y="87"/>
                    <a:pt x="66646" y="87"/>
                  </a:cubicBezTo>
                  <a:cubicBezTo>
                    <a:pt x="59064" y="87"/>
                    <a:pt x="53286" y="4427"/>
                    <a:pt x="44981" y="15636"/>
                  </a:cubicBezTo>
                  <a:lnTo>
                    <a:pt x="49675" y="87"/>
                  </a:lnTo>
                  <a:cubicBezTo>
                    <a:pt x="36314" y="2257"/>
                    <a:pt x="35231" y="2257"/>
                    <a:pt x="27287" y="3342"/>
                  </a:cubicBezTo>
                  <a:lnTo>
                    <a:pt x="26565" y="6235"/>
                  </a:lnTo>
                  <a:cubicBezTo>
                    <a:pt x="29092" y="5873"/>
                    <a:pt x="29815" y="5511"/>
                    <a:pt x="30898" y="5511"/>
                  </a:cubicBezTo>
                  <a:cubicBezTo>
                    <a:pt x="33787" y="5511"/>
                    <a:pt x="34870" y="7320"/>
                    <a:pt x="34870" y="10212"/>
                  </a:cubicBezTo>
                  <a:cubicBezTo>
                    <a:pt x="34870" y="12020"/>
                    <a:pt x="34870" y="12020"/>
                    <a:pt x="33787" y="15636"/>
                  </a:cubicBezTo>
                  <a:lnTo>
                    <a:pt x="15371" y="80725"/>
                  </a:lnTo>
                  <a:cubicBezTo>
                    <a:pt x="11038" y="94828"/>
                    <a:pt x="10315" y="95913"/>
                    <a:pt x="5260" y="95913"/>
                  </a:cubicBezTo>
                  <a:lnTo>
                    <a:pt x="927" y="95913"/>
                  </a:lnTo>
                  <a:lnTo>
                    <a:pt x="205" y="98805"/>
                  </a:lnTo>
                  <a:lnTo>
                    <a:pt x="34509" y="98805"/>
                  </a:lnTo>
                  <a:lnTo>
                    <a:pt x="35231" y="95913"/>
                  </a:lnTo>
                  <a:lnTo>
                    <a:pt x="27648" y="95913"/>
                  </a:lnTo>
                  <a:cubicBezTo>
                    <a:pt x="25481" y="95913"/>
                    <a:pt x="23315" y="94104"/>
                    <a:pt x="23315" y="92658"/>
                  </a:cubicBezTo>
                  <a:cubicBezTo>
                    <a:pt x="23315" y="91935"/>
                    <a:pt x="23676" y="90488"/>
                    <a:pt x="24398" y="88319"/>
                  </a:cubicBezTo>
                  <a:close/>
                  <a:moveTo>
                    <a:pt x="39203" y="35525"/>
                  </a:moveTo>
                  <a:cubicBezTo>
                    <a:pt x="42092" y="26484"/>
                    <a:pt x="44981" y="20337"/>
                    <a:pt x="48592" y="15636"/>
                  </a:cubicBezTo>
                  <a:cubicBezTo>
                    <a:pt x="52564" y="10936"/>
                    <a:pt x="57619" y="8043"/>
                    <a:pt x="61591" y="8043"/>
                  </a:cubicBezTo>
                  <a:cubicBezTo>
                    <a:pt x="66285" y="8043"/>
                    <a:pt x="69535" y="13467"/>
                    <a:pt x="69535" y="21060"/>
                  </a:cubicBezTo>
                  <a:cubicBezTo>
                    <a:pt x="69535" y="43841"/>
                    <a:pt x="54008" y="69877"/>
                    <a:pt x="40287" y="69877"/>
                  </a:cubicBezTo>
                  <a:cubicBezTo>
                    <a:pt x="36314" y="69877"/>
                    <a:pt x="33426" y="68431"/>
                    <a:pt x="30898" y="65176"/>
                  </a:cubicBezTo>
                  <a:close/>
                </a:path>
              </a:pathLst>
            </a:custGeom>
            <a:grpFill/>
            <a:ln w="3175" cap="flat">
              <a:solidFill>
                <a:schemeClr val="tx1"/>
              </a:solidFill>
              <a:prstDash val="solid"/>
              <a:miter/>
            </a:ln>
          </p:spPr>
          <p:txBody>
            <a:bodyPr rtlCol="0" anchor="ctr"/>
            <a:lstStyle/>
            <a:p>
              <a:endParaRPr lang="zh-CN" altLang="en-US"/>
            </a:p>
          </p:txBody>
        </p:sp>
      </p:grpSp>
      <p:grpSp>
        <p:nvGrpSpPr>
          <p:cNvPr id="344" name="Graphic 2"/>
          <p:cNvGrpSpPr/>
          <p:nvPr/>
        </p:nvGrpSpPr>
        <p:grpSpPr>
          <a:xfrm>
            <a:off x="7106400" y="4208230"/>
            <a:ext cx="733263" cy="148921"/>
            <a:chOff x="7463487" y="4515435"/>
            <a:chExt cx="581312" cy="109566"/>
          </a:xfrm>
          <a:solidFill>
            <a:schemeClr val="tx1"/>
          </a:solidFill>
        </p:grpSpPr>
        <p:sp>
          <p:nvSpPr>
            <p:cNvPr id="345" name="任意多边形: 形状 344"/>
            <p:cNvSpPr/>
            <p:nvPr/>
          </p:nvSpPr>
          <p:spPr>
            <a:xfrm>
              <a:off x="7463487" y="4515435"/>
              <a:ext cx="39720" cy="90400"/>
            </a:xfrm>
            <a:custGeom>
              <a:avLst/>
              <a:gdLst>
                <a:gd name="connsiteX0" fmla="*/ 28012 w 39720"/>
                <a:gd name="connsiteY0" fmla="*/ 22868 h 90400"/>
                <a:gd name="connsiteX1" fmla="*/ 38484 w 39720"/>
                <a:gd name="connsiteY1" fmla="*/ 22868 h 90400"/>
                <a:gd name="connsiteX2" fmla="*/ 39928 w 39720"/>
                <a:gd name="connsiteY2" fmla="*/ 17806 h 90400"/>
                <a:gd name="connsiteX3" fmla="*/ 29457 w 39720"/>
                <a:gd name="connsiteY3" fmla="*/ 17806 h 90400"/>
                <a:gd name="connsiteX4" fmla="*/ 34512 w 39720"/>
                <a:gd name="connsiteY4" fmla="*/ 87 h 90400"/>
                <a:gd name="connsiteX5" fmla="*/ 30901 w 39720"/>
                <a:gd name="connsiteY5" fmla="*/ 87 h 90400"/>
                <a:gd name="connsiteX6" fmla="*/ 6346 w 39720"/>
                <a:gd name="connsiteY6" fmla="*/ 17806 h 90400"/>
                <a:gd name="connsiteX7" fmla="*/ 5263 w 39720"/>
                <a:gd name="connsiteY7" fmla="*/ 22868 h 90400"/>
                <a:gd name="connsiteX8" fmla="*/ 16457 w 39720"/>
                <a:gd name="connsiteY8" fmla="*/ 22868 h 90400"/>
                <a:gd name="connsiteX9" fmla="*/ 2374 w 39720"/>
                <a:gd name="connsiteY9" fmla="*/ 71685 h 90400"/>
                <a:gd name="connsiteX10" fmla="*/ 208 w 39720"/>
                <a:gd name="connsiteY10" fmla="*/ 82533 h 90400"/>
                <a:gd name="connsiteX11" fmla="*/ 8152 w 39720"/>
                <a:gd name="connsiteY11" fmla="*/ 90488 h 90400"/>
                <a:gd name="connsiteX12" fmla="*/ 28735 w 39720"/>
                <a:gd name="connsiteY12" fmla="*/ 73855 h 90400"/>
                <a:gd name="connsiteX13" fmla="*/ 26929 w 39720"/>
                <a:gd name="connsiteY13" fmla="*/ 71685 h 90400"/>
                <a:gd name="connsiteX14" fmla="*/ 14652 w 39720"/>
                <a:gd name="connsiteY14" fmla="*/ 82533 h 90400"/>
                <a:gd name="connsiteX15" fmla="*/ 12124 w 39720"/>
                <a:gd name="connsiteY15" fmla="*/ 80364 h 90400"/>
                <a:gd name="connsiteX16" fmla="*/ 13929 w 39720"/>
                <a:gd name="connsiteY16" fmla="*/ 72770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12" y="22868"/>
                  </a:moveTo>
                  <a:lnTo>
                    <a:pt x="38484" y="22868"/>
                  </a:lnTo>
                  <a:lnTo>
                    <a:pt x="39928" y="17806"/>
                  </a:lnTo>
                  <a:lnTo>
                    <a:pt x="29457" y="17806"/>
                  </a:lnTo>
                  <a:lnTo>
                    <a:pt x="34512" y="87"/>
                  </a:lnTo>
                  <a:lnTo>
                    <a:pt x="30901" y="87"/>
                  </a:lnTo>
                  <a:cubicBezTo>
                    <a:pt x="22235" y="11297"/>
                    <a:pt x="16096" y="15636"/>
                    <a:pt x="6346" y="17806"/>
                  </a:cubicBezTo>
                  <a:lnTo>
                    <a:pt x="5263" y="22868"/>
                  </a:lnTo>
                  <a:lnTo>
                    <a:pt x="16457" y="22868"/>
                  </a:lnTo>
                  <a:lnTo>
                    <a:pt x="2374" y="71685"/>
                  </a:lnTo>
                  <a:cubicBezTo>
                    <a:pt x="1291" y="75663"/>
                    <a:pt x="208" y="80364"/>
                    <a:pt x="208" y="82533"/>
                  </a:cubicBezTo>
                  <a:cubicBezTo>
                    <a:pt x="208" y="87234"/>
                    <a:pt x="3458" y="90488"/>
                    <a:pt x="8152" y="90488"/>
                  </a:cubicBezTo>
                  <a:cubicBezTo>
                    <a:pt x="14291" y="90488"/>
                    <a:pt x="20790" y="85064"/>
                    <a:pt x="28735" y="73855"/>
                  </a:cubicBezTo>
                  <a:lnTo>
                    <a:pt x="26929" y="71685"/>
                  </a:lnTo>
                  <a:cubicBezTo>
                    <a:pt x="21874" y="78194"/>
                    <a:pt x="17179" y="82533"/>
                    <a:pt x="14652" y="82533"/>
                  </a:cubicBezTo>
                  <a:cubicBezTo>
                    <a:pt x="13568" y="82533"/>
                    <a:pt x="12124" y="81448"/>
                    <a:pt x="12124" y="80364"/>
                  </a:cubicBezTo>
                  <a:cubicBezTo>
                    <a:pt x="12124" y="79279"/>
                    <a:pt x="12124" y="79279"/>
                    <a:pt x="13929" y="72770"/>
                  </a:cubicBezTo>
                  <a:close/>
                </a:path>
              </a:pathLst>
            </a:custGeom>
            <a:grpFill/>
            <a:ln w="3175" cap="flat">
              <a:solidFill>
                <a:schemeClr val="tx1"/>
              </a:solidFill>
              <a:prstDash val="solid"/>
              <a:miter/>
            </a:ln>
          </p:spPr>
          <p:txBody>
            <a:bodyPr rtlCol="0" anchor="ctr"/>
            <a:lstStyle/>
            <a:p>
              <a:endParaRPr lang="zh-CN" altLang="en-US"/>
            </a:p>
          </p:txBody>
        </p:sp>
        <p:sp>
          <p:nvSpPr>
            <p:cNvPr id="346" name="任意多边形: 形状 345"/>
            <p:cNvSpPr/>
            <p:nvPr/>
          </p:nvSpPr>
          <p:spPr>
            <a:xfrm>
              <a:off x="7509369" y="4617769"/>
              <a:ext cx="73663" cy="7232"/>
            </a:xfrm>
            <a:custGeom>
              <a:avLst/>
              <a:gdLst>
                <a:gd name="connsiteX0" fmla="*/ 210 w 73663"/>
                <a:gd name="connsiteY0" fmla="*/ 87 h 7232"/>
                <a:gd name="connsiteX1" fmla="*/ 210 w 73663"/>
                <a:gd name="connsiteY1" fmla="*/ 7320 h 7232"/>
                <a:gd name="connsiteX2" fmla="*/ 73873 w 73663"/>
                <a:gd name="connsiteY2" fmla="*/ 7320 h 7232"/>
                <a:gd name="connsiteX3" fmla="*/ 73873 w 73663"/>
                <a:gd name="connsiteY3" fmla="*/ 87 h 7232"/>
              </a:gdLst>
              <a:ahLst/>
              <a:cxnLst>
                <a:cxn ang="0">
                  <a:pos x="connsiteX0" y="connsiteY0"/>
                </a:cxn>
                <a:cxn ang="0">
                  <a:pos x="connsiteX1" y="connsiteY1"/>
                </a:cxn>
                <a:cxn ang="0">
                  <a:pos x="connsiteX2" y="connsiteY2"/>
                </a:cxn>
                <a:cxn ang="0">
                  <a:pos x="connsiteX3" y="connsiteY3"/>
                </a:cxn>
              </a:cxnLst>
              <a:rect l="l" t="t" r="r" b="b"/>
              <a:pathLst>
                <a:path w="73663" h="7232">
                  <a:moveTo>
                    <a:pt x="210" y="87"/>
                  </a:moveTo>
                  <a:lnTo>
                    <a:pt x="210" y="7320"/>
                  </a:lnTo>
                  <a:lnTo>
                    <a:pt x="73873" y="7320"/>
                  </a:lnTo>
                  <a:lnTo>
                    <a:pt x="73873" y="87"/>
                  </a:lnTo>
                  <a:close/>
                </a:path>
              </a:pathLst>
            </a:custGeom>
            <a:grpFill/>
            <a:ln w="3175" cap="flat">
              <a:solidFill>
                <a:schemeClr val="tx1"/>
              </a:solidFill>
              <a:prstDash val="solid"/>
              <a:miter/>
            </a:ln>
          </p:spPr>
          <p:txBody>
            <a:bodyPr rtlCol="0" anchor="ctr"/>
            <a:lstStyle/>
            <a:p>
              <a:endParaRPr lang="zh-CN" altLang="en-US"/>
            </a:p>
          </p:txBody>
        </p:sp>
        <p:sp>
          <p:nvSpPr>
            <p:cNvPr id="347" name="任意多边形: 形状 346"/>
            <p:cNvSpPr/>
            <p:nvPr/>
          </p:nvSpPr>
          <p:spPr>
            <a:xfrm>
              <a:off x="7584477" y="4531346"/>
              <a:ext cx="69330" cy="74128"/>
            </a:xfrm>
            <a:custGeom>
              <a:avLst/>
              <a:gdLst>
                <a:gd name="connsiteX0" fmla="*/ 33795 w 69330"/>
                <a:gd name="connsiteY0" fmla="*/ 87 h 74128"/>
                <a:gd name="connsiteX1" fmla="*/ 11768 w 69330"/>
                <a:gd name="connsiteY1" fmla="*/ 2257 h 74128"/>
                <a:gd name="connsiteX2" fmla="*/ 10685 w 69330"/>
                <a:gd name="connsiteY2" fmla="*/ 5511 h 74128"/>
                <a:gd name="connsiteX3" fmla="*/ 12490 w 69330"/>
                <a:gd name="connsiteY3" fmla="*/ 5150 h 74128"/>
                <a:gd name="connsiteX4" fmla="*/ 15379 w 69330"/>
                <a:gd name="connsiteY4" fmla="*/ 4788 h 74128"/>
                <a:gd name="connsiteX5" fmla="*/ 18990 w 69330"/>
                <a:gd name="connsiteY5" fmla="*/ 8043 h 74128"/>
                <a:gd name="connsiteX6" fmla="*/ 17546 w 69330"/>
                <a:gd name="connsiteY6" fmla="*/ 14913 h 74128"/>
                <a:gd name="connsiteX7" fmla="*/ 213 w 69330"/>
                <a:gd name="connsiteY7" fmla="*/ 72408 h 74128"/>
                <a:gd name="connsiteX8" fmla="*/ 12129 w 69330"/>
                <a:gd name="connsiteY8" fmla="*/ 72408 h 74128"/>
                <a:gd name="connsiteX9" fmla="*/ 17185 w 69330"/>
                <a:gd name="connsiteY9" fmla="*/ 53605 h 74128"/>
                <a:gd name="connsiteX10" fmla="*/ 32351 w 69330"/>
                <a:gd name="connsiteY10" fmla="*/ 26846 h 74128"/>
                <a:gd name="connsiteX11" fmla="*/ 52572 w 69330"/>
                <a:gd name="connsiteY11" fmla="*/ 9851 h 74128"/>
                <a:gd name="connsiteX12" fmla="*/ 56544 w 69330"/>
                <a:gd name="connsiteY12" fmla="*/ 14552 h 74128"/>
                <a:gd name="connsiteX13" fmla="*/ 55461 w 69330"/>
                <a:gd name="connsiteY13" fmla="*/ 22145 h 74128"/>
                <a:gd name="connsiteX14" fmla="*/ 42823 w 69330"/>
                <a:gd name="connsiteY14" fmla="*/ 63007 h 74128"/>
                <a:gd name="connsiteX15" fmla="*/ 41739 w 69330"/>
                <a:gd name="connsiteY15" fmla="*/ 67707 h 74128"/>
                <a:gd name="connsiteX16" fmla="*/ 48600 w 69330"/>
                <a:gd name="connsiteY16" fmla="*/ 74216 h 74128"/>
                <a:gd name="connsiteX17" fmla="*/ 69544 w 69330"/>
                <a:gd name="connsiteY17" fmla="*/ 58667 h 74128"/>
                <a:gd name="connsiteX18" fmla="*/ 68099 w 69330"/>
                <a:gd name="connsiteY18" fmla="*/ 57221 h 74128"/>
                <a:gd name="connsiteX19" fmla="*/ 56905 w 69330"/>
                <a:gd name="connsiteY19" fmla="*/ 66623 h 74128"/>
                <a:gd name="connsiteX20" fmla="*/ 54739 w 69330"/>
                <a:gd name="connsiteY20" fmla="*/ 64453 h 74128"/>
                <a:gd name="connsiteX21" fmla="*/ 55461 w 69330"/>
                <a:gd name="connsiteY21" fmla="*/ 60837 h 74128"/>
                <a:gd name="connsiteX22" fmla="*/ 67016 w 69330"/>
                <a:gd name="connsiteY22" fmla="*/ 20337 h 74128"/>
                <a:gd name="connsiteX23" fmla="*/ 68460 w 69330"/>
                <a:gd name="connsiteY23" fmla="*/ 10936 h 74128"/>
                <a:gd name="connsiteX24" fmla="*/ 59794 w 69330"/>
                <a:gd name="connsiteY24" fmla="*/ 811 h 74128"/>
                <a:gd name="connsiteX25" fmla="*/ 22962 w 69330"/>
                <a:gd name="connsiteY25" fmla="*/ 3407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795" y="87"/>
                  </a:moveTo>
                  <a:cubicBezTo>
                    <a:pt x="23684" y="1534"/>
                    <a:pt x="21879" y="1534"/>
                    <a:pt x="11768" y="2257"/>
                  </a:cubicBezTo>
                  <a:lnTo>
                    <a:pt x="10685" y="5511"/>
                  </a:lnTo>
                  <a:lnTo>
                    <a:pt x="12490" y="5150"/>
                  </a:lnTo>
                  <a:cubicBezTo>
                    <a:pt x="13574" y="5150"/>
                    <a:pt x="14657" y="4788"/>
                    <a:pt x="15379" y="4788"/>
                  </a:cubicBezTo>
                  <a:cubicBezTo>
                    <a:pt x="17185" y="4788"/>
                    <a:pt x="18990" y="6596"/>
                    <a:pt x="18990" y="8043"/>
                  </a:cubicBezTo>
                  <a:cubicBezTo>
                    <a:pt x="18990" y="8766"/>
                    <a:pt x="18629" y="11659"/>
                    <a:pt x="17546" y="14913"/>
                  </a:cubicBezTo>
                  <a:lnTo>
                    <a:pt x="213" y="72408"/>
                  </a:lnTo>
                  <a:lnTo>
                    <a:pt x="12129" y="72408"/>
                  </a:lnTo>
                  <a:lnTo>
                    <a:pt x="17185" y="53605"/>
                  </a:lnTo>
                  <a:cubicBezTo>
                    <a:pt x="20073" y="44565"/>
                    <a:pt x="24046" y="37333"/>
                    <a:pt x="32351" y="26846"/>
                  </a:cubicBezTo>
                  <a:cubicBezTo>
                    <a:pt x="42100" y="14913"/>
                    <a:pt x="47878" y="9851"/>
                    <a:pt x="52572" y="9851"/>
                  </a:cubicBezTo>
                  <a:cubicBezTo>
                    <a:pt x="54739" y="9851"/>
                    <a:pt x="56544" y="12020"/>
                    <a:pt x="56544" y="14552"/>
                  </a:cubicBezTo>
                  <a:cubicBezTo>
                    <a:pt x="56544" y="16360"/>
                    <a:pt x="56183" y="19614"/>
                    <a:pt x="55461" y="22145"/>
                  </a:cubicBezTo>
                  <a:lnTo>
                    <a:pt x="42823" y="63007"/>
                  </a:lnTo>
                  <a:cubicBezTo>
                    <a:pt x="42100" y="64453"/>
                    <a:pt x="41739" y="66623"/>
                    <a:pt x="41739" y="67707"/>
                  </a:cubicBezTo>
                  <a:cubicBezTo>
                    <a:pt x="41739" y="71323"/>
                    <a:pt x="44628" y="74216"/>
                    <a:pt x="48600" y="74216"/>
                  </a:cubicBezTo>
                  <a:cubicBezTo>
                    <a:pt x="54739" y="74216"/>
                    <a:pt x="61961" y="69154"/>
                    <a:pt x="69544" y="58667"/>
                  </a:cubicBezTo>
                  <a:lnTo>
                    <a:pt x="68099" y="57221"/>
                  </a:lnTo>
                  <a:cubicBezTo>
                    <a:pt x="63766" y="63007"/>
                    <a:pt x="59072" y="66623"/>
                    <a:pt x="56905" y="66623"/>
                  </a:cubicBezTo>
                  <a:cubicBezTo>
                    <a:pt x="55822" y="66623"/>
                    <a:pt x="54739" y="65538"/>
                    <a:pt x="54739" y="64453"/>
                  </a:cubicBezTo>
                  <a:cubicBezTo>
                    <a:pt x="54739" y="63368"/>
                    <a:pt x="55100" y="62283"/>
                    <a:pt x="55461" y="60837"/>
                  </a:cubicBezTo>
                  <a:lnTo>
                    <a:pt x="67016" y="20337"/>
                  </a:lnTo>
                  <a:cubicBezTo>
                    <a:pt x="68099" y="17083"/>
                    <a:pt x="68460" y="14190"/>
                    <a:pt x="68460" y="10936"/>
                  </a:cubicBezTo>
                  <a:cubicBezTo>
                    <a:pt x="68460" y="4788"/>
                    <a:pt x="65211" y="811"/>
                    <a:pt x="59794" y="811"/>
                  </a:cubicBezTo>
                  <a:cubicBezTo>
                    <a:pt x="50045" y="811"/>
                    <a:pt x="39573" y="10212"/>
                    <a:pt x="22962" y="34078"/>
                  </a:cubicBezTo>
                  <a:close/>
                </a:path>
              </a:pathLst>
            </a:custGeom>
            <a:grpFill/>
            <a:ln w="3175" cap="flat">
              <a:solidFill>
                <a:schemeClr val="tx1"/>
              </a:solidFill>
              <a:prstDash val="solid"/>
              <a:miter/>
            </a:ln>
          </p:spPr>
          <p:txBody>
            <a:bodyPr rtlCol="0" anchor="ctr"/>
            <a:lstStyle/>
            <a:p>
              <a:endParaRPr lang="zh-CN" altLang="en-US"/>
            </a:p>
          </p:txBody>
        </p:sp>
        <p:sp>
          <p:nvSpPr>
            <p:cNvPr id="348" name="任意多边形: 形状 347"/>
            <p:cNvSpPr/>
            <p:nvPr/>
          </p:nvSpPr>
          <p:spPr>
            <a:xfrm>
              <a:off x="7664354" y="4532069"/>
              <a:ext cx="70413" cy="74128"/>
            </a:xfrm>
            <a:custGeom>
              <a:avLst/>
              <a:gdLst>
                <a:gd name="connsiteX0" fmla="*/ 66658 w 70413"/>
                <a:gd name="connsiteY0" fmla="*/ 55051 h 74128"/>
                <a:gd name="connsiteX1" fmla="*/ 54742 w 70413"/>
                <a:gd name="connsiteY1" fmla="*/ 65538 h 74128"/>
                <a:gd name="connsiteX2" fmla="*/ 52937 w 70413"/>
                <a:gd name="connsiteY2" fmla="*/ 63730 h 74128"/>
                <a:gd name="connsiteX3" fmla="*/ 54020 w 70413"/>
                <a:gd name="connsiteY3" fmla="*/ 59390 h 74128"/>
                <a:gd name="connsiteX4" fmla="*/ 70631 w 70413"/>
                <a:gd name="connsiteY4" fmla="*/ 811 h 74128"/>
                <a:gd name="connsiteX5" fmla="*/ 58353 w 70413"/>
                <a:gd name="connsiteY5" fmla="*/ 2257 h 74128"/>
                <a:gd name="connsiteX6" fmla="*/ 56187 w 70413"/>
                <a:gd name="connsiteY6" fmla="*/ 10936 h 74128"/>
                <a:gd name="connsiteX7" fmla="*/ 44270 w 70413"/>
                <a:gd name="connsiteY7" fmla="*/ 87 h 74128"/>
                <a:gd name="connsiteX8" fmla="*/ 217 w 70413"/>
                <a:gd name="connsiteY8" fmla="*/ 56136 h 74128"/>
                <a:gd name="connsiteX9" fmla="*/ 14299 w 70413"/>
                <a:gd name="connsiteY9" fmla="*/ 73493 h 74128"/>
                <a:gd name="connsiteX10" fmla="*/ 30188 w 70413"/>
                <a:gd name="connsiteY10" fmla="*/ 67346 h 74128"/>
                <a:gd name="connsiteX11" fmla="*/ 43909 w 70413"/>
                <a:gd name="connsiteY11" fmla="*/ 52520 h 74128"/>
                <a:gd name="connsiteX12" fmla="*/ 43187 w 70413"/>
                <a:gd name="connsiteY12" fmla="*/ 56136 h 74128"/>
                <a:gd name="connsiteX13" fmla="*/ 41021 w 70413"/>
                <a:gd name="connsiteY13" fmla="*/ 66984 h 74128"/>
                <a:gd name="connsiteX14" fmla="*/ 47520 w 70413"/>
                <a:gd name="connsiteY14" fmla="*/ 74216 h 74128"/>
                <a:gd name="connsiteX15" fmla="*/ 68825 w 70413"/>
                <a:gd name="connsiteY15" fmla="*/ 57221 h 74128"/>
                <a:gd name="connsiteX16" fmla="*/ 44632 w 70413"/>
                <a:gd name="connsiteY16" fmla="*/ 4788 h 74128"/>
                <a:gd name="connsiteX17" fmla="*/ 53298 w 70413"/>
                <a:gd name="connsiteY17" fmla="*/ 14913 h 74128"/>
                <a:gd name="connsiteX18" fmla="*/ 36688 w 70413"/>
                <a:gd name="connsiteY18" fmla="*/ 55051 h 74128"/>
                <a:gd name="connsiteX19" fmla="*/ 21521 w 70413"/>
                <a:gd name="connsiteY19" fmla="*/ 64091 h 74128"/>
                <a:gd name="connsiteX20" fmla="*/ 12855 w 70413"/>
                <a:gd name="connsiteY20" fmla="*/ 53243 h 74128"/>
                <a:gd name="connsiteX21" fmla="*/ 26216 w 70413"/>
                <a:gd name="connsiteY21" fmla="*/ 18168 h 74128"/>
                <a:gd name="connsiteX22" fmla="*/ 44632 w 70413"/>
                <a:gd name="connsiteY22" fmla="*/ 478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658" y="55051"/>
                  </a:moveTo>
                  <a:cubicBezTo>
                    <a:pt x="61964" y="61922"/>
                    <a:pt x="57992" y="65538"/>
                    <a:pt x="54742" y="65538"/>
                  </a:cubicBezTo>
                  <a:cubicBezTo>
                    <a:pt x="53659" y="65538"/>
                    <a:pt x="52937" y="64815"/>
                    <a:pt x="52937" y="63730"/>
                  </a:cubicBezTo>
                  <a:cubicBezTo>
                    <a:pt x="52937" y="63007"/>
                    <a:pt x="52937" y="62645"/>
                    <a:pt x="54020" y="59390"/>
                  </a:cubicBezTo>
                  <a:lnTo>
                    <a:pt x="70631" y="811"/>
                  </a:lnTo>
                  <a:lnTo>
                    <a:pt x="58353" y="2257"/>
                  </a:lnTo>
                  <a:lnTo>
                    <a:pt x="56187" y="10936"/>
                  </a:lnTo>
                  <a:cubicBezTo>
                    <a:pt x="54742" y="4065"/>
                    <a:pt x="50409" y="87"/>
                    <a:pt x="44270" y="87"/>
                  </a:cubicBezTo>
                  <a:cubicBezTo>
                    <a:pt x="25132" y="87"/>
                    <a:pt x="217" y="31547"/>
                    <a:pt x="217" y="56136"/>
                  </a:cubicBezTo>
                  <a:cubicBezTo>
                    <a:pt x="217" y="66623"/>
                    <a:pt x="5994" y="73493"/>
                    <a:pt x="14299" y="73493"/>
                  </a:cubicBezTo>
                  <a:cubicBezTo>
                    <a:pt x="18994" y="73493"/>
                    <a:pt x="25132" y="71323"/>
                    <a:pt x="30188" y="67346"/>
                  </a:cubicBezTo>
                  <a:cubicBezTo>
                    <a:pt x="34882" y="64091"/>
                    <a:pt x="37771" y="60837"/>
                    <a:pt x="43909" y="52520"/>
                  </a:cubicBezTo>
                  <a:cubicBezTo>
                    <a:pt x="43909" y="53966"/>
                    <a:pt x="43187" y="55774"/>
                    <a:pt x="43187" y="56136"/>
                  </a:cubicBezTo>
                  <a:cubicBezTo>
                    <a:pt x="41021" y="64453"/>
                    <a:pt x="41021" y="64453"/>
                    <a:pt x="41021" y="66984"/>
                  </a:cubicBezTo>
                  <a:cubicBezTo>
                    <a:pt x="41021" y="71323"/>
                    <a:pt x="43548" y="74216"/>
                    <a:pt x="47520" y="74216"/>
                  </a:cubicBezTo>
                  <a:cubicBezTo>
                    <a:pt x="54020" y="74216"/>
                    <a:pt x="60520" y="68792"/>
                    <a:pt x="68825" y="57221"/>
                  </a:cubicBezTo>
                  <a:close/>
                  <a:moveTo>
                    <a:pt x="44632" y="4788"/>
                  </a:moveTo>
                  <a:cubicBezTo>
                    <a:pt x="50048" y="4788"/>
                    <a:pt x="53298" y="8766"/>
                    <a:pt x="53298" y="14913"/>
                  </a:cubicBezTo>
                  <a:cubicBezTo>
                    <a:pt x="53298" y="26846"/>
                    <a:pt x="46076" y="44565"/>
                    <a:pt x="36688" y="55051"/>
                  </a:cubicBezTo>
                  <a:cubicBezTo>
                    <a:pt x="31632" y="60837"/>
                    <a:pt x="25855" y="64091"/>
                    <a:pt x="21521" y="64091"/>
                  </a:cubicBezTo>
                  <a:cubicBezTo>
                    <a:pt x="15744" y="64091"/>
                    <a:pt x="12855" y="60475"/>
                    <a:pt x="12855" y="53243"/>
                  </a:cubicBezTo>
                  <a:cubicBezTo>
                    <a:pt x="12855" y="43480"/>
                    <a:pt x="17549" y="30824"/>
                    <a:pt x="26216" y="18168"/>
                  </a:cubicBezTo>
                  <a:cubicBezTo>
                    <a:pt x="32354" y="9489"/>
                    <a:pt x="38493" y="4788"/>
                    <a:pt x="44632" y="4788"/>
                  </a:cubicBezTo>
                  <a:close/>
                </a:path>
              </a:pathLst>
            </a:custGeom>
            <a:grpFill/>
            <a:ln w="3175" cap="flat">
              <a:solidFill>
                <a:schemeClr val="tx1"/>
              </a:solidFill>
              <a:prstDash val="solid"/>
              <a:miter/>
            </a:ln>
          </p:spPr>
          <p:txBody>
            <a:bodyPr rtlCol="0" anchor="ctr"/>
            <a:lstStyle/>
            <a:p>
              <a:endParaRPr lang="zh-CN" altLang="en-US"/>
            </a:p>
          </p:txBody>
        </p:sp>
        <p:sp>
          <p:nvSpPr>
            <p:cNvPr id="349" name="任意多边形: 形状 348"/>
            <p:cNvSpPr/>
            <p:nvPr/>
          </p:nvSpPr>
          <p:spPr>
            <a:xfrm>
              <a:off x="7743212" y="4530622"/>
              <a:ext cx="109412" cy="73767"/>
            </a:xfrm>
            <a:custGeom>
              <a:avLst/>
              <a:gdLst>
                <a:gd name="connsiteX0" fmla="*/ 33080 w 109412"/>
                <a:gd name="connsiteY0" fmla="*/ 87 h 73767"/>
                <a:gd name="connsiteX1" fmla="*/ 11053 w 109412"/>
                <a:gd name="connsiteY1" fmla="*/ 2980 h 73767"/>
                <a:gd name="connsiteX2" fmla="*/ 10331 w 109412"/>
                <a:gd name="connsiteY2" fmla="*/ 6235 h 73767"/>
                <a:gd name="connsiteX3" fmla="*/ 12136 w 109412"/>
                <a:gd name="connsiteY3" fmla="*/ 5873 h 73767"/>
                <a:gd name="connsiteX4" fmla="*/ 14664 w 109412"/>
                <a:gd name="connsiteY4" fmla="*/ 5511 h 73767"/>
                <a:gd name="connsiteX5" fmla="*/ 18275 w 109412"/>
                <a:gd name="connsiteY5" fmla="*/ 8766 h 73767"/>
                <a:gd name="connsiteX6" fmla="*/ 17553 w 109412"/>
                <a:gd name="connsiteY6" fmla="*/ 13467 h 73767"/>
                <a:gd name="connsiteX7" fmla="*/ 220 w 109412"/>
                <a:gd name="connsiteY7" fmla="*/ 73131 h 73767"/>
                <a:gd name="connsiteX8" fmla="*/ 12136 w 109412"/>
                <a:gd name="connsiteY8" fmla="*/ 73131 h 73767"/>
                <a:gd name="connsiteX9" fmla="*/ 17192 w 109412"/>
                <a:gd name="connsiteY9" fmla="*/ 54690 h 73767"/>
                <a:gd name="connsiteX10" fmla="*/ 32719 w 109412"/>
                <a:gd name="connsiteY10" fmla="*/ 26484 h 73767"/>
                <a:gd name="connsiteX11" fmla="*/ 52579 w 109412"/>
                <a:gd name="connsiteY11" fmla="*/ 9489 h 73767"/>
                <a:gd name="connsiteX12" fmla="*/ 56551 w 109412"/>
                <a:gd name="connsiteY12" fmla="*/ 13828 h 73767"/>
                <a:gd name="connsiteX13" fmla="*/ 55829 w 109412"/>
                <a:gd name="connsiteY13" fmla="*/ 18891 h 73767"/>
                <a:gd name="connsiteX14" fmla="*/ 40302 w 109412"/>
                <a:gd name="connsiteY14" fmla="*/ 73131 h 73767"/>
                <a:gd name="connsiteX15" fmla="*/ 52218 w 109412"/>
                <a:gd name="connsiteY15" fmla="*/ 73131 h 73767"/>
                <a:gd name="connsiteX16" fmla="*/ 57634 w 109412"/>
                <a:gd name="connsiteY16" fmla="*/ 54328 h 73767"/>
                <a:gd name="connsiteX17" fmla="*/ 71717 w 109412"/>
                <a:gd name="connsiteY17" fmla="*/ 27569 h 73767"/>
                <a:gd name="connsiteX18" fmla="*/ 92300 w 109412"/>
                <a:gd name="connsiteY18" fmla="*/ 9489 h 73767"/>
                <a:gd name="connsiteX19" fmla="*/ 96633 w 109412"/>
                <a:gd name="connsiteY19" fmla="*/ 14190 h 73767"/>
                <a:gd name="connsiteX20" fmla="*/ 95911 w 109412"/>
                <a:gd name="connsiteY20" fmla="*/ 18891 h 73767"/>
                <a:gd name="connsiteX21" fmla="*/ 83272 w 109412"/>
                <a:gd name="connsiteY21" fmla="*/ 62283 h 73767"/>
                <a:gd name="connsiteX22" fmla="*/ 82189 w 109412"/>
                <a:gd name="connsiteY22" fmla="*/ 66984 h 73767"/>
                <a:gd name="connsiteX23" fmla="*/ 89050 w 109412"/>
                <a:gd name="connsiteY23" fmla="*/ 73855 h 73767"/>
                <a:gd name="connsiteX24" fmla="*/ 109632 w 109412"/>
                <a:gd name="connsiteY24" fmla="*/ 58306 h 73767"/>
                <a:gd name="connsiteX25" fmla="*/ 107827 w 109412"/>
                <a:gd name="connsiteY25" fmla="*/ 56498 h 73767"/>
                <a:gd name="connsiteX26" fmla="*/ 96633 w 109412"/>
                <a:gd name="connsiteY26" fmla="*/ 65899 h 73767"/>
                <a:gd name="connsiteX27" fmla="*/ 94827 w 109412"/>
                <a:gd name="connsiteY27" fmla="*/ 63730 h 73767"/>
                <a:gd name="connsiteX28" fmla="*/ 95549 w 109412"/>
                <a:gd name="connsiteY28" fmla="*/ 60475 h 73767"/>
                <a:gd name="connsiteX29" fmla="*/ 106382 w 109412"/>
                <a:gd name="connsiteY29" fmla="*/ 22507 h 73767"/>
                <a:gd name="connsiteX30" fmla="*/ 108549 w 109412"/>
                <a:gd name="connsiteY30" fmla="*/ 9851 h 73767"/>
                <a:gd name="connsiteX31" fmla="*/ 99883 w 109412"/>
                <a:gd name="connsiteY31" fmla="*/ 87 h 73767"/>
                <a:gd name="connsiteX32" fmla="*/ 63412 w 109412"/>
                <a:gd name="connsiteY32" fmla="*/ 33716 h 73767"/>
                <a:gd name="connsiteX33" fmla="*/ 67745 w 109412"/>
                <a:gd name="connsiteY33" fmla="*/ 18891 h 73767"/>
                <a:gd name="connsiteX34" fmla="*/ 69190 w 109412"/>
                <a:gd name="connsiteY34" fmla="*/ 9851 h 73767"/>
                <a:gd name="connsiteX35" fmla="*/ 60523 w 109412"/>
                <a:gd name="connsiteY35" fmla="*/ 87 h 73767"/>
                <a:gd name="connsiteX36" fmla="*/ 22969 w 109412"/>
                <a:gd name="connsiteY36" fmla="*/ 3552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080" y="87"/>
                  </a:moveTo>
                  <a:cubicBezTo>
                    <a:pt x="22969" y="1895"/>
                    <a:pt x="21525" y="1895"/>
                    <a:pt x="11053" y="2980"/>
                  </a:cubicBezTo>
                  <a:lnTo>
                    <a:pt x="10331" y="6235"/>
                  </a:lnTo>
                  <a:lnTo>
                    <a:pt x="12136" y="5873"/>
                  </a:lnTo>
                  <a:cubicBezTo>
                    <a:pt x="13220" y="5873"/>
                    <a:pt x="13942" y="5511"/>
                    <a:pt x="14664" y="5511"/>
                  </a:cubicBezTo>
                  <a:cubicBezTo>
                    <a:pt x="16830" y="5511"/>
                    <a:pt x="18275" y="6958"/>
                    <a:pt x="18275" y="8766"/>
                  </a:cubicBezTo>
                  <a:cubicBezTo>
                    <a:pt x="18275" y="9489"/>
                    <a:pt x="18275" y="11297"/>
                    <a:pt x="17553" y="13467"/>
                  </a:cubicBezTo>
                  <a:lnTo>
                    <a:pt x="220" y="73131"/>
                  </a:lnTo>
                  <a:lnTo>
                    <a:pt x="12136" y="73131"/>
                  </a:lnTo>
                  <a:lnTo>
                    <a:pt x="17192" y="54690"/>
                  </a:lnTo>
                  <a:cubicBezTo>
                    <a:pt x="20080" y="44926"/>
                    <a:pt x="24052" y="37694"/>
                    <a:pt x="32719" y="26484"/>
                  </a:cubicBezTo>
                  <a:cubicBezTo>
                    <a:pt x="41746" y="15275"/>
                    <a:pt x="48246" y="9489"/>
                    <a:pt x="52579" y="9489"/>
                  </a:cubicBezTo>
                  <a:cubicBezTo>
                    <a:pt x="55107" y="9489"/>
                    <a:pt x="56551" y="11297"/>
                    <a:pt x="56551" y="13828"/>
                  </a:cubicBezTo>
                  <a:cubicBezTo>
                    <a:pt x="56551" y="15275"/>
                    <a:pt x="56190" y="17444"/>
                    <a:pt x="55829" y="18891"/>
                  </a:cubicBezTo>
                  <a:lnTo>
                    <a:pt x="40302" y="73131"/>
                  </a:lnTo>
                  <a:lnTo>
                    <a:pt x="52218" y="73131"/>
                  </a:lnTo>
                  <a:lnTo>
                    <a:pt x="57634" y="54328"/>
                  </a:lnTo>
                  <a:cubicBezTo>
                    <a:pt x="60884" y="43480"/>
                    <a:pt x="63051" y="39141"/>
                    <a:pt x="71717" y="27569"/>
                  </a:cubicBezTo>
                  <a:cubicBezTo>
                    <a:pt x="82189" y="14190"/>
                    <a:pt x="87605" y="9489"/>
                    <a:pt x="92300" y="9489"/>
                  </a:cubicBezTo>
                  <a:cubicBezTo>
                    <a:pt x="94466" y="9489"/>
                    <a:pt x="96633" y="11659"/>
                    <a:pt x="96633" y="14190"/>
                  </a:cubicBezTo>
                  <a:cubicBezTo>
                    <a:pt x="96633" y="15636"/>
                    <a:pt x="96272" y="16721"/>
                    <a:pt x="95911" y="18891"/>
                  </a:cubicBezTo>
                  <a:lnTo>
                    <a:pt x="83272" y="62283"/>
                  </a:lnTo>
                  <a:cubicBezTo>
                    <a:pt x="82550" y="64815"/>
                    <a:pt x="82189" y="65899"/>
                    <a:pt x="82189" y="66984"/>
                  </a:cubicBezTo>
                  <a:cubicBezTo>
                    <a:pt x="82189" y="70962"/>
                    <a:pt x="85078" y="73855"/>
                    <a:pt x="89050" y="73855"/>
                  </a:cubicBezTo>
                  <a:cubicBezTo>
                    <a:pt x="95549" y="73855"/>
                    <a:pt x="102410" y="68792"/>
                    <a:pt x="109632" y="58306"/>
                  </a:cubicBezTo>
                  <a:lnTo>
                    <a:pt x="107827" y="56498"/>
                  </a:lnTo>
                  <a:cubicBezTo>
                    <a:pt x="103855" y="61922"/>
                    <a:pt x="99160" y="65899"/>
                    <a:pt x="96633" y="65899"/>
                  </a:cubicBezTo>
                  <a:cubicBezTo>
                    <a:pt x="95911" y="65899"/>
                    <a:pt x="94827" y="64815"/>
                    <a:pt x="94827" y="63730"/>
                  </a:cubicBezTo>
                  <a:cubicBezTo>
                    <a:pt x="94827" y="63007"/>
                    <a:pt x="95188" y="61922"/>
                    <a:pt x="95549" y="60475"/>
                  </a:cubicBezTo>
                  <a:lnTo>
                    <a:pt x="106382" y="22507"/>
                  </a:lnTo>
                  <a:cubicBezTo>
                    <a:pt x="107827" y="17444"/>
                    <a:pt x="108549" y="12743"/>
                    <a:pt x="108549" y="9851"/>
                  </a:cubicBezTo>
                  <a:cubicBezTo>
                    <a:pt x="108549" y="4427"/>
                    <a:pt x="104938" y="87"/>
                    <a:pt x="99883" y="87"/>
                  </a:cubicBezTo>
                  <a:cubicBezTo>
                    <a:pt x="89772" y="87"/>
                    <a:pt x="78939" y="10212"/>
                    <a:pt x="63412" y="33716"/>
                  </a:cubicBezTo>
                  <a:lnTo>
                    <a:pt x="67745" y="18891"/>
                  </a:lnTo>
                  <a:cubicBezTo>
                    <a:pt x="68828" y="15636"/>
                    <a:pt x="69190" y="12382"/>
                    <a:pt x="69190" y="9851"/>
                  </a:cubicBezTo>
                  <a:cubicBezTo>
                    <a:pt x="69190" y="4427"/>
                    <a:pt x="65217" y="87"/>
                    <a:pt x="60523" y="87"/>
                  </a:cubicBezTo>
                  <a:cubicBezTo>
                    <a:pt x="50413" y="87"/>
                    <a:pt x="38496" y="11297"/>
                    <a:pt x="22969" y="35525"/>
                  </a:cubicBezTo>
                  <a:close/>
                </a:path>
              </a:pathLst>
            </a:custGeom>
            <a:grpFill/>
            <a:ln w="3175" cap="flat">
              <a:solidFill>
                <a:schemeClr val="tx1"/>
              </a:solidFill>
              <a:prstDash val="solid"/>
              <a:miter/>
            </a:ln>
          </p:spPr>
          <p:txBody>
            <a:bodyPr rtlCol="0" anchor="ctr"/>
            <a:lstStyle/>
            <a:p>
              <a:endParaRPr lang="zh-CN" altLang="en-US"/>
            </a:p>
          </p:txBody>
        </p:sp>
        <p:sp>
          <p:nvSpPr>
            <p:cNvPr id="350" name="任意多边形: 形状 349"/>
            <p:cNvSpPr/>
            <p:nvPr/>
          </p:nvSpPr>
          <p:spPr>
            <a:xfrm>
              <a:off x="7863931" y="4531346"/>
              <a:ext cx="59580" cy="74490"/>
            </a:xfrm>
            <a:custGeom>
              <a:avLst/>
              <a:gdLst>
                <a:gd name="connsiteX0" fmla="*/ 49334 w 59580"/>
                <a:gd name="connsiteY0" fmla="*/ 55413 h 74490"/>
                <a:gd name="connsiteX1" fmla="*/ 28391 w 59580"/>
                <a:gd name="connsiteY1" fmla="*/ 66261 h 74490"/>
                <a:gd name="connsiteX2" fmla="*/ 13225 w 59580"/>
                <a:gd name="connsiteY2" fmla="*/ 49627 h 74490"/>
                <a:gd name="connsiteX3" fmla="*/ 13947 w 59580"/>
                <a:gd name="connsiteY3" fmla="*/ 41310 h 74490"/>
                <a:gd name="connsiteX4" fmla="*/ 41390 w 59580"/>
                <a:gd name="connsiteY4" fmla="*/ 35525 h 74490"/>
                <a:gd name="connsiteX5" fmla="*/ 59806 w 59580"/>
                <a:gd name="connsiteY5" fmla="*/ 12020 h 74490"/>
                <a:gd name="connsiteX6" fmla="*/ 44640 w 59580"/>
                <a:gd name="connsiteY6" fmla="*/ 87 h 74490"/>
                <a:gd name="connsiteX7" fmla="*/ 225 w 59580"/>
                <a:gd name="connsiteY7" fmla="*/ 50350 h 74490"/>
                <a:gd name="connsiteX8" fmla="*/ 21530 w 59580"/>
                <a:gd name="connsiteY8" fmla="*/ 74578 h 74490"/>
                <a:gd name="connsiteX9" fmla="*/ 52584 w 59580"/>
                <a:gd name="connsiteY9" fmla="*/ 57582 h 74490"/>
                <a:gd name="connsiteX10" fmla="*/ 15030 w 59580"/>
                <a:gd name="connsiteY10" fmla="*/ 36971 h 74490"/>
                <a:gd name="connsiteX11" fmla="*/ 41751 w 59580"/>
                <a:gd name="connsiteY11" fmla="*/ 4788 h 74490"/>
                <a:gd name="connsiteX12" fmla="*/ 48251 w 59580"/>
                <a:gd name="connsiteY12" fmla="*/ 11659 h 74490"/>
                <a:gd name="connsiteX13" fmla="*/ 42474 w 59580"/>
                <a:gd name="connsiteY13" fmla="*/ 25400 h 74490"/>
                <a:gd name="connsiteX14" fmla="*/ 21530 w 59580"/>
                <a:gd name="connsiteY14" fmla="*/ 36609 h 74490"/>
                <a:gd name="connsiteX15" fmla="*/ 15030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34" y="55413"/>
                  </a:moveTo>
                  <a:cubicBezTo>
                    <a:pt x="42474" y="63007"/>
                    <a:pt x="35613" y="66261"/>
                    <a:pt x="28391" y="66261"/>
                  </a:cubicBezTo>
                  <a:cubicBezTo>
                    <a:pt x="19725" y="66261"/>
                    <a:pt x="13225" y="59390"/>
                    <a:pt x="13225" y="49627"/>
                  </a:cubicBezTo>
                  <a:cubicBezTo>
                    <a:pt x="13225" y="47096"/>
                    <a:pt x="13586" y="44203"/>
                    <a:pt x="13947" y="41310"/>
                  </a:cubicBezTo>
                  <a:cubicBezTo>
                    <a:pt x="26585" y="40587"/>
                    <a:pt x="33807" y="39141"/>
                    <a:pt x="41390" y="35525"/>
                  </a:cubicBezTo>
                  <a:cubicBezTo>
                    <a:pt x="52584" y="30462"/>
                    <a:pt x="59806" y="21060"/>
                    <a:pt x="59806" y="12020"/>
                  </a:cubicBezTo>
                  <a:cubicBezTo>
                    <a:pt x="59806" y="5150"/>
                    <a:pt x="53306" y="87"/>
                    <a:pt x="44640" y="87"/>
                  </a:cubicBezTo>
                  <a:cubicBezTo>
                    <a:pt x="22974" y="87"/>
                    <a:pt x="225" y="26123"/>
                    <a:pt x="225" y="50350"/>
                  </a:cubicBezTo>
                  <a:cubicBezTo>
                    <a:pt x="225" y="64815"/>
                    <a:pt x="8892" y="74578"/>
                    <a:pt x="21530" y="74578"/>
                  </a:cubicBezTo>
                  <a:cubicBezTo>
                    <a:pt x="31641" y="74578"/>
                    <a:pt x="40307" y="69515"/>
                    <a:pt x="52584" y="57582"/>
                  </a:cubicBezTo>
                  <a:close/>
                  <a:moveTo>
                    <a:pt x="15030" y="36971"/>
                  </a:moveTo>
                  <a:cubicBezTo>
                    <a:pt x="20447" y="18529"/>
                    <a:pt x="32002" y="4788"/>
                    <a:pt x="41751" y="4788"/>
                  </a:cubicBezTo>
                  <a:cubicBezTo>
                    <a:pt x="45362" y="4788"/>
                    <a:pt x="48251" y="7681"/>
                    <a:pt x="48251" y="11659"/>
                  </a:cubicBezTo>
                  <a:cubicBezTo>
                    <a:pt x="48251" y="15998"/>
                    <a:pt x="46084" y="21060"/>
                    <a:pt x="42474" y="25400"/>
                  </a:cubicBezTo>
                  <a:cubicBezTo>
                    <a:pt x="37057" y="31185"/>
                    <a:pt x="30196" y="35163"/>
                    <a:pt x="21530" y="36609"/>
                  </a:cubicBezTo>
                  <a:cubicBezTo>
                    <a:pt x="20086" y="36609"/>
                    <a:pt x="17919" y="36971"/>
                    <a:pt x="15030" y="36971"/>
                  </a:cubicBezTo>
                  <a:close/>
                </a:path>
              </a:pathLst>
            </a:custGeom>
            <a:grpFill/>
            <a:ln w="3175" cap="flat">
              <a:solidFill>
                <a:schemeClr val="tx1"/>
              </a:solidFill>
              <a:prstDash val="solid"/>
              <a:miter/>
            </a:ln>
          </p:spPr>
          <p:txBody>
            <a:bodyPr rtlCol="0" anchor="ctr"/>
            <a:lstStyle/>
            <a:p>
              <a:endParaRPr lang="zh-CN" altLang="en-US"/>
            </a:p>
          </p:txBody>
        </p:sp>
        <p:sp>
          <p:nvSpPr>
            <p:cNvPr id="351" name="任意多边形: 形状 350"/>
            <p:cNvSpPr/>
            <p:nvPr/>
          </p:nvSpPr>
          <p:spPr>
            <a:xfrm>
              <a:off x="7925638"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352" name="任意多边形: 形状 351"/>
            <p:cNvSpPr/>
            <p:nvPr/>
          </p:nvSpPr>
          <p:spPr>
            <a:xfrm>
              <a:off x="7976913" y="4534962"/>
              <a:ext cx="67886" cy="29289"/>
            </a:xfrm>
            <a:custGeom>
              <a:avLst/>
              <a:gdLst>
                <a:gd name="connsiteX0" fmla="*/ 230 w 67886"/>
                <a:gd name="connsiteY0" fmla="*/ 87 h 29289"/>
                <a:gd name="connsiteX1" fmla="*/ 230 w 67886"/>
                <a:gd name="connsiteY1" fmla="*/ 8043 h 29289"/>
                <a:gd name="connsiteX2" fmla="*/ 68116 w 67886"/>
                <a:gd name="connsiteY2" fmla="*/ 8043 h 29289"/>
                <a:gd name="connsiteX3" fmla="*/ 68116 w 67886"/>
                <a:gd name="connsiteY3" fmla="*/ 87 h 29289"/>
                <a:gd name="connsiteX4" fmla="*/ 230 w 67886"/>
                <a:gd name="connsiteY4" fmla="*/ 21784 h 29289"/>
                <a:gd name="connsiteX5" fmla="*/ 230 w 67886"/>
                <a:gd name="connsiteY5" fmla="*/ 29377 h 29289"/>
                <a:gd name="connsiteX6" fmla="*/ 68116 w 67886"/>
                <a:gd name="connsiteY6" fmla="*/ 29377 h 29289"/>
                <a:gd name="connsiteX7" fmla="*/ 68116 w 67886"/>
                <a:gd name="connsiteY7" fmla="*/ 21784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30" y="87"/>
                  </a:moveTo>
                  <a:lnTo>
                    <a:pt x="230" y="8043"/>
                  </a:lnTo>
                  <a:lnTo>
                    <a:pt x="68116" y="8043"/>
                  </a:lnTo>
                  <a:lnTo>
                    <a:pt x="68116" y="87"/>
                  </a:lnTo>
                  <a:close/>
                  <a:moveTo>
                    <a:pt x="230" y="21784"/>
                  </a:moveTo>
                  <a:lnTo>
                    <a:pt x="230" y="29377"/>
                  </a:lnTo>
                  <a:lnTo>
                    <a:pt x="68116" y="29377"/>
                  </a:lnTo>
                  <a:lnTo>
                    <a:pt x="68116" y="21784"/>
                  </a:lnTo>
                  <a:close/>
                </a:path>
              </a:pathLst>
            </a:custGeom>
            <a:grpFill/>
            <a:ln w="3175" cap="flat">
              <a:solidFill>
                <a:schemeClr val="tx1"/>
              </a:solidFill>
              <a:prstDash val="solid"/>
              <a:miter/>
            </a:ln>
          </p:spPr>
          <p:txBody>
            <a:bodyPr rtlCol="0" anchor="ctr"/>
            <a:lstStyle/>
            <a:p>
              <a:endParaRPr lang="zh-CN" altLang="en-US"/>
            </a:p>
          </p:txBody>
        </p:sp>
        <p:sp>
          <p:nvSpPr>
            <p:cNvPr id="353" name="任意多边形: 形状 352"/>
            <p:cNvSpPr/>
            <p:nvPr/>
          </p:nvSpPr>
          <p:spPr>
            <a:xfrm>
              <a:off x="8044539"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354" name="Graphic 2"/>
          <p:cNvGrpSpPr/>
          <p:nvPr/>
        </p:nvGrpSpPr>
        <p:grpSpPr>
          <a:xfrm>
            <a:off x="7895360" y="4181199"/>
            <a:ext cx="488387" cy="148921"/>
            <a:chOff x="8088954" y="4495547"/>
            <a:chExt cx="387181" cy="109566"/>
          </a:xfrm>
          <a:solidFill>
            <a:schemeClr val="tx1"/>
          </a:solidFill>
        </p:grpSpPr>
        <p:sp>
          <p:nvSpPr>
            <p:cNvPr id="355" name="任意多边形: 形状 354"/>
            <p:cNvSpPr/>
            <p:nvPr/>
          </p:nvSpPr>
          <p:spPr>
            <a:xfrm>
              <a:off x="8088954" y="4495547"/>
              <a:ext cx="134327" cy="108119"/>
            </a:xfrm>
            <a:custGeom>
              <a:avLst/>
              <a:gdLst>
                <a:gd name="connsiteX0" fmla="*/ 61982 w 134327"/>
                <a:gd name="connsiteY0" fmla="*/ 108207 h 108119"/>
                <a:gd name="connsiteX1" fmla="*/ 64510 w 134327"/>
                <a:gd name="connsiteY1" fmla="*/ 108207 h 108119"/>
                <a:gd name="connsiteX2" fmla="*/ 103147 w 134327"/>
                <a:gd name="connsiteY2" fmla="*/ 21422 h 108119"/>
                <a:gd name="connsiteX3" fmla="*/ 103147 w 134327"/>
                <a:gd name="connsiteY3" fmla="*/ 91212 h 108119"/>
                <a:gd name="connsiteX4" fmla="*/ 91954 w 134327"/>
                <a:gd name="connsiteY4" fmla="*/ 104953 h 108119"/>
                <a:gd name="connsiteX5" fmla="*/ 88704 w 134327"/>
                <a:gd name="connsiteY5" fmla="*/ 105314 h 108119"/>
                <a:gd name="connsiteX6" fmla="*/ 88704 w 134327"/>
                <a:gd name="connsiteY6" fmla="*/ 108207 h 108119"/>
                <a:gd name="connsiteX7" fmla="*/ 134563 w 134327"/>
                <a:gd name="connsiteY7" fmla="*/ 108207 h 108119"/>
                <a:gd name="connsiteX8" fmla="*/ 134563 w 134327"/>
                <a:gd name="connsiteY8" fmla="*/ 105314 h 108119"/>
                <a:gd name="connsiteX9" fmla="*/ 131313 w 134327"/>
                <a:gd name="connsiteY9" fmla="*/ 104953 h 108119"/>
                <a:gd name="connsiteX10" fmla="*/ 120119 w 134327"/>
                <a:gd name="connsiteY10" fmla="*/ 91212 h 108119"/>
                <a:gd name="connsiteX11" fmla="*/ 120119 w 134327"/>
                <a:gd name="connsiteY11" fmla="*/ 17083 h 108119"/>
                <a:gd name="connsiteX12" fmla="*/ 131313 w 134327"/>
                <a:gd name="connsiteY12" fmla="*/ 3342 h 108119"/>
                <a:gd name="connsiteX13" fmla="*/ 134563 w 134327"/>
                <a:gd name="connsiteY13" fmla="*/ 2980 h 108119"/>
                <a:gd name="connsiteX14" fmla="*/ 134563 w 134327"/>
                <a:gd name="connsiteY14" fmla="*/ 87 h 108119"/>
                <a:gd name="connsiteX15" fmla="*/ 103147 w 134327"/>
                <a:gd name="connsiteY15" fmla="*/ 87 h 108119"/>
                <a:gd name="connsiteX16" fmla="*/ 68121 w 134327"/>
                <a:gd name="connsiteY16" fmla="*/ 80364 h 108119"/>
                <a:gd name="connsiteX17" fmla="*/ 31289 w 134327"/>
                <a:gd name="connsiteY17" fmla="*/ 87 h 108119"/>
                <a:gd name="connsiteX18" fmla="*/ 235 w 134327"/>
                <a:gd name="connsiteY18" fmla="*/ 87 h 108119"/>
                <a:gd name="connsiteX19" fmla="*/ 235 w 134327"/>
                <a:gd name="connsiteY19" fmla="*/ 2980 h 108119"/>
                <a:gd name="connsiteX20" fmla="*/ 3846 w 134327"/>
                <a:gd name="connsiteY20" fmla="*/ 3342 h 108119"/>
                <a:gd name="connsiteX21" fmla="*/ 15040 w 134327"/>
                <a:gd name="connsiteY21" fmla="*/ 17083 h 108119"/>
                <a:gd name="connsiteX22" fmla="*/ 15040 w 134327"/>
                <a:gd name="connsiteY22" fmla="*/ 91212 h 108119"/>
                <a:gd name="connsiteX23" fmla="*/ 3846 w 134327"/>
                <a:gd name="connsiteY23" fmla="*/ 104953 h 108119"/>
                <a:gd name="connsiteX24" fmla="*/ 235 w 134327"/>
                <a:gd name="connsiteY24" fmla="*/ 105314 h 108119"/>
                <a:gd name="connsiteX25" fmla="*/ 235 w 134327"/>
                <a:gd name="connsiteY25" fmla="*/ 108207 h 108119"/>
                <a:gd name="connsiteX26" fmla="*/ 38150 w 134327"/>
                <a:gd name="connsiteY26" fmla="*/ 108207 h 108119"/>
                <a:gd name="connsiteX27" fmla="*/ 38150 w 134327"/>
                <a:gd name="connsiteY27" fmla="*/ 105314 h 108119"/>
                <a:gd name="connsiteX28" fmla="*/ 34178 w 134327"/>
                <a:gd name="connsiteY28" fmla="*/ 104953 h 108119"/>
                <a:gd name="connsiteX29" fmla="*/ 22984 w 134327"/>
                <a:gd name="connsiteY29" fmla="*/ 91212 h 108119"/>
                <a:gd name="connsiteX30" fmla="*/ 22984 w 134327"/>
                <a:gd name="connsiteY30" fmla="*/ 2250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982" y="108207"/>
                  </a:moveTo>
                  <a:lnTo>
                    <a:pt x="64510" y="108207"/>
                  </a:lnTo>
                  <a:lnTo>
                    <a:pt x="103147" y="21422"/>
                  </a:lnTo>
                  <a:lnTo>
                    <a:pt x="103147" y="91212"/>
                  </a:lnTo>
                  <a:cubicBezTo>
                    <a:pt x="103147" y="101698"/>
                    <a:pt x="100620" y="104953"/>
                    <a:pt x="91954" y="104953"/>
                  </a:cubicBezTo>
                  <a:lnTo>
                    <a:pt x="88704" y="105314"/>
                  </a:lnTo>
                  <a:lnTo>
                    <a:pt x="88704" y="108207"/>
                  </a:lnTo>
                  <a:lnTo>
                    <a:pt x="134563" y="108207"/>
                  </a:lnTo>
                  <a:lnTo>
                    <a:pt x="134563" y="105314"/>
                  </a:lnTo>
                  <a:lnTo>
                    <a:pt x="131313" y="104953"/>
                  </a:lnTo>
                  <a:cubicBezTo>
                    <a:pt x="122647" y="104953"/>
                    <a:pt x="120119" y="101698"/>
                    <a:pt x="120119" y="91212"/>
                  </a:cubicBezTo>
                  <a:lnTo>
                    <a:pt x="120119" y="17083"/>
                  </a:lnTo>
                  <a:cubicBezTo>
                    <a:pt x="120119" y="6596"/>
                    <a:pt x="122647" y="3342"/>
                    <a:pt x="131313" y="3342"/>
                  </a:cubicBezTo>
                  <a:lnTo>
                    <a:pt x="134563" y="2980"/>
                  </a:lnTo>
                  <a:lnTo>
                    <a:pt x="134563" y="87"/>
                  </a:lnTo>
                  <a:lnTo>
                    <a:pt x="103147" y="87"/>
                  </a:lnTo>
                  <a:lnTo>
                    <a:pt x="68121" y="80364"/>
                  </a:lnTo>
                  <a:lnTo>
                    <a:pt x="31289" y="87"/>
                  </a:lnTo>
                  <a:lnTo>
                    <a:pt x="235" y="87"/>
                  </a:lnTo>
                  <a:lnTo>
                    <a:pt x="235" y="2980"/>
                  </a:lnTo>
                  <a:lnTo>
                    <a:pt x="3846" y="3342"/>
                  </a:lnTo>
                  <a:cubicBezTo>
                    <a:pt x="12512" y="3342"/>
                    <a:pt x="15040" y="6596"/>
                    <a:pt x="15040" y="17083"/>
                  </a:cubicBezTo>
                  <a:lnTo>
                    <a:pt x="15040" y="91212"/>
                  </a:lnTo>
                  <a:cubicBezTo>
                    <a:pt x="15040" y="101698"/>
                    <a:pt x="12512" y="104953"/>
                    <a:pt x="3846" y="104953"/>
                  </a:cubicBezTo>
                  <a:lnTo>
                    <a:pt x="235" y="105314"/>
                  </a:lnTo>
                  <a:lnTo>
                    <a:pt x="235" y="108207"/>
                  </a:lnTo>
                  <a:lnTo>
                    <a:pt x="38150" y="108207"/>
                  </a:lnTo>
                  <a:lnTo>
                    <a:pt x="38150" y="105314"/>
                  </a:lnTo>
                  <a:lnTo>
                    <a:pt x="34178" y="104953"/>
                  </a:lnTo>
                  <a:cubicBezTo>
                    <a:pt x="25512" y="104953"/>
                    <a:pt x="22984" y="101698"/>
                    <a:pt x="22984" y="91212"/>
                  </a:cubicBezTo>
                  <a:lnTo>
                    <a:pt x="22984" y="22507"/>
                  </a:lnTo>
                  <a:close/>
                </a:path>
              </a:pathLst>
            </a:custGeom>
            <a:grpFill/>
            <a:ln w="3175" cap="flat">
              <a:solidFill>
                <a:schemeClr val="tx1"/>
              </a:solidFill>
              <a:prstDash val="solid"/>
              <a:miter/>
            </a:ln>
          </p:spPr>
          <p:txBody>
            <a:bodyPr rtlCol="0" anchor="ctr"/>
            <a:lstStyle/>
            <a:p>
              <a:endParaRPr lang="zh-CN" altLang="en-US"/>
            </a:p>
          </p:txBody>
        </p:sp>
        <p:sp>
          <p:nvSpPr>
            <p:cNvPr id="356" name="任意多边形: 形状 355"/>
            <p:cNvSpPr/>
            <p:nvPr/>
          </p:nvSpPr>
          <p:spPr>
            <a:xfrm>
              <a:off x="8227502" y="4529176"/>
              <a:ext cx="78357" cy="75936"/>
            </a:xfrm>
            <a:custGeom>
              <a:avLst/>
              <a:gdLst>
                <a:gd name="connsiteX0" fmla="*/ 66683 w 78357"/>
                <a:gd name="connsiteY0" fmla="*/ 87 h 75936"/>
                <a:gd name="connsiteX1" fmla="*/ 40684 w 78357"/>
                <a:gd name="connsiteY1" fmla="*/ 87 h 75936"/>
                <a:gd name="connsiteX2" fmla="*/ 40684 w 78357"/>
                <a:gd name="connsiteY2" fmla="*/ 2980 h 75936"/>
                <a:gd name="connsiteX3" fmla="*/ 44656 w 78357"/>
                <a:gd name="connsiteY3" fmla="*/ 2980 h 75936"/>
                <a:gd name="connsiteX4" fmla="*/ 54045 w 78357"/>
                <a:gd name="connsiteY4" fmla="*/ 19976 h 75936"/>
                <a:gd name="connsiteX5" fmla="*/ 54045 w 78357"/>
                <a:gd name="connsiteY5" fmla="*/ 55413 h 75936"/>
                <a:gd name="connsiteX6" fmla="*/ 35990 w 78357"/>
                <a:gd name="connsiteY6" fmla="*/ 65176 h 75936"/>
                <a:gd name="connsiteX7" fmla="*/ 24796 w 78357"/>
                <a:gd name="connsiteY7" fmla="*/ 47096 h 75936"/>
                <a:gd name="connsiteX8" fmla="*/ 24796 w 78357"/>
                <a:gd name="connsiteY8" fmla="*/ 87 h 75936"/>
                <a:gd name="connsiteX9" fmla="*/ 241 w 78357"/>
                <a:gd name="connsiteY9" fmla="*/ 87 h 75936"/>
                <a:gd name="connsiteX10" fmla="*/ 241 w 78357"/>
                <a:gd name="connsiteY10" fmla="*/ 2980 h 75936"/>
                <a:gd name="connsiteX11" fmla="*/ 2769 w 78357"/>
                <a:gd name="connsiteY11" fmla="*/ 2980 h 75936"/>
                <a:gd name="connsiteX12" fmla="*/ 11796 w 78357"/>
                <a:gd name="connsiteY12" fmla="*/ 19976 h 75936"/>
                <a:gd name="connsiteX13" fmla="*/ 11796 w 78357"/>
                <a:gd name="connsiteY13" fmla="*/ 47457 h 75936"/>
                <a:gd name="connsiteX14" fmla="*/ 14324 w 78357"/>
                <a:gd name="connsiteY14" fmla="*/ 65538 h 75936"/>
                <a:gd name="connsiteX15" fmla="*/ 29851 w 78357"/>
                <a:gd name="connsiteY15" fmla="*/ 75663 h 75936"/>
                <a:gd name="connsiteX16" fmla="*/ 45739 w 78357"/>
                <a:gd name="connsiteY16" fmla="*/ 69515 h 75936"/>
                <a:gd name="connsiteX17" fmla="*/ 54045 w 78357"/>
                <a:gd name="connsiteY17" fmla="*/ 60837 h 75936"/>
                <a:gd name="connsiteX18" fmla="*/ 54045 w 78357"/>
                <a:gd name="connsiteY18" fmla="*/ 76024 h 75936"/>
                <a:gd name="connsiteX19" fmla="*/ 78599 w 78357"/>
                <a:gd name="connsiteY19" fmla="*/ 66984 h 75936"/>
                <a:gd name="connsiteX20" fmla="*/ 77877 w 78357"/>
                <a:gd name="connsiteY20" fmla="*/ 64091 h 75936"/>
                <a:gd name="connsiteX21" fmla="*/ 73183 w 78357"/>
                <a:gd name="connsiteY21" fmla="*/ 65176 h 75936"/>
                <a:gd name="connsiteX22" fmla="*/ 66683 w 78357"/>
                <a:gd name="connsiteY22" fmla="*/ 46011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683" y="87"/>
                  </a:moveTo>
                  <a:lnTo>
                    <a:pt x="40684" y="87"/>
                  </a:lnTo>
                  <a:lnTo>
                    <a:pt x="40684" y="2980"/>
                  </a:lnTo>
                  <a:lnTo>
                    <a:pt x="44656" y="2980"/>
                  </a:lnTo>
                  <a:cubicBezTo>
                    <a:pt x="52600" y="2980"/>
                    <a:pt x="54045" y="5511"/>
                    <a:pt x="54045" y="19976"/>
                  </a:cubicBezTo>
                  <a:lnTo>
                    <a:pt x="54045" y="55413"/>
                  </a:lnTo>
                  <a:cubicBezTo>
                    <a:pt x="44656" y="63730"/>
                    <a:pt x="41767" y="65176"/>
                    <a:pt x="35990" y="65176"/>
                  </a:cubicBezTo>
                  <a:cubicBezTo>
                    <a:pt x="28046" y="65176"/>
                    <a:pt x="24796" y="60114"/>
                    <a:pt x="24796" y="47096"/>
                  </a:cubicBezTo>
                  <a:lnTo>
                    <a:pt x="24796" y="87"/>
                  </a:lnTo>
                  <a:lnTo>
                    <a:pt x="241" y="87"/>
                  </a:lnTo>
                  <a:lnTo>
                    <a:pt x="241" y="2980"/>
                  </a:lnTo>
                  <a:lnTo>
                    <a:pt x="2769" y="2980"/>
                  </a:lnTo>
                  <a:cubicBezTo>
                    <a:pt x="10352" y="2980"/>
                    <a:pt x="11796" y="5511"/>
                    <a:pt x="11796" y="19976"/>
                  </a:cubicBezTo>
                  <a:lnTo>
                    <a:pt x="11796" y="47457"/>
                  </a:lnTo>
                  <a:cubicBezTo>
                    <a:pt x="11796" y="56498"/>
                    <a:pt x="12518" y="61199"/>
                    <a:pt x="14324" y="65538"/>
                  </a:cubicBezTo>
                  <a:cubicBezTo>
                    <a:pt x="17213" y="72047"/>
                    <a:pt x="22629" y="75663"/>
                    <a:pt x="29851" y="75663"/>
                  </a:cubicBezTo>
                  <a:cubicBezTo>
                    <a:pt x="35629" y="75663"/>
                    <a:pt x="41045" y="73493"/>
                    <a:pt x="45739" y="69515"/>
                  </a:cubicBezTo>
                  <a:cubicBezTo>
                    <a:pt x="48267" y="66984"/>
                    <a:pt x="49350" y="65899"/>
                    <a:pt x="54045" y="60837"/>
                  </a:cubicBezTo>
                  <a:lnTo>
                    <a:pt x="54045" y="76024"/>
                  </a:lnTo>
                  <a:cubicBezTo>
                    <a:pt x="65238" y="71323"/>
                    <a:pt x="67044" y="70962"/>
                    <a:pt x="78599" y="66984"/>
                  </a:cubicBezTo>
                  <a:lnTo>
                    <a:pt x="77877" y="64091"/>
                  </a:lnTo>
                  <a:cubicBezTo>
                    <a:pt x="75710" y="64815"/>
                    <a:pt x="74627" y="65176"/>
                    <a:pt x="73183" y="65176"/>
                  </a:cubicBezTo>
                  <a:cubicBezTo>
                    <a:pt x="67766" y="65176"/>
                    <a:pt x="66683" y="61922"/>
                    <a:pt x="66683" y="46011"/>
                  </a:cubicBezTo>
                  <a:close/>
                </a:path>
              </a:pathLst>
            </a:custGeom>
            <a:grpFill/>
            <a:ln w="3175" cap="flat">
              <a:solidFill>
                <a:schemeClr val="tx1"/>
              </a:solidFill>
              <a:prstDash val="solid"/>
              <a:miter/>
            </a:ln>
          </p:spPr>
          <p:txBody>
            <a:bodyPr rtlCol="0" anchor="ctr"/>
            <a:lstStyle/>
            <a:p>
              <a:endParaRPr lang="zh-CN" altLang="en-US"/>
            </a:p>
          </p:txBody>
        </p:sp>
        <p:sp>
          <p:nvSpPr>
            <p:cNvPr id="357" name="任意多边形: 形状 356"/>
            <p:cNvSpPr/>
            <p:nvPr/>
          </p:nvSpPr>
          <p:spPr>
            <a:xfrm>
              <a:off x="8314801" y="4528091"/>
              <a:ext cx="48025" cy="76660"/>
            </a:xfrm>
            <a:custGeom>
              <a:avLst/>
              <a:gdLst>
                <a:gd name="connsiteX0" fmla="*/ 4939 w 48025"/>
                <a:gd name="connsiteY0" fmla="*/ 76024 h 76660"/>
                <a:gd name="connsiteX1" fmla="*/ 7467 w 48025"/>
                <a:gd name="connsiteY1" fmla="*/ 73855 h 76660"/>
                <a:gd name="connsiteX2" fmla="*/ 9994 w 48025"/>
                <a:gd name="connsiteY2" fmla="*/ 74216 h 76660"/>
                <a:gd name="connsiteX3" fmla="*/ 25521 w 48025"/>
                <a:gd name="connsiteY3" fmla="*/ 76748 h 76660"/>
                <a:gd name="connsiteX4" fmla="*/ 48271 w 48025"/>
                <a:gd name="connsiteY4" fmla="*/ 55775 h 76660"/>
                <a:gd name="connsiteX5" fmla="*/ 31299 w 48025"/>
                <a:gd name="connsiteY5" fmla="*/ 32994 h 76660"/>
                <a:gd name="connsiteX6" fmla="*/ 22994 w 48025"/>
                <a:gd name="connsiteY6" fmla="*/ 28654 h 76660"/>
                <a:gd name="connsiteX7" fmla="*/ 11078 w 48025"/>
                <a:gd name="connsiteY7" fmla="*/ 14913 h 76660"/>
                <a:gd name="connsiteX8" fmla="*/ 21910 w 48025"/>
                <a:gd name="connsiteY8" fmla="*/ 5512 h 76660"/>
                <a:gd name="connsiteX9" fmla="*/ 39604 w 48025"/>
                <a:gd name="connsiteY9" fmla="*/ 24315 h 76660"/>
                <a:gd name="connsiteX10" fmla="*/ 42132 w 48025"/>
                <a:gd name="connsiteY10" fmla="*/ 24315 h 76660"/>
                <a:gd name="connsiteX11" fmla="*/ 42132 w 48025"/>
                <a:gd name="connsiteY11" fmla="*/ 811 h 76660"/>
                <a:gd name="connsiteX12" fmla="*/ 39243 w 48025"/>
                <a:gd name="connsiteY12" fmla="*/ 811 h 76660"/>
                <a:gd name="connsiteX13" fmla="*/ 37076 w 48025"/>
                <a:gd name="connsiteY13" fmla="*/ 2619 h 76660"/>
                <a:gd name="connsiteX14" fmla="*/ 35993 w 48025"/>
                <a:gd name="connsiteY14" fmla="*/ 2619 h 76660"/>
                <a:gd name="connsiteX15" fmla="*/ 21910 w 48025"/>
                <a:gd name="connsiteY15" fmla="*/ 87 h 76660"/>
                <a:gd name="connsiteX16" fmla="*/ 245 w 48025"/>
                <a:gd name="connsiteY16" fmla="*/ 21060 h 76660"/>
                <a:gd name="connsiteX17" fmla="*/ 7105 w 48025"/>
                <a:gd name="connsiteY17" fmla="*/ 35886 h 76660"/>
                <a:gd name="connsiteX18" fmla="*/ 17938 w 48025"/>
                <a:gd name="connsiteY18" fmla="*/ 42757 h 76660"/>
                <a:gd name="connsiteX19" fmla="*/ 24077 w 48025"/>
                <a:gd name="connsiteY19" fmla="*/ 46011 h 76660"/>
                <a:gd name="connsiteX20" fmla="*/ 35993 w 48025"/>
                <a:gd name="connsiteY20" fmla="*/ 60837 h 76660"/>
                <a:gd name="connsiteX21" fmla="*/ 24799 w 48025"/>
                <a:gd name="connsiteY21" fmla="*/ 70962 h 76660"/>
                <a:gd name="connsiteX22" fmla="*/ 4939 w 48025"/>
                <a:gd name="connsiteY22" fmla="*/ 49266 h 76660"/>
                <a:gd name="connsiteX23" fmla="*/ 2050 w 48025"/>
                <a:gd name="connsiteY23" fmla="*/ 49266 h 76660"/>
                <a:gd name="connsiteX24" fmla="*/ 2050 w 48025"/>
                <a:gd name="connsiteY24" fmla="*/ 76024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939" y="76024"/>
                  </a:moveTo>
                  <a:cubicBezTo>
                    <a:pt x="5300" y="74216"/>
                    <a:pt x="6022" y="73855"/>
                    <a:pt x="7467" y="73855"/>
                  </a:cubicBezTo>
                  <a:cubicBezTo>
                    <a:pt x="8189" y="73855"/>
                    <a:pt x="9272" y="73855"/>
                    <a:pt x="9994" y="74216"/>
                  </a:cubicBezTo>
                  <a:cubicBezTo>
                    <a:pt x="17938" y="76386"/>
                    <a:pt x="20827" y="76748"/>
                    <a:pt x="25521" y="76748"/>
                  </a:cubicBezTo>
                  <a:cubicBezTo>
                    <a:pt x="38521" y="76748"/>
                    <a:pt x="48271" y="68069"/>
                    <a:pt x="48271" y="55775"/>
                  </a:cubicBezTo>
                  <a:cubicBezTo>
                    <a:pt x="48271" y="46373"/>
                    <a:pt x="42854" y="39141"/>
                    <a:pt x="31299" y="32994"/>
                  </a:cubicBezTo>
                  <a:lnTo>
                    <a:pt x="22994" y="28654"/>
                  </a:lnTo>
                  <a:cubicBezTo>
                    <a:pt x="14688" y="23953"/>
                    <a:pt x="11078" y="19976"/>
                    <a:pt x="11078" y="14913"/>
                  </a:cubicBezTo>
                  <a:cubicBezTo>
                    <a:pt x="11078" y="9489"/>
                    <a:pt x="15772" y="5512"/>
                    <a:pt x="21910" y="5512"/>
                  </a:cubicBezTo>
                  <a:cubicBezTo>
                    <a:pt x="31299" y="5512"/>
                    <a:pt x="37438" y="11659"/>
                    <a:pt x="39604" y="24315"/>
                  </a:cubicBezTo>
                  <a:lnTo>
                    <a:pt x="42132" y="24315"/>
                  </a:lnTo>
                  <a:lnTo>
                    <a:pt x="42132" y="811"/>
                  </a:lnTo>
                  <a:lnTo>
                    <a:pt x="39243" y="811"/>
                  </a:lnTo>
                  <a:cubicBezTo>
                    <a:pt x="38521" y="1896"/>
                    <a:pt x="38160" y="2619"/>
                    <a:pt x="37076" y="2619"/>
                  </a:cubicBezTo>
                  <a:cubicBezTo>
                    <a:pt x="36715" y="2619"/>
                    <a:pt x="36354" y="2619"/>
                    <a:pt x="35993" y="2619"/>
                  </a:cubicBezTo>
                  <a:cubicBezTo>
                    <a:pt x="27327" y="87"/>
                    <a:pt x="25883" y="87"/>
                    <a:pt x="21910" y="87"/>
                  </a:cubicBezTo>
                  <a:cubicBezTo>
                    <a:pt x="9272" y="87"/>
                    <a:pt x="245" y="8766"/>
                    <a:pt x="245" y="21060"/>
                  </a:cubicBezTo>
                  <a:cubicBezTo>
                    <a:pt x="245" y="26485"/>
                    <a:pt x="2411" y="31185"/>
                    <a:pt x="7105" y="35886"/>
                  </a:cubicBezTo>
                  <a:cubicBezTo>
                    <a:pt x="9994" y="38417"/>
                    <a:pt x="10355" y="38417"/>
                    <a:pt x="17938" y="42757"/>
                  </a:cubicBezTo>
                  <a:lnTo>
                    <a:pt x="24077" y="46011"/>
                  </a:lnTo>
                  <a:cubicBezTo>
                    <a:pt x="32021" y="50712"/>
                    <a:pt x="35993" y="55413"/>
                    <a:pt x="35993" y="60837"/>
                  </a:cubicBezTo>
                  <a:cubicBezTo>
                    <a:pt x="35993" y="66623"/>
                    <a:pt x="31299" y="70962"/>
                    <a:pt x="24799" y="70962"/>
                  </a:cubicBezTo>
                  <a:cubicBezTo>
                    <a:pt x="14327" y="70962"/>
                    <a:pt x="7467" y="63368"/>
                    <a:pt x="4939" y="49266"/>
                  </a:cubicBezTo>
                  <a:lnTo>
                    <a:pt x="2050" y="49266"/>
                  </a:lnTo>
                  <a:lnTo>
                    <a:pt x="2050" y="76024"/>
                  </a:lnTo>
                  <a:close/>
                </a:path>
              </a:pathLst>
            </a:custGeom>
            <a:grpFill/>
            <a:ln w="3175" cap="flat">
              <a:solidFill>
                <a:schemeClr val="tx1"/>
              </a:solidFill>
              <a:prstDash val="solid"/>
              <a:miter/>
            </a:ln>
          </p:spPr>
          <p:txBody>
            <a:bodyPr rtlCol="0" anchor="ctr"/>
            <a:lstStyle/>
            <a:p>
              <a:endParaRPr lang="zh-CN" altLang="en-US"/>
            </a:p>
          </p:txBody>
        </p:sp>
        <p:sp>
          <p:nvSpPr>
            <p:cNvPr id="358" name="任意多边形: 形状 357"/>
            <p:cNvSpPr/>
            <p:nvPr/>
          </p:nvSpPr>
          <p:spPr>
            <a:xfrm>
              <a:off x="8370609" y="4495547"/>
              <a:ext cx="36831" cy="108119"/>
            </a:xfrm>
            <a:custGeom>
              <a:avLst/>
              <a:gdLst>
                <a:gd name="connsiteX0" fmla="*/ 25163 w 36831"/>
                <a:gd name="connsiteY0" fmla="*/ 31547 h 108119"/>
                <a:gd name="connsiteX1" fmla="*/ 608 w 36831"/>
                <a:gd name="connsiteY1" fmla="*/ 42757 h 108119"/>
                <a:gd name="connsiteX2" fmla="*/ 1331 w 36831"/>
                <a:gd name="connsiteY2" fmla="*/ 45288 h 108119"/>
                <a:gd name="connsiteX3" fmla="*/ 3497 w 36831"/>
                <a:gd name="connsiteY3" fmla="*/ 44565 h 108119"/>
                <a:gd name="connsiteX4" fmla="*/ 6747 w 36831"/>
                <a:gd name="connsiteY4" fmla="*/ 44203 h 108119"/>
                <a:gd name="connsiteX5" fmla="*/ 12525 w 36831"/>
                <a:gd name="connsiteY5" fmla="*/ 55413 h 108119"/>
                <a:gd name="connsiteX6" fmla="*/ 12525 w 36831"/>
                <a:gd name="connsiteY6" fmla="*/ 88319 h 108119"/>
                <a:gd name="connsiteX7" fmla="*/ 11802 w 36831"/>
                <a:gd name="connsiteY7" fmla="*/ 100252 h 108119"/>
                <a:gd name="connsiteX8" fmla="*/ 3136 w 36831"/>
                <a:gd name="connsiteY8" fmla="*/ 105314 h 108119"/>
                <a:gd name="connsiteX9" fmla="*/ 247 w 36831"/>
                <a:gd name="connsiteY9" fmla="*/ 105314 h 108119"/>
                <a:gd name="connsiteX10" fmla="*/ 247 w 36831"/>
                <a:gd name="connsiteY10" fmla="*/ 108207 h 108119"/>
                <a:gd name="connsiteX11" fmla="*/ 37079 w 36831"/>
                <a:gd name="connsiteY11" fmla="*/ 108207 h 108119"/>
                <a:gd name="connsiteX12" fmla="*/ 37079 w 36831"/>
                <a:gd name="connsiteY12" fmla="*/ 105314 h 108119"/>
                <a:gd name="connsiteX13" fmla="*/ 34551 w 36831"/>
                <a:gd name="connsiteY13" fmla="*/ 105314 h 108119"/>
                <a:gd name="connsiteX14" fmla="*/ 25163 w 36831"/>
                <a:gd name="connsiteY14" fmla="*/ 88319 h 108119"/>
                <a:gd name="connsiteX15" fmla="*/ 17941 w 36831"/>
                <a:gd name="connsiteY15" fmla="*/ 87 h 108119"/>
                <a:gd name="connsiteX16" fmla="*/ 9275 w 36831"/>
                <a:gd name="connsiteY16" fmla="*/ 8404 h 108119"/>
                <a:gd name="connsiteX17" fmla="*/ 17941 w 36831"/>
                <a:gd name="connsiteY17" fmla="*/ 17083 h 108119"/>
                <a:gd name="connsiteX18" fmla="*/ 26246 w 36831"/>
                <a:gd name="connsiteY18" fmla="*/ 8404 h 108119"/>
                <a:gd name="connsiteX19" fmla="*/ 17941 w 36831"/>
                <a:gd name="connsiteY19" fmla="*/ 8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163" y="31547"/>
                  </a:moveTo>
                  <a:cubicBezTo>
                    <a:pt x="14330" y="36971"/>
                    <a:pt x="12525" y="38056"/>
                    <a:pt x="608" y="42757"/>
                  </a:cubicBezTo>
                  <a:lnTo>
                    <a:pt x="1331" y="45288"/>
                  </a:lnTo>
                  <a:lnTo>
                    <a:pt x="3497" y="44565"/>
                  </a:lnTo>
                  <a:cubicBezTo>
                    <a:pt x="4219" y="44203"/>
                    <a:pt x="5664" y="44203"/>
                    <a:pt x="6747" y="44203"/>
                  </a:cubicBezTo>
                  <a:cubicBezTo>
                    <a:pt x="11441" y="44203"/>
                    <a:pt x="12525" y="46373"/>
                    <a:pt x="12525" y="55413"/>
                  </a:cubicBezTo>
                  <a:lnTo>
                    <a:pt x="12525" y="88319"/>
                  </a:lnTo>
                  <a:cubicBezTo>
                    <a:pt x="12163" y="98805"/>
                    <a:pt x="12163" y="98805"/>
                    <a:pt x="11802" y="100252"/>
                  </a:cubicBezTo>
                  <a:cubicBezTo>
                    <a:pt x="10358" y="103868"/>
                    <a:pt x="8191" y="105314"/>
                    <a:pt x="3136" y="105314"/>
                  </a:cubicBezTo>
                  <a:lnTo>
                    <a:pt x="247" y="105314"/>
                  </a:lnTo>
                  <a:lnTo>
                    <a:pt x="247" y="108207"/>
                  </a:lnTo>
                  <a:lnTo>
                    <a:pt x="37079" y="108207"/>
                  </a:lnTo>
                  <a:lnTo>
                    <a:pt x="37079" y="105314"/>
                  </a:lnTo>
                  <a:lnTo>
                    <a:pt x="34551" y="105314"/>
                  </a:lnTo>
                  <a:cubicBezTo>
                    <a:pt x="26607" y="105314"/>
                    <a:pt x="25163" y="102783"/>
                    <a:pt x="25163" y="88319"/>
                  </a:cubicBezTo>
                  <a:close/>
                  <a:moveTo>
                    <a:pt x="17941" y="87"/>
                  </a:moveTo>
                  <a:cubicBezTo>
                    <a:pt x="13247" y="87"/>
                    <a:pt x="9275" y="3703"/>
                    <a:pt x="9275" y="8404"/>
                  </a:cubicBezTo>
                  <a:cubicBezTo>
                    <a:pt x="9275" y="13105"/>
                    <a:pt x="13247" y="17083"/>
                    <a:pt x="17941" y="17083"/>
                  </a:cubicBezTo>
                  <a:cubicBezTo>
                    <a:pt x="22274" y="17083"/>
                    <a:pt x="26246" y="13105"/>
                    <a:pt x="26246" y="8404"/>
                  </a:cubicBezTo>
                  <a:cubicBezTo>
                    <a:pt x="26246" y="4065"/>
                    <a:pt x="22635" y="87"/>
                    <a:pt x="17941" y="87"/>
                  </a:cubicBezTo>
                  <a:close/>
                </a:path>
              </a:pathLst>
            </a:custGeom>
            <a:grpFill/>
            <a:ln w="3175" cap="flat">
              <a:solidFill>
                <a:schemeClr val="tx1"/>
              </a:solidFill>
              <a:prstDash val="solid"/>
              <a:miter/>
            </a:ln>
          </p:spPr>
          <p:txBody>
            <a:bodyPr rtlCol="0" anchor="ctr"/>
            <a:lstStyle/>
            <a:p>
              <a:endParaRPr lang="zh-CN" altLang="en-US"/>
            </a:p>
          </p:txBody>
        </p:sp>
        <p:sp>
          <p:nvSpPr>
            <p:cNvPr id="359" name="任意多边形: 形状 358"/>
            <p:cNvSpPr/>
            <p:nvPr/>
          </p:nvSpPr>
          <p:spPr>
            <a:xfrm>
              <a:off x="8415111" y="4528091"/>
              <a:ext cx="61025" cy="76660"/>
            </a:xfrm>
            <a:custGeom>
              <a:avLst/>
              <a:gdLst>
                <a:gd name="connsiteX0" fmla="*/ 58386 w 61025"/>
                <a:gd name="connsiteY0" fmla="*/ 45650 h 76660"/>
                <a:gd name="connsiteX1" fmla="*/ 35998 w 61025"/>
                <a:gd name="connsiteY1" fmla="*/ 63368 h 76660"/>
                <a:gd name="connsiteX2" fmla="*/ 13610 w 61025"/>
                <a:gd name="connsiteY2" fmla="*/ 34078 h 76660"/>
                <a:gd name="connsiteX3" fmla="*/ 32025 w 61025"/>
                <a:gd name="connsiteY3" fmla="*/ 6235 h 76660"/>
                <a:gd name="connsiteX4" fmla="*/ 42136 w 61025"/>
                <a:gd name="connsiteY4" fmla="*/ 15637 h 76660"/>
                <a:gd name="connsiteX5" fmla="*/ 50802 w 61025"/>
                <a:gd name="connsiteY5" fmla="*/ 24315 h 76660"/>
                <a:gd name="connsiteX6" fmla="*/ 58747 w 61025"/>
                <a:gd name="connsiteY6" fmla="*/ 17083 h 76660"/>
                <a:gd name="connsiteX7" fmla="*/ 34192 w 61025"/>
                <a:gd name="connsiteY7" fmla="*/ 87 h 76660"/>
                <a:gd name="connsiteX8" fmla="*/ 249 w 61025"/>
                <a:gd name="connsiteY8" fmla="*/ 39141 h 76660"/>
                <a:gd name="connsiteX9" fmla="*/ 7832 w 61025"/>
                <a:gd name="connsiteY9" fmla="*/ 64815 h 76660"/>
                <a:gd name="connsiteX10" fmla="*/ 31303 w 61025"/>
                <a:gd name="connsiteY10" fmla="*/ 76748 h 76660"/>
                <a:gd name="connsiteX11" fmla="*/ 61274 w 61025"/>
                <a:gd name="connsiteY11" fmla="*/ 47096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386" y="45650"/>
                  </a:moveTo>
                  <a:cubicBezTo>
                    <a:pt x="54413" y="57221"/>
                    <a:pt x="46469" y="63368"/>
                    <a:pt x="35998" y="63368"/>
                  </a:cubicBezTo>
                  <a:cubicBezTo>
                    <a:pt x="22637" y="63368"/>
                    <a:pt x="13610" y="52158"/>
                    <a:pt x="13610" y="34078"/>
                  </a:cubicBezTo>
                  <a:cubicBezTo>
                    <a:pt x="13610" y="17083"/>
                    <a:pt x="20832" y="6235"/>
                    <a:pt x="32025" y="6235"/>
                  </a:cubicBezTo>
                  <a:cubicBezTo>
                    <a:pt x="38164" y="6235"/>
                    <a:pt x="41053" y="8766"/>
                    <a:pt x="42136" y="15637"/>
                  </a:cubicBezTo>
                  <a:cubicBezTo>
                    <a:pt x="42858" y="21422"/>
                    <a:pt x="45747" y="24315"/>
                    <a:pt x="50802" y="24315"/>
                  </a:cubicBezTo>
                  <a:cubicBezTo>
                    <a:pt x="55497" y="24315"/>
                    <a:pt x="58747" y="21060"/>
                    <a:pt x="58747" y="17083"/>
                  </a:cubicBezTo>
                  <a:cubicBezTo>
                    <a:pt x="58747" y="7681"/>
                    <a:pt x="47553" y="87"/>
                    <a:pt x="34192" y="87"/>
                  </a:cubicBezTo>
                  <a:cubicBezTo>
                    <a:pt x="14332" y="87"/>
                    <a:pt x="249" y="16360"/>
                    <a:pt x="249" y="39141"/>
                  </a:cubicBezTo>
                  <a:cubicBezTo>
                    <a:pt x="249" y="49266"/>
                    <a:pt x="2777" y="58306"/>
                    <a:pt x="7832" y="64815"/>
                  </a:cubicBezTo>
                  <a:cubicBezTo>
                    <a:pt x="13610" y="72047"/>
                    <a:pt x="22637" y="76748"/>
                    <a:pt x="31303" y="76748"/>
                  </a:cubicBezTo>
                  <a:cubicBezTo>
                    <a:pt x="45025" y="76748"/>
                    <a:pt x="55497" y="66623"/>
                    <a:pt x="61274" y="47096"/>
                  </a:cubicBezTo>
                  <a:close/>
                </a:path>
              </a:pathLst>
            </a:custGeom>
            <a:grpFill/>
            <a:ln w="3175" cap="flat">
              <a:solidFill>
                <a:schemeClr val="tx1"/>
              </a:solidFill>
              <a:prstDash val="solid"/>
              <a:miter/>
            </a:ln>
          </p:spPr>
          <p:txBody>
            <a:bodyPr rtlCol="0" anchor="ctr"/>
            <a:lstStyle/>
            <a:p>
              <a:endParaRPr lang="zh-CN" altLang="en-US"/>
            </a:p>
          </p:txBody>
        </p:sp>
      </p:grpSp>
      <p:sp>
        <p:nvSpPr>
          <p:cNvPr id="360" name="任意多边形: 形状 359"/>
          <p:cNvSpPr/>
          <p:nvPr/>
        </p:nvSpPr>
        <p:spPr>
          <a:xfrm>
            <a:off x="8905540" y="4117520"/>
            <a:ext cx="123436" cy="132210"/>
          </a:xfrm>
          <a:custGeom>
            <a:avLst/>
            <a:gdLst>
              <a:gd name="connsiteX0" fmla="*/ 98121 w 97857"/>
              <a:gd name="connsiteY0" fmla="*/ 84 h 97271"/>
              <a:gd name="connsiteX1" fmla="*/ 57317 w 97857"/>
              <a:gd name="connsiteY1" fmla="*/ 84 h 97271"/>
              <a:gd name="connsiteX2" fmla="*/ 24096 w 97857"/>
              <a:gd name="connsiteY2" fmla="*/ 7316 h 97271"/>
              <a:gd name="connsiteX3" fmla="*/ 264 w 97857"/>
              <a:gd name="connsiteY3" fmla="*/ 51070 h 97271"/>
              <a:gd name="connsiteX4" fmla="*/ 42873 w 97857"/>
              <a:gd name="connsiteY4" fmla="*/ 97355 h 97271"/>
              <a:gd name="connsiteX5" fmla="*/ 88371 w 97857"/>
              <a:gd name="connsiteY5" fmla="*/ 51793 h 97271"/>
              <a:gd name="connsiteX6" fmla="*/ 64539 w 97857"/>
              <a:gd name="connsiteY6" fmla="*/ 13825 h 97271"/>
              <a:gd name="connsiteX7" fmla="*/ 98121 w 97857"/>
              <a:gd name="connsiteY7" fmla="*/ 13825 h 97271"/>
              <a:gd name="connsiteX8" fmla="*/ 54067 w 97857"/>
              <a:gd name="connsiteY8" fmla="*/ 13825 h 97271"/>
              <a:gd name="connsiteX9" fmla="*/ 69956 w 97857"/>
              <a:gd name="connsiteY9" fmla="*/ 53240 h 97271"/>
              <a:gd name="connsiteX10" fmla="*/ 44318 w 97857"/>
              <a:gd name="connsiteY10" fmla="*/ 89762 h 97271"/>
              <a:gd name="connsiteX11" fmla="*/ 18680 w 97857"/>
              <a:gd name="connsiteY11" fmla="*/ 50347 h 97271"/>
              <a:gd name="connsiteX12" fmla="*/ 42512 w 97857"/>
              <a:gd name="connsiteY12" fmla="*/ 14548 h 97271"/>
              <a:gd name="connsiteX13" fmla="*/ 54067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121" y="84"/>
                </a:moveTo>
                <a:lnTo>
                  <a:pt x="57317" y="84"/>
                </a:lnTo>
                <a:cubicBezTo>
                  <a:pt x="42512" y="84"/>
                  <a:pt x="32402" y="2253"/>
                  <a:pt x="24096" y="7316"/>
                </a:cubicBezTo>
                <a:cubicBezTo>
                  <a:pt x="9291" y="15994"/>
                  <a:pt x="264" y="32267"/>
                  <a:pt x="264" y="51070"/>
                </a:cubicBezTo>
                <a:cubicBezTo>
                  <a:pt x="264" y="77467"/>
                  <a:pt x="18680" y="97355"/>
                  <a:pt x="42873" y="97355"/>
                </a:cubicBezTo>
                <a:cubicBezTo>
                  <a:pt x="67789" y="97355"/>
                  <a:pt x="88371" y="76744"/>
                  <a:pt x="88371" y="51793"/>
                </a:cubicBezTo>
                <a:cubicBezTo>
                  <a:pt x="88371" y="34436"/>
                  <a:pt x="78983" y="19249"/>
                  <a:pt x="64539" y="13825"/>
                </a:cubicBezTo>
                <a:lnTo>
                  <a:pt x="98121" y="13825"/>
                </a:lnTo>
                <a:close/>
                <a:moveTo>
                  <a:pt x="54067" y="13825"/>
                </a:moveTo>
                <a:cubicBezTo>
                  <a:pt x="64900" y="24311"/>
                  <a:pt x="69956" y="36606"/>
                  <a:pt x="69956" y="53240"/>
                </a:cubicBezTo>
                <a:cubicBezTo>
                  <a:pt x="69956" y="74574"/>
                  <a:pt x="59484" y="89762"/>
                  <a:pt x="44318" y="89762"/>
                </a:cubicBezTo>
                <a:cubicBezTo>
                  <a:pt x="29513" y="89762"/>
                  <a:pt x="18680" y="73128"/>
                  <a:pt x="18680" y="50347"/>
                </a:cubicBezTo>
                <a:cubicBezTo>
                  <a:pt x="18680" y="31543"/>
                  <a:pt x="28068" y="17441"/>
                  <a:pt x="42512" y="14548"/>
                </a:cubicBezTo>
                <a:cubicBezTo>
                  <a:pt x="45401" y="14186"/>
                  <a:pt x="49734" y="13825"/>
                  <a:pt x="54067"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61" name="Graphic 2"/>
          <p:cNvGrpSpPr/>
          <p:nvPr/>
        </p:nvGrpSpPr>
        <p:grpSpPr>
          <a:xfrm>
            <a:off x="6900087" y="4927163"/>
            <a:ext cx="273345" cy="178901"/>
            <a:chOff x="6822070" y="5095682"/>
            <a:chExt cx="216701" cy="131623"/>
          </a:xfrm>
          <a:solidFill>
            <a:schemeClr val="tx1"/>
          </a:solidFill>
        </p:grpSpPr>
        <p:sp>
          <p:nvSpPr>
            <p:cNvPr id="362" name="任意多边形: 形状 361"/>
            <p:cNvSpPr/>
            <p:nvPr/>
          </p:nvSpPr>
          <p:spPr>
            <a:xfrm>
              <a:off x="6822070" y="5095682"/>
              <a:ext cx="46942" cy="131623"/>
            </a:xfrm>
            <a:custGeom>
              <a:avLst/>
              <a:gdLst>
                <a:gd name="connsiteX0" fmla="*/ 33762 w 46942"/>
                <a:gd name="connsiteY0" fmla="*/ 106788 h 131623"/>
                <a:gd name="connsiteX1" fmla="*/ 19318 w 46942"/>
                <a:gd name="connsiteY1" fmla="*/ 120528 h 131623"/>
                <a:gd name="connsiteX2" fmla="*/ 16068 w 46942"/>
                <a:gd name="connsiteY2" fmla="*/ 117636 h 131623"/>
                <a:gd name="connsiteX3" fmla="*/ 16790 w 46942"/>
                <a:gd name="connsiteY3" fmla="*/ 114743 h 131623"/>
                <a:gd name="connsiteX4" fmla="*/ 39178 w 46942"/>
                <a:gd name="connsiteY4" fmla="*/ 35190 h 131623"/>
                <a:gd name="connsiteX5" fmla="*/ 8846 w 46942"/>
                <a:gd name="connsiteY5" fmla="*/ 40252 h 131623"/>
                <a:gd name="connsiteX6" fmla="*/ 7763 w 46942"/>
                <a:gd name="connsiteY6" fmla="*/ 44230 h 131623"/>
                <a:gd name="connsiteX7" fmla="*/ 14263 w 46942"/>
                <a:gd name="connsiteY7" fmla="*/ 43507 h 131623"/>
                <a:gd name="connsiteX8" fmla="*/ 20040 w 46942"/>
                <a:gd name="connsiteY8" fmla="*/ 48208 h 131623"/>
                <a:gd name="connsiteX9" fmla="*/ 18235 w 46942"/>
                <a:gd name="connsiteY9" fmla="*/ 57248 h 131623"/>
                <a:gd name="connsiteX10" fmla="*/ 1263 w 46942"/>
                <a:gd name="connsiteY10" fmla="*/ 116551 h 131623"/>
                <a:gd name="connsiteX11" fmla="*/ 180 w 46942"/>
                <a:gd name="connsiteY11" fmla="*/ 123783 h 131623"/>
                <a:gd name="connsiteX12" fmla="*/ 8846 w 46942"/>
                <a:gd name="connsiteY12" fmla="*/ 131738 h 131623"/>
                <a:gd name="connsiteX13" fmla="*/ 35206 w 46942"/>
                <a:gd name="connsiteY13" fmla="*/ 111127 h 131623"/>
                <a:gd name="connsiteX14" fmla="*/ 37012 w 46942"/>
                <a:gd name="connsiteY14" fmla="*/ 114 h 131623"/>
                <a:gd name="connsiteX15" fmla="*/ 26179 w 46942"/>
                <a:gd name="connsiteY15" fmla="*/ 10601 h 131623"/>
                <a:gd name="connsiteX16" fmla="*/ 36651 w 46942"/>
                <a:gd name="connsiteY16" fmla="*/ 21087 h 131623"/>
                <a:gd name="connsiteX17" fmla="*/ 47123 w 46942"/>
                <a:gd name="connsiteY17" fmla="*/ 10601 h 131623"/>
                <a:gd name="connsiteX18" fmla="*/ 37012 w 46942"/>
                <a:gd name="connsiteY18" fmla="*/ 114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762" y="106788"/>
                  </a:moveTo>
                  <a:cubicBezTo>
                    <a:pt x="28346" y="114743"/>
                    <a:pt x="22207" y="120528"/>
                    <a:pt x="19318" y="120528"/>
                  </a:cubicBezTo>
                  <a:cubicBezTo>
                    <a:pt x="17513" y="120528"/>
                    <a:pt x="16068" y="119082"/>
                    <a:pt x="16068" y="117636"/>
                  </a:cubicBezTo>
                  <a:cubicBezTo>
                    <a:pt x="16068" y="116912"/>
                    <a:pt x="16429" y="115828"/>
                    <a:pt x="16790" y="114743"/>
                  </a:cubicBezTo>
                  <a:lnTo>
                    <a:pt x="39178" y="35190"/>
                  </a:lnTo>
                  <a:cubicBezTo>
                    <a:pt x="29068" y="37721"/>
                    <a:pt x="17874" y="39891"/>
                    <a:pt x="8846" y="40252"/>
                  </a:cubicBezTo>
                  <a:lnTo>
                    <a:pt x="7763" y="44230"/>
                  </a:lnTo>
                  <a:cubicBezTo>
                    <a:pt x="11013" y="43868"/>
                    <a:pt x="12818" y="43507"/>
                    <a:pt x="14263" y="43507"/>
                  </a:cubicBezTo>
                  <a:cubicBezTo>
                    <a:pt x="18235" y="43507"/>
                    <a:pt x="20040" y="44953"/>
                    <a:pt x="20040" y="48208"/>
                  </a:cubicBezTo>
                  <a:cubicBezTo>
                    <a:pt x="20040" y="50739"/>
                    <a:pt x="19679" y="52547"/>
                    <a:pt x="18235" y="57248"/>
                  </a:cubicBezTo>
                  <a:lnTo>
                    <a:pt x="1263" y="116551"/>
                  </a:lnTo>
                  <a:cubicBezTo>
                    <a:pt x="541" y="119444"/>
                    <a:pt x="180" y="121975"/>
                    <a:pt x="180" y="123783"/>
                  </a:cubicBezTo>
                  <a:cubicBezTo>
                    <a:pt x="180" y="127761"/>
                    <a:pt x="4152" y="131738"/>
                    <a:pt x="8846" y="131738"/>
                  </a:cubicBezTo>
                  <a:cubicBezTo>
                    <a:pt x="15346" y="131738"/>
                    <a:pt x="24374" y="124506"/>
                    <a:pt x="35206" y="111127"/>
                  </a:cubicBezTo>
                  <a:close/>
                  <a:moveTo>
                    <a:pt x="37012" y="114"/>
                  </a:moveTo>
                  <a:cubicBezTo>
                    <a:pt x="30873" y="114"/>
                    <a:pt x="26179" y="4815"/>
                    <a:pt x="26179" y="10601"/>
                  </a:cubicBezTo>
                  <a:cubicBezTo>
                    <a:pt x="26179" y="16387"/>
                    <a:pt x="30873" y="21087"/>
                    <a:pt x="36651" y="21087"/>
                  </a:cubicBezTo>
                  <a:cubicBezTo>
                    <a:pt x="42428" y="21087"/>
                    <a:pt x="47123" y="16387"/>
                    <a:pt x="47123" y="10601"/>
                  </a:cubicBezTo>
                  <a:cubicBezTo>
                    <a:pt x="47123" y="4815"/>
                    <a:pt x="42428" y="114"/>
                    <a:pt x="37012" y="114"/>
                  </a:cubicBezTo>
                  <a:close/>
                </a:path>
              </a:pathLst>
            </a:custGeom>
            <a:grpFill/>
            <a:ln w="3175" cap="flat">
              <a:solidFill>
                <a:schemeClr val="tx1"/>
              </a:solidFill>
              <a:prstDash val="solid"/>
              <a:miter/>
            </a:ln>
          </p:spPr>
          <p:txBody>
            <a:bodyPr rtlCol="0" anchor="ctr"/>
            <a:lstStyle/>
            <a:p>
              <a:endParaRPr lang="zh-CN" altLang="en-US"/>
            </a:p>
          </p:txBody>
        </p:sp>
        <p:sp>
          <p:nvSpPr>
            <p:cNvPr id="363" name="任意多边形: 形状 362"/>
            <p:cNvSpPr/>
            <p:nvPr/>
          </p:nvSpPr>
          <p:spPr>
            <a:xfrm>
              <a:off x="6870971" y="5131119"/>
              <a:ext cx="88829" cy="95101"/>
            </a:xfrm>
            <a:custGeom>
              <a:avLst/>
              <a:gdLst>
                <a:gd name="connsiteX0" fmla="*/ 43153 w 88829"/>
                <a:gd name="connsiteY0" fmla="*/ 114 h 95101"/>
                <a:gd name="connsiteX1" fmla="*/ 14626 w 88829"/>
                <a:gd name="connsiteY1" fmla="*/ 3007 h 95101"/>
                <a:gd name="connsiteX2" fmla="*/ 13543 w 88829"/>
                <a:gd name="connsiteY2" fmla="*/ 6985 h 95101"/>
                <a:gd name="connsiteX3" fmla="*/ 15709 w 88829"/>
                <a:gd name="connsiteY3" fmla="*/ 6623 h 95101"/>
                <a:gd name="connsiteX4" fmla="*/ 19320 w 88829"/>
                <a:gd name="connsiteY4" fmla="*/ 6262 h 95101"/>
                <a:gd name="connsiteX5" fmla="*/ 24376 w 88829"/>
                <a:gd name="connsiteY5" fmla="*/ 10239 h 95101"/>
                <a:gd name="connsiteX6" fmla="*/ 22209 w 88829"/>
                <a:gd name="connsiteY6" fmla="*/ 19279 h 95101"/>
                <a:gd name="connsiteX7" fmla="*/ 182 w 88829"/>
                <a:gd name="connsiteY7" fmla="*/ 93047 h 95101"/>
                <a:gd name="connsiteX8" fmla="*/ 15348 w 88829"/>
                <a:gd name="connsiteY8" fmla="*/ 93047 h 95101"/>
                <a:gd name="connsiteX9" fmla="*/ 22209 w 88829"/>
                <a:gd name="connsiteY9" fmla="*/ 69181 h 95101"/>
                <a:gd name="connsiteX10" fmla="*/ 41347 w 88829"/>
                <a:gd name="connsiteY10" fmla="*/ 34467 h 95101"/>
                <a:gd name="connsiteX11" fmla="*/ 67346 w 88829"/>
                <a:gd name="connsiteY11" fmla="*/ 12770 h 95101"/>
                <a:gd name="connsiteX12" fmla="*/ 72763 w 88829"/>
                <a:gd name="connsiteY12" fmla="*/ 18556 h 95101"/>
                <a:gd name="connsiteX13" fmla="*/ 70957 w 88829"/>
                <a:gd name="connsiteY13" fmla="*/ 28319 h 95101"/>
                <a:gd name="connsiteX14" fmla="*/ 54708 w 88829"/>
                <a:gd name="connsiteY14" fmla="*/ 80752 h 95101"/>
                <a:gd name="connsiteX15" fmla="*/ 53625 w 88829"/>
                <a:gd name="connsiteY15" fmla="*/ 86899 h 95101"/>
                <a:gd name="connsiteX16" fmla="*/ 62291 w 88829"/>
                <a:gd name="connsiteY16" fmla="*/ 95216 h 95101"/>
                <a:gd name="connsiteX17" fmla="*/ 89012 w 88829"/>
                <a:gd name="connsiteY17" fmla="*/ 75690 h 95101"/>
                <a:gd name="connsiteX18" fmla="*/ 87207 w 88829"/>
                <a:gd name="connsiteY18" fmla="*/ 73520 h 95101"/>
                <a:gd name="connsiteX19" fmla="*/ 73124 w 88829"/>
                <a:gd name="connsiteY19" fmla="*/ 85453 h 95101"/>
                <a:gd name="connsiteX20" fmla="*/ 70235 w 88829"/>
                <a:gd name="connsiteY20" fmla="*/ 82560 h 95101"/>
                <a:gd name="connsiteX21" fmla="*/ 71318 w 88829"/>
                <a:gd name="connsiteY21" fmla="*/ 78221 h 95101"/>
                <a:gd name="connsiteX22" fmla="*/ 86123 w 88829"/>
                <a:gd name="connsiteY22" fmla="*/ 26150 h 95101"/>
                <a:gd name="connsiteX23" fmla="*/ 87929 w 88829"/>
                <a:gd name="connsiteY23" fmla="*/ 14217 h 95101"/>
                <a:gd name="connsiteX24" fmla="*/ 76374 w 88829"/>
                <a:gd name="connsiteY24" fmla="*/ 837 h 95101"/>
                <a:gd name="connsiteX25" fmla="*/ 29431 w 88829"/>
                <a:gd name="connsiteY25" fmla="*/ 4386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3153" y="114"/>
                  </a:moveTo>
                  <a:cubicBezTo>
                    <a:pt x="30153" y="1922"/>
                    <a:pt x="27987" y="1922"/>
                    <a:pt x="14626" y="3007"/>
                  </a:cubicBezTo>
                  <a:lnTo>
                    <a:pt x="13543" y="6985"/>
                  </a:lnTo>
                  <a:lnTo>
                    <a:pt x="15709" y="6623"/>
                  </a:lnTo>
                  <a:cubicBezTo>
                    <a:pt x="17154" y="6262"/>
                    <a:pt x="18598" y="6262"/>
                    <a:pt x="19320" y="6262"/>
                  </a:cubicBezTo>
                  <a:cubicBezTo>
                    <a:pt x="22209" y="6262"/>
                    <a:pt x="24376" y="8431"/>
                    <a:pt x="24376" y="10239"/>
                  </a:cubicBezTo>
                  <a:cubicBezTo>
                    <a:pt x="24376" y="11324"/>
                    <a:pt x="23654" y="14578"/>
                    <a:pt x="22209" y="19279"/>
                  </a:cubicBezTo>
                  <a:lnTo>
                    <a:pt x="182" y="93047"/>
                  </a:lnTo>
                  <a:lnTo>
                    <a:pt x="15348" y="93047"/>
                  </a:lnTo>
                  <a:lnTo>
                    <a:pt x="22209" y="69181"/>
                  </a:lnTo>
                  <a:cubicBezTo>
                    <a:pt x="25459" y="57609"/>
                    <a:pt x="30876" y="47846"/>
                    <a:pt x="41347" y="34467"/>
                  </a:cubicBezTo>
                  <a:cubicBezTo>
                    <a:pt x="53625" y="19279"/>
                    <a:pt x="61208" y="12770"/>
                    <a:pt x="67346" y="12770"/>
                  </a:cubicBezTo>
                  <a:cubicBezTo>
                    <a:pt x="70235" y="12770"/>
                    <a:pt x="72763" y="15302"/>
                    <a:pt x="72763" y="18556"/>
                  </a:cubicBezTo>
                  <a:cubicBezTo>
                    <a:pt x="72763" y="21087"/>
                    <a:pt x="72041" y="25065"/>
                    <a:pt x="70957" y="28319"/>
                  </a:cubicBezTo>
                  <a:lnTo>
                    <a:pt x="54708" y="80752"/>
                  </a:lnTo>
                  <a:cubicBezTo>
                    <a:pt x="53986" y="82922"/>
                    <a:pt x="53625" y="85453"/>
                    <a:pt x="53625" y="86899"/>
                  </a:cubicBezTo>
                  <a:cubicBezTo>
                    <a:pt x="53625" y="91962"/>
                    <a:pt x="57235" y="95216"/>
                    <a:pt x="62291" y="95216"/>
                  </a:cubicBezTo>
                  <a:cubicBezTo>
                    <a:pt x="70235" y="95216"/>
                    <a:pt x="79262" y="88707"/>
                    <a:pt x="89012" y="75690"/>
                  </a:cubicBezTo>
                  <a:lnTo>
                    <a:pt x="87207" y="73520"/>
                  </a:lnTo>
                  <a:cubicBezTo>
                    <a:pt x="81429" y="80752"/>
                    <a:pt x="76012" y="85453"/>
                    <a:pt x="73124" y="85453"/>
                  </a:cubicBezTo>
                  <a:cubicBezTo>
                    <a:pt x="71679" y="85453"/>
                    <a:pt x="70235" y="84006"/>
                    <a:pt x="70235" y="82560"/>
                  </a:cubicBezTo>
                  <a:cubicBezTo>
                    <a:pt x="70235" y="81475"/>
                    <a:pt x="70596" y="80029"/>
                    <a:pt x="71318" y="78221"/>
                  </a:cubicBezTo>
                  <a:lnTo>
                    <a:pt x="86123" y="26150"/>
                  </a:lnTo>
                  <a:cubicBezTo>
                    <a:pt x="87207" y="22172"/>
                    <a:pt x="87929" y="18194"/>
                    <a:pt x="87929" y="14217"/>
                  </a:cubicBezTo>
                  <a:cubicBezTo>
                    <a:pt x="87929" y="5900"/>
                    <a:pt x="83596" y="837"/>
                    <a:pt x="76374" y="837"/>
                  </a:cubicBezTo>
                  <a:cubicBezTo>
                    <a:pt x="64096" y="837"/>
                    <a:pt x="50736" y="13132"/>
                    <a:pt x="29431" y="43868"/>
                  </a:cubicBezTo>
                  <a:close/>
                </a:path>
              </a:pathLst>
            </a:custGeom>
            <a:grpFill/>
            <a:ln w="3175" cap="flat">
              <a:solidFill>
                <a:schemeClr val="tx1"/>
              </a:solidFill>
              <a:prstDash val="solid"/>
              <a:miter/>
            </a:ln>
          </p:spPr>
          <p:txBody>
            <a:bodyPr rtlCol="0" anchor="ctr"/>
            <a:lstStyle/>
            <a:p>
              <a:endParaRPr lang="zh-CN" altLang="en-US"/>
            </a:p>
          </p:txBody>
        </p:sp>
        <p:sp>
          <p:nvSpPr>
            <p:cNvPr id="364" name="任意多边形: 形状 363"/>
            <p:cNvSpPr/>
            <p:nvPr/>
          </p:nvSpPr>
          <p:spPr>
            <a:xfrm>
              <a:off x="6969080" y="5131119"/>
              <a:ext cx="69691" cy="95463"/>
            </a:xfrm>
            <a:custGeom>
              <a:avLst/>
              <a:gdLst>
                <a:gd name="connsiteX0" fmla="*/ 69878 w 69691"/>
                <a:gd name="connsiteY0" fmla="*/ 837 h 95463"/>
                <a:gd name="connsiteX1" fmla="*/ 66990 w 69691"/>
                <a:gd name="connsiteY1" fmla="*/ 837 h 95463"/>
                <a:gd name="connsiteX2" fmla="*/ 60851 w 69691"/>
                <a:gd name="connsiteY2" fmla="*/ 5538 h 95463"/>
                <a:gd name="connsiteX3" fmla="*/ 57240 w 69691"/>
                <a:gd name="connsiteY3" fmla="*/ 4453 h 95463"/>
                <a:gd name="connsiteX4" fmla="*/ 42435 w 69691"/>
                <a:gd name="connsiteY4" fmla="*/ 114 h 95463"/>
                <a:gd name="connsiteX5" fmla="*/ 19325 w 69691"/>
                <a:gd name="connsiteY5" fmla="*/ 23619 h 95463"/>
                <a:gd name="connsiteX6" fmla="*/ 33047 w 69691"/>
                <a:gd name="connsiteY6" fmla="*/ 51101 h 95463"/>
                <a:gd name="connsiteX7" fmla="*/ 44963 w 69691"/>
                <a:gd name="connsiteY7" fmla="*/ 73520 h 95463"/>
                <a:gd name="connsiteX8" fmla="*/ 27991 w 69691"/>
                <a:gd name="connsiteY8" fmla="*/ 90877 h 95463"/>
                <a:gd name="connsiteX9" fmla="*/ 9214 w 69691"/>
                <a:gd name="connsiteY9" fmla="*/ 63757 h 95463"/>
                <a:gd name="connsiteX10" fmla="*/ 5964 w 69691"/>
                <a:gd name="connsiteY10" fmla="*/ 63757 h 95463"/>
                <a:gd name="connsiteX11" fmla="*/ 187 w 69691"/>
                <a:gd name="connsiteY11" fmla="*/ 95578 h 95463"/>
                <a:gd name="connsiteX12" fmla="*/ 4159 w 69691"/>
                <a:gd name="connsiteY12" fmla="*/ 95578 h 95463"/>
                <a:gd name="connsiteX13" fmla="*/ 9936 w 69691"/>
                <a:gd name="connsiteY13" fmla="*/ 91239 h 95463"/>
                <a:gd name="connsiteX14" fmla="*/ 13908 w 69691"/>
                <a:gd name="connsiteY14" fmla="*/ 92323 h 95463"/>
                <a:gd name="connsiteX15" fmla="*/ 30880 w 69691"/>
                <a:gd name="connsiteY15" fmla="*/ 95578 h 95463"/>
                <a:gd name="connsiteX16" fmla="*/ 59046 w 69691"/>
                <a:gd name="connsiteY16" fmla="*/ 68819 h 95463"/>
                <a:gd name="connsiteX17" fmla="*/ 44240 w 69691"/>
                <a:gd name="connsiteY17" fmla="*/ 39891 h 95463"/>
                <a:gd name="connsiteX18" fmla="*/ 32324 w 69691"/>
                <a:gd name="connsiteY18" fmla="*/ 18194 h 95463"/>
                <a:gd name="connsiteX19" fmla="*/ 44240 w 69691"/>
                <a:gd name="connsiteY19" fmla="*/ 5900 h 95463"/>
                <a:gd name="connsiteX20" fmla="*/ 61573 w 69691"/>
                <a:gd name="connsiteY20" fmla="*/ 26511 h 95463"/>
                <a:gd name="connsiteX21" fmla="*/ 61573 w 69691"/>
                <a:gd name="connsiteY21" fmla="*/ 30851 h 95463"/>
                <a:gd name="connsiteX22" fmla="*/ 64823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78" y="837"/>
                  </a:moveTo>
                  <a:lnTo>
                    <a:pt x="66990" y="837"/>
                  </a:lnTo>
                  <a:cubicBezTo>
                    <a:pt x="64823" y="4092"/>
                    <a:pt x="63017" y="5538"/>
                    <a:pt x="60851" y="5538"/>
                  </a:cubicBezTo>
                  <a:cubicBezTo>
                    <a:pt x="60129" y="5538"/>
                    <a:pt x="58684" y="5177"/>
                    <a:pt x="57240" y="4453"/>
                  </a:cubicBezTo>
                  <a:cubicBezTo>
                    <a:pt x="52185" y="1561"/>
                    <a:pt x="47129" y="114"/>
                    <a:pt x="42435" y="114"/>
                  </a:cubicBezTo>
                  <a:cubicBezTo>
                    <a:pt x="29797" y="114"/>
                    <a:pt x="19325" y="10601"/>
                    <a:pt x="19325" y="23619"/>
                  </a:cubicBezTo>
                  <a:cubicBezTo>
                    <a:pt x="19325" y="32659"/>
                    <a:pt x="22214" y="38083"/>
                    <a:pt x="33047" y="51101"/>
                  </a:cubicBezTo>
                  <a:cubicBezTo>
                    <a:pt x="41352" y="60864"/>
                    <a:pt x="44963" y="67373"/>
                    <a:pt x="44963" y="73520"/>
                  </a:cubicBezTo>
                  <a:cubicBezTo>
                    <a:pt x="44963" y="82922"/>
                    <a:pt x="37019" y="90877"/>
                    <a:pt x="27991" y="90877"/>
                  </a:cubicBezTo>
                  <a:cubicBezTo>
                    <a:pt x="17158" y="90877"/>
                    <a:pt x="9575" y="80029"/>
                    <a:pt x="9214" y="63757"/>
                  </a:cubicBezTo>
                  <a:lnTo>
                    <a:pt x="5964" y="63757"/>
                  </a:lnTo>
                  <a:lnTo>
                    <a:pt x="187" y="95578"/>
                  </a:lnTo>
                  <a:lnTo>
                    <a:pt x="4159" y="95578"/>
                  </a:lnTo>
                  <a:cubicBezTo>
                    <a:pt x="5603" y="92323"/>
                    <a:pt x="7409" y="91239"/>
                    <a:pt x="9936" y="91239"/>
                  </a:cubicBezTo>
                  <a:cubicBezTo>
                    <a:pt x="11020" y="91239"/>
                    <a:pt x="12464" y="91600"/>
                    <a:pt x="13908" y="92323"/>
                  </a:cubicBezTo>
                  <a:cubicBezTo>
                    <a:pt x="23658" y="95216"/>
                    <a:pt x="25825" y="95578"/>
                    <a:pt x="30880" y="95578"/>
                  </a:cubicBezTo>
                  <a:cubicBezTo>
                    <a:pt x="46407" y="95578"/>
                    <a:pt x="59046" y="83645"/>
                    <a:pt x="59046" y="68819"/>
                  </a:cubicBezTo>
                  <a:cubicBezTo>
                    <a:pt x="59046" y="59779"/>
                    <a:pt x="55435" y="53270"/>
                    <a:pt x="44240" y="39891"/>
                  </a:cubicBezTo>
                  <a:cubicBezTo>
                    <a:pt x="34491" y="28319"/>
                    <a:pt x="32324" y="23980"/>
                    <a:pt x="32324" y="18194"/>
                  </a:cubicBezTo>
                  <a:cubicBezTo>
                    <a:pt x="32324" y="11324"/>
                    <a:pt x="37380" y="5900"/>
                    <a:pt x="44240" y="5900"/>
                  </a:cubicBezTo>
                  <a:cubicBezTo>
                    <a:pt x="53990" y="5900"/>
                    <a:pt x="61573" y="14578"/>
                    <a:pt x="61573" y="26511"/>
                  </a:cubicBezTo>
                  <a:cubicBezTo>
                    <a:pt x="61573" y="27596"/>
                    <a:pt x="61573" y="29043"/>
                    <a:pt x="61573" y="30851"/>
                  </a:cubicBezTo>
                  <a:lnTo>
                    <a:pt x="64823" y="30851"/>
                  </a:lnTo>
                  <a:close/>
                </a:path>
              </a:pathLst>
            </a:custGeom>
            <a:grpFill/>
            <a:ln w="3175" cap="flat">
              <a:solidFill>
                <a:schemeClr val="tx1"/>
              </a:solidFill>
              <a:prstDash val="solid"/>
              <a:miter/>
            </a:ln>
          </p:spPr>
          <p:txBody>
            <a:bodyPr rtlCol="0" anchor="ctr"/>
            <a:lstStyle/>
            <a:p>
              <a:endParaRPr lang="zh-CN" altLang="en-US"/>
            </a:p>
          </p:txBody>
        </p:sp>
      </p:grpSp>
      <p:grpSp>
        <p:nvGrpSpPr>
          <p:cNvPr id="365" name="Graphic 2"/>
          <p:cNvGrpSpPr/>
          <p:nvPr/>
        </p:nvGrpSpPr>
        <p:grpSpPr>
          <a:xfrm>
            <a:off x="7186306" y="4947315"/>
            <a:ext cx="155487" cy="157767"/>
            <a:chOff x="7048977" y="5110508"/>
            <a:chExt cx="123266" cy="116074"/>
          </a:xfrm>
          <a:solidFill>
            <a:schemeClr val="tx1"/>
          </a:solidFill>
        </p:grpSpPr>
        <p:sp>
          <p:nvSpPr>
            <p:cNvPr id="366" name="任意多边形: 形状 365"/>
            <p:cNvSpPr/>
            <p:nvPr/>
          </p:nvSpPr>
          <p:spPr>
            <a:xfrm>
              <a:off x="7048977" y="5110508"/>
              <a:ext cx="50914" cy="116074"/>
            </a:xfrm>
            <a:custGeom>
              <a:avLst/>
              <a:gdLst>
                <a:gd name="connsiteX0" fmla="*/ 35577 w 50914"/>
                <a:gd name="connsiteY0" fmla="*/ 29404 h 116074"/>
                <a:gd name="connsiteX1" fmla="*/ 49299 w 50914"/>
                <a:gd name="connsiteY1" fmla="*/ 29404 h 116074"/>
                <a:gd name="connsiteX2" fmla="*/ 51104 w 50914"/>
                <a:gd name="connsiteY2" fmla="*/ 22895 h 116074"/>
                <a:gd name="connsiteX3" fmla="*/ 37383 w 50914"/>
                <a:gd name="connsiteY3" fmla="*/ 22895 h 116074"/>
                <a:gd name="connsiteX4" fmla="*/ 44244 w 50914"/>
                <a:gd name="connsiteY4" fmla="*/ 114 h 116074"/>
                <a:gd name="connsiteX5" fmla="*/ 39188 w 50914"/>
                <a:gd name="connsiteY5" fmla="*/ 114 h 116074"/>
                <a:gd name="connsiteX6" fmla="*/ 8134 w 50914"/>
                <a:gd name="connsiteY6" fmla="*/ 22895 h 116074"/>
                <a:gd name="connsiteX7" fmla="*/ 6328 w 50914"/>
                <a:gd name="connsiteY7" fmla="*/ 29404 h 116074"/>
                <a:gd name="connsiteX8" fmla="*/ 20772 w 50914"/>
                <a:gd name="connsiteY8" fmla="*/ 29404 h 116074"/>
                <a:gd name="connsiteX9" fmla="*/ 2717 w 50914"/>
                <a:gd name="connsiteY9" fmla="*/ 92323 h 116074"/>
                <a:gd name="connsiteX10" fmla="*/ 190 w 50914"/>
                <a:gd name="connsiteY10" fmla="*/ 106064 h 116074"/>
                <a:gd name="connsiteX11" fmla="*/ 10300 w 50914"/>
                <a:gd name="connsiteY11" fmla="*/ 116189 h 116074"/>
                <a:gd name="connsiteX12" fmla="*/ 36299 w 50914"/>
                <a:gd name="connsiteY12" fmla="*/ 95216 h 116074"/>
                <a:gd name="connsiteX13" fmla="*/ 34133 w 50914"/>
                <a:gd name="connsiteY13" fmla="*/ 92323 h 116074"/>
                <a:gd name="connsiteX14" fmla="*/ 18606 w 50914"/>
                <a:gd name="connsiteY14" fmla="*/ 106426 h 116074"/>
                <a:gd name="connsiteX15" fmla="*/ 15356 w 50914"/>
                <a:gd name="connsiteY15" fmla="*/ 103171 h 116074"/>
                <a:gd name="connsiteX16" fmla="*/ 17161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77" y="29404"/>
                  </a:moveTo>
                  <a:lnTo>
                    <a:pt x="49299" y="29404"/>
                  </a:lnTo>
                  <a:lnTo>
                    <a:pt x="51104" y="22895"/>
                  </a:lnTo>
                  <a:lnTo>
                    <a:pt x="37383" y="22895"/>
                  </a:lnTo>
                  <a:lnTo>
                    <a:pt x="44244" y="114"/>
                  </a:lnTo>
                  <a:lnTo>
                    <a:pt x="39188" y="114"/>
                  </a:lnTo>
                  <a:cubicBezTo>
                    <a:pt x="27994" y="14578"/>
                    <a:pt x="20411" y="20364"/>
                    <a:pt x="8134" y="22895"/>
                  </a:cubicBezTo>
                  <a:lnTo>
                    <a:pt x="6328" y="29404"/>
                  </a:lnTo>
                  <a:lnTo>
                    <a:pt x="20772" y="29404"/>
                  </a:lnTo>
                  <a:lnTo>
                    <a:pt x="2717" y="92323"/>
                  </a:lnTo>
                  <a:cubicBezTo>
                    <a:pt x="912" y="97386"/>
                    <a:pt x="190" y="103171"/>
                    <a:pt x="190" y="106064"/>
                  </a:cubicBezTo>
                  <a:cubicBezTo>
                    <a:pt x="190" y="112211"/>
                    <a:pt x="4162" y="116189"/>
                    <a:pt x="10300" y="116189"/>
                  </a:cubicBezTo>
                  <a:cubicBezTo>
                    <a:pt x="18245" y="116189"/>
                    <a:pt x="26550" y="109680"/>
                    <a:pt x="36299" y="95216"/>
                  </a:cubicBezTo>
                  <a:lnTo>
                    <a:pt x="34133" y="92323"/>
                  </a:lnTo>
                  <a:cubicBezTo>
                    <a:pt x="27994" y="100640"/>
                    <a:pt x="21856" y="106426"/>
                    <a:pt x="18606" y="106426"/>
                  </a:cubicBezTo>
                  <a:cubicBezTo>
                    <a:pt x="16800" y="106426"/>
                    <a:pt x="15356" y="104979"/>
                    <a:pt x="15356" y="103171"/>
                  </a:cubicBezTo>
                  <a:cubicBezTo>
                    <a:pt x="15356" y="102087"/>
                    <a:pt x="15356" y="102087"/>
                    <a:pt x="17161" y="93770"/>
                  </a:cubicBezTo>
                  <a:close/>
                </a:path>
              </a:pathLst>
            </a:custGeom>
            <a:grpFill/>
            <a:ln w="3175" cap="flat">
              <a:solidFill>
                <a:schemeClr val="tx1"/>
              </a:solidFill>
              <a:prstDash val="solid"/>
              <a:miter/>
            </a:ln>
          </p:spPr>
          <p:txBody>
            <a:bodyPr rtlCol="0" anchor="ctr"/>
            <a:lstStyle/>
            <a:p>
              <a:endParaRPr lang="zh-CN" altLang="en-US"/>
            </a:p>
          </p:txBody>
        </p:sp>
        <p:sp>
          <p:nvSpPr>
            <p:cNvPr id="367" name="任意多边形: 形状 366"/>
            <p:cNvSpPr/>
            <p:nvPr/>
          </p:nvSpPr>
          <p:spPr>
            <a:xfrm>
              <a:off x="7100747" y="5130035"/>
              <a:ext cx="71497" cy="94017"/>
            </a:xfrm>
            <a:custGeom>
              <a:avLst/>
              <a:gdLst>
                <a:gd name="connsiteX0" fmla="*/ 41718 w 71497"/>
                <a:gd name="connsiteY0" fmla="*/ 476 h 94017"/>
                <a:gd name="connsiteX1" fmla="*/ 12108 w 71497"/>
                <a:gd name="connsiteY1" fmla="*/ 4092 h 94017"/>
                <a:gd name="connsiteX2" fmla="*/ 10664 w 71497"/>
                <a:gd name="connsiteY2" fmla="*/ 8431 h 94017"/>
                <a:gd name="connsiteX3" fmla="*/ 15719 w 71497"/>
                <a:gd name="connsiteY3" fmla="*/ 7708 h 94017"/>
                <a:gd name="connsiteX4" fmla="*/ 18969 w 71497"/>
                <a:gd name="connsiteY4" fmla="*/ 7346 h 94017"/>
                <a:gd name="connsiteX5" fmla="*/ 23663 w 71497"/>
                <a:gd name="connsiteY5" fmla="*/ 11324 h 94017"/>
                <a:gd name="connsiteX6" fmla="*/ 21497 w 71497"/>
                <a:gd name="connsiteY6" fmla="*/ 20364 h 94017"/>
                <a:gd name="connsiteX7" fmla="*/ 192 w 71497"/>
                <a:gd name="connsiteY7" fmla="*/ 94131 h 94017"/>
                <a:gd name="connsiteX8" fmla="*/ 16442 w 71497"/>
                <a:gd name="connsiteY8" fmla="*/ 94131 h 94017"/>
                <a:gd name="connsiteX9" fmla="*/ 39552 w 71497"/>
                <a:gd name="connsiteY9" fmla="*/ 35551 h 94017"/>
                <a:gd name="connsiteX10" fmla="*/ 53273 w 71497"/>
                <a:gd name="connsiteY10" fmla="*/ 16748 h 94017"/>
                <a:gd name="connsiteX11" fmla="*/ 54718 w 71497"/>
                <a:gd name="connsiteY11" fmla="*/ 20002 h 94017"/>
                <a:gd name="connsiteX12" fmla="*/ 61217 w 71497"/>
                <a:gd name="connsiteY12" fmla="*/ 25427 h 94017"/>
                <a:gd name="connsiteX13" fmla="*/ 71689 w 71497"/>
                <a:gd name="connsiteY13" fmla="*/ 11324 h 94017"/>
                <a:gd name="connsiteX14" fmla="*/ 63384 w 71497"/>
                <a:gd name="connsiteY14" fmla="*/ 114 h 94017"/>
                <a:gd name="connsiteX15" fmla="*/ 28719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18" y="476"/>
                  </a:moveTo>
                  <a:cubicBezTo>
                    <a:pt x="28719" y="2645"/>
                    <a:pt x="26552" y="2645"/>
                    <a:pt x="12108" y="4092"/>
                  </a:cubicBezTo>
                  <a:lnTo>
                    <a:pt x="10664" y="8431"/>
                  </a:lnTo>
                  <a:cubicBezTo>
                    <a:pt x="12831" y="8070"/>
                    <a:pt x="14997" y="7708"/>
                    <a:pt x="15719" y="7708"/>
                  </a:cubicBezTo>
                  <a:cubicBezTo>
                    <a:pt x="16803" y="7346"/>
                    <a:pt x="18247" y="7346"/>
                    <a:pt x="18969" y="7346"/>
                  </a:cubicBezTo>
                  <a:cubicBezTo>
                    <a:pt x="21136" y="7346"/>
                    <a:pt x="23663" y="9154"/>
                    <a:pt x="23663" y="11324"/>
                  </a:cubicBezTo>
                  <a:cubicBezTo>
                    <a:pt x="23663" y="12409"/>
                    <a:pt x="22580" y="15663"/>
                    <a:pt x="21497" y="20364"/>
                  </a:cubicBezTo>
                  <a:lnTo>
                    <a:pt x="192" y="94131"/>
                  </a:lnTo>
                  <a:lnTo>
                    <a:pt x="16442" y="94131"/>
                  </a:lnTo>
                  <a:cubicBezTo>
                    <a:pt x="20775" y="76774"/>
                    <a:pt x="28719" y="56163"/>
                    <a:pt x="39552" y="35551"/>
                  </a:cubicBezTo>
                  <a:cubicBezTo>
                    <a:pt x="43885" y="27234"/>
                    <a:pt x="51468" y="16748"/>
                    <a:pt x="53273" y="16748"/>
                  </a:cubicBezTo>
                  <a:cubicBezTo>
                    <a:pt x="53996" y="16748"/>
                    <a:pt x="54357" y="17833"/>
                    <a:pt x="54718" y="20002"/>
                  </a:cubicBezTo>
                  <a:cubicBezTo>
                    <a:pt x="55079" y="23618"/>
                    <a:pt x="57606" y="25427"/>
                    <a:pt x="61217" y="25427"/>
                  </a:cubicBezTo>
                  <a:cubicBezTo>
                    <a:pt x="66634" y="25427"/>
                    <a:pt x="71689" y="18556"/>
                    <a:pt x="71689" y="11324"/>
                  </a:cubicBezTo>
                  <a:cubicBezTo>
                    <a:pt x="71689" y="4815"/>
                    <a:pt x="68439" y="114"/>
                    <a:pt x="63384" y="114"/>
                  </a:cubicBezTo>
                  <a:cubicBezTo>
                    <a:pt x="54357" y="114"/>
                    <a:pt x="40996" y="17833"/>
                    <a:pt x="28719" y="45315"/>
                  </a:cubicBezTo>
                  <a:close/>
                </a:path>
              </a:pathLst>
            </a:custGeom>
            <a:grpFill/>
            <a:ln w="3175" cap="flat">
              <a:solidFill>
                <a:schemeClr val="tx1"/>
              </a:solidFill>
              <a:prstDash val="solid"/>
              <a:miter/>
            </a:ln>
          </p:spPr>
          <p:txBody>
            <a:bodyPr rtlCol="0" anchor="ctr"/>
            <a:lstStyle/>
            <a:p>
              <a:endParaRPr lang="zh-CN" altLang="en-US"/>
            </a:p>
          </p:txBody>
        </p:sp>
      </p:grpSp>
      <p:grpSp>
        <p:nvGrpSpPr>
          <p:cNvPr id="368" name="Graphic 2"/>
          <p:cNvGrpSpPr/>
          <p:nvPr/>
        </p:nvGrpSpPr>
        <p:grpSpPr>
          <a:xfrm>
            <a:off x="7348845" y="4947315"/>
            <a:ext cx="295223" cy="158259"/>
            <a:chOff x="7177834" y="5110508"/>
            <a:chExt cx="234045" cy="116436"/>
          </a:xfrm>
          <a:solidFill>
            <a:schemeClr val="tx1"/>
          </a:solidFill>
        </p:grpSpPr>
        <p:sp>
          <p:nvSpPr>
            <p:cNvPr id="369" name="任意多边形: 形状 368"/>
            <p:cNvSpPr/>
            <p:nvPr/>
          </p:nvSpPr>
          <p:spPr>
            <a:xfrm>
              <a:off x="7177834" y="5131842"/>
              <a:ext cx="89190" cy="95101"/>
            </a:xfrm>
            <a:custGeom>
              <a:avLst/>
              <a:gdLst>
                <a:gd name="connsiteX0" fmla="*/ 89386 w 89190"/>
                <a:gd name="connsiteY0" fmla="*/ 2284 h 95101"/>
                <a:gd name="connsiteX1" fmla="*/ 73859 w 89190"/>
                <a:gd name="connsiteY1" fmla="*/ 2284 h 95101"/>
                <a:gd name="connsiteX2" fmla="*/ 69165 w 89190"/>
                <a:gd name="connsiteY2" fmla="*/ 19641 h 95101"/>
                <a:gd name="connsiteX3" fmla="*/ 48221 w 89190"/>
                <a:gd name="connsiteY3" fmla="*/ 61949 h 95101"/>
                <a:gd name="connsiteX4" fmla="*/ 24389 w 89190"/>
                <a:gd name="connsiteY4" fmla="*/ 83283 h 95101"/>
                <a:gd name="connsiteX5" fmla="*/ 17889 w 89190"/>
                <a:gd name="connsiteY5" fmla="*/ 77136 h 95101"/>
                <a:gd name="connsiteX6" fmla="*/ 19334 w 89190"/>
                <a:gd name="connsiteY6" fmla="*/ 69181 h 95101"/>
                <a:gd name="connsiteX7" fmla="*/ 34500 w 89190"/>
                <a:gd name="connsiteY7" fmla="*/ 16025 h 95101"/>
                <a:gd name="connsiteX8" fmla="*/ 35583 w 89190"/>
                <a:gd name="connsiteY8" fmla="*/ 8070 h 95101"/>
                <a:gd name="connsiteX9" fmla="*/ 27278 w 89190"/>
                <a:gd name="connsiteY9" fmla="*/ 114 h 95101"/>
                <a:gd name="connsiteX10" fmla="*/ 195 w 89190"/>
                <a:gd name="connsiteY10" fmla="*/ 21087 h 95101"/>
                <a:gd name="connsiteX11" fmla="*/ 2362 w 89190"/>
                <a:gd name="connsiteY11" fmla="*/ 23257 h 95101"/>
                <a:gd name="connsiteX12" fmla="*/ 5251 w 89190"/>
                <a:gd name="connsiteY12" fmla="*/ 20003 h 95101"/>
                <a:gd name="connsiteX13" fmla="*/ 16445 w 89190"/>
                <a:gd name="connsiteY13" fmla="*/ 10962 h 95101"/>
                <a:gd name="connsiteX14" fmla="*/ 20056 w 89190"/>
                <a:gd name="connsiteY14" fmla="*/ 14217 h 95101"/>
                <a:gd name="connsiteX15" fmla="*/ 19334 w 89190"/>
                <a:gd name="connsiteY15" fmla="*/ 18556 h 95101"/>
                <a:gd name="connsiteX16" fmla="*/ 3445 w 89190"/>
                <a:gd name="connsiteY16" fmla="*/ 73882 h 95101"/>
                <a:gd name="connsiteX17" fmla="*/ 2362 w 89190"/>
                <a:gd name="connsiteY17" fmla="*/ 80752 h 95101"/>
                <a:gd name="connsiteX18" fmla="*/ 13195 w 89190"/>
                <a:gd name="connsiteY18" fmla="*/ 95216 h 95101"/>
                <a:gd name="connsiteX19" fmla="*/ 35222 w 89190"/>
                <a:gd name="connsiteY19" fmla="*/ 83283 h 95101"/>
                <a:gd name="connsiteX20" fmla="*/ 60137 w 89190"/>
                <a:gd name="connsiteY20" fmla="*/ 50739 h 95101"/>
                <a:gd name="connsiteX21" fmla="*/ 52193 w 89190"/>
                <a:gd name="connsiteY21" fmla="*/ 77859 h 95101"/>
                <a:gd name="connsiteX22" fmla="*/ 50388 w 89190"/>
                <a:gd name="connsiteY22" fmla="*/ 87623 h 95101"/>
                <a:gd name="connsiteX23" fmla="*/ 58332 w 89190"/>
                <a:gd name="connsiteY23" fmla="*/ 94855 h 95101"/>
                <a:gd name="connsiteX24" fmla="*/ 84692 w 89190"/>
                <a:gd name="connsiteY24" fmla="*/ 76774 h 95101"/>
                <a:gd name="connsiteX25" fmla="*/ 82887 w 89190"/>
                <a:gd name="connsiteY25" fmla="*/ 73882 h 95101"/>
                <a:gd name="connsiteX26" fmla="*/ 69526 w 89190"/>
                <a:gd name="connsiteY26" fmla="*/ 84730 h 95101"/>
                <a:gd name="connsiteX27" fmla="*/ 66998 w 89190"/>
                <a:gd name="connsiteY27" fmla="*/ 82198 h 95101"/>
                <a:gd name="connsiteX28" fmla="*/ 67359 w 89190"/>
                <a:gd name="connsiteY28" fmla="*/ 80390 h 95101"/>
                <a:gd name="connsiteX29" fmla="*/ 68443 w 89190"/>
                <a:gd name="connsiteY29" fmla="*/ 75328 h 95101"/>
                <a:gd name="connsiteX30" fmla="*/ 69526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86" y="2284"/>
                  </a:moveTo>
                  <a:lnTo>
                    <a:pt x="73859" y="2284"/>
                  </a:lnTo>
                  <a:lnTo>
                    <a:pt x="69165" y="19641"/>
                  </a:lnTo>
                  <a:cubicBezTo>
                    <a:pt x="63026" y="39891"/>
                    <a:pt x="60860" y="44953"/>
                    <a:pt x="48221" y="61949"/>
                  </a:cubicBezTo>
                  <a:cubicBezTo>
                    <a:pt x="38472" y="75690"/>
                    <a:pt x="29805" y="83283"/>
                    <a:pt x="24389" y="83283"/>
                  </a:cubicBezTo>
                  <a:cubicBezTo>
                    <a:pt x="20056" y="83283"/>
                    <a:pt x="17889" y="81114"/>
                    <a:pt x="17889" y="77136"/>
                  </a:cubicBezTo>
                  <a:cubicBezTo>
                    <a:pt x="17889" y="75328"/>
                    <a:pt x="18250" y="72797"/>
                    <a:pt x="19334" y="69181"/>
                  </a:cubicBezTo>
                  <a:lnTo>
                    <a:pt x="34500" y="16025"/>
                  </a:lnTo>
                  <a:cubicBezTo>
                    <a:pt x="35222" y="13855"/>
                    <a:pt x="35583" y="9878"/>
                    <a:pt x="35583" y="8070"/>
                  </a:cubicBezTo>
                  <a:cubicBezTo>
                    <a:pt x="35583" y="3369"/>
                    <a:pt x="32333" y="114"/>
                    <a:pt x="27278" y="114"/>
                  </a:cubicBezTo>
                  <a:cubicBezTo>
                    <a:pt x="19334" y="114"/>
                    <a:pt x="13556" y="4815"/>
                    <a:pt x="195" y="21087"/>
                  </a:cubicBezTo>
                  <a:lnTo>
                    <a:pt x="2362" y="23257"/>
                  </a:lnTo>
                  <a:lnTo>
                    <a:pt x="5251" y="20003"/>
                  </a:lnTo>
                  <a:cubicBezTo>
                    <a:pt x="11750" y="12409"/>
                    <a:pt x="13556" y="10962"/>
                    <a:pt x="16445" y="10962"/>
                  </a:cubicBezTo>
                  <a:cubicBezTo>
                    <a:pt x="18250" y="10962"/>
                    <a:pt x="20056" y="12409"/>
                    <a:pt x="20056" y="14217"/>
                  </a:cubicBezTo>
                  <a:cubicBezTo>
                    <a:pt x="20056" y="15302"/>
                    <a:pt x="19695" y="16748"/>
                    <a:pt x="19334" y="18556"/>
                  </a:cubicBezTo>
                  <a:lnTo>
                    <a:pt x="3445" y="73882"/>
                  </a:lnTo>
                  <a:cubicBezTo>
                    <a:pt x="2723" y="76051"/>
                    <a:pt x="2362" y="78221"/>
                    <a:pt x="2362" y="80752"/>
                  </a:cubicBezTo>
                  <a:cubicBezTo>
                    <a:pt x="2362" y="89792"/>
                    <a:pt x="6695" y="95216"/>
                    <a:pt x="13195" y="95216"/>
                  </a:cubicBezTo>
                  <a:cubicBezTo>
                    <a:pt x="19334" y="95216"/>
                    <a:pt x="26556" y="91239"/>
                    <a:pt x="35222" y="83283"/>
                  </a:cubicBezTo>
                  <a:cubicBezTo>
                    <a:pt x="42805" y="75690"/>
                    <a:pt x="48943" y="68096"/>
                    <a:pt x="60137" y="50739"/>
                  </a:cubicBezTo>
                  <a:lnTo>
                    <a:pt x="52193" y="77859"/>
                  </a:lnTo>
                  <a:cubicBezTo>
                    <a:pt x="51110" y="81837"/>
                    <a:pt x="50388" y="85091"/>
                    <a:pt x="50388" y="87623"/>
                  </a:cubicBezTo>
                  <a:cubicBezTo>
                    <a:pt x="50388" y="91600"/>
                    <a:pt x="53638" y="94855"/>
                    <a:pt x="58332" y="94855"/>
                  </a:cubicBezTo>
                  <a:cubicBezTo>
                    <a:pt x="65915" y="94855"/>
                    <a:pt x="76026" y="87984"/>
                    <a:pt x="84692" y="76774"/>
                  </a:cubicBezTo>
                  <a:lnTo>
                    <a:pt x="82887" y="73882"/>
                  </a:lnTo>
                  <a:cubicBezTo>
                    <a:pt x="76748" y="81114"/>
                    <a:pt x="72415" y="84730"/>
                    <a:pt x="69526" y="84730"/>
                  </a:cubicBezTo>
                  <a:cubicBezTo>
                    <a:pt x="68081" y="84730"/>
                    <a:pt x="66998" y="83645"/>
                    <a:pt x="66998" y="82198"/>
                  </a:cubicBezTo>
                  <a:cubicBezTo>
                    <a:pt x="66998" y="81837"/>
                    <a:pt x="66998" y="81114"/>
                    <a:pt x="67359" y="80390"/>
                  </a:cubicBezTo>
                  <a:cubicBezTo>
                    <a:pt x="67359" y="80029"/>
                    <a:pt x="67720" y="78221"/>
                    <a:pt x="68443" y="75328"/>
                  </a:cubicBezTo>
                  <a:cubicBezTo>
                    <a:pt x="68804" y="74243"/>
                    <a:pt x="69165" y="72435"/>
                    <a:pt x="69526" y="70627"/>
                  </a:cubicBezTo>
                  <a:close/>
                </a:path>
              </a:pathLst>
            </a:custGeom>
            <a:grpFill/>
            <a:ln w="3175" cap="flat">
              <a:solidFill>
                <a:schemeClr val="tx1"/>
              </a:solidFill>
              <a:prstDash val="solid"/>
              <a:miter/>
            </a:ln>
          </p:spPr>
          <p:txBody>
            <a:bodyPr rtlCol="0" anchor="ctr"/>
            <a:lstStyle/>
            <a:p>
              <a:endParaRPr lang="zh-CN" altLang="en-US"/>
            </a:p>
          </p:txBody>
        </p:sp>
        <p:sp>
          <p:nvSpPr>
            <p:cNvPr id="370" name="任意多边形: 形状 369"/>
            <p:cNvSpPr/>
            <p:nvPr/>
          </p:nvSpPr>
          <p:spPr>
            <a:xfrm>
              <a:off x="7278678" y="5131481"/>
              <a:ext cx="74024" cy="95101"/>
            </a:xfrm>
            <a:custGeom>
              <a:avLst/>
              <a:gdLst>
                <a:gd name="connsiteX0" fmla="*/ 61586 w 74024"/>
                <a:gd name="connsiteY0" fmla="*/ 69904 h 95101"/>
                <a:gd name="connsiteX1" fmla="*/ 35226 w 74024"/>
                <a:gd name="connsiteY1" fmla="*/ 86176 h 95101"/>
                <a:gd name="connsiteX2" fmla="*/ 16449 w 74024"/>
                <a:gd name="connsiteY2" fmla="*/ 63395 h 95101"/>
                <a:gd name="connsiteX3" fmla="*/ 54725 w 74024"/>
                <a:gd name="connsiteY3" fmla="*/ 4815 h 95101"/>
                <a:gd name="connsiteX4" fmla="*/ 62670 w 74024"/>
                <a:gd name="connsiteY4" fmla="*/ 10601 h 95101"/>
                <a:gd name="connsiteX5" fmla="*/ 59420 w 74024"/>
                <a:gd name="connsiteY5" fmla="*/ 15663 h 95101"/>
                <a:gd name="connsiteX6" fmla="*/ 56170 w 74024"/>
                <a:gd name="connsiteY6" fmla="*/ 22895 h 95101"/>
                <a:gd name="connsiteX7" fmla="*/ 63392 w 74024"/>
                <a:gd name="connsiteY7" fmla="*/ 29766 h 95101"/>
                <a:gd name="connsiteX8" fmla="*/ 74225 w 74024"/>
                <a:gd name="connsiteY8" fmla="*/ 16025 h 95101"/>
                <a:gd name="connsiteX9" fmla="*/ 55809 w 74024"/>
                <a:gd name="connsiteY9" fmla="*/ 114 h 95101"/>
                <a:gd name="connsiteX10" fmla="*/ 200 w 74024"/>
                <a:gd name="connsiteY10" fmla="*/ 64480 h 95101"/>
                <a:gd name="connsiteX11" fmla="*/ 7422 w 74024"/>
                <a:gd name="connsiteY11" fmla="*/ 86538 h 95101"/>
                <a:gd name="connsiteX12" fmla="*/ 26560 w 74024"/>
                <a:gd name="connsiteY12" fmla="*/ 95216 h 95101"/>
                <a:gd name="connsiteX13" fmla="*/ 65558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586" y="69904"/>
                  </a:moveTo>
                  <a:cubicBezTo>
                    <a:pt x="54364" y="80029"/>
                    <a:pt x="44976" y="86176"/>
                    <a:pt x="35226" y="86176"/>
                  </a:cubicBezTo>
                  <a:cubicBezTo>
                    <a:pt x="24393" y="86176"/>
                    <a:pt x="16449" y="76774"/>
                    <a:pt x="16449" y="63395"/>
                  </a:cubicBezTo>
                  <a:cubicBezTo>
                    <a:pt x="16449" y="35190"/>
                    <a:pt x="36310" y="4815"/>
                    <a:pt x="54725" y="4815"/>
                  </a:cubicBezTo>
                  <a:cubicBezTo>
                    <a:pt x="58698" y="4815"/>
                    <a:pt x="62670" y="7708"/>
                    <a:pt x="62670" y="10601"/>
                  </a:cubicBezTo>
                  <a:cubicBezTo>
                    <a:pt x="62670" y="12409"/>
                    <a:pt x="62309" y="12770"/>
                    <a:pt x="59420" y="15663"/>
                  </a:cubicBezTo>
                  <a:cubicBezTo>
                    <a:pt x="57253" y="17833"/>
                    <a:pt x="56170" y="20364"/>
                    <a:pt x="56170" y="22895"/>
                  </a:cubicBezTo>
                  <a:cubicBezTo>
                    <a:pt x="56170" y="26511"/>
                    <a:pt x="59420" y="29766"/>
                    <a:pt x="63392" y="29766"/>
                  </a:cubicBezTo>
                  <a:cubicBezTo>
                    <a:pt x="69169" y="29766"/>
                    <a:pt x="74225" y="23257"/>
                    <a:pt x="74225" y="16025"/>
                  </a:cubicBezTo>
                  <a:cubicBezTo>
                    <a:pt x="74225" y="7346"/>
                    <a:pt x="65919" y="114"/>
                    <a:pt x="55809" y="114"/>
                  </a:cubicBezTo>
                  <a:cubicBezTo>
                    <a:pt x="28365" y="114"/>
                    <a:pt x="200" y="32659"/>
                    <a:pt x="200" y="64480"/>
                  </a:cubicBezTo>
                  <a:cubicBezTo>
                    <a:pt x="200" y="73520"/>
                    <a:pt x="2728" y="81475"/>
                    <a:pt x="7422" y="86538"/>
                  </a:cubicBezTo>
                  <a:cubicBezTo>
                    <a:pt x="12116" y="91600"/>
                    <a:pt x="19699" y="95216"/>
                    <a:pt x="26560" y="95216"/>
                  </a:cubicBezTo>
                  <a:cubicBezTo>
                    <a:pt x="40282" y="95216"/>
                    <a:pt x="55448" y="86176"/>
                    <a:pt x="65558" y="71712"/>
                  </a:cubicBezTo>
                  <a:close/>
                </a:path>
              </a:pathLst>
            </a:custGeom>
            <a:grpFill/>
            <a:ln w="3175" cap="flat">
              <a:solidFill>
                <a:schemeClr val="tx1"/>
              </a:solidFill>
              <a:prstDash val="solid"/>
              <a:miter/>
            </a:ln>
          </p:spPr>
          <p:txBody>
            <a:bodyPr rtlCol="0" anchor="ctr"/>
            <a:lstStyle/>
            <a:p>
              <a:endParaRPr lang="zh-CN" altLang="en-US"/>
            </a:p>
          </p:txBody>
        </p:sp>
        <p:sp>
          <p:nvSpPr>
            <p:cNvPr id="371" name="任意多边形: 形状 370"/>
            <p:cNvSpPr/>
            <p:nvPr/>
          </p:nvSpPr>
          <p:spPr>
            <a:xfrm>
              <a:off x="7360964" y="5110508"/>
              <a:ext cx="50914" cy="116074"/>
            </a:xfrm>
            <a:custGeom>
              <a:avLst/>
              <a:gdLst>
                <a:gd name="connsiteX0" fmla="*/ 35591 w 50914"/>
                <a:gd name="connsiteY0" fmla="*/ 29404 h 116074"/>
                <a:gd name="connsiteX1" fmla="*/ 49312 w 50914"/>
                <a:gd name="connsiteY1" fmla="*/ 29404 h 116074"/>
                <a:gd name="connsiteX2" fmla="*/ 51118 w 50914"/>
                <a:gd name="connsiteY2" fmla="*/ 22895 h 116074"/>
                <a:gd name="connsiteX3" fmla="*/ 37396 w 50914"/>
                <a:gd name="connsiteY3" fmla="*/ 22895 h 116074"/>
                <a:gd name="connsiteX4" fmla="*/ 44257 w 50914"/>
                <a:gd name="connsiteY4" fmla="*/ 114 h 116074"/>
                <a:gd name="connsiteX5" fmla="*/ 39202 w 50914"/>
                <a:gd name="connsiteY5" fmla="*/ 114 h 116074"/>
                <a:gd name="connsiteX6" fmla="*/ 8147 w 50914"/>
                <a:gd name="connsiteY6" fmla="*/ 22895 h 116074"/>
                <a:gd name="connsiteX7" fmla="*/ 6342 w 50914"/>
                <a:gd name="connsiteY7" fmla="*/ 29404 h 116074"/>
                <a:gd name="connsiteX8" fmla="*/ 20786 w 50914"/>
                <a:gd name="connsiteY8" fmla="*/ 29404 h 116074"/>
                <a:gd name="connsiteX9" fmla="*/ 2731 w 50914"/>
                <a:gd name="connsiteY9" fmla="*/ 92323 h 116074"/>
                <a:gd name="connsiteX10" fmla="*/ 203 w 50914"/>
                <a:gd name="connsiteY10" fmla="*/ 106064 h 116074"/>
                <a:gd name="connsiteX11" fmla="*/ 10314 w 50914"/>
                <a:gd name="connsiteY11" fmla="*/ 116189 h 116074"/>
                <a:gd name="connsiteX12" fmla="*/ 36313 w 50914"/>
                <a:gd name="connsiteY12" fmla="*/ 95216 h 116074"/>
                <a:gd name="connsiteX13" fmla="*/ 34146 w 50914"/>
                <a:gd name="connsiteY13" fmla="*/ 92323 h 116074"/>
                <a:gd name="connsiteX14" fmla="*/ 18619 w 50914"/>
                <a:gd name="connsiteY14" fmla="*/ 106426 h 116074"/>
                <a:gd name="connsiteX15" fmla="*/ 15369 w 50914"/>
                <a:gd name="connsiteY15" fmla="*/ 103171 h 116074"/>
                <a:gd name="connsiteX16" fmla="*/ 17175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91" y="29404"/>
                  </a:moveTo>
                  <a:lnTo>
                    <a:pt x="49312" y="29404"/>
                  </a:lnTo>
                  <a:lnTo>
                    <a:pt x="51118" y="22895"/>
                  </a:lnTo>
                  <a:lnTo>
                    <a:pt x="37396" y="22895"/>
                  </a:lnTo>
                  <a:lnTo>
                    <a:pt x="44257" y="114"/>
                  </a:lnTo>
                  <a:lnTo>
                    <a:pt x="39202" y="114"/>
                  </a:lnTo>
                  <a:cubicBezTo>
                    <a:pt x="28008" y="14578"/>
                    <a:pt x="20425" y="20364"/>
                    <a:pt x="8147" y="22895"/>
                  </a:cubicBezTo>
                  <a:lnTo>
                    <a:pt x="6342" y="29404"/>
                  </a:lnTo>
                  <a:lnTo>
                    <a:pt x="20786" y="29404"/>
                  </a:lnTo>
                  <a:lnTo>
                    <a:pt x="2731" y="92323"/>
                  </a:lnTo>
                  <a:cubicBezTo>
                    <a:pt x="925" y="97386"/>
                    <a:pt x="203" y="103171"/>
                    <a:pt x="203" y="106064"/>
                  </a:cubicBezTo>
                  <a:cubicBezTo>
                    <a:pt x="203" y="112211"/>
                    <a:pt x="4175" y="116189"/>
                    <a:pt x="10314" y="116189"/>
                  </a:cubicBezTo>
                  <a:cubicBezTo>
                    <a:pt x="18258" y="116189"/>
                    <a:pt x="26563" y="109680"/>
                    <a:pt x="36313" y="95216"/>
                  </a:cubicBezTo>
                  <a:lnTo>
                    <a:pt x="34146" y="92323"/>
                  </a:lnTo>
                  <a:cubicBezTo>
                    <a:pt x="28008" y="100640"/>
                    <a:pt x="21869" y="106426"/>
                    <a:pt x="18619" y="106426"/>
                  </a:cubicBezTo>
                  <a:cubicBezTo>
                    <a:pt x="16814" y="106426"/>
                    <a:pt x="15369" y="104979"/>
                    <a:pt x="15369" y="103171"/>
                  </a:cubicBezTo>
                  <a:cubicBezTo>
                    <a:pt x="15369" y="102087"/>
                    <a:pt x="15369" y="102087"/>
                    <a:pt x="17175" y="93770"/>
                  </a:cubicBezTo>
                  <a:close/>
                </a:path>
              </a:pathLst>
            </a:custGeom>
            <a:grpFill/>
            <a:ln w="3175" cap="flat">
              <a:solidFill>
                <a:schemeClr val="tx1"/>
              </a:solidFill>
              <a:prstDash val="solid"/>
              <a:miter/>
            </a:ln>
          </p:spPr>
          <p:txBody>
            <a:bodyPr rtlCol="0" anchor="ctr"/>
            <a:lstStyle/>
            <a:p>
              <a:endParaRPr lang="zh-CN" altLang="en-US"/>
            </a:p>
          </p:txBody>
        </p:sp>
      </p:grpSp>
      <p:grpSp>
        <p:nvGrpSpPr>
          <p:cNvPr id="372" name="Graphic 2"/>
          <p:cNvGrpSpPr/>
          <p:nvPr/>
        </p:nvGrpSpPr>
        <p:grpSpPr>
          <a:xfrm>
            <a:off x="7643819" y="4973856"/>
            <a:ext cx="206424" cy="130735"/>
            <a:chOff x="7411682" y="5130035"/>
            <a:chExt cx="163648" cy="96186"/>
          </a:xfrm>
          <a:solidFill>
            <a:schemeClr val="tx1"/>
          </a:solidFill>
        </p:grpSpPr>
        <p:sp>
          <p:nvSpPr>
            <p:cNvPr id="373" name="任意多边形: 形状 372"/>
            <p:cNvSpPr/>
            <p:nvPr/>
          </p:nvSpPr>
          <p:spPr>
            <a:xfrm>
              <a:off x="7411682" y="5131119"/>
              <a:ext cx="81246" cy="95101"/>
            </a:xfrm>
            <a:custGeom>
              <a:avLst/>
              <a:gdLst>
                <a:gd name="connsiteX0" fmla="*/ 54009 w 81246"/>
                <a:gd name="connsiteY0" fmla="*/ 114 h 95101"/>
                <a:gd name="connsiteX1" fmla="*/ 206 w 81246"/>
                <a:gd name="connsiteY1" fmla="*/ 61949 h 95101"/>
                <a:gd name="connsiteX2" fmla="*/ 27649 w 81246"/>
                <a:gd name="connsiteY2" fmla="*/ 95216 h 95101"/>
                <a:gd name="connsiteX3" fmla="*/ 59425 w 81246"/>
                <a:gd name="connsiteY3" fmla="*/ 81114 h 95101"/>
                <a:gd name="connsiteX4" fmla="*/ 81452 w 81246"/>
                <a:gd name="connsiteY4" fmla="*/ 33744 h 95101"/>
                <a:gd name="connsiteX5" fmla="*/ 54009 w 81246"/>
                <a:gd name="connsiteY5" fmla="*/ 114 h 95101"/>
                <a:gd name="connsiteX6" fmla="*/ 51842 w 81246"/>
                <a:gd name="connsiteY6" fmla="*/ 5538 h 95101"/>
                <a:gd name="connsiteX7" fmla="*/ 65925 w 81246"/>
                <a:gd name="connsiteY7" fmla="*/ 25427 h 95101"/>
                <a:gd name="connsiteX8" fmla="*/ 52565 w 81246"/>
                <a:gd name="connsiteY8" fmla="*/ 72074 h 95101"/>
                <a:gd name="connsiteX9" fmla="*/ 29454 w 81246"/>
                <a:gd name="connsiteY9" fmla="*/ 90154 h 95101"/>
                <a:gd name="connsiteX10" fmla="*/ 15011 w 81246"/>
                <a:gd name="connsiteY10" fmla="*/ 70266 h 95101"/>
                <a:gd name="connsiteX11" fmla="*/ 29454 w 81246"/>
                <a:gd name="connsiteY11" fmla="*/ 21087 h 95101"/>
                <a:gd name="connsiteX12" fmla="*/ 51842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009" y="114"/>
                  </a:moveTo>
                  <a:cubicBezTo>
                    <a:pt x="27288" y="114"/>
                    <a:pt x="206" y="30851"/>
                    <a:pt x="206" y="61949"/>
                  </a:cubicBezTo>
                  <a:cubicBezTo>
                    <a:pt x="206" y="81837"/>
                    <a:pt x="11038" y="95216"/>
                    <a:pt x="27649" y="95216"/>
                  </a:cubicBezTo>
                  <a:cubicBezTo>
                    <a:pt x="37760" y="95216"/>
                    <a:pt x="48593" y="90515"/>
                    <a:pt x="59425" y="81114"/>
                  </a:cubicBezTo>
                  <a:cubicBezTo>
                    <a:pt x="73147" y="68819"/>
                    <a:pt x="81452" y="51101"/>
                    <a:pt x="81452" y="33744"/>
                  </a:cubicBezTo>
                  <a:cubicBezTo>
                    <a:pt x="81452" y="14217"/>
                    <a:pt x="69897" y="114"/>
                    <a:pt x="54009" y="114"/>
                  </a:cubicBezTo>
                  <a:close/>
                  <a:moveTo>
                    <a:pt x="51842" y="5538"/>
                  </a:moveTo>
                  <a:cubicBezTo>
                    <a:pt x="60148" y="5538"/>
                    <a:pt x="65925" y="13855"/>
                    <a:pt x="65925" y="25427"/>
                  </a:cubicBezTo>
                  <a:cubicBezTo>
                    <a:pt x="65925" y="38806"/>
                    <a:pt x="60509" y="57971"/>
                    <a:pt x="52565" y="72074"/>
                  </a:cubicBezTo>
                  <a:cubicBezTo>
                    <a:pt x="46065" y="84006"/>
                    <a:pt x="38482" y="90154"/>
                    <a:pt x="29454" y="90154"/>
                  </a:cubicBezTo>
                  <a:cubicBezTo>
                    <a:pt x="20788" y="90154"/>
                    <a:pt x="15011" y="82560"/>
                    <a:pt x="15011" y="70266"/>
                  </a:cubicBezTo>
                  <a:cubicBezTo>
                    <a:pt x="15011" y="54717"/>
                    <a:pt x="21149" y="34467"/>
                    <a:pt x="29454" y="21087"/>
                  </a:cubicBezTo>
                  <a:cubicBezTo>
                    <a:pt x="35954" y="10601"/>
                    <a:pt x="43898" y="5538"/>
                    <a:pt x="51842" y="5538"/>
                  </a:cubicBezTo>
                  <a:close/>
                </a:path>
              </a:pathLst>
            </a:custGeom>
            <a:grpFill/>
            <a:ln w="3175" cap="flat">
              <a:solidFill>
                <a:schemeClr val="tx1"/>
              </a:solidFill>
              <a:prstDash val="solid"/>
              <a:miter/>
            </a:ln>
          </p:spPr>
          <p:txBody>
            <a:bodyPr rtlCol="0" anchor="ctr"/>
            <a:lstStyle/>
            <a:p>
              <a:endParaRPr lang="zh-CN" altLang="en-US"/>
            </a:p>
          </p:txBody>
        </p:sp>
        <p:sp>
          <p:nvSpPr>
            <p:cNvPr id="374" name="任意多边形: 形状 373"/>
            <p:cNvSpPr/>
            <p:nvPr/>
          </p:nvSpPr>
          <p:spPr>
            <a:xfrm>
              <a:off x="7503834" y="5130035"/>
              <a:ext cx="71497" cy="94017"/>
            </a:xfrm>
            <a:custGeom>
              <a:avLst/>
              <a:gdLst>
                <a:gd name="connsiteX0" fmla="*/ 41736 w 71497"/>
                <a:gd name="connsiteY0" fmla="*/ 476 h 94017"/>
                <a:gd name="connsiteX1" fmla="*/ 12126 w 71497"/>
                <a:gd name="connsiteY1" fmla="*/ 4092 h 94017"/>
                <a:gd name="connsiteX2" fmla="*/ 10681 w 71497"/>
                <a:gd name="connsiteY2" fmla="*/ 8431 h 94017"/>
                <a:gd name="connsiteX3" fmla="*/ 15737 w 71497"/>
                <a:gd name="connsiteY3" fmla="*/ 7708 h 94017"/>
                <a:gd name="connsiteX4" fmla="*/ 18987 w 71497"/>
                <a:gd name="connsiteY4" fmla="*/ 7346 h 94017"/>
                <a:gd name="connsiteX5" fmla="*/ 23681 w 71497"/>
                <a:gd name="connsiteY5" fmla="*/ 11324 h 94017"/>
                <a:gd name="connsiteX6" fmla="*/ 21514 w 71497"/>
                <a:gd name="connsiteY6" fmla="*/ 20364 h 94017"/>
                <a:gd name="connsiteX7" fmla="*/ 210 w 71497"/>
                <a:gd name="connsiteY7" fmla="*/ 94131 h 94017"/>
                <a:gd name="connsiteX8" fmla="*/ 16459 w 71497"/>
                <a:gd name="connsiteY8" fmla="*/ 94131 h 94017"/>
                <a:gd name="connsiteX9" fmla="*/ 39569 w 71497"/>
                <a:gd name="connsiteY9" fmla="*/ 35551 h 94017"/>
                <a:gd name="connsiteX10" fmla="*/ 53291 w 71497"/>
                <a:gd name="connsiteY10" fmla="*/ 16748 h 94017"/>
                <a:gd name="connsiteX11" fmla="*/ 54735 w 71497"/>
                <a:gd name="connsiteY11" fmla="*/ 20002 h 94017"/>
                <a:gd name="connsiteX12" fmla="*/ 61235 w 71497"/>
                <a:gd name="connsiteY12" fmla="*/ 25427 h 94017"/>
                <a:gd name="connsiteX13" fmla="*/ 71707 w 71497"/>
                <a:gd name="connsiteY13" fmla="*/ 11324 h 94017"/>
                <a:gd name="connsiteX14" fmla="*/ 63401 w 71497"/>
                <a:gd name="connsiteY14" fmla="*/ 114 h 94017"/>
                <a:gd name="connsiteX15" fmla="*/ 28736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36" y="476"/>
                  </a:moveTo>
                  <a:cubicBezTo>
                    <a:pt x="28736" y="2645"/>
                    <a:pt x="26570" y="2645"/>
                    <a:pt x="12126" y="4092"/>
                  </a:cubicBezTo>
                  <a:lnTo>
                    <a:pt x="10681" y="8431"/>
                  </a:lnTo>
                  <a:cubicBezTo>
                    <a:pt x="12848" y="8070"/>
                    <a:pt x="15015" y="7708"/>
                    <a:pt x="15737" y="7708"/>
                  </a:cubicBezTo>
                  <a:cubicBezTo>
                    <a:pt x="16820" y="7346"/>
                    <a:pt x="18264" y="7346"/>
                    <a:pt x="18987" y="7346"/>
                  </a:cubicBezTo>
                  <a:cubicBezTo>
                    <a:pt x="21153" y="7346"/>
                    <a:pt x="23681" y="9154"/>
                    <a:pt x="23681" y="11324"/>
                  </a:cubicBezTo>
                  <a:cubicBezTo>
                    <a:pt x="23681" y="12409"/>
                    <a:pt x="22598" y="15663"/>
                    <a:pt x="21514" y="20364"/>
                  </a:cubicBezTo>
                  <a:lnTo>
                    <a:pt x="210" y="94131"/>
                  </a:lnTo>
                  <a:lnTo>
                    <a:pt x="16459" y="94131"/>
                  </a:lnTo>
                  <a:cubicBezTo>
                    <a:pt x="20792" y="76774"/>
                    <a:pt x="28736" y="56163"/>
                    <a:pt x="39569" y="35551"/>
                  </a:cubicBezTo>
                  <a:cubicBezTo>
                    <a:pt x="43902" y="27234"/>
                    <a:pt x="51485" y="16748"/>
                    <a:pt x="53291" y="16748"/>
                  </a:cubicBezTo>
                  <a:cubicBezTo>
                    <a:pt x="54013" y="16748"/>
                    <a:pt x="54374" y="17833"/>
                    <a:pt x="54735" y="20002"/>
                  </a:cubicBezTo>
                  <a:cubicBezTo>
                    <a:pt x="55096" y="23618"/>
                    <a:pt x="57624" y="25427"/>
                    <a:pt x="61235" y="25427"/>
                  </a:cubicBezTo>
                  <a:cubicBezTo>
                    <a:pt x="66651" y="25427"/>
                    <a:pt x="71707" y="18556"/>
                    <a:pt x="71707" y="11324"/>
                  </a:cubicBezTo>
                  <a:cubicBezTo>
                    <a:pt x="71707" y="4815"/>
                    <a:pt x="68457" y="114"/>
                    <a:pt x="63401" y="114"/>
                  </a:cubicBezTo>
                  <a:cubicBezTo>
                    <a:pt x="54374" y="114"/>
                    <a:pt x="41014" y="17833"/>
                    <a:pt x="28736" y="45315"/>
                  </a:cubicBezTo>
                  <a:close/>
                </a:path>
              </a:pathLst>
            </a:custGeom>
            <a:grpFill/>
            <a:ln w="3175" cap="flat">
              <a:solidFill>
                <a:schemeClr val="tx1"/>
              </a:solidFill>
              <a:prstDash val="solid"/>
              <a:miter/>
            </a:ln>
          </p:spPr>
          <p:txBody>
            <a:bodyPr rtlCol="0" anchor="ctr"/>
            <a:lstStyle/>
            <a:p>
              <a:endParaRPr lang="zh-CN" altLang="en-US"/>
            </a:p>
          </p:txBody>
        </p:sp>
      </p:grpSp>
      <p:sp>
        <p:nvSpPr>
          <p:cNvPr id="375" name="任意多边形: 形状 374"/>
          <p:cNvSpPr/>
          <p:nvPr/>
        </p:nvSpPr>
        <p:spPr>
          <a:xfrm>
            <a:off x="9057128" y="4947346"/>
            <a:ext cx="64223" cy="157767"/>
          </a:xfrm>
          <a:custGeom>
            <a:avLst/>
            <a:gdLst>
              <a:gd name="connsiteX0" fmla="*/ 35641 w 50914"/>
              <a:gd name="connsiteY0" fmla="*/ 29404 h 116074"/>
              <a:gd name="connsiteX1" fmla="*/ 49363 w 50914"/>
              <a:gd name="connsiteY1" fmla="*/ 29404 h 116074"/>
              <a:gd name="connsiteX2" fmla="*/ 51169 w 50914"/>
              <a:gd name="connsiteY2" fmla="*/ 22895 h 116074"/>
              <a:gd name="connsiteX3" fmla="*/ 37447 w 50914"/>
              <a:gd name="connsiteY3" fmla="*/ 22895 h 116074"/>
              <a:gd name="connsiteX4" fmla="*/ 44308 w 50914"/>
              <a:gd name="connsiteY4" fmla="*/ 114 h 116074"/>
              <a:gd name="connsiteX5" fmla="*/ 39252 w 50914"/>
              <a:gd name="connsiteY5" fmla="*/ 114 h 116074"/>
              <a:gd name="connsiteX6" fmla="*/ 8198 w 50914"/>
              <a:gd name="connsiteY6" fmla="*/ 22895 h 116074"/>
              <a:gd name="connsiteX7" fmla="*/ 6393 w 50914"/>
              <a:gd name="connsiteY7" fmla="*/ 29404 h 116074"/>
              <a:gd name="connsiteX8" fmla="*/ 20837 w 50914"/>
              <a:gd name="connsiteY8" fmla="*/ 29404 h 116074"/>
              <a:gd name="connsiteX9" fmla="*/ 2782 w 50914"/>
              <a:gd name="connsiteY9" fmla="*/ 92323 h 116074"/>
              <a:gd name="connsiteX10" fmla="*/ 254 w 50914"/>
              <a:gd name="connsiteY10" fmla="*/ 106064 h 116074"/>
              <a:gd name="connsiteX11" fmla="*/ 10365 w 50914"/>
              <a:gd name="connsiteY11" fmla="*/ 116189 h 116074"/>
              <a:gd name="connsiteX12" fmla="*/ 36364 w 50914"/>
              <a:gd name="connsiteY12" fmla="*/ 95216 h 116074"/>
              <a:gd name="connsiteX13" fmla="*/ 34197 w 50914"/>
              <a:gd name="connsiteY13" fmla="*/ 92323 h 116074"/>
              <a:gd name="connsiteX14" fmla="*/ 18670 w 50914"/>
              <a:gd name="connsiteY14" fmla="*/ 106426 h 116074"/>
              <a:gd name="connsiteX15" fmla="*/ 15420 w 50914"/>
              <a:gd name="connsiteY15" fmla="*/ 103171 h 116074"/>
              <a:gd name="connsiteX16" fmla="*/ 17226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641" y="29404"/>
                </a:moveTo>
                <a:lnTo>
                  <a:pt x="49363" y="29404"/>
                </a:lnTo>
                <a:lnTo>
                  <a:pt x="51169" y="22895"/>
                </a:lnTo>
                <a:lnTo>
                  <a:pt x="37447" y="22895"/>
                </a:lnTo>
                <a:lnTo>
                  <a:pt x="44308" y="114"/>
                </a:lnTo>
                <a:lnTo>
                  <a:pt x="39252" y="114"/>
                </a:lnTo>
                <a:cubicBezTo>
                  <a:pt x="28058" y="14578"/>
                  <a:pt x="20475" y="20364"/>
                  <a:pt x="8198" y="22895"/>
                </a:cubicBezTo>
                <a:lnTo>
                  <a:pt x="6393" y="29404"/>
                </a:lnTo>
                <a:lnTo>
                  <a:pt x="20837" y="29404"/>
                </a:lnTo>
                <a:lnTo>
                  <a:pt x="2782" y="92323"/>
                </a:lnTo>
                <a:cubicBezTo>
                  <a:pt x="976" y="97386"/>
                  <a:pt x="254" y="103171"/>
                  <a:pt x="254" y="106064"/>
                </a:cubicBezTo>
                <a:cubicBezTo>
                  <a:pt x="254" y="112211"/>
                  <a:pt x="4226" y="116189"/>
                  <a:pt x="10365" y="116189"/>
                </a:cubicBezTo>
                <a:cubicBezTo>
                  <a:pt x="18309" y="116189"/>
                  <a:pt x="26614" y="109680"/>
                  <a:pt x="36364" y="95216"/>
                </a:cubicBezTo>
                <a:lnTo>
                  <a:pt x="34197" y="92323"/>
                </a:lnTo>
                <a:cubicBezTo>
                  <a:pt x="28058" y="100640"/>
                  <a:pt x="21920" y="106426"/>
                  <a:pt x="18670" y="106426"/>
                </a:cubicBezTo>
                <a:cubicBezTo>
                  <a:pt x="16864" y="106426"/>
                  <a:pt x="15420" y="104979"/>
                  <a:pt x="15420" y="103171"/>
                </a:cubicBezTo>
                <a:cubicBezTo>
                  <a:pt x="15420" y="102087"/>
                  <a:pt x="15420" y="102087"/>
                  <a:pt x="17226" y="93770"/>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76" name="Graphic 2"/>
          <p:cNvGrpSpPr/>
          <p:nvPr/>
        </p:nvGrpSpPr>
        <p:grpSpPr>
          <a:xfrm>
            <a:off x="9120291" y="4975360"/>
            <a:ext cx="327067" cy="130735"/>
            <a:chOff x="8582191" y="5131142"/>
            <a:chExt cx="259290" cy="96186"/>
          </a:xfrm>
          <a:solidFill>
            <a:schemeClr val="tx1"/>
          </a:solidFill>
        </p:grpSpPr>
        <p:sp>
          <p:nvSpPr>
            <p:cNvPr id="377" name="任意多边形: 形状 376"/>
            <p:cNvSpPr/>
            <p:nvPr/>
          </p:nvSpPr>
          <p:spPr>
            <a:xfrm>
              <a:off x="8582191" y="5131142"/>
              <a:ext cx="76552" cy="95463"/>
            </a:xfrm>
            <a:custGeom>
              <a:avLst/>
              <a:gdLst>
                <a:gd name="connsiteX0" fmla="*/ 63809 w 76552"/>
                <a:gd name="connsiteY0" fmla="*/ 71350 h 95463"/>
                <a:gd name="connsiteX1" fmla="*/ 36366 w 76552"/>
                <a:gd name="connsiteY1" fmla="*/ 85453 h 95463"/>
                <a:gd name="connsiteX2" fmla="*/ 17228 w 76552"/>
                <a:gd name="connsiteY2" fmla="*/ 63757 h 95463"/>
                <a:gd name="connsiteX3" fmla="*/ 17950 w 76552"/>
                <a:gd name="connsiteY3" fmla="*/ 52908 h 95463"/>
                <a:gd name="connsiteX4" fmla="*/ 53338 w 76552"/>
                <a:gd name="connsiteY4" fmla="*/ 45676 h 95463"/>
                <a:gd name="connsiteX5" fmla="*/ 76809 w 76552"/>
                <a:gd name="connsiteY5" fmla="*/ 15302 h 95463"/>
                <a:gd name="connsiteX6" fmla="*/ 57309 w 76552"/>
                <a:gd name="connsiteY6" fmla="*/ 114 h 95463"/>
                <a:gd name="connsiteX7" fmla="*/ 256 w 76552"/>
                <a:gd name="connsiteY7" fmla="*/ 64480 h 95463"/>
                <a:gd name="connsiteX8" fmla="*/ 27700 w 76552"/>
                <a:gd name="connsiteY8" fmla="*/ 95578 h 95463"/>
                <a:gd name="connsiteX9" fmla="*/ 67420 w 76552"/>
                <a:gd name="connsiteY9" fmla="*/ 74243 h 95463"/>
                <a:gd name="connsiteX10" fmla="*/ 19033 w 76552"/>
                <a:gd name="connsiteY10" fmla="*/ 47484 h 95463"/>
                <a:gd name="connsiteX11" fmla="*/ 53699 w 76552"/>
                <a:gd name="connsiteY11" fmla="*/ 5900 h 95463"/>
                <a:gd name="connsiteX12" fmla="*/ 62004 w 76552"/>
                <a:gd name="connsiteY12" fmla="*/ 14578 h 95463"/>
                <a:gd name="connsiteX13" fmla="*/ 54421 w 76552"/>
                <a:gd name="connsiteY13" fmla="*/ 32297 h 95463"/>
                <a:gd name="connsiteX14" fmla="*/ 27700 w 76552"/>
                <a:gd name="connsiteY14" fmla="*/ 46761 h 95463"/>
                <a:gd name="connsiteX15" fmla="*/ 19033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09" y="71350"/>
                  </a:moveTo>
                  <a:cubicBezTo>
                    <a:pt x="54421" y="80752"/>
                    <a:pt x="45754" y="85453"/>
                    <a:pt x="36366" y="85453"/>
                  </a:cubicBezTo>
                  <a:cubicBezTo>
                    <a:pt x="25172" y="85453"/>
                    <a:pt x="17228" y="76413"/>
                    <a:pt x="17228" y="63757"/>
                  </a:cubicBezTo>
                  <a:cubicBezTo>
                    <a:pt x="17228" y="60502"/>
                    <a:pt x="17589" y="56886"/>
                    <a:pt x="17950" y="52908"/>
                  </a:cubicBezTo>
                  <a:cubicBezTo>
                    <a:pt x="34199" y="52185"/>
                    <a:pt x="43588" y="50377"/>
                    <a:pt x="53338" y="45676"/>
                  </a:cubicBezTo>
                  <a:cubicBezTo>
                    <a:pt x="67420" y="39167"/>
                    <a:pt x="76809" y="26873"/>
                    <a:pt x="76809" y="15302"/>
                  </a:cubicBezTo>
                  <a:cubicBezTo>
                    <a:pt x="76809" y="6623"/>
                    <a:pt x="68504" y="114"/>
                    <a:pt x="57309" y="114"/>
                  </a:cubicBezTo>
                  <a:cubicBezTo>
                    <a:pt x="29866" y="114"/>
                    <a:pt x="256" y="33382"/>
                    <a:pt x="256" y="64480"/>
                  </a:cubicBezTo>
                  <a:cubicBezTo>
                    <a:pt x="256" y="83283"/>
                    <a:pt x="11450" y="95578"/>
                    <a:pt x="27700" y="95578"/>
                  </a:cubicBezTo>
                  <a:cubicBezTo>
                    <a:pt x="40699" y="95578"/>
                    <a:pt x="51893" y="89431"/>
                    <a:pt x="67420" y="74243"/>
                  </a:cubicBezTo>
                  <a:close/>
                  <a:moveTo>
                    <a:pt x="19033" y="47484"/>
                  </a:moveTo>
                  <a:cubicBezTo>
                    <a:pt x="26255" y="23619"/>
                    <a:pt x="41060" y="5900"/>
                    <a:pt x="53699" y="5900"/>
                  </a:cubicBezTo>
                  <a:cubicBezTo>
                    <a:pt x="58393" y="5900"/>
                    <a:pt x="62004" y="9878"/>
                    <a:pt x="62004" y="14578"/>
                  </a:cubicBezTo>
                  <a:cubicBezTo>
                    <a:pt x="62004" y="20364"/>
                    <a:pt x="59115" y="26873"/>
                    <a:pt x="54421" y="32297"/>
                  </a:cubicBezTo>
                  <a:cubicBezTo>
                    <a:pt x="47921" y="40252"/>
                    <a:pt x="38894" y="44953"/>
                    <a:pt x="27700" y="46761"/>
                  </a:cubicBezTo>
                  <a:cubicBezTo>
                    <a:pt x="25894" y="47123"/>
                    <a:pt x="23366" y="47484"/>
                    <a:pt x="19033" y="47484"/>
                  </a:cubicBezTo>
                  <a:close/>
                </a:path>
              </a:pathLst>
            </a:custGeom>
            <a:grpFill/>
            <a:ln w="3175" cap="flat">
              <a:solidFill>
                <a:schemeClr val="tx1"/>
              </a:solidFill>
              <a:prstDash val="solid"/>
              <a:miter/>
            </a:ln>
          </p:spPr>
          <p:txBody>
            <a:bodyPr rtlCol="0" anchor="ctr"/>
            <a:lstStyle/>
            <a:p>
              <a:endParaRPr lang="zh-CN" altLang="en-US"/>
            </a:p>
          </p:txBody>
        </p:sp>
        <p:sp>
          <p:nvSpPr>
            <p:cNvPr id="378" name="任意多边形: 形状 377"/>
            <p:cNvSpPr/>
            <p:nvPr/>
          </p:nvSpPr>
          <p:spPr>
            <a:xfrm>
              <a:off x="8665191" y="5131866"/>
              <a:ext cx="90996" cy="95463"/>
            </a:xfrm>
            <a:custGeom>
              <a:avLst/>
              <a:gdLst>
                <a:gd name="connsiteX0" fmla="*/ 85840 w 90996"/>
                <a:gd name="connsiteY0" fmla="*/ 70989 h 95463"/>
                <a:gd name="connsiteX1" fmla="*/ 70674 w 90996"/>
                <a:gd name="connsiteY1" fmla="*/ 84368 h 95463"/>
                <a:gd name="connsiteX2" fmla="*/ 68146 w 90996"/>
                <a:gd name="connsiteY2" fmla="*/ 81837 h 95463"/>
                <a:gd name="connsiteX3" fmla="*/ 69590 w 90996"/>
                <a:gd name="connsiteY3" fmla="*/ 76774 h 95463"/>
                <a:gd name="connsiteX4" fmla="*/ 91256 w 90996"/>
                <a:gd name="connsiteY4" fmla="*/ 1199 h 95463"/>
                <a:gd name="connsiteX5" fmla="*/ 75368 w 90996"/>
                <a:gd name="connsiteY5" fmla="*/ 3007 h 95463"/>
                <a:gd name="connsiteX6" fmla="*/ 72118 w 90996"/>
                <a:gd name="connsiteY6" fmla="*/ 14578 h 95463"/>
                <a:gd name="connsiteX7" fmla="*/ 57313 w 90996"/>
                <a:gd name="connsiteY7" fmla="*/ 114 h 95463"/>
                <a:gd name="connsiteX8" fmla="*/ 260 w 90996"/>
                <a:gd name="connsiteY8" fmla="*/ 72074 h 95463"/>
                <a:gd name="connsiteX9" fmla="*/ 18315 w 90996"/>
                <a:gd name="connsiteY9" fmla="*/ 94855 h 95463"/>
                <a:gd name="connsiteX10" fmla="*/ 38897 w 90996"/>
                <a:gd name="connsiteY10" fmla="*/ 86899 h 95463"/>
                <a:gd name="connsiteX11" fmla="*/ 56591 w 90996"/>
                <a:gd name="connsiteY11" fmla="*/ 67734 h 95463"/>
                <a:gd name="connsiteX12" fmla="*/ 55869 w 90996"/>
                <a:gd name="connsiteY12" fmla="*/ 72435 h 95463"/>
                <a:gd name="connsiteX13" fmla="*/ 52619 w 90996"/>
                <a:gd name="connsiteY13" fmla="*/ 86176 h 95463"/>
                <a:gd name="connsiteX14" fmla="*/ 61285 w 90996"/>
                <a:gd name="connsiteY14" fmla="*/ 95578 h 95463"/>
                <a:gd name="connsiteX15" fmla="*/ 88367 w 90996"/>
                <a:gd name="connsiteY15" fmla="*/ 73882 h 95463"/>
                <a:gd name="connsiteX16" fmla="*/ 57674 w 90996"/>
                <a:gd name="connsiteY16" fmla="*/ 6262 h 95463"/>
                <a:gd name="connsiteX17" fmla="*/ 68507 w 90996"/>
                <a:gd name="connsiteY17" fmla="*/ 19279 h 95463"/>
                <a:gd name="connsiteX18" fmla="*/ 47564 w 90996"/>
                <a:gd name="connsiteY18" fmla="*/ 70989 h 95463"/>
                <a:gd name="connsiteX19" fmla="*/ 27703 w 90996"/>
                <a:gd name="connsiteY19" fmla="*/ 82922 h 95463"/>
                <a:gd name="connsiteX20" fmla="*/ 16509 w 90996"/>
                <a:gd name="connsiteY20" fmla="*/ 68458 h 95463"/>
                <a:gd name="connsiteX21" fmla="*/ 33842 w 90996"/>
                <a:gd name="connsiteY21" fmla="*/ 23619 h 95463"/>
                <a:gd name="connsiteX22" fmla="*/ 57674 w 90996"/>
                <a:gd name="connsiteY22" fmla="*/ 626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840" y="70989"/>
                  </a:moveTo>
                  <a:cubicBezTo>
                    <a:pt x="79701" y="79667"/>
                    <a:pt x="74285" y="84368"/>
                    <a:pt x="70674" y="84368"/>
                  </a:cubicBezTo>
                  <a:cubicBezTo>
                    <a:pt x="69229" y="84368"/>
                    <a:pt x="68146" y="83645"/>
                    <a:pt x="68146" y="81837"/>
                  </a:cubicBezTo>
                  <a:cubicBezTo>
                    <a:pt x="68146" y="81114"/>
                    <a:pt x="68146" y="80752"/>
                    <a:pt x="69590" y="76774"/>
                  </a:cubicBezTo>
                  <a:lnTo>
                    <a:pt x="91256" y="1199"/>
                  </a:lnTo>
                  <a:lnTo>
                    <a:pt x="75368" y="3007"/>
                  </a:lnTo>
                  <a:lnTo>
                    <a:pt x="72118" y="14578"/>
                  </a:lnTo>
                  <a:cubicBezTo>
                    <a:pt x="70313" y="5177"/>
                    <a:pt x="64896" y="114"/>
                    <a:pt x="57313" y="114"/>
                  </a:cubicBezTo>
                  <a:cubicBezTo>
                    <a:pt x="32398" y="114"/>
                    <a:pt x="260" y="40976"/>
                    <a:pt x="260" y="72074"/>
                  </a:cubicBezTo>
                  <a:cubicBezTo>
                    <a:pt x="260" y="85815"/>
                    <a:pt x="7843" y="94855"/>
                    <a:pt x="18315" y="94855"/>
                  </a:cubicBezTo>
                  <a:cubicBezTo>
                    <a:pt x="24454" y="94855"/>
                    <a:pt x="32036" y="91600"/>
                    <a:pt x="38897" y="86899"/>
                  </a:cubicBezTo>
                  <a:cubicBezTo>
                    <a:pt x="45036" y="82922"/>
                    <a:pt x="49008" y="78221"/>
                    <a:pt x="56591" y="67734"/>
                  </a:cubicBezTo>
                  <a:cubicBezTo>
                    <a:pt x="56230" y="69542"/>
                    <a:pt x="55869" y="71712"/>
                    <a:pt x="55869" y="72435"/>
                  </a:cubicBezTo>
                  <a:cubicBezTo>
                    <a:pt x="52619" y="83283"/>
                    <a:pt x="52619" y="83283"/>
                    <a:pt x="52619" y="86176"/>
                  </a:cubicBezTo>
                  <a:cubicBezTo>
                    <a:pt x="52619" y="91962"/>
                    <a:pt x="55869" y="95578"/>
                    <a:pt x="61285" y="95578"/>
                  </a:cubicBezTo>
                  <a:cubicBezTo>
                    <a:pt x="69590" y="95578"/>
                    <a:pt x="77896" y="88707"/>
                    <a:pt x="88367" y="73882"/>
                  </a:cubicBezTo>
                  <a:close/>
                  <a:moveTo>
                    <a:pt x="57674" y="6262"/>
                  </a:moveTo>
                  <a:cubicBezTo>
                    <a:pt x="64174" y="6262"/>
                    <a:pt x="68507" y="11324"/>
                    <a:pt x="68507" y="19279"/>
                  </a:cubicBezTo>
                  <a:cubicBezTo>
                    <a:pt x="68507" y="34828"/>
                    <a:pt x="59119" y="57609"/>
                    <a:pt x="47564" y="70989"/>
                  </a:cubicBezTo>
                  <a:cubicBezTo>
                    <a:pt x="41064" y="78221"/>
                    <a:pt x="33481" y="82922"/>
                    <a:pt x="27703" y="82922"/>
                  </a:cubicBezTo>
                  <a:cubicBezTo>
                    <a:pt x="20481" y="82922"/>
                    <a:pt x="16509" y="77859"/>
                    <a:pt x="16509" y="68458"/>
                  </a:cubicBezTo>
                  <a:cubicBezTo>
                    <a:pt x="16509" y="56163"/>
                    <a:pt x="23009" y="39529"/>
                    <a:pt x="33842" y="23619"/>
                  </a:cubicBezTo>
                  <a:cubicBezTo>
                    <a:pt x="41786" y="12047"/>
                    <a:pt x="49730" y="6262"/>
                    <a:pt x="57674" y="6262"/>
                  </a:cubicBezTo>
                  <a:close/>
                </a:path>
              </a:pathLst>
            </a:custGeom>
            <a:grpFill/>
            <a:ln w="3175" cap="flat">
              <a:solidFill>
                <a:schemeClr val="tx1"/>
              </a:solidFill>
              <a:prstDash val="solid"/>
              <a:miter/>
            </a:ln>
          </p:spPr>
          <p:txBody>
            <a:bodyPr rtlCol="0" anchor="ctr"/>
            <a:lstStyle/>
            <a:p>
              <a:endParaRPr lang="zh-CN" altLang="en-US"/>
            </a:p>
          </p:txBody>
        </p:sp>
        <p:sp>
          <p:nvSpPr>
            <p:cNvPr id="379" name="任意多边形: 形状 378"/>
            <p:cNvSpPr/>
            <p:nvPr/>
          </p:nvSpPr>
          <p:spPr>
            <a:xfrm>
              <a:off x="8767457" y="5131504"/>
              <a:ext cx="74024" cy="95101"/>
            </a:xfrm>
            <a:custGeom>
              <a:avLst/>
              <a:gdLst>
                <a:gd name="connsiteX0" fmla="*/ 61651 w 74024"/>
                <a:gd name="connsiteY0" fmla="*/ 69904 h 95101"/>
                <a:gd name="connsiteX1" fmla="*/ 35291 w 74024"/>
                <a:gd name="connsiteY1" fmla="*/ 86176 h 95101"/>
                <a:gd name="connsiteX2" fmla="*/ 16514 w 74024"/>
                <a:gd name="connsiteY2" fmla="*/ 63395 h 95101"/>
                <a:gd name="connsiteX3" fmla="*/ 54790 w 74024"/>
                <a:gd name="connsiteY3" fmla="*/ 4815 h 95101"/>
                <a:gd name="connsiteX4" fmla="*/ 62734 w 74024"/>
                <a:gd name="connsiteY4" fmla="*/ 10601 h 95101"/>
                <a:gd name="connsiteX5" fmla="*/ 59484 w 74024"/>
                <a:gd name="connsiteY5" fmla="*/ 15663 h 95101"/>
                <a:gd name="connsiteX6" fmla="*/ 56234 w 74024"/>
                <a:gd name="connsiteY6" fmla="*/ 22895 h 95101"/>
                <a:gd name="connsiteX7" fmla="*/ 63456 w 74024"/>
                <a:gd name="connsiteY7" fmla="*/ 29766 h 95101"/>
                <a:gd name="connsiteX8" fmla="*/ 74289 w 74024"/>
                <a:gd name="connsiteY8" fmla="*/ 16025 h 95101"/>
                <a:gd name="connsiteX9" fmla="*/ 55873 w 74024"/>
                <a:gd name="connsiteY9" fmla="*/ 114 h 95101"/>
                <a:gd name="connsiteX10" fmla="*/ 264 w 74024"/>
                <a:gd name="connsiteY10" fmla="*/ 64480 h 95101"/>
                <a:gd name="connsiteX11" fmla="*/ 7486 w 74024"/>
                <a:gd name="connsiteY11" fmla="*/ 86538 h 95101"/>
                <a:gd name="connsiteX12" fmla="*/ 26624 w 74024"/>
                <a:gd name="connsiteY12" fmla="*/ 95216 h 95101"/>
                <a:gd name="connsiteX13" fmla="*/ 65623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51" y="69904"/>
                  </a:moveTo>
                  <a:cubicBezTo>
                    <a:pt x="54429" y="80029"/>
                    <a:pt x="45040" y="86176"/>
                    <a:pt x="35291" y="86176"/>
                  </a:cubicBezTo>
                  <a:cubicBezTo>
                    <a:pt x="24458" y="86176"/>
                    <a:pt x="16514" y="76774"/>
                    <a:pt x="16514" y="63395"/>
                  </a:cubicBezTo>
                  <a:cubicBezTo>
                    <a:pt x="16514" y="35190"/>
                    <a:pt x="36374" y="4815"/>
                    <a:pt x="54790" y="4815"/>
                  </a:cubicBezTo>
                  <a:cubicBezTo>
                    <a:pt x="58762" y="4815"/>
                    <a:pt x="62734" y="7708"/>
                    <a:pt x="62734" y="10601"/>
                  </a:cubicBezTo>
                  <a:cubicBezTo>
                    <a:pt x="62734" y="12409"/>
                    <a:pt x="62373" y="12770"/>
                    <a:pt x="59484" y="15663"/>
                  </a:cubicBezTo>
                  <a:cubicBezTo>
                    <a:pt x="57318" y="17833"/>
                    <a:pt x="56234" y="20364"/>
                    <a:pt x="56234" y="22895"/>
                  </a:cubicBezTo>
                  <a:cubicBezTo>
                    <a:pt x="56234" y="26511"/>
                    <a:pt x="59484" y="29766"/>
                    <a:pt x="63456" y="29766"/>
                  </a:cubicBezTo>
                  <a:cubicBezTo>
                    <a:pt x="69234" y="29766"/>
                    <a:pt x="74289" y="23257"/>
                    <a:pt x="74289" y="16025"/>
                  </a:cubicBezTo>
                  <a:cubicBezTo>
                    <a:pt x="74289" y="7346"/>
                    <a:pt x="65984" y="114"/>
                    <a:pt x="55873" y="114"/>
                  </a:cubicBezTo>
                  <a:cubicBezTo>
                    <a:pt x="28430" y="114"/>
                    <a:pt x="264" y="32659"/>
                    <a:pt x="264" y="64480"/>
                  </a:cubicBezTo>
                  <a:cubicBezTo>
                    <a:pt x="264" y="73520"/>
                    <a:pt x="2792" y="81475"/>
                    <a:pt x="7486" y="86538"/>
                  </a:cubicBezTo>
                  <a:cubicBezTo>
                    <a:pt x="12180" y="91600"/>
                    <a:pt x="19764" y="95216"/>
                    <a:pt x="26624" y="95216"/>
                  </a:cubicBezTo>
                  <a:cubicBezTo>
                    <a:pt x="40346" y="95216"/>
                    <a:pt x="55512" y="86176"/>
                    <a:pt x="65623" y="71712"/>
                  </a:cubicBezTo>
                  <a:close/>
                </a:path>
              </a:pathLst>
            </a:custGeom>
            <a:grpFill/>
            <a:ln w="3175" cap="flat">
              <a:solidFill>
                <a:schemeClr val="tx1"/>
              </a:solidFill>
              <a:prstDash val="solid"/>
              <a:miter/>
            </a:ln>
          </p:spPr>
          <p:txBody>
            <a:bodyPr rtlCol="0" anchor="ctr"/>
            <a:lstStyle/>
            <a:p>
              <a:endParaRPr lang="zh-CN" altLang="en-US"/>
            </a:p>
          </p:txBody>
        </p:sp>
      </p:grpSp>
      <p:grpSp>
        <p:nvGrpSpPr>
          <p:cNvPr id="380" name="Graphic 2"/>
          <p:cNvGrpSpPr/>
          <p:nvPr/>
        </p:nvGrpSpPr>
        <p:grpSpPr>
          <a:xfrm>
            <a:off x="9447963" y="4911959"/>
            <a:ext cx="318302" cy="194630"/>
            <a:chOff x="8841961" y="5084496"/>
            <a:chExt cx="252342" cy="143195"/>
          </a:xfrm>
          <a:solidFill>
            <a:schemeClr val="tx1"/>
          </a:solidFill>
        </p:grpSpPr>
        <p:sp>
          <p:nvSpPr>
            <p:cNvPr id="381" name="任意多边形: 形状 380"/>
            <p:cNvSpPr/>
            <p:nvPr/>
          </p:nvSpPr>
          <p:spPr>
            <a:xfrm>
              <a:off x="8841961" y="5084496"/>
              <a:ext cx="89190" cy="143195"/>
            </a:xfrm>
            <a:custGeom>
              <a:avLst/>
              <a:gdLst>
                <a:gd name="connsiteX0" fmla="*/ 56599 w 89190"/>
                <a:gd name="connsiteY0" fmla="*/ 114 h 143195"/>
                <a:gd name="connsiteX1" fmla="*/ 28433 w 89190"/>
                <a:gd name="connsiteY1" fmla="*/ 3730 h 143195"/>
                <a:gd name="connsiteX2" fmla="*/ 27350 w 89190"/>
                <a:gd name="connsiteY2" fmla="*/ 7708 h 143195"/>
                <a:gd name="connsiteX3" fmla="*/ 29517 w 89190"/>
                <a:gd name="connsiteY3" fmla="*/ 7708 h 143195"/>
                <a:gd name="connsiteX4" fmla="*/ 33127 w 89190"/>
                <a:gd name="connsiteY4" fmla="*/ 7346 h 143195"/>
                <a:gd name="connsiteX5" fmla="*/ 37822 w 89190"/>
                <a:gd name="connsiteY5" fmla="*/ 11324 h 143195"/>
                <a:gd name="connsiteX6" fmla="*/ 35294 w 89190"/>
                <a:gd name="connsiteY6" fmla="*/ 22895 h 143195"/>
                <a:gd name="connsiteX7" fmla="*/ 268 w 89190"/>
                <a:gd name="connsiteY7" fmla="*/ 139693 h 143195"/>
                <a:gd name="connsiteX8" fmla="*/ 15434 w 89190"/>
                <a:gd name="connsiteY8" fmla="*/ 139693 h 143195"/>
                <a:gd name="connsiteX9" fmla="*/ 18322 w 89190"/>
                <a:gd name="connsiteY9" fmla="*/ 129568 h 143195"/>
                <a:gd name="connsiteX10" fmla="*/ 41433 w 89190"/>
                <a:gd name="connsiteY10" fmla="*/ 82198 h 143195"/>
                <a:gd name="connsiteX11" fmla="*/ 68154 w 89190"/>
                <a:gd name="connsiteY11" fmla="*/ 59779 h 143195"/>
                <a:gd name="connsiteX12" fmla="*/ 72848 w 89190"/>
                <a:gd name="connsiteY12" fmla="*/ 65203 h 143195"/>
                <a:gd name="connsiteX13" fmla="*/ 70681 w 89190"/>
                <a:gd name="connsiteY13" fmla="*/ 74966 h 143195"/>
                <a:gd name="connsiteX14" fmla="*/ 56238 w 89190"/>
                <a:gd name="connsiteY14" fmla="*/ 125229 h 143195"/>
                <a:gd name="connsiteX15" fmla="*/ 54793 w 89190"/>
                <a:gd name="connsiteY15" fmla="*/ 134631 h 143195"/>
                <a:gd name="connsiteX16" fmla="*/ 62737 w 89190"/>
                <a:gd name="connsiteY16" fmla="*/ 143309 h 143195"/>
                <a:gd name="connsiteX17" fmla="*/ 78626 w 89190"/>
                <a:gd name="connsiteY17" fmla="*/ 134993 h 143195"/>
                <a:gd name="connsiteX18" fmla="*/ 89458 w 89190"/>
                <a:gd name="connsiteY18" fmla="*/ 122698 h 143195"/>
                <a:gd name="connsiteX19" fmla="*/ 86208 w 89190"/>
                <a:gd name="connsiteY19" fmla="*/ 121252 h 143195"/>
                <a:gd name="connsiteX20" fmla="*/ 72848 w 89190"/>
                <a:gd name="connsiteY20" fmla="*/ 133185 h 143195"/>
                <a:gd name="connsiteX21" fmla="*/ 69959 w 89190"/>
                <a:gd name="connsiteY21" fmla="*/ 129568 h 143195"/>
                <a:gd name="connsiteX22" fmla="*/ 71042 w 89190"/>
                <a:gd name="connsiteY22" fmla="*/ 125229 h 143195"/>
                <a:gd name="connsiteX23" fmla="*/ 85125 w 89190"/>
                <a:gd name="connsiteY23" fmla="*/ 76051 h 143195"/>
                <a:gd name="connsiteX24" fmla="*/ 88014 w 89190"/>
                <a:gd name="connsiteY24" fmla="*/ 60502 h 143195"/>
                <a:gd name="connsiteX25" fmla="*/ 76820 w 89190"/>
                <a:gd name="connsiteY25" fmla="*/ 48569 h 143195"/>
                <a:gd name="connsiteX26" fmla="*/ 54432 w 89190"/>
                <a:gd name="connsiteY26" fmla="*/ 61225 h 143195"/>
                <a:gd name="connsiteX27" fmla="*/ 29877 w 89190"/>
                <a:gd name="connsiteY27" fmla="*/ 90877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599" y="114"/>
                  </a:moveTo>
                  <a:cubicBezTo>
                    <a:pt x="43599" y="2284"/>
                    <a:pt x="41794" y="2284"/>
                    <a:pt x="28433" y="3730"/>
                  </a:cubicBezTo>
                  <a:lnTo>
                    <a:pt x="27350" y="7708"/>
                  </a:lnTo>
                  <a:lnTo>
                    <a:pt x="29517" y="7708"/>
                  </a:lnTo>
                  <a:cubicBezTo>
                    <a:pt x="30961" y="7346"/>
                    <a:pt x="32044" y="7346"/>
                    <a:pt x="33127" y="7346"/>
                  </a:cubicBezTo>
                  <a:cubicBezTo>
                    <a:pt x="35655" y="7346"/>
                    <a:pt x="37822" y="9154"/>
                    <a:pt x="37822" y="11324"/>
                  </a:cubicBezTo>
                  <a:cubicBezTo>
                    <a:pt x="37822" y="12770"/>
                    <a:pt x="36738" y="16748"/>
                    <a:pt x="35294" y="22895"/>
                  </a:cubicBezTo>
                  <a:lnTo>
                    <a:pt x="268" y="139693"/>
                  </a:lnTo>
                  <a:lnTo>
                    <a:pt x="15434" y="139693"/>
                  </a:lnTo>
                  <a:lnTo>
                    <a:pt x="18322" y="129568"/>
                  </a:lnTo>
                  <a:cubicBezTo>
                    <a:pt x="25544" y="105703"/>
                    <a:pt x="29155" y="98109"/>
                    <a:pt x="41433" y="82198"/>
                  </a:cubicBezTo>
                  <a:cubicBezTo>
                    <a:pt x="53349" y="67011"/>
                    <a:pt x="61654" y="59779"/>
                    <a:pt x="68154" y="59779"/>
                  </a:cubicBezTo>
                  <a:cubicBezTo>
                    <a:pt x="70681" y="59779"/>
                    <a:pt x="72848" y="62310"/>
                    <a:pt x="72848" y="65203"/>
                  </a:cubicBezTo>
                  <a:cubicBezTo>
                    <a:pt x="72848" y="67373"/>
                    <a:pt x="72487" y="68819"/>
                    <a:pt x="70681" y="74966"/>
                  </a:cubicBezTo>
                  <a:lnTo>
                    <a:pt x="56238" y="125229"/>
                  </a:lnTo>
                  <a:cubicBezTo>
                    <a:pt x="55154" y="129207"/>
                    <a:pt x="54793" y="132100"/>
                    <a:pt x="54793" y="134631"/>
                  </a:cubicBezTo>
                  <a:cubicBezTo>
                    <a:pt x="54793" y="139332"/>
                    <a:pt x="58043" y="143309"/>
                    <a:pt x="62737" y="143309"/>
                  </a:cubicBezTo>
                  <a:cubicBezTo>
                    <a:pt x="66709" y="143309"/>
                    <a:pt x="73931" y="139332"/>
                    <a:pt x="78626" y="134993"/>
                  </a:cubicBezTo>
                  <a:cubicBezTo>
                    <a:pt x="81875" y="132100"/>
                    <a:pt x="82959" y="130653"/>
                    <a:pt x="89458" y="122698"/>
                  </a:cubicBezTo>
                  <a:lnTo>
                    <a:pt x="86208" y="121252"/>
                  </a:lnTo>
                  <a:cubicBezTo>
                    <a:pt x="81875" y="127760"/>
                    <a:pt x="75737" y="133185"/>
                    <a:pt x="72848" y="133185"/>
                  </a:cubicBezTo>
                  <a:cubicBezTo>
                    <a:pt x="71404" y="133185"/>
                    <a:pt x="69959" y="131376"/>
                    <a:pt x="69959" y="129568"/>
                  </a:cubicBezTo>
                  <a:cubicBezTo>
                    <a:pt x="69959" y="128845"/>
                    <a:pt x="69959" y="128484"/>
                    <a:pt x="71042" y="125229"/>
                  </a:cubicBezTo>
                  <a:lnTo>
                    <a:pt x="85125" y="76051"/>
                  </a:lnTo>
                  <a:cubicBezTo>
                    <a:pt x="87292" y="68819"/>
                    <a:pt x="88014" y="64118"/>
                    <a:pt x="88014" y="60502"/>
                  </a:cubicBezTo>
                  <a:cubicBezTo>
                    <a:pt x="88014" y="53632"/>
                    <a:pt x="83681" y="48569"/>
                    <a:pt x="76820" y="48569"/>
                  </a:cubicBezTo>
                  <a:cubicBezTo>
                    <a:pt x="70320" y="48569"/>
                    <a:pt x="64182" y="52185"/>
                    <a:pt x="54432" y="61225"/>
                  </a:cubicBezTo>
                  <a:cubicBezTo>
                    <a:pt x="46849" y="68096"/>
                    <a:pt x="45044" y="70265"/>
                    <a:pt x="29877" y="90877"/>
                  </a:cubicBezTo>
                  <a:close/>
                </a:path>
              </a:pathLst>
            </a:custGeom>
            <a:grpFill/>
            <a:ln w="3175" cap="flat">
              <a:solidFill>
                <a:schemeClr val="tx1"/>
              </a:solidFill>
              <a:prstDash val="solid"/>
              <a:miter/>
            </a:ln>
          </p:spPr>
          <p:txBody>
            <a:bodyPr rtlCol="0" anchor="ctr"/>
            <a:lstStyle/>
            <a:p>
              <a:endParaRPr lang="zh-CN" altLang="en-US"/>
            </a:p>
          </p:txBody>
        </p:sp>
        <p:sp>
          <p:nvSpPr>
            <p:cNvPr id="382" name="任意多边形: 形状 381"/>
            <p:cNvSpPr/>
            <p:nvPr/>
          </p:nvSpPr>
          <p:spPr>
            <a:xfrm>
              <a:off x="8945945" y="5131142"/>
              <a:ext cx="76552" cy="95463"/>
            </a:xfrm>
            <a:custGeom>
              <a:avLst/>
              <a:gdLst>
                <a:gd name="connsiteX0" fmla="*/ 63825 w 76552"/>
                <a:gd name="connsiteY0" fmla="*/ 71350 h 95463"/>
                <a:gd name="connsiteX1" fmla="*/ 36382 w 76552"/>
                <a:gd name="connsiteY1" fmla="*/ 85453 h 95463"/>
                <a:gd name="connsiteX2" fmla="*/ 17244 w 76552"/>
                <a:gd name="connsiteY2" fmla="*/ 63757 h 95463"/>
                <a:gd name="connsiteX3" fmla="*/ 17966 w 76552"/>
                <a:gd name="connsiteY3" fmla="*/ 52908 h 95463"/>
                <a:gd name="connsiteX4" fmla="*/ 53353 w 76552"/>
                <a:gd name="connsiteY4" fmla="*/ 45676 h 95463"/>
                <a:gd name="connsiteX5" fmla="*/ 76824 w 76552"/>
                <a:gd name="connsiteY5" fmla="*/ 15302 h 95463"/>
                <a:gd name="connsiteX6" fmla="*/ 57325 w 76552"/>
                <a:gd name="connsiteY6" fmla="*/ 114 h 95463"/>
                <a:gd name="connsiteX7" fmla="*/ 272 w 76552"/>
                <a:gd name="connsiteY7" fmla="*/ 64480 h 95463"/>
                <a:gd name="connsiteX8" fmla="*/ 27715 w 76552"/>
                <a:gd name="connsiteY8" fmla="*/ 95578 h 95463"/>
                <a:gd name="connsiteX9" fmla="*/ 67436 w 76552"/>
                <a:gd name="connsiteY9" fmla="*/ 74243 h 95463"/>
                <a:gd name="connsiteX10" fmla="*/ 19049 w 76552"/>
                <a:gd name="connsiteY10" fmla="*/ 47484 h 95463"/>
                <a:gd name="connsiteX11" fmla="*/ 53714 w 76552"/>
                <a:gd name="connsiteY11" fmla="*/ 5900 h 95463"/>
                <a:gd name="connsiteX12" fmla="*/ 62020 w 76552"/>
                <a:gd name="connsiteY12" fmla="*/ 14578 h 95463"/>
                <a:gd name="connsiteX13" fmla="*/ 54436 w 76552"/>
                <a:gd name="connsiteY13" fmla="*/ 32297 h 95463"/>
                <a:gd name="connsiteX14" fmla="*/ 27715 w 76552"/>
                <a:gd name="connsiteY14" fmla="*/ 46761 h 95463"/>
                <a:gd name="connsiteX15" fmla="*/ 19049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25" y="71350"/>
                  </a:moveTo>
                  <a:cubicBezTo>
                    <a:pt x="54436" y="80752"/>
                    <a:pt x="45770" y="85453"/>
                    <a:pt x="36382" y="85453"/>
                  </a:cubicBezTo>
                  <a:cubicBezTo>
                    <a:pt x="25188" y="85453"/>
                    <a:pt x="17244" y="76413"/>
                    <a:pt x="17244" y="63757"/>
                  </a:cubicBezTo>
                  <a:cubicBezTo>
                    <a:pt x="17244" y="60502"/>
                    <a:pt x="17605" y="56886"/>
                    <a:pt x="17966" y="52908"/>
                  </a:cubicBezTo>
                  <a:cubicBezTo>
                    <a:pt x="34215" y="52185"/>
                    <a:pt x="43604" y="50377"/>
                    <a:pt x="53353" y="45676"/>
                  </a:cubicBezTo>
                  <a:cubicBezTo>
                    <a:pt x="67436" y="39167"/>
                    <a:pt x="76824" y="26873"/>
                    <a:pt x="76824" y="15302"/>
                  </a:cubicBezTo>
                  <a:cubicBezTo>
                    <a:pt x="76824" y="6623"/>
                    <a:pt x="68519" y="114"/>
                    <a:pt x="57325" y="114"/>
                  </a:cubicBezTo>
                  <a:cubicBezTo>
                    <a:pt x="29882" y="114"/>
                    <a:pt x="272" y="33382"/>
                    <a:pt x="272" y="64480"/>
                  </a:cubicBezTo>
                  <a:cubicBezTo>
                    <a:pt x="272" y="83283"/>
                    <a:pt x="11466" y="95578"/>
                    <a:pt x="27715" y="95578"/>
                  </a:cubicBezTo>
                  <a:cubicBezTo>
                    <a:pt x="40715" y="95578"/>
                    <a:pt x="51909" y="89431"/>
                    <a:pt x="67436" y="74243"/>
                  </a:cubicBezTo>
                  <a:close/>
                  <a:moveTo>
                    <a:pt x="19049" y="47484"/>
                  </a:moveTo>
                  <a:cubicBezTo>
                    <a:pt x="26271" y="23619"/>
                    <a:pt x="41076" y="5900"/>
                    <a:pt x="53714" y="5900"/>
                  </a:cubicBezTo>
                  <a:cubicBezTo>
                    <a:pt x="58409" y="5900"/>
                    <a:pt x="62020" y="9878"/>
                    <a:pt x="62020" y="14578"/>
                  </a:cubicBezTo>
                  <a:cubicBezTo>
                    <a:pt x="62020" y="20364"/>
                    <a:pt x="59131" y="26873"/>
                    <a:pt x="54436" y="32297"/>
                  </a:cubicBezTo>
                  <a:cubicBezTo>
                    <a:pt x="47937" y="40252"/>
                    <a:pt x="38909" y="44953"/>
                    <a:pt x="27715" y="46761"/>
                  </a:cubicBezTo>
                  <a:cubicBezTo>
                    <a:pt x="25910" y="47123"/>
                    <a:pt x="23382" y="47484"/>
                    <a:pt x="19049" y="47484"/>
                  </a:cubicBezTo>
                  <a:close/>
                </a:path>
              </a:pathLst>
            </a:custGeom>
            <a:grpFill/>
            <a:ln w="3175" cap="flat">
              <a:solidFill>
                <a:schemeClr val="tx1"/>
              </a:solidFill>
              <a:prstDash val="solid"/>
              <a:miter/>
            </a:ln>
          </p:spPr>
          <p:txBody>
            <a:bodyPr rtlCol="0" anchor="ctr"/>
            <a:lstStyle/>
            <a:p>
              <a:endParaRPr lang="zh-CN" altLang="en-US"/>
            </a:p>
          </p:txBody>
        </p:sp>
        <p:sp>
          <p:nvSpPr>
            <p:cNvPr id="383" name="任意多边形: 形状 382"/>
            <p:cNvSpPr/>
            <p:nvPr/>
          </p:nvSpPr>
          <p:spPr>
            <a:xfrm>
              <a:off x="9024612" y="5131142"/>
              <a:ext cx="69691" cy="95463"/>
            </a:xfrm>
            <a:custGeom>
              <a:avLst/>
              <a:gdLst>
                <a:gd name="connsiteX0" fmla="*/ 69967 w 69691"/>
                <a:gd name="connsiteY0" fmla="*/ 837 h 95463"/>
                <a:gd name="connsiteX1" fmla="*/ 67079 w 69691"/>
                <a:gd name="connsiteY1" fmla="*/ 837 h 95463"/>
                <a:gd name="connsiteX2" fmla="*/ 60940 w 69691"/>
                <a:gd name="connsiteY2" fmla="*/ 5538 h 95463"/>
                <a:gd name="connsiteX3" fmla="*/ 57329 w 69691"/>
                <a:gd name="connsiteY3" fmla="*/ 4453 h 95463"/>
                <a:gd name="connsiteX4" fmla="*/ 42524 w 69691"/>
                <a:gd name="connsiteY4" fmla="*/ 114 h 95463"/>
                <a:gd name="connsiteX5" fmla="*/ 19414 w 69691"/>
                <a:gd name="connsiteY5" fmla="*/ 23619 h 95463"/>
                <a:gd name="connsiteX6" fmla="*/ 33136 w 69691"/>
                <a:gd name="connsiteY6" fmla="*/ 51101 h 95463"/>
                <a:gd name="connsiteX7" fmla="*/ 45052 w 69691"/>
                <a:gd name="connsiteY7" fmla="*/ 73520 h 95463"/>
                <a:gd name="connsiteX8" fmla="*/ 28080 w 69691"/>
                <a:gd name="connsiteY8" fmla="*/ 90877 h 95463"/>
                <a:gd name="connsiteX9" fmla="*/ 9303 w 69691"/>
                <a:gd name="connsiteY9" fmla="*/ 63757 h 95463"/>
                <a:gd name="connsiteX10" fmla="*/ 6053 w 69691"/>
                <a:gd name="connsiteY10" fmla="*/ 63757 h 95463"/>
                <a:gd name="connsiteX11" fmla="*/ 276 w 69691"/>
                <a:gd name="connsiteY11" fmla="*/ 95578 h 95463"/>
                <a:gd name="connsiteX12" fmla="*/ 4248 w 69691"/>
                <a:gd name="connsiteY12" fmla="*/ 95578 h 95463"/>
                <a:gd name="connsiteX13" fmla="*/ 10025 w 69691"/>
                <a:gd name="connsiteY13" fmla="*/ 91239 h 95463"/>
                <a:gd name="connsiteX14" fmla="*/ 13997 w 69691"/>
                <a:gd name="connsiteY14" fmla="*/ 92323 h 95463"/>
                <a:gd name="connsiteX15" fmla="*/ 30969 w 69691"/>
                <a:gd name="connsiteY15" fmla="*/ 95578 h 95463"/>
                <a:gd name="connsiteX16" fmla="*/ 59134 w 69691"/>
                <a:gd name="connsiteY16" fmla="*/ 68819 h 95463"/>
                <a:gd name="connsiteX17" fmla="*/ 44329 w 69691"/>
                <a:gd name="connsiteY17" fmla="*/ 39891 h 95463"/>
                <a:gd name="connsiteX18" fmla="*/ 32413 w 69691"/>
                <a:gd name="connsiteY18" fmla="*/ 18194 h 95463"/>
                <a:gd name="connsiteX19" fmla="*/ 44329 w 69691"/>
                <a:gd name="connsiteY19" fmla="*/ 5900 h 95463"/>
                <a:gd name="connsiteX20" fmla="*/ 61662 w 69691"/>
                <a:gd name="connsiteY20" fmla="*/ 26511 h 95463"/>
                <a:gd name="connsiteX21" fmla="*/ 61662 w 69691"/>
                <a:gd name="connsiteY21" fmla="*/ 30851 h 95463"/>
                <a:gd name="connsiteX22" fmla="*/ 64912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967" y="837"/>
                  </a:moveTo>
                  <a:lnTo>
                    <a:pt x="67079" y="837"/>
                  </a:lnTo>
                  <a:cubicBezTo>
                    <a:pt x="64912" y="4092"/>
                    <a:pt x="63106" y="5538"/>
                    <a:pt x="60940" y="5538"/>
                  </a:cubicBezTo>
                  <a:cubicBezTo>
                    <a:pt x="60218" y="5538"/>
                    <a:pt x="58773" y="5177"/>
                    <a:pt x="57329" y="4453"/>
                  </a:cubicBezTo>
                  <a:cubicBezTo>
                    <a:pt x="52274" y="1561"/>
                    <a:pt x="47218" y="114"/>
                    <a:pt x="42524" y="114"/>
                  </a:cubicBezTo>
                  <a:cubicBezTo>
                    <a:pt x="29886" y="114"/>
                    <a:pt x="19414" y="10601"/>
                    <a:pt x="19414" y="23619"/>
                  </a:cubicBezTo>
                  <a:cubicBezTo>
                    <a:pt x="19414" y="32659"/>
                    <a:pt x="22303" y="38083"/>
                    <a:pt x="33136" y="51101"/>
                  </a:cubicBezTo>
                  <a:cubicBezTo>
                    <a:pt x="41441" y="60864"/>
                    <a:pt x="45052" y="67373"/>
                    <a:pt x="45052" y="73520"/>
                  </a:cubicBezTo>
                  <a:cubicBezTo>
                    <a:pt x="45052" y="82922"/>
                    <a:pt x="37107" y="90877"/>
                    <a:pt x="28080" y="90877"/>
                  </a:cubicBezTo>
                  <a:cubicBezTo>
                    <a:pt x="17247" y="90877"/>
                    <a:pt x="9664" y="80029"/>
                    <a:pt x="9303" y="63757"/>
                  </a:cubicBezTo>
                  <a:lnTo>
                    <a:pt x="6053" y="63757"/>
                  </a:lnTo>
                  <a:lnTo>
                    <a:pt x="276" y="95578"/>
                  </a:lnTo>
                  <a:lnTo>
                    <a:pt x="4248" y="95578"/>
                  </a:lnTo>
                  <a:cubicBezTo>
                    <a:pt x="5692" y="92323"/>
                    <a:pt x="7498" y="91239"/>
                    <a:pt x="10025" y="91239"/>
                  </a:cubicBezTo>
                  <a:cubicBezTo>
                    <a:pt x="11109" y="91239"/>
                    <a:pt x="12553" y="91600"/>
                    <a:pt x="13997" y="92323"/>
                  </a:cubicBezTo>
                  <a:cubicBezTo>
                    <a:pt x="23747" y="95216"/>
                    <a:pt x="25914" y="95578"/>
                    <a:pt x="30969" y="95578"/>
                  </a:cubicBezTo>
                  <a:cubicBezTo>
                    <a:pt x="46496" y="95578"/>
                    <a:pt x="59134" y="83645"/>
                    <a:pt x="59134" y="68819"/>
                  </a:cubicBezTo>
                  <a:cubicBezTo>
                    <a:pt x="59134" y="59779"/>
                    <a:pt x="55524" y="53270"/>
                    <a:pt x="44329" y="39891"/>
                  </a:cubicBezTo>
                  <a:cubicBezTo>
                    <a:pt x="34580" y="28319"/>
                    <a:pt x="32413" y="23980"/>
                    <a:pt x="32413" y="18194"/>
                  </a:cubicBezTo>
                  <a:cubicBezTo>
                    <a:pt x="32413" y="11324"/>
                    <a:pt x="37469" y="5900"/>
                    <a:pt x="44329" y="5900"/>
                  </a:cubicBezTo>
                  <a:cubicBezTo>
                    <a:pt x="54079" y="5900"/>
                    <a:pt x="61662" y="14578"/>
                    <a:pt x="61662" y="26511"/>
                  </a:cubicBezTo>
                  <a:cubicBezTo>
                    <a:pt x="61662" y="27596"/>
                    <a:pt x="61662" y="29043"/>
                    <a:pt x="61662" y="30851"/>
                  </a:cubicBezTo>
                  <a:lnTo>
                    <a:pt x="64912" y="30851"/>
                  </a:lnTo>
                  <a:close/>
                </a:path>
              </a:pathLst>
            </a:custGeom>
            <a:grpFill/>
            <a:ln w="3175" cap="flat">
              <a:solidFill>
                <a:schemeClr val="tx1"/>
              </a:solidFill>
              <a:prstDash val="solid"/>
              <a:miter/>
            </a:ln>
          </p:spPr>
          <p:txBody>
            <a:bodyPr rtlCol="0" anchor="ctr"/>
            <a:lstStyle/>
            <a:p>
              <a:endParaRPr lang="zh-CN" altLang="en-US"/>
            </a:p>
          </p:txBody>
        </p:sp>
      </p:grpSp>
      <p:grpSp>
        <p:nvGrpSpPr>
          <p:cNvPr id="384" name="Graphic 2"/>
          <p:cNvGrpSpPr/>
          <p:nvPr/>
        </p:nvGrpSpPr>
        <p:grpSpPr>
          <a:xfrm>
            <a:off x="10655436" y="4409958"/>
            <a:ext cx="437425" cy="131718"/>
            <a:chOff x="9659231" y="5130035"/>
            <a:chExt cx="346779" cy="96909"/>
          </a:xfrm>
        </p:grpSpPr>
        <p:sp>
          <p:nvSpPr>
            <p:cNvPr id="385" name="任意多边形: 形状 384"/>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386" name="任意多边形: 形状 385"/>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387" name="任意多边形: 形状 386"/>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388" name="任意多边形: 形状 387"/>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389" name="Graphic 2"/>
          <p:cNvGrpSpPr/>
          <p:nvPr/>
        </p:nvGrpSpPr>
        <p:grpSpPr>
          <a:xfrm>
            <a:off x="11083471" y="4411431"/>
            <a:ext cx="195937" cy="129753"/>
            <a:chOff x="9998566" y="5131119"/>
            <a:chExt cx="155334" cy="95463"/>
          </a:xfrm>
        </p:grpSpPr>
        <p:sp>
          <p:nvSpPr>
            <p:cNvPr id="390" name="任意多边形: 形状 389"/>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391" name="任意多边形: 形状 390"/>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392" name="任意多边形: 形状 391"/>
          <p:cNvSpPr/>
          <p:nvPr/>
        </p:nvSpPr>
        <p:spPr>
          <a:xfrm flipV="1">
            <a:off x="8449658" y="2612490"/>
            <a:ext cx="255070" cy="237141"/>
          </a:xfrm>
          <a:custGeom>
            <a:avLst/>
            <a:gdLst>
              <a:gd name="connsiteX0" fmla="*/ -2086 w 202213"/>
              <a:gd name="connsiteY0" fmla="*/ 173536 h 174472"/>
              <a:gd name="connsiteX1" fmla="*/ 200127 w 202213"/>
              <a:gd name="connsiteY1" fmla="*/ -936 h 174472"/>
              <a:gd name="connsiteX2" fmla="*/ 200127 w 202213"/>
              <a:gd name="connsiteY2" fmla="*/ 173536 h 174472"/>
              <a:gd name="connsiteX3" fmla="*/ -2086 w 202213"/>
              <a:gd name="connsiteY3" fmla="*/ -34 h 174472"/>
            </a:gdLst>
            <a:ahLst/>
            <a:cxnLst>
              <a:cxn ang="0">
                <a:pos x="connsiteX0" y="connsiteY0"/>
              </a:cxn>
              <a:cxn ang="0">
                <a:pos x="connsiteX1" y="connsiteY1"/>
              </a:cxn>
              <a:cxn ang="0">
                <a:pos x="connsiteX2" y="connsiteY2"/>
              </a:cxn>
              <a:cxn ang="0">
                <a:pos x="connsiteX3" y="connsiteY3"/>
              </a:cxn>
            </a:cxnLst>
            <a:rect l="l" t="t" r="r" b="b"/>
            <a:pathLst>
              <a:path w="202213" h="174472">
                <a:moveTo>
                  <a:pt x="-2086" y="173536"/>
                </a:moveTo>
                <a:lnTo>
                  <a:pt x="200127" y="-936"/>
                </a:lnTo>
                <a:lnTo>
                  <a:pt x="200127" y="173536"/>
                </a:lnTo>
                <a:lnTo>
                  <a:pt x="-2086" y="-34"/>
                </a:lnTo>
                <a:close/>
              </a:path>
            </a:pathLst>
          </a:custGeom>
          <a:noFill/>
          <a:ln w="11545" cap="flat">
            <a:solidFill>
              <a:srgbClr val="231F20"/>
            </a:solidFill>
            <a:prstDash val="solid"/>
            <a:miter/>
          </a:ln>
        </p:spPr>
        <p:txBody>
          <a:bodyPr rtlCol="0" anchor="ctr"/>
          <a:lstStyle/>
          <a:p>
            <a:endParaRPr lang="zh-CN" altLang="en-US"/>
          </a:p>
        </p:txBody>
      </p:sp>
      <p:sp>
        <p:nvSpPr>
          <p:cNvPr id="393" name="任意多边形: 形状 392"/>
          <p:cNvSpPr/>
          <p:nvPr/>
        </p:nvSpPr>
        <p:spPr>
          <a:xfrm flipV="1">
            <a:off x="9330222" y="1854732"/>
            <a:ext cx="255070" cy="237141"/>
          </a:xfrm>
          <a:custGeom>
            <a:avLst/>
            <a:gdLst>
              <a:gd name="connsiteX0" fmla="*/ -2358 w 202213"/>
              <a:gd name="connsiteY0" fmla="*/ 173271 h 174472"/>
              <a:gd name="connsiteX1" fmla="*/ 199855 w 202213"/>
              <a:gd name="connsiteY1" fmla="*/ -1201 h 174472"/>
              <a:gd name="connsiteX2" fmla="*/ 199855 w 202213"/>
              <a:gd name="connsiteY2" fmla="*/ 173271 h 174472"/>
              <a:gd name="connsiteX3" fmla="*/ -2358 w 202213"/>
              <a:gd name="connsiteY3" fmla="*/ -299 h 174472"/>
            </a:gdLst>
            <a:ahLst/>
            <a:cxnLst>
              <a:cxn ang="0">
                <a:pos x="connsiteX0" y="connsiteY0"/>
              </a:cxn>
              <a:cxn ang="0">
                <a:pos x="connsiteX1" y="connsiteY1"/>
              </a:cxn>
              <a:cxn ang="0">
                <a:pos x="connsiteX2" y="connsiteY2"/>
              </a:cxn>
              <a:cxn ang="0">
                <a:pos x="connsiteX3" y="connsiteY3"/>
              </a:cxn>
            </a:cxnLst>
            <a:rect l="l" t="t" r="r" b="b"/>
            <a:pathLst>
              <a:path w="202213" h="174472">
                <a:moveTo>
                  <a:pt x="-2358" y="173271"/>
                </a:moveTo>
                <a:lnTo>
                  <a:pt x="199855" y="-1201"/>
                </a:lnTo>
                <a:lnTo>
                  <a:pt x="199855" y="173271"/>
                </a:lnTo>
                <a:lnTo>
                  <a:pt x="-2358" y="-299"/>
                </a:lnTo>
                <a:close/>
              </a:path>
            </a:pathLst>
          </a:custGeom>
          <a:noFill/>
          <a:ln w="11545" cap="flat">
            <a:solidFill>
              <a:srgbClr val="231F20"/>
            </a:solidFill>
            <a:prstDash val="solid"/>
            <a:miter/>
          </a:ln>
        </p:spPr>
        <p:txBody>
          <a:bodyPr rtlCol="0" anchor="ctr"/>
          <a:lstStyle/>
          <a:p>
            <a:endParaRPr lang="zh-CN" altLang="en-US"/>
          </a:p>
        </p:txBody>
      </p:sp>
      <p:sp>
        <p:nvSpPr>
          <p:cNvPr id="394" name="文本框 393"/>
          <p:cNvSpPr txBox="1"/>
          <p:nvPr/>
        </p:nvSpPr>
        <p:spPr>
          <a:xfrm>
            <a:off x="7035046" y="3227753"/>
            <a:ext cx="1448446" cy="430887"/>
          </a:xfrm>
          <a:prstGeom prst="rect">
            <a:avLst/>
          </a:prstGeom>
          <a:noFill/>
        </p:spPr>
        <p:txBody>
          <a:bodyPr wrap="square">
            <a:spAutoFit/>
          </a:bodyPr>
          <a:lstStyle/>
          <a:p>
            <a:r>
              <a:rPr lang="en-US" altLang="en-US" sz="2200" b="1" dirty="0">
                <a:solidFill>
                  <a:srgbClr val="FF0000"/>
                </a:solidFill>
                <a:sym typeface="Symbol" panose="05050102010706020507" pitchFamily="18" charset="2"/>
              </a:rPr>
              <a:t></a:t>
            </a:r>
            <a:r>
              <a:rPr lang="en-US" altLang="en-US" sz="2200" b="1" i="1" baseline="-25000" dirty="0">
                <a:solidFill>
                  <a:srgbClr val="FF0000"/>
                </a:solidFill>
                <a:sym typeface="Symbol" panose="05050102010706020507" pitchFamily="18" charset="2"/>
              </a:rPr>
              <a:t>ID</a:t>
            </a:r>
            <a:r>
              <a:rPr lang="en-US" altLang="en-US" sz="2200" b="1" baseline="-25000" dirty="0">
                <a:solidFill>
                  <a:srgbClr val="FF0000"/>
                </a:solidFill>
                <a:sym typeface="Symbol" panose="05050102010706020507" pitchFamily="18" charset="2"/>
              </a:rPr>
              <a:t>, </a:t>
            </a:r>
            <a:r>
              <a:rPr lang="en-US" altLang="en-US" sz="2200" b="1" i="1" baseline="-25000" dirty="0">
                <a:solidFill>
                  <a:srgbClr val="FF0000"/>
                </a:solidFill>
                <a:sym typeface="Symbol" panose="05050102010706020507" pitchFamily="18" charset="2"/>
              </a:rPr>
              <a:t>name</a:t>
            </a:r>
            <a:endParaRPr lang="zh-CN" altLang="en-US" sz="2200" b="1" dirty="0">
              <a:solidFill>
                <a:srgbClr val="FF0000"/>
              </a:solidFill>
            </a:endParaRPr>
          </a:p>
        </p:txBody>
      </p:sp>
      <p:sp>
        <p:nvSpPr>
          <p:cNvPr id="395" name="任意多边形: 形状 394"/>
          <p:cNvSpPr/>
          <p:nvPr/>
        </p:nvSpPr>
        <p:spPr>
          <a:xfrm flipH="1" flipV="1">
            <a:off x="7288376" y="3697838"/>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396" name="文本框 395"/>
          <p:cNvSpPr txBox="1"/>
          <p:nvPr/>
        </p:nvSpPr>
        <p:spPr>
          <a:xfrm>
            <a:off x="9024654" y="3309862"/>
            <a:ext cx="1448446" cy="430887"/>
          </a:xfrm>
          <a:prstGeom prst="rect">
            <a:avLst/>
          </a:prstGeom>
          <a:noFill/>
        </p:spPr>
        <p:txBody>
          <a:bodyPr wrap="square">
            <a:spAutoFit/>
          </a:bodyPr>
          <a:lstStyle/>
          <a:p>
            <a:r>
              <a:rPr lang="en-US" altLang="en-US" sz="2200" b="1" dirty="0">
                <a:solidFill>
                  <a:srgbClr val="FF0000"/>
                </a:solidFill>
                <a:sym typeface="Symbol" panose="05050102010706020507" pitchFamily="18" charset="2"/>
              </a:rPr>
              <a:t></a:t>
            </a:r>
            <a:r>
              <a:rPr lang="en-US" altLang="en-US" sz="2200" b="1" i="1" baseline="-25000" dirty="0">
                <a:solidFill>
                  <a:srgbClr val="FF0000"/>
                </a:solidFill>
                <a:sym typeface="Symbol" panose="05050102010706020507" pitchFamily="18" charset="2"/>
              </a:rPr>
              <a:t>ID</a:t>
            </a:r>
            <a:r>
              <a:rPr lang="en-US" altLang="en-US" sz="2200" b="1" baseline="-25000" dirty="0">
                <a:solidFill>
                  <a:srgbClr val="FF0000"/>
                </a:solidFill>
                <a:sym typeface="Symbol" panose="05050102010706020507" pitchFamily="18" charset="2"/>
              </a:rPr>
              <a:t>, </a:t>
            </a:r>
            <a:r>
              <a:rPr lang="en-US" altLang="en-US" sz="2200" b="1" baseline="-25000" dirty="0" err="1">
                <a:solidFill>
                  <a:srgbClr val="FF0000"/>
                </a:solidFill>
                <a:sym typeface="Symbol" panose="05050102010706020507" pitchFamily="18" charset="2"/>
              </a:rPr>
              <a:t>course_id</a:t>
            </a:r>
            <a:endParaRPr lang="zh-CN" altLang="en-US" sz="2200" b="1" dirty="0">
              <a:solidFill>
                <a:srgbClr val="FF0000"/>
              </a:solidFill>
            </a:endParaRPr>
          </a:p>
        </p:txBody>
      </p:sp>
      <p:sp>
        <p:nvSpPr>
          <p:cNvPr id="397" name="任意多边形: 形状 396"/>
          <p:cNvSpPr/>
          <p:nvPr/>
        </p:nvSpPr>
        <p:spPr>
          <a:xfrm flipH="1" flipV="1">
            <a:off x="9277984" y="3779947"/>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Physical Query Optimization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8048059" cy="4376164"/>
              </a:xfrm>
            </p:spPr>
            <p:txBody>
              <a:bodyPr>
                <a:noAutofit/>
              </a:bodyPr>
              <a:lstStyle/>
              <a:p>
                <a:pPr>
                  <a:buFont typeface="Wingdings" panose="05000000000000000000" pitchFamily="2" charset="2"/>
                  <a:buChar char="q"/>
                </a:pPr>
                <a:r>
                  <a:rPr lang="en-US" sz="2800" b="1" u="sng" dirty="0"/>
                  <a:t>Overall Approach</a:t>
                </a:r>
                <a:endParaRPr lang="en-US" sz="2800" b="1" u="sng" dirty="0"/>
              </a:p>
              <a:p>
                <a:pPr lvl="1">
                  <a:buFont typeface="Wingdings" panose="05000000000000000000" pitchFamily="2" charset="2"/>
                  <a:buChar char="q"/>
                </a:pPr>
                <a:r>
                  <a:rPr lang="en-US" sz="2400" dirty="0"/>
                  <a:t>The </a:t>
                </a:r>
                <a:r>
                  <a:rPr lang="en-US" sz="2400" dirty="0">
                    <a:solidFill>
                      <a:srgbClr val="FF0000"/>
                    </a:solidFill>
                  </a:rPr>
                  <a:t>same logical query scheme</a:t>
                </a:r>
                <a:r>
                  <a:rPr lang="en-US" sz="2400" dirty="0"/>
                  <a:t>, but </a:t>
                </a:r>
                <a:r>
                  <a:rPr lang="en-US" sz="2400" dirty="0">
                    <a:solidFill>
                      <a:srgbClr val="FF0000"/>
                    </a:solidFill>
                  </a:rPr>
                  <a:t>different execution algorithms</a:t>
                </a:r>
                <a:r>
                  <a:rPr lang="en-US" sz="2400" dirty="0"/>
                  <a:t>, will have </a:t>
                </a:r>
                <a:r>
                  <a:rPr lang="en-US" sz="2400" dirty="0">
                    <a:solidFill>
                      <a:srgbClr val="FF0000"/>
                    </a:solidFill>
                  </a:rPr>
                  <a:t>different costs</a:t>
                </a:r>
                <a:r>
                  <a:rPr lang="en-US" sz="2400" dirty="0"/>
                  <a:t>.</a:t>
                </a:r>
                <a:endParaRPr lang="en-US" sz="2400" dirty="0"/>
              </a:p>
              <a:p>
                <a:pPr lvl="1">
                  <a:buFont typeface="Wingdings" panose="05000000000000000000" pitchFamily="2" charset="2"/>
                  <a:buChar char="q"/>
                </a:pPr>
                <a:r>
                  <a:rPr lang="en-US" altLang="zh-CN" sz="2400" b="1" u="sng" dirty="0"/>
                  <a:t>Example</a:t>
                </a:r>
                <a:r>
                  <a:rPr lang="en-US" altLang="zh-CN" sz="2400" dirty="0"/>
                  <a:t>: Execution plans for</a:t>
                </a:r>
                <a:endParaRPr lang="en-US" altLang="zh-CN" sz="2400" dirty="0"/>
              </a:p>
              <a:p>
                <a:pPr marL="201295" lvl="1" indent="0">
                  <a:buNone/>
                </a:pPr>
                <a14:m>
                  <m:oMathPara xmlns:m="http://schemas.openxmlformats.org/officeDocument/2006/math">
                    <m:oMathParaPr>
                      <m:jc m:val="centerGroup"/>
                    </m:oMathParaPr>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𝜎</m:t>
                          </m:r>
                        </m:e>
                        <m:sub>
                          <m:r>
                            <a:rPr lang="en-US" altLang="zh-CN" sz="2400" i="1" dirty="0">
                              <a:latin typeface="Cambria Math" panose="02040503050406030204" pitchFamily="18" charset="0"/>
                            </a:rPr>
                            <m:t>𝐶𝑛𝑎𝑚𝑒</m:t>
                          </m:r>
                          <m:r>
                            <a:rPr lang="en-US" altLang="zh-CN" sz="2400" i="1" dirty="0">
                              <a:latin typeface="Cambria Math" panose="02040503050406030204" pitchFamily="18" charset="0"/>
                            </a:rPr>
                            <m:t>="</m:t>
                          </m:r>
                          <m:r>
                            <m:rPr>
                              <m:sty m:val="p"/>
                            </m:rPr>
                            <a:rPr lang="en-US" altLang="zh-CN" sz="2400" i="1" dirty="0">
                              <a:latin typeface="Cambria Math" panose="02040503050406030204" pitchFamily="18" charset="0"/>
                            </a:rPr>
                            <m:t>Data</m:t>
                          </m:r>
                          <m:r>
                            <a:rPr lang="en-US" altLang="zh-CN" sz="2400" i="1" dirty="0">
                              <a:latin typeface="Cambria Math" panose="02040503050406030204" pitchFamily="18" charset="0"/>
                            </a:rPr>
                            <m:t> </m:t>
                          </m:r>
                          <m:r>
                            <m:rPr>
                              <m:sty m:val="p"/>
                            </m:rPr>
                            <a:rPr lang="en-US" altLang="zh-CN" sz="2400" i="1" dirty="0">
                              <a:latin typeface="Cambria Math" panose="02040503050406030204" pitchFamily="18" charset="0"/>
                            </a:rPr>
                            <m:t>Structure</m:t>
                          </m:r>
                          <m:r>
                            <a:rPr lang="en-US" altLang="zh-CN" sz="2400" i="1" dirty="0">
                              <a:latin typeface="Cambria Math" panose="02040503050406030204" pitchFamily="18" charset="0"/>
                            </a:rPr>
                            <m:t>"</m:t>
                          </m:r>
                        </m:sub>
                      </m:sSub>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𝐶𝑜𝑢𝑟𝑠𝑒</m:t>
                      </m:r>
                      <m:r>
                        <a:rPr lang="en-US" altLang="zh-CN" sz="2400" i="1" dirty="0" smtClean="0">
                          <a:latin typeface="Cambria Math" panose="02040503050406030204" pitchFamily="18" charset="0"/>
                        </a:rPr>
                        <m:t>)</m:t>
                      </m:r>
                    </m:oMath>
                  </m:oMathPara>
                </a14:m>
                <a:endParaRPr lang="en-US" altLang="zh-CN" sz="2400" dirty="0"/>
              </a:p>
              <a:p>
                <a:pPr lvl="2">
                  <a:buClr>
                    <a:srgbClr val="1CADE4"/>
                  </a:buClr>
                  <a:buFont typeface="Courier New" panose="02070309020205020404" pitchFamily="49" charset="0"/>
                  <a:buChar char="o"/>
                  <a:defRPr/>
                </a:pPr>
                <a:r>
                  <a:rPr lang="en-US" altLang="zh-CN" sz="2400" b="1" dirty="0"/>
                  <a:t>Option 1</a:t>
                </a:r>
                <a:r>
                  <a:rPr lang="en-US" altLang="zh-CN" sz="2400" dirty="0"/>
                  <a:t>: Linear scan</a:t>
                </a:r>
                <a:endParaRPr lang="en-US" altLang="zh-CN" sz="2400" dirty="0"/>
              </a:p>
              <a:p>
                <a:pPr lvl="2">
                  <a:buClr>
                    <a:srgbClr val="1CADE4"/>
                  </a:buClr>
                  <a:buFont typeface="Courier New" panose="02070309020205020404" pitchFamily="49" charset="0"/>
                  <a:buChar char="o"/>
                  <a:defRPr/>
                </a:pPr>
                <a:r>
                  <a:rPr lang="en-US" altLang="zh-CN" sz="2400" b="1" dirty="0"/>
                  <a:t>Option 2</a:t>
                </a:r>
                <a:r>
                  <a:rPr lang="en-US" altLang="zh-CN" sz="2400" dirty="0"/>
                  <a:t>: Using the </a:t>
                </a:r>
                <a:r>
                  <a:rPr lang="en-US" altLang="zh-CN" sz="2400" dirty="0" err="1"/>
                  <a:t>Cname</a:t>
                </a:r>
                <a:r>
                  <a:rPr lang="en-US" altLang="zh-CN" sz="2400" dirty="0"/>
                  <a:t> B+ tree index on the Course</a:t>
                </a:r>
                <a:endParaRPr lang="en-US" altLang="zh-CN" sz="2400" dirty="0"/>
              </a:p>
              <a:p>
                <a:pPr lvl="1">
                  <a:buFont typeface="Wingdings" panose="05000000000000000000" pitchFamily="2" charset="2"/>
                  <a:buChar char="q"/>
                </a:pPr>
                <a:r>
                  <a:rPr lang="en-US" altLang="zh-CN" sz="2400" dirty="0"/>
                  <a:t>When the conditions are more complex, there are even more options available. </a:t>
                </a:r>
                <a:endParaRPr lang="en-US" altLang="zh-CN" sz="2400" dirty="0"/>
              </a:p>
              <a:p>
                <a:pPr lvl="1">
                  <a:buFont typeface="Wingdings" panose="05000000000000000000" pitchFamily="2" charset="2"/>
                  <a:buChar char="q"/>
                </a:pPr>
                <a:r>
                  <a:rPr lang="en-US" altLang="zh-CN" sz="2400" dirty="0"/>
                  <a:t>The plan with the lowest cost is selected to generate the physical query plan.</a:t>
                </a:r>
                <a:r>
                  <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endPar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8048059" cy="4376164"/>
              </a:xfrm>
              <a:blipFill rotWithShape="1">
                <a:blip r:embed="rId1"/>
                <a:stretch>
                  <a:fillRect t="-10" r="1" b="4"/>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15" name="任意多边形: 形状 14"/>
          <p:cNvSpPr/>
          <p:nvPr/>
        </p:nvSpPr>
        <p:spPr>
          <a:xfrm flipV="1">
            <a:off x="10267122" y="3487954"/>
            <a:ext cx="45719" cy="966428"/>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grpSp>
        <p:nvGrpSpPr>
          <p:cNvPr id="16" name="Graphic 2"/>
          <p:cNvGrpSpPr/>
          <p:nvPr/>
        </p:nvGrpSpPr>
        <p:grpSpPr>
          <a:xfrm>
            <a:off x="9999157" y="4621604"/>
            <a:ext cx="437425" cy="131718"/>
            <a:chOff x="9659231" y="5130035"/>
            <a:chExt cx="346779" cy="96909"/>
          </a:xfrm>
        </p:grpSpPr>
        <p:sp>
          <p:nvSpPr>
            <p:cNvPr id="17" name="任意多边形: 形状 16"/>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18" name="任意多边形: 形状 17"/>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19" name="任意多边形: 形状 18"/>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20" name="任意多边形: 形状 19"/>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21" name="Graphic 2"/>
          <p:cNvGrpSpPr/>
          <p:nvPr/>
        </p:nvGrpSpPr>
        <p:grpSpPr>
          <a:xfrm>
            <a:off x="10427192" y="4623077"/>
            <a:ext cx="195937" cy="129753"/>
            <a:chOff x="9998566" y="5131119"/>
            <a:chExt cx="155334" cy="95463"/>
          </a:xfrm>
        </p:grpSpPr>
        <p:sp>
          <p:nvSpPr>
            <p:cNvPr id="22" name="任意多边形: 形状 21"/>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23" name="任意多边形: 形状 22"/>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24" name="文本框 23"/>
          <p:cNvSpPr txBox="1"/>
          <p:nvPr/>
        </p:nvSpPr>
        <p:spPr>
          <a:xfrm>
            <a:off x="9239924" y="2771244"/>
            <a:ext cx="2393316" cy="461665"/>
          </a:xfrm>
          <a:prstGeom prst="rect">
            <a:avLst/>
          </a:prstGeom>
          <a:noFill/>
        </p:spPr>
        <p:txBody>
          <a:bodyPr wrap="square">
            <a:spAutoFit/>
          </a:bodyPr>
          <a:lstStyle/>
          <a:p>
            <a:r>
              <a:rPr lang="en-US" altLang="zh-CN" sz="2400" dirty="0" err="1">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mn-ea"/>
              </a:rPr>
              <a:t>σ</a:t>
            </a:r>
            <a:r>
              <a:rPr lang="en-US" altLang="zh-CN" sz="2400" baseline="-25000" dirty="0" err="1">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mn-ea"/>
              </a:rPr>
              <a:t>Cname</a:t>
            </a:r>
            <a:r>
              <a:rPr lang="en-US" altLang="zh-CN" sz="2400" baseline="-250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mn-ea"/>
              </a:rPr>
              <a:t>=‘</a:t>
            </a:r>
            <a:r>
              <a:rPr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sym typeface="+mn-ea"/>
              </a:rPr>
              <a:t>Data</a:t>
            </a:r>
            <a:r>
              <a:rPr lang="zh-CN" altLang="en-US" sz="2400" baseline="-25000" dirty="0">
                <a:latin typeface="Times New Roman" panose="02020603050405020304" pitchFamily="18" charset="0"/>
                <a:ea typeface="华文楷体" panose="02010600040101010101" pitchFamily="2" charset="-122"/>
                <a:cs typeface="Times New Roman" panose="02020603050405020304" pitchFamily="18" charset="0"/>
                <a:sym typeface="+mn-ea"/>
              </a:rPr>
              <a:t> </a:t>
            </a:r>
            <a:r>
              <a:rPr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sym typeface="+mn-ea"/>
              </a:rPr>
              <a:t>Structure’</a:t>
            </a:r>
            <a:r>
              <a:rPr lang="zh-CN" altLang="en-US" sz="24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mn-ea"/>
              </a:rPr>
              <a:t> </a:t>
            </a:r>
            <a:endParaRPr lang="zh-CN" alt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a:t>
            </a:r>
            <a:endParaRPr lang="en-US" sz="4000" u="sng" dirty="0"/>
          </a:p>
        </p:txBody>
      </p:sp>
      <p:grpSp>
        <p:nvGrpSpPr>
          <p:cNvPr id="3" name="组合 2"/>
          <p:cNvGrpSpPr/>
          <p:nvPr/>
        </p:nvGrpSpPr>
        <p:grpSpPr>
          <a:xfrm>
            <a:off x="443728" y="1454879"/>
            <a:ext cx="4773593" cy="4304074"/>
            <a:chOff x="6438329" y="1007833"/>
            <a:chExt cx="5601271" cy="5050344"/>
          </a:xfrm>
        </p:grpSpPr>
        <p:sp>
          <p:nvSpPr>
            <p:cNvPr id="4" name="任意多边形: 形状 3"/>
            <p:cNvSpPr/>
            <p:nvPr/>
          </p:nvSpPr>
          <p:spPr>
            <a:xfrm flipV="1">
              <a:off x="9305502" y="1305275"/>
              <a:ext cx="29151" cy="488405"/>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5" name="任意多边形: 形状 4"/>
            <p:cNvSpPr/>
            <p:nvPr/>
          </p:nvSpPr>
          <p:spPr>
            <a:xfrm flipH="1" flipV="1">
              <a:off x="7166468" y="5418065"/>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7" name="任意多边形: 形状 6"/>
            <p:cNvSpPr/>
            <p:nvPr/>
          </p:nvSpPr>
          <p:spPr>
            <a:xfrm flipV="1">
              <a:off x="8455692" y="2172277"/>
              <a:ext cx="600217" cy="427446"/>
            </a:xfrm>
            <a:custGeom>
              <a:avLst/>
              <a:gdLst>
                <a:gd name="connsiteX0" fmla="*/ 473652 w 475837"/>
                <a:gd name="connsiteY0" fmla="*/ 313422 h 314485"/>
                <a:gd name="connsiteX1" fmla="*/ -2186 w 475837"/>
                <a:gd name="connsiteY1" fmla="*/ -1063 h 314485"/>
              </a:gdLst>
              <a:ahLst/>
              <a:cxnLst>
                <a:cxn ang="0">
                  <a:pos x="connsiteX0" y="connsiteY0"/>
                </a:cxn>
                <a:cxn ang="0">
                  <a:pos x="connsiteX1" y="connsiteY1"/>
                </a:cxn>
              </a:cxnLst>
              <a:rect l="l" t="t" r="r" b="b"/>
              <a:pathLst>
                <a:path w="475837" h="314485">
                  <a:moveTo>
                    <a:pt x="473652" y="313422"/>
                  </a:moveTo>
                  <a:lnTo>
                    <a:pt x="-2186" y="-1063"/>
                  </a:lnTo>
                </a:path>
              </a:pathLst>
            </a:custGeom>
            <a:noFill/>
            <a:ln w="11545" cap="flat">
              <a:solidFill>
                <a:srgbClr val="231F20"/>
              </a:solidFill>
              <a:prstDash val="solid"/>
              <a:miter/>
            </a:ln>
          </p:spPr>
          <p:txBody>
            <a:bodyPr rtlCol="0" anchor="ctr"/>
            <a:lstStyle/>
            <a:p>
              <a:endParaRPr lang="zh-CN" altLang="en-US"/>
            </a:p>
          </p:txBody>
        </p:sp>
        <p:sp>
          <p:nvSpPr>
            <p:cNvPr id="8" name="任意多边形: 形状 7"/>
            <p:cNvSpPr/>
            <p:nvPr/>
          </p:nvSpPr>
          <p:spPr>
            <a:xfrm flipV="1">
              <a:off x="9235408" y="5414976"/>
              <a:ext cx="45719" cy="415131"/>
            </a:xfrm>
            <a:custGeom>
              <a:avLst/>
              <a:gdLst>
                <a:gd name="connsiteX0" fmla="*/ -2398 w 23110"/>
                <a:gd name="connsiteY0" fmla="*/ 430913 h 431393"/>
                <a:gd name="connsiteX1" fmla="*/ -2398 w 23110"/>
                <a:gd name="connsiteY1" fmla="*/ -480 h 431393"/>
              </a:gdLst>
              <a:ahLst/>
              <a:cxnLst>
                <a:cxn ang="0">
                  <a:pos x="connsiteX0" y="connsiteY0"/>
                </a:cxn>
                <a:cxn ang="0">
                  <a:pos x="connsiteX1" y="connsiteY1"/>
                </a:cxn>
              </a:cxnLst>
              <a:rect l="l" t="t" r="r" b="b"/>
              <a:pathLst>
                <a:path w="23110" h="431393">
                  <a:moveTo>
                    <a:pt x="-2398" y="430913"/>
                  </a:moveTo>
                  <a:lnTo>
                    <a:pt x="-2398" y="-480"/>
                  </a:lnTo>
                </a:path>
              </a:pathLst>
            </a:custGeom>
            <a:noFill/>
            <a:ln w="3175" cap="flat">
              <a:solidFill>
                <a:schemeClr val="tx1"/>
              </a:solidFill>
              <a:prstDash val="solid"/>
              <a:miter/>
            </a:ln>
          </p:spPr>
          <p:txBody>
            <a:bodyPr rtlCol="0" anchor="ctr"/>
            <a:lstStyle/>
            <a:p>
              <a:endParaRPr lang="zh-CN" altLang="en-US"/>
            </a:p>
          </p:txBody>
        </p:sp>
        <p:sp>
          <p:nvSpPr>
            <p:cNvPr id="9" name="任意多边形: 形状 8"/>
            <p:cNvSpPr/>
            <p:nvPr/>
          </p:nvSpPr>
          <p:spPr>
            <a:xfrm flipV="1">
              <a:off x="10797652" y="3211621"/>
              <a:ext cx="45719" cy="966428"/>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10" name="任意多边形: 形状 9"/>
            <p:cNvSpPr/>
            <p:nvPr/>
          </p:nvSpPr>
          <p:spPr>
            <a:xfrm>
              <a:off x="9200416" y="1007833"/>
              <a:ext cx="170351" cy="254590"/>
            </a:xfrm>
            <a:custGeom>
              <a:avLst/>
              <a:gdLst>
                <a:gd name="connsiteX0" fmla="*/ 258 w 135050"/>
                <a:gd name="connsiteY0" fmla="*/ 8 h 187310"/>
                <a:gd name="connsiteX1" fmla="*/ 258 w 135050"/>
                <a:gd name="connsiteY1" fmla="*/ 3985 h 187310"/>
                <a:gd name="connsiteX2" fmla="*/ 5313 w 135050"/>
                <a:gd name="connsiteY2" fmla="*/ 3985 h 187310"/>
                <a:gd name="connsiteX3" fmla="*/ 19035 w 135050"/>
                <a:gd name="connsiteY3" fmla="*/ 20619 h 187310"/>
                <a:gd name="connsiteX4" fmla="*/ 19035 w 135050"/>
                <a:gd name="connsiteY4" fmla="*/ 167069 h 187310"/>
                <a:gd name="connsiteX5" fmla="*/ 5313 w 135050"/>
                <a:gd name="connsiteY5" fmla="*/ 183341 h 187310"/>
                <a:gd name="connsiteX6" fmla="*/ 619 w 135050"/>
                <a:gd name="connsiteY6" fmla="*/ 183341 h 187310"/>
                <a:gd name="connsiteX7" fmla="*/ 619 w 135050"/>
                <a:gd name="connsiteY7" fmla="*/ 187318 h 187310"/>
                <a:gd name="connsiteX8" fmla="*/ 56950 w 135050"/>
                <a:gd name="connsiteY8" fmla="*/ 187318 h 187310"/>
                <a:gd name="connsiteX9" fmla="*/ 56950 w 135050"/>
                <a:gd name="connsiteY9" fmla="*/ 183341 h 187310"/>
                <a:gd name="connsiteX10" fmla="*/ 51895 w 135050"/>
                <a:gd name="connsiteY10" fmla="*/ 183341 h 187310"/>
                <a:gd name="connsiteX11" fmla="*/ 38534 w 135050"/>
                <a:gd name="connsiteY11" fmla="*/ 167069 h 187310"/>
                <a:gd name="connsiteX12" fmla="*/ 38534 w 135050"/>
                <a:gd name="connsiteY12" fmla="*/ 20619 h 187310"/>
                <a:gd name="connsiteX13" fmla="*/ 52256 w 135050"/>
                <a:gd name="connsiteY13" fmla="*/ 3985 h 187310"/>
                <a:gd name="connsiteX14" fmla="*/ 83671 w 135050"/>
                <a:gd name="connsiteY14" fmla="*/ 3985 h 187310"/>
                <a:gd name="connsiteX15" fmla="*/ 97393 w 135050"/>
                <a:gd name="connsiteY15" fmla="*/ 20619 h 187310"/>
                <a:gd name="connsiteX16" fmla="*/ 97393 w 135050"/>
                <a:gd name="connsiteY16" fmla="*/ 167069 h 187310"/>
                <a:gd name="connsiteX17" fmla="*/ 83671 w 135050"/>
                <a:gd name="connsiteY17" fmla="*/ 183341 h 187310"/>
                <a:gd name="connsiteX18" fmla="*/ 78977 w 135050"/>
                <a:gd name="connsiteY18" fmla="*/ 183341 h 187310"/>
                <a:gd name="connsiteX19" fmla="*/ 78977 w 135050"/>
                <a:gd name="connsiteY19" fmla="*/ 187318 h 187310"/>
                <a:gd name="connsiteX20" fmla="*/ 134947 w 135050"/>
                <a:gd name="connsiteY20" fmla="*/ 187318 h 187310"/>
                <a:gd name="connsiteX21" fmla="*/ 134947 w 135050"/>
                <a:gd name="connsiteY21" fmla="*/ 183341 h 187310"/>
                <a:gd name="connsiteX22" fmla="*/ 130253 w 135050"/>
                <a:gd name="connsiteY22" fmla="*/ 183341 h 187310"/>
                <a:gd name="connsiteX23" fmla="*/ 116892 w 135050"/>
                <a:gd name="connsiteY23" fmla="*/ 167069 h 187310"/>
                <a:gd name="connsiteX24" fmla="*/ 116892 w 135050"/>
                <a:gd name="connsiteY24" fmla="*/ 20619 h 187310"/>
                <a:gd name="connsiteX25" fmla="*/ 130614 w 135050"/>
                <a:gd name="connsiteY25" fmla="*/ 3985 h 187310"/>
                <a:gd name="connsiteX26" fmla="*/ 135308 w 135050"/>
                <a:gd name="connsiteY26" fmla="*/ 3985 h 187310"/>
                <a:gd name="connsiteX27" fmla="*/ 135308 w 135050"/>
                <a:gd name="connsiteY27" fmla="*/ 8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258" y="8"/>
                  </a:moveTo>
                  <a:lnTo>
                    <a:pt x="258" y="3985"/>
                  </a:lnTo>
                  <a:lnTo>
                    <a:pt x="5313" y="3985"/>
                  </a:lnTo>
                  <a:cubicBezTo>
                    <a:pt x="17230" y="3985"/>
                    <a:pt x="19035" y="6155"/>
                    <a:pt x="19035" y="20619"/>
                  </a:cubicBezTo>
                  <a:lnTo>
                    <a:pt x="19035" y="167069"/>
                  </a:lnTo>
                  <a:cubicBezTo>
                    <a:pt x="19035" y="181533"/>
                    <a:pt x="17230" y="183341"/>
                    <a:pt x="5313" y="183341"/>
                  </a:cubicBezTo>
                  <a:lnTo>
                    <a:pt x="619" y="183341"/>
                  </a:lnTo>
                  <a:lnTo>
                    <a:pt x="619" y="187318"/>
                  </a:lnTo>
                  <a:lnTo>
                    <a:pt x="56950" y="187318"/>
                  </a:lnTo>
                  <a:lnTo>
                    <a:pt x="56950" y="183341"/>
                  </a:lnTo>
                  <a:lnTo>
                    <a:pt x="51895" y="183341"/>
                  </a:lnTo>
                  <a:cubicBezTo>
                    <a:pt x="40340" y="183341"/>
                    <a:pt x="38534" y="181171"/>
                    <a:pt x="38534" y="167069"/>
                  </a:cubicBezTo>
                  <a:lnTo>
                    <a:pt x="38534" y="20619"/>
                  </a:lnTo>
                  <a:cubicBezTo>
                    <a:pt x="38534" y="6155"/>
                    <a:pt x="40340" y="3985"/>
                    <a:pt x="52256" y="3985"/>
                  </a:cubicBezTo>
                  <a:lnTo>
                    <a:pt x="83671" y="3985"/>
                  </a:lnTo>
                  <a:cubicBezTo>
                    <a:pt x="95226" y="3985"/>
                    <a:pt x="97393" y="6155"/>
                    <a:pt x="97393" y="20619"/>
                  </a:cubicBezTo>
                  <a:lnTo>
                    <a:pt x="97393" y="167069"/>
                  </a:lnTo>
                  <a:cubicBezTo>
                    <a:pt x="97393" y="181533"/>
                    <a:pt x="95226" y="183341"/>
                    <a:pt x="83671" y="183341"/>
                  </a:cubicBezTo>
                  <a:lnTo>
                    <a:pt x="78977" y="183341"/>
                  </a:lnTo>
                  <a:lnTo>
                    <a:pt x="78977" y="187318"/>
                  </a:lnTo>
                  <a:lnTo>
                    <a:pt x="134947" y="187318"/>
                  </a:lnTo>
                  <a:lnTo>
                    <a:pt x="134947" y="183341"/>
                  </a:lnTo>
                  <a:lnTo>
                    <a:pt x="130253" y="183341"/>
                  </a:lnTo>
                  <a:cubicBezTo>
                    <a:pt x="118698" y="183341"/>
                    <a:pt x="116892" y="181171"/>
                    <a:pt x="116892" y="167069"/>
                  </a:cubicBezTo>
                  <a:lnTo>
                    <a:pt x="116892" y="20619"/>
                  </a:lnTo>
                  <a:cubicBezTo>
                    <a:pt x="116892" y="6155"/>
                    <a:pt x="118698" y="3985"/>
                    <a:pt x="130614" y="3985"/>
                  </a:cubicBezTo>
                  <a:lnTo>
                    <a:pt x="135308" y="3985"/>
                  </a:lnTo>
                  <a:lnTo>
                    <a:pt x="135308" y="8"/>
                  </a:lnTo>
                  <a:close/>
                </a:path>
              </a:pathLst>
            </a:custGeom>
            <a:solidFill>
              <a:srgbClr val="000000"/>
            </a:solidFill>
            <a:ln w="23090" cap="flat">
              <a:noFill/>
              <a:prstDash val="solid"/>
              <a:miter/>
            </a:ln>
          </p:spPr>
          <p:txBody>
            <a:bodyPr rtlCol="0" anchor="ctr"/>
            <a:lstStyle/>
            <a:p>
              <a:endParaRPr lang="zh-CN" altLang="en-US"/>
            </a:p>
          </p:txBody>
        </p:sp>
        <p:grpSp>
          <p:nvGrpSpPr>
            <p:cNvPr id="11" name="Graphic 2"/>
            <p:cNvGrpSpPr/>
            <p:nvPr/>
          </p:nvGrpSpPr>
          <p:grpSpPr>
            <a:xfrm>
              <a:off x="9403437" y="1142992"/>
              <a:ext cx="815568" cy="173495"/>
              <a:chOff x="8779618" y="2714205"/>
              <a:chExt cx="646561" cy="127646"/>
            </a:xfrm>
          </p:grpSpPr>
          <p:sp>
            <p:nvSpPr>
              <p:cNvPr id="176" name="任意多边形: 形状 175"/>
              <p:cNvSpPr/>
              <p:nvPr/>
            </p:nvSpPr>
            <p:spPr>
              <a:xfrm>
                <a:off x="8779618" y="2750727"/>
                <a:ext cx="69330" cy="74128"/>
              </a:xfrm>
              <a:custGeom>
                <a:avLst/>
                <a:gdLst>
                  <a:gd name="connsiteX0" fmla="*/ 33847 w 69330"/>
                  <a:gd name="connsiteY0" fmla="*/ 11 h 74128"/>
                  <a:gd name="connsiteX1" fmla="*/ 11820 w 69330"/>
                  <a:gd name="connsiteY1" fmla="*/ 2180 h 74128"/>
                  <a:gd name="connsiteX2" fmla="*/ 10737 w 69330"/>
                  <a:gd name="connsiteY2" fmla="*/ 5434 h 74128"/>
                  <a:gd name="connsiteX3" fmla="*/ 12542 w 69330"/>
                  <a:gd name="connsiteY3" fmla="*/ 5073 h 74128"/>
                  <a:gd name="connsiteX4" fmla="*/ 15431 w 69330"/>
                  <a:gd name="connsiteY4" fmla="*/ 4711 h 74128"/>
                  <a:gd name="connsiteX5" fmla="*/ 19042 w 69330"/>
                  <a:gd name="connsiteY5" fmla="*/ 7966 h 74128"/>
                  <a:gd name="connsiteX6" fmla="*/ 17598 w 69330"/>
                  <a:gd name="connsiteY6" fmla="*/ 14836 h 74128"/>
                  <a:gd name="connsiteX7" fmla="*/ 265 w 69330"/>
                  <a:gd name="connsiteY7" fmla="*/ 72331 h 74128"/>
                  <a:gd name="connsiteX8" fmla="*/ 12181 w 69330"/>
                  <a:gd name="connsiteY8" fmla="*/ 72331 h 74128"/>
                  <a:gd name="connsiteX9" fmla="*/ 17236 w 69330"/>
                  <a:gd name="connsiteY9" fmla="*/ 53528 h 74128"/>
                  <a:gd name="connsiteX10" fmla="*/ 32402 w 69330"/>
                  <a:gd name="connsiteY10" fmla="*/ 26769 h 74128"/>
                  <a:gd name="connsiteX11" fmla="*/ 52624 w 69330"/>
                  <a:gd name="connsiteY11" fmla="*/ 9774 h 74128"/>
                  <a:gd name="connsiteX12" fmla="*/ 56596 w 69330"/>
                  <a:gd name="connsiteY12" fmla="*/ 14475 h 74128"/>
                  <a:gd name="connsiteX13" fmla="*/ 55513 w 69330"/>
                  <a:gd name="connsiteY13" fmla="*/ 22068 h 74128"/>
                  <a:gd name="connsiteX14" fmla="*/ 42874 w 69330"/>
                  <a:gd name="connsiteY14" fmla="*/ 62930 h 74128"/>
                  <a:gd name="connsiteX15" fmla="*/ 41791 w 69330"/>
                  <a:gd name="connsiteY15" fmla="*/ 67630 h 74128"/>
                  <a:gd name="connsiteX16" fmla="*/ 48652 w 69330"/>
                  <a:gd name="connsiteY16" fmla="*/ 74139 h 74128"/>
                  <a:gd name="connsiteX17" fmla="*/ 69595 w 69330"/>
                  <a:gd name="connsiteY17" fmla="*/ 58590 h 74128"/>
                  <a:gd name="connsiteX18" fmla="*/ 68151 w 69330"/>
                  <a:gd name="connsiteY18" fmla="*/ 57144 h 74128"/>
                  <a:gd name="connsiteX19" fmla="*/ 56957 w 69330"/>
                  <a:gd name="connsiteY19" fmla="*/ 66546 h 74128"/>
                  <a:gd name="connsiteX20" fmla="*/ 54790 w 69330"/>
                  <a:gd name="connsiteY20" fmla="*/ 64376 h 74128"/>
                  <a:gd name="connsiteX21" fmla="*/ 55513 w 69330"/>
                  <a:gd name="connsiteY21" fmla="*/ 60760 h 74128"/>
                  <a:gd name="connsiteX22" fmla="*/ 67068 w 69330"/>
                  <a:gd name="connsiteY22" fmla="*/ 20260 h 74128"/>
                  <a:gd name="connsiteX23" fmla="*/ 68512 w 69330"/>
                  <a:gd name="connsiteY23" fmla="*/ 10859 h 74128"/>
                  <a:gd name="connsiteX24" fmla="*/ 59846 w 69330"/>
                  <a:gd name="connsiteY24" fmla="*/ 734 h 74128"/>
                  <a:gd name="connsiteX25" fmla="*/ 23014 w 69330"/>
                  <a:gd name="connsiteY25" fmla="*/ 3400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847" y="11"/>
                    </a:moveTo>
                    <a:cubicBezTo>
                      <a:pt x="23736" y="1457"/>
                      <a:pt x="21931" y="1457"/>
                      <a:pt x="11820" y="2180"/>
                    </a:cubicBezTo>
                    <a:lnTo>
                      <a:pt x="10737" y="5434"/>
                    </a:lnTo>
                    <a:lnTo>
                      <a:pt x="12542" y="5073"/>
                    </a:lnTo>
                    <a:cubicBezTo>
                      <a:pt x="13625" y="5073"/>
                      <a:pt x="14709" y="4711"/>
                      <a:pt x="15431" y="4711"/>
                    </a:cubicBezTo>
                    <a:cubicBezTo>
                      <a:pt x="17236" y="4711"/>
                      <a:pt x="19042" y="6519"/>
                      <a:pt x="19042" y="7966"/>
                    </a:cubicBezTo>
                    <a:cubicBezTo>
                      <a:pt x="19042" y="8689"/>
                      <a:pt x="18681" y="11582"/>
                      <a:pt x="17598" y="14836"/>
                    </a:cubicBezTo>
                    <a:lnTo>
                      <a:pt x="265" y="72331"/>
                    </a:lnTo>
                    <a:lnTo>
                      <a:pt x="12181" y="72331"/>
                    </a:lnTo>
                    <a:lnTo>
                      <a:pt x="17236" y="53528"/>
                    </a:lnTo>
                    <a:cubicBezTo>
                      <a:pt x="20125" y="44488"/>
                      <a:pt x="24097" y="37256"/>
                      <a:pt x="32402" y="26769"/>
                    </a:cubicBezTo>
                    <a:cubicBezTo>
                      <a:pt x="42152" y="14836"/>
                      <a:pt x="47930" y="9774"/>
                      <a:pt x="52624" y="9774"/>
                    </a:cubicBezTo>
                    <a:cubicBezTo>
                      <a:pt x="54790" y="9774"/>
                      <a:pt x="56596" y="11943"/>
                      <a:pt x="56596" y="14475"/>
                    </a:cubicBezTo>
                    <a:cubicBezTo>
                      <a:pt x="56596" y="16283"/>
                      <a:pt x="56235" y="19537"/>
                      <a:pt x="55513" y="22068"/>
                    </a:cubicBezTo>
                    <a:lnTo>
                      <a:pt x="42874" y="62930"/>
                    </a:lnTo>
                    <a:cubicBezTo>
                      <a:pt x="42152" y="64376"/>
                      <a:pt x="41791" y="66546"/>
                      <a:pt x="41791" y="67630"/>
                    </a:cubicBezTo>
                    <a:cubicBezTo>
                      <a:pt x="41791" y="71246"/>
                      <a:pt x="44680" y="74139"/>
                      <a:pt x="48652" y="74139"/>
                    </a:cubicBezTo>
                    <a:cubicBezTo>
                      <a:pt x="54790" y="74139"/>
                      <a:pt x="62012" y="69077"/>
                      <a:pt x="69595" y="58590"/>
                    </a:cubicBezTo>
                    <a:lnTo>
                      <a:pt x="68151" y="57144"/>
                    </a:lnTo>
                    <a:cubicBezTo>
                      <a:pt x="63818" y="62930"/>
                      <a:pt x="59124" y="66546"/>
                      <a:pt x="56957" y="66546"/>
                    </a:cubicBezTo>
                    <a:cubicBezTo>
                      <a:pt x="55874" y="66546"/>
                      <a:pt x="54790" y="65461"/>
                      <a:pt x="54790" y="64376"/>
                    </a:cubicBezTo>
                    <a:cubicBezTo>
                      <a:pt x="54790" y="63291"/>
                      <a:pt x="55152" y="62206"/>
                      <a:pt x="55513" y="60760"/>
                    </a:cubicBezTo>
                    <a:lnTo>
                      <a:pt x="67068" y="20260"/>
                    </a:lnTo>
                    <a:cubicBezTo>
                      <a:pt x="68151" y="17006"/>
                      <a:pt x="68512" y="14113"/>
                      <a:pt x="68512" y="10859"/>
                    </a:cubicBezTo>
                    <a:cubicBezTo>
                      <a:pt x="68512" y="4711"/>
                      <a:pt x="65262" y="734"/>
                      <a:pt x="59846" y="734"/>
                    </a:cubicBezTo>
                    <a:cubicBezTo>
                      <a:pt x="50096" y="734"/>
                      <a:pt x="39624" y="10135"/>
                      <a:pt x="23014" y="34001"/>
                    </a:cubicBezTo>
                    <a:close/>
                  </a:path>
                </a:pathLst>
              </a:custGeom>
              <a:solidFill>
                <a:srgbClr val="000000"/>
              </a:solidFill>
              <a:ln w="23090" cap="flat">
                <a:noFill/>
                <a:prstDash val="solid"/>
                <a:miter/>
              </a:ln>
            </p:spPr>
            <p:txBody>
              <a:bodyPr rtlCol="0" anchor="ctr"/>
              <a:lstStyle/>
              <a:p>
                <a:endParaRPr lang="zh-CN" altLang="en-US"/>
              </a:p>
            </p:txBody>
          </p:sp>
          <p:sp>
            <p:nvSpPr>
              <p:cNvPr id="177" name="任意多边形: 形状 176"/>
              <p:cNvSpPr/>
              <p:nvPr/>
            </p:nvSpPr>
            <p:spPr>
              <a:xfrm>
                <a:off x="8859496" y="2751450"/>
                <a:ext cx="70413" cy="74128"/>
              </a:xfrm>
              <a:custGeom>
                <a:avLst/>
                <a:gdLst>
                  <a:gd name="connsiteX0" fmla="*/ 66710 w 70413"/>
                  <a:gd name="connsiteY0" fmla="*/ 54974 h 74128"/>
                  <a:gd name="connsiteX1" fmla="*/ 54794 w 70413"/>
                  <a:gd name="connsiteY1" fmla="*/ 65461 h 74128"/>
                  <a:gd name="connsiteX2" fmla="*/ 52988 w 70413"/>
                  <a:gd name="connsiteY2" fmla="*/ 63653 h 74128"/>
                  <a:gd name="connsiteX3" fmla="*/ 54072 w 70413"/>
                  <a:gd name="connsiteY3" fmla="*/ 59314 h 74128"/>
                  <a:gd name="connsiteX4" fmla="*/ 70682 w 70413"/>
                  <a:gd name="connsiteY4" fmla="*/ 734 h 74128"/>
                  <a:gd name="connsiteX5" fmla="*/ 58405 w 70413"/>
                  <a:gd name="connsiteY5" fmla="*/ 2180 h 74128"/>
                  <a:gd name="connsiteX6" fmla="*/ 56238 w 70413"/>
                  <a:gd name="connsiteY6" fmla="*/ 10859 h 74128"/>
                  <a:gd name="connsiteX7" fmla="*/ 44322 w 70413"/>
                  <a:gd name="connsiteY7" fmla="*/ 11 h 74128"/>
                  <a:gd name="connsiteX8" fmla="*/ 268 w 70413"/>
                  <a:gd name="connsiteY8" fmla="*/ 56059 h 74128"/>
                  <a:gd name="connsiteX9" fmla="*/ 14351 w 70413"/>
                  <a:gd name="connsiteY9" fmla="*/ 73416 h 74128"/>
                  <a:gd name="connsiteX10" fmla="*/ 30239 w 70413"/>
                  <a:gd name="connsiteY10" fmla="*/ 67269 h 74128"/>
                  <a:gd name="connsiteX11" fmla="*/ 43961 w 70413"/>
                  <a:gd name="connsiteY11" fmla="*/ 52443 h 74128"/>
                  <a:gd name="connsiteX12" fmla="*/ 43239 w 70413"/>
                  <a:gd name="connsiteY12" fmla="*/ 56059 h 74128"/>
                  <a:gd name="connsiteX13" fmla="*/ 41072 w 70413"/>
                  <a:gd name="connsiteY13" fmla="*/ 66907 h 74128"/>
                  <a:gd name="connsiteX14" fmla="*/ 47572 w 70413"/>
                  <a:gd name="connsiteY14" fmla="*/ 74139 h 74128"/>
                  <a:gd name="connsiteX15" fmla="*/ 68877 w 70413"/>
                  <a:gd name="connsiteY15" fmla="*/ 57144 h 74128"/>
                  <a:gd name="connsiteX16" fmla="*/ 44683 w 70413"/>
                  <a:gd name="connsiteY16" fmla="*/ 4711 h 74128"/>
                  <a:gd name="connsiteX17" fmla="*/ 53350 w 70413"/>
                  <a:gd name="connsiteY17" fmla="*/ 14836 h 74128"/>
                  <a:gd name="connsiteX18" fmla="*/ 36739 w 70413"/>
                  <a:gd name="connsiteY18" fmla="*/ 54974 h 74128"/>
                  <a:gd name="connsiteX19" fmla="*/ 21573 w 70413"/>
                  <a:gd name="connsiteY19" fmla="*/ 64014 h 74128"/>
                  <a:gd name="connsiteX20" fmla="*/ 12907 w 70413"/>
                  <a:gd name="connsiteY20" fmla="*/ 53166 h 74128"/>
                  <a:gd name="connsiteX21" fmla="*/ 26267 w 70413"/>
                  <a:gd name="connsiteY21" fmla="*/ 18091 h 74128"/>
                  <a:gd name="connsiteX22" fmla="*/ 44683 w 70413"/>
                  <a:gd name="connsiteY22" fmla="*/ 471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0" y="54974"/>
                    </a:moveTo>
                    <a:cubicBezTo>
                      <a:pt x="62016" y="61845"/>
                      <a:pt x="58044" y="65461"/>
                      <a:pt x="54794" y="65461"/>
                    </a:cubicBezTo>
                    <a:cubicBezTo>
                      <a:pt x="53711" y="65461"/>
                      <a:pt x="52988" y="64738"/>
                      <a:pt x="52988" y="63653"/>
                    </a:cubicBezTo>
                    <a:cubicBezTo>
                      <a:pt x="52988" y="62930"/>
                      <a:pt x="52988" y="62568"/>
                      <a:pt x="54072" y="59314"/>
                    </a:cubicBezTo>
                    <a:lnTo>
                      <a:pt x="70682" y="734"/>
                    </a:lnTo>
                    <a:lnTo>
                      <a:pt x="58405" y="2180"/>
                    </a:lnTo>
                    <a:lnTo>
                      <a:pt x="56238" y="10859"/>
                    </a:lnTo>
                    <a:cubicBezTo>
                      <a:pt x="54794" y="3988"/>
                      <a:pt x="50461" y="11"/>
                      <a:pt x="44322" y="11"/>
                    </a:cubicBezTo>
                    <a:cubicBezTo>
                      <a:pt x="25184" y="11"/>
                      <a:pt x="268" y="31470"/>
                      <a:pt x="268" y="56059"/>
                    </a:cubicBezTo>
                    <a:cubicBezTo>
                      <a:pt x="268" y="66546"/>
                      <a:pt x="6046" y="73416"/>
                      <a:pt x="14351" y="73416"/>
                    </a:cubicBezTo>
                    <a:cubicBezTo>
                      <a:pt x="19045" y="73416"/>
                      <a:pt x="25184" y="71246"/>
                      <a:pt x="30239" y="67269"/>
                    </a:cubicBezTo>
                    <a:cubicBezTo>
                      <a:pt x="34934" y="64014"/>
                      <a:pt x="37822" y="60760"/>
                      <a:pt x="43961" y="52443"/>
                    </a:cubicBezTo>
                    <a:cubicBezTo>
                      <a:pt x="43961" y="53889"/>
                      <a:pt x="43239" y="55698"/>
                      <a:pt x="43239" y="56059"/>
                    </a:cubicBezTo>
                    <a:cubicBezTo>
                      <a:pt x="41072" y="64376"/>
                      <a:pt x="41072" y="64376"/>
                      <a:pt x="41072" y="66907"/>
                    </a:cubicBezTo>
                    <a:cubicBezTo>
                      <a:pt x="41072" y="71246"/>
                      <a:pt x="43600" y="74139"/>
                      <a:pt x="47572" y="74139"/>
                    </a:cubicBezTo>
                    <a:cubicBezTo>
                      <a:pt x="54072" y="74139"/>
                      <a:pt x="60572" y="68715"/>
                      <a:pt x="68877" y="57144"/>
                    </a:cubicBezTo>
                    <a:close/>
                    <a:moveTo>
                      <a:pt x="44683" y="4711"/>
                    </a:moveTo>
                    <a:cubicBezTo>
                      <a:pt x="50100" y="4711"/>
                      <a:pt x="53350" y="8689"/>
                      <a:pt x="53350" y="14836"/>
                    </a:cubicBezTo>
                    <a:cubicBezTo>
                      <a:pt x="53350" y="26769"/>
                      <a:pt x="46128" y="44488"/>
                      <a:pt x="36739" y="54974"/>
                    </a:cubicBezTo>
                    <a:cubicBezTo>
                      <a:pt x="31684" y="60760"/>
                      <a:pt x="25906" y="64014"/>
                      <a:pt x="21573" y="64014"/>
                    </a:cubicBezTo>
                    <a:cubicBezTo>
                      <a:pt x="15796" y="64014"/>
                      <a:pt x="12907" y="60398"/>
                      <a:pt x="12907" y="53166"/>
                    </a:cubicBezTo>
                    <a:cubicBezTo>
                      <a:pt x="12907" y="43403"/>
                      <a:pt x="17601" y="30747"/>
                      <a:pt x="26267" y="18091"/>
                    </a:cubicBezTo>
                    <a:cubicBezTo>
                      <a:pt x="32406" y="9412"/>
                      <a:pt x="38545" y="4711"/>
                      <a:pt x="44683" y="4711"/>
                    </a:cubicBezTo>
                    <a:close/>
                  </a:path>
                </a:pathLst>
              </a:custGeom>
              <a:solidFill>
                <a:srgbClr val="000000"/>
              </a:solidFill>
              <a:ln w="23090" cap="flat">
                <a:noFill/>
                <a:prstDash val="solid"/>
                <a:miter/>
              </a:ln>
            </p:spPr>
            <p:txBody>
              <a:bodyPr rtlCol="0" anchor="ctr"/>
              <a:lstStyle/>
              <a:p>
                <a:endParaRPr lang="zh-CN" altLang="en-US"/>
              </a:p>
            </p:txBody>
          </p:sp>
          <p:sp>
            <p:nvSpPr>
              <p:cNvPr id="178" name="任意多边形: 形状 177"/>
              <p:cNvSpPr/>
              <p:nvPr/>
            </p:nvSpPr>
            <p:spPr>
              <a:xfrm>
                <a:off x="8938353" y="2750004"/>
                <a:ext cx="109412" cy="73767"/>
              </a:xfrm>
              <a:custGeom>
                <a:avLst/>
                <a:gdLst>
                  <a:gd name="connsiteX0" fmla="*/ 33132 w 109412"/>
                  <a:gd name="connsiteY0" fmla="*/ 11 h 73767"/>
                  <a:gd name="connsiteX1" fmla="*/ 11105 w 109412"/>
                  <a:gd name="connsiteY1" fmla="*/ 2903 h 73767"/>
                  <a:gd name="connsiteX2" fmla="*/ 10382 w 109412"/>
                  <a:gd name="connsiteY2" fmla="*/ 6158 h 73767"/>
                  <a:gd name="connsiteX3" fmla="*/ 12188 w 109412"/>
                  <a:gd name="connsiteY3" fmla="*/ 5796 h 73767"/>
                  <a:gd name="connsiteX4" fmla="*/ 14716 w 109412"/>
                  <a:gd name="connsiteY4" fmla="*/ 5434 h 73767"/>
                  <a:gd name="connsiteX5" fmla="*/ 18327 w 109412"/>
                  <a:gd name="connsiteY5" fmla="*/ 8689 h 73767"/>
                  <a:gd name="connsiteX6" fmla="*/ 17604 w 109412"/>
                  <a:gd name="connsiteY6" fmla="*/ 13390 h 73767"/>
                  <a:gd name="connsiteX7" fmla="*/ 272 w 109412"/>
                  <a:gd name="connsiteY7" fmla="*/ 73055 h 73767"/>
                  <a:gd name="connsiteX8" fmla="*/ 12188 w 109412"/>
                  <a:gd name="connsiteY8" fmla="*/ 73055 h 73767"/>
                  <a:gd name="connsiteX9" fmla="*/ 17243 w 109412"/>
                  <a:gd name="connsiteY9" fmla="*/ 54613 h 73767"/>
                  <a:gd name="connsiteX10" fmla="*/ 32770 w 109412"/>
                  <a:gd name="connsiteY10" fmla="*/ 26407 h 73767"/>
                  <a:gd name="connsiteX11" fmla="*/ 52631 w 109412"/>
                  <a:gd name="connsiteY11" fmla="*/ 9412 h 73767"/>
                  <a:gd name="connsiteX12" fmla="*/ 56603 w 109412"/>
                  <a:gd name="connsiteY12" fmla="*/ 13751 h 73767"/>
                  <a:gd name="connsiteX13" fmla="*/ 55881 w 109412"/>
                  <a:gd name="connsiteY13" fmla="*/ 18814 h 73767"/>
                  <a:gd name="connsiteX14" fmla="*/ 40354 w 109412"/>
                  <a:gd name="connsiteY14" fmla="*/ 73055 h 73767"/>
                  <a:gd name="connsiteX15" fmla="*/ 52270 w 109412"/>
                  <a:gd name="connsiteY15" fmla="*/ 73055 h 73767"/>
                  <a:gd name="connsiteX16" fmla="*/ 57686 w 109412"/>
                  <a:gd name="connsiteY16" fmla="*/ 54251 h 73767"/>
                  <a:gd name="connsiteX17" fmla="*/ 71769 w 109412"/>
                  <a:gd name="connsiteY17" fmla="*/ 27492 h 73767"/>
                  <a:gd name="connsiteX18" fmla="*/ 92351 w 109412"/>
                  <a:gd name="connsiteY18" fmla="*/ 9412 h 73767"/>
                  <a:gd name="connsiteX19" fmla="*/ 96685 w 109412"/>
                  <a:gd name="connsiteY19" fmla="*/ 14113 h 73767"/>
                  <a:gd name="connsiteX20" fmla="*/ 95962 w 109412"/>
                  <a:gd name="connsiteY20" fmla="*/ 18814 h 73767"/>
                  <a:gd name="connsiteX21" fmla="*/ 83324 w 109412"/>
                  <a:gd name="connsiteY21" fmla="*/ 62206 h 73767"/>
                  <a:gd name="connsiteX22" fmla="*/ 82241 w 109412"/>
                  <a:gd name="connsiteY22" fmla="*/ 66907 h 73767"/>
                  <a:gd name="connsiteX23" fmla="*/ 89101 w 109412"/>
                  <a:gd name="connsiteY23" fmla="*/ 73778 h 73767"/>
                  <a:gd name="connsiteX24" fmla="*/ 109684 w 109412"/>
                  <a:gd name="connsiteY24" fmla="*/ 58229 h 73767"/>
                  <a:gd name="connsiteX25" fmla="*/ 107878 w 109412"/>
                  <a:gd name="connsiteY25" fmla="*/ 56421 h 73767"/>
                  <a:gd name="connsiteX26" fmla="*/ 96685 w 109412"/>
                  <a:gd name="connsiteY26" fmla="*/ 65822 h 73767"/>
                  <a:gd name="connsiteX27" fmla="*/ 94879 w 109412"/>
                  <a:gd name="connsiteY27" fmla="*/ 63653 h 73767"/>
                  <a:gd name="connsiteX28" fmla="*/ 95601 w 109412"/>
                  <a:gd name="connsiteY28" fmla="*/ 60398 h 73767"/>
                  <a:gd name="connsiteX29" fmla="*/ 106434 w 109412"/>
                  <a:gd name="connsiteY29" fmla="*/ 22430 h 73767"/>
                  <a:gd name="connsiteX30" fmla="*/ 108601 w 109412"/>
                  <a:gd name="connsiteY30" fmla="*/ 9774 h 73767"/>
                  <a:gd name="connsiteX31" fmla="*/ 99934 w 109412"/>
                  <a:gd name="connsiteY31" fmla="*/ 11 h 73767"/>
                  <a:gd name="connsiteX32" fmla="*/ 63464 w 109412"/>
                  <a:gd name="connsiteY32" fmla="*/ 33640 h 73767"/>
                  <a:gd name="connsiteX33" fmla="*/ 67797 w 109412"/>
                  <a:gd name="connsiteY33" fmla="*/ 18814 h 73767"/>
                  <a:gd name="connsiteX34" fmla="*/ 69241 w 109412"/>
                  <a:gd name="connsiteY34" fmla="*/ 9774 h 73767"/>
                  <a:gd name="connsiteX35" fmla="*/ 60575 w 109412"/>
                  <a:gd name="connsiteY35" fmla="*/ 11 h 73767"/>
                  <a:gd name="connsiteX36" fmla="*/ 23021 w 109412"/>
                  <a:gd name="connsiteY36" fmla="*/ 35448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132" y="11"/>
                    </a:moveTo>
                    <a:cubicBezTo>
                      <a:pt x="23021" y="1818"/>
                      <a:pt x="21577" y="1818"/>
                      <a:pt x="11105" y="2903"/>
                    </a:cubicBezTo>
                    <a:lnTo>
                      <a:pt x="10382" y="6158"/>
                    </a:lnTo>
                    <a:lnTo>
                      <a:pt x="12188" y="5796"/>
                    </a:lnTo>
                    <a:cubicBezTo>
                      <a:pt x="13271" y="5796"/>
                      <a:pt x="13993" y="5434"/>
                      <a:pt x="14716" y="5434"/>
                    </a:cubicBezTo>
                    <a:cubicBezTo>
                      <a:pt x="16882" y="5434"/>
                      <a:pt x="18327" y="6881"/>
                      <a:pt x="18327" y="8689"/>
                    </a:cubicBezTo>
                    <a:cubicBezTo>
                      <a:pt x="18327" y="9412"/>
                      <a:pt x="18327" y="11220"/>
                      <a:pt x="17604" y="13390"/>
                    </a:cubicBezTo>
                    <a:lnTo>
                      <a:pt x="272" y="73055"/>
                    </a:lnTo>
                    <a:lnTo>
                      <a:pt x="12188" y="73055"/>
                    </a:lnTo>
                    <a:lnTo>
                      <a:pt x="17243" y="54613"/>
                    </a:lnTo>
                    <a:cubicBezTo>
                      <a:pt x="20132" y="44849"/>
                      <a:pt x="24104" y="37617"/>
                      <a:pt x="32770" y="26407"/>
                    </a:cubicBezTo>
                    <a:cubicBezTo>
                      <a:pt x="41798" y="15198"/>
                      <a:pt x="48298" y="9412"/>
                      <a:pt x="52631" y="9412"/>
                    </a:cubicBezTo>
                    <a:cubicBezTo>
                      <a:pt x="55158" y="9412"/>
                      <a:pt x="56603" y="11220"/>
                      <a:pt x="56603" y="13751"/>
                    </a:cubicBezTo>
                    <a:cubicBezTo>
                      <a:pt x="56603" y="15198"/>
                      <a:pt x="56242" y="17367"/>
                      <a:pt x="55881" y="18814"/>
                    </a:cubicBezTo>
                    <a:lnTo>
                      <a:pt x="40354" y="73055"/>
                    </a:lnTo>
                    <a:lnTo>
                      <a:pt x="52270" y="73055"/>
                    </a:lnTo>
                    <a:lnTo>
                      <a:pt x="57686" y="54251"/>
                    </a:lnTo>
                    <a:cubicBezTo>
                      <a:pt x="60936" y="43403"/>
                      <a:pt x="63102" y="39064"/>
                      <a:pt x="71769" y="27492"/>
                    </a:cubicBezTo>
                    <a:cubicBezTo>
                      <a:pt x="82241" y="14113"/>
                      <a:pt x="87657" y="9412"/>
                      <a:pt x="92351" y="9412"/>
                    </a:cubicBezTo>
                    <a:cubicBezTo>
                      <a:pt x="94518" y="9412"/>
                      <a:pt x="96685" y="11582"/>
                      <a:pt x="96685" y="14113"/>
                    </a:cubicBezTo>
                    <a:cubicBezTo>
                      <a:pt x="96685" y="15559"/>
                      <a:pt x="96323" y="16644"/>
                      <a:pt x="95962" y="18814"/>
                    </a:cubicBezTo>
                    <a:lnTo>
                      <a:pt x="83324" y="62206"/>
                    </a:lnTo>
                    <a:cubicBezTo>
                      <a:pt x="82602" y="64738"/>
                      <a:pt x="82241" y="65822"/>
                      <a:pt x="82241" y="66907"/>
                    </a:cubicBezTo>
                    <a:cubicBezTo>
                      <a:pt x="82241" y="70885"/>
                      <a:pt x="85129" y="73778"/>
                      <a:pt x="89101" y="73778"/>
                    </a:cubicBezTo>
                    <a:cubicBezTo>
                      <a:pt x="95601" y="73778"/>
                      <a:pt x="102462" y="68715"/>
                      <a:pt x="109684" y="58229"/>
                    </a:cubicBezTo>
                    <a:lnTo>
                      <a:pt x="107878" y="56421"/>
                    </a:lnTo>
                    <a:cubicBezTo>
                      <a:pt x="103906" y="61845"/>
                      <a:pt x="99212" y="65822"/>
                      <a:pt x="96685" y="65822"/>
                    </a:cubicBezTo>
                    <a:cubicBezTo>
                      <a:pt x="95962" y="65822"/>
                      <a:pt x="94879" y="64738"/>
                      <a:pt x="94879" y="63653"/>
                    </a:cubicBezTo>
                    <a:cubicBezTo>
                      <a:pt x="94879" y="62930"/>
                      <a:pt x="95240" y="61845"/>
                      <a:pt x="95601" y="60398"/>
                    </a:cubicBezTo>
                    <a:lnTo>
                      <a:pt x="106434" y="22430"/>
                    </a:lnTo>
                    <a:cubicBezTo>
                      <a:pt x="107878" y="17367"/>
                      <a:pt x="108601" y="12667"/>
                      <a:pt x="108601" y="9774"/>
                    </a:cubicBezTo>
                    <a:cubicBezTo>
                      <a:pt x="108601" y="4350"/>
                      <a:pt x="104990" y="11"/>
                      <a:pt x="99934" y="11"/>
                    </a:cubicBezTo>
                    <a:cubicBezTo>
                      <a:pt x="89824" y="11"/>
                      <a:pt x="78991" y="10135"/>
                      <a:pt x="63464" y="33640"/>
                    </a:cubicBezTo>
                    <a:lnTo>
                      <a:pt x="67797" y="18814"/>
                    </a:lnTo>
                    <a:cubicBezTo>
                      <a:pt x="68880" y="15559"/>
                      <a:pt x="69241" y="12305"/>
                      <a:pt x="69241" y="9774"/>
                    </a:cubicBezTo>
                    <a:cubicBezTo>
                      <a:pt x="69241" y="4350"/>
                      <a:pt x="65269" y="11"/>
                      <a:pt x="60575" y="11"/>
                    </a:cubicBezTo>
                    <a:cubicBezTo>
                      <a:pt x="50464" y="11"/>
                      <a:pt x="38548" y="11220"/>
                      <a:pt x="23021" y="35448"/>
                    </a:cubicBezTo>
                    <a:close/>
                  </a:path>
                </a:pathLst>
              </a:custGeom>
              <a:solidFill>
                <a:srgbClr val="000000"/>
              </a:solidFill>
              <a:ln w="23090" cap="flat">
                <a:noFill/>
                <a:prstDash val="solid"/>
                <a:miter/>
              </a:ln>
            </p:spPr>
            <p:txBody>
              <a:bodyPr rtlCol="0" anchor="ctr"/>
              <a:lstStyle/>
              <a:p>
                <a:endParaRPr lang="zh-CN" altLang="en-US"/>
              </a:p>
            </p:txBody>
          </p:sp>
          <p:sp>
            <p:nvSpPr>
              <p:cNvPr id="179" name="任意多边形: 形状 178"/>
              <p:cNvSpPr/>
              <p:nvPr/>
            </p:nvSpPr>
            <p:spPr>
              <a:xfrm>
                <a:off x="9059072" y="2750727"/>
                <a:ext cx="59580" cy="74490"/>
              </a:xfrm>
              <a:custGeom>
                <a:avLst/>
                <a:gdLst>
                  <a:gd name="connsiteX0" fmla="*/ 49386 w 59580"/>
                  <a:gd name="connsiteY0" fmla="*/ 55336 h 74490"/>
                  <a:gd name="connsiteX1" fmla="*/ 28443 w 59580"/>
                  <a:gd name="connsiteY1" fmla="*/ 66184 h 74490"/>
                  <a:gd name="connsiteX2" fmla="*/ 13276 w 59580"/>
                  <a:gd name="connsiteY2" fmla="*/ 49550 h 74490"/>
                  <a:gd name="connsiteX3" fmla="*/ 13999 w 59580"/>
                  <a:gd name="connsiteY3" fmla="*/ 41233 h 74490"/>
                  <a:gd name="connsiteX4" fmla="*/ 41442 w 59580"/>
                  <a:gd name="connsiteY4" fmla="*/ 35448 h 74490"/>
                  <a:gd name="connsiteX5" fmla="*/ 59858 w 59580"/>
                  <a:gd name="connsiteY5" fmla="*/ 11943 h 74490"/>
                  <a:gd name="connsiteX6" fmla="*/ 44692 w 59580"/>
                  <a:gd name="connsiteY6" fmla="*/ 11 h 74490"/>
                  <a:gd name="connsiteX7" fmla="*/ 277 w 59580"/>
                  <a:gd name="connsiteY7" fmla="*/ 50273 h 74490"/>
                  <a:gd name="connsiteX8" fmla="*/ 21582 w 59580"/>
                  <a:gd name="connsiteY8" fmla="*/ 74501 h 74490"/>
                  <a:gd name="connsiteX9" fmla="*/ 52636 w 59580"/>
                  <a:gd name="connsiteY9" fmla="*/ 57506 h 74490"/>
                  <a:gd name="connsiteX10" fmla="*/ 15082 w 59580"/>
                  <a:gd name="connsiteY10" fmla="*/ 36894 h 74490"/>
                  <a:gd name="connsiteX11" fmla="*/ 41803 w 59580"/>
                  <a:gd name="connsiteY11" fmla="*/ 4711 h 74490"/>
                  <a:gd name="connsiteX12" fmla="*/ 48303 w 59580"/>
                  <a:gd name="connsiteY12" fmla="*/ 11582 h 74490"/>
                  <a:gd name="connsiteX13" fmla="*/ 42525 w 59580"/>
                  <a:gd name="connsiteY13" fmla="*/ 25323 h 74490"/>
                  <a:gd name="connsiteX14" fmla="*/ 21582 w 59580"/>
                  <a:gd name="connsiteY14" fmla="*/ 36532 h 74490"/>
                  <a:gd name="connsiteX15" fmla="*/ 15082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6" y="55336"/>
                    </a:moveTo>
                    <a:cubicBezTo>
                      <a:pt x="42525" y="62930"/>
                      <a:pt x="35665" y="66184"/>
                      <a:pt x="28443" y="66184"/>
                    </a:cubicBezTo>
                    <a:cubicBezTo>
                      <a:pt x="19776" y="66184"/>
                      <a:pt x="13276" y="59314"/>
                      <a:pt x="13276" y="49550"/>
                    </a:cubicBezTo>
                    <a:cubicBezTo>
                      <a:pt x="13276" y="47019"/>
                      <a:pt x="13638" y="44126"/>
                      <a:pt x="13999" y="41233"/>
                    </a:cubicBezTo>
                    <a:cubicBezTo>
                      <a:pt x="26637" y="40510"/>
                      <a:pt x="33859" y="39064"/>
                      <a:pt x="41442" y="35448"/>
                    </a:cubicBezTo>
                    <a:cubicBezTo>
                      <a:pt x="52636" y="30385"/>
                      <a:pt x="59858" y="20984"/>
                      <a:pt x="59858" y="11943"/>
                    </a:cubicBezTo>
                    <a:cubicBezTo>
                      <a:pt x="59858" y="5073"/>
                      <a:pt x="53358" y="11"/>
                      <a:pt x="44692" y="11"/>
                    </a:cubicBezTo>
                    <a:cubicBezTo>
                      <a:pt x="23026" y="11"/>
                      <a:pt x="277" y="26046"/>
                      <a:pt x="277" y="50273"/>
                    </a:cubicBezTo>
                    <a:cubicBezTo>
                      <a:pt x="277" y="64738"/>
                      <a:pt x="8943" y="74501"/>
                      <a:pt x="21582" y="74501"/>
                    </a:cubicBezTo>
                    <a:cubicBezTo>
                      <a:pt x="31692" y="74501"/>
                      <a:pt x="40359" y="69438"/>
                      <a:pt x="52636" y="57506"/>
                    </a:cubicBezTo>
                    <a:close/>
                    <a:moveTo>
                      <a:pt x="15082" y="36894"/>
                    </a:moveTo>
                    <a:cubicBezTo>
                      <a:pt x="20498" y="18452"/>
                      <a:pt x="32054" y="4711"/>
                      <a:pt x="41803" y="4711"/>
                    </a:cubicBezTo>
                    <a:cubicBezTo>
                      <a:pt x="45414" y="4711"/>
                      <a:pt x="48303" y="7604"/>
                      <a:pt x="48303" y="11582"/>
                    </a:cubicBezTo>
                    <a:cubicBezTo>
                      <a:pt x="48303" y="15921"/>
                      <a:pt x="46136" y="20984"/>
                      <a:pt x="42525" y="25323"/>
                    </a:cubicBezTo>
                    <a:cubicBezTo>
                      <a:pt x="37109" y="31108"/>
                      <a:pt x="30248" y="35086"/>
                      <a:pt x="21582" y="36532"/>
                    </a:cubicBezTo>
                    <a:cubicBezTo>
                      <a:pt x="20137" y="36532"/>
                      <a:pt x="17971" y="36894"/>
                      <a:pt x="15082" y="36894"/>
                    </a:cubicBezTo>
                    <a:close/>
                  </a:path>
                </a:pathLst>
              </a:custGeom>
              <a:solidFill>
                <a:srgbClr val="000000"/>
              </a:solidFill>
              <a:ln w="23090" cap="flat">
                <a:noFill/>
                <a:prstDash val="solid"/>
                <a:miter/>
              </a:ln>
            </p:spPr>
            <p:txBody>
              <a:bodyPr rtlCol="0" anchor="ctr"/>
              <a:lstStyle/>
              <a:p>
                <a:endParaRPr lang="zh-CN" altLang="en-US"/>
              </a:p>
            </p:txBody>
          </p:sp>
          <p:sp>
            <p:nvSpPr>
              <p:cNvPr id="180" name="任意多边形: 形状 179"/>
              <p:cNvSpPr/>
              <p:nvPr/>
            </p:nvSpPr>
            <p:spPr>
              <a:xfrm>
                <a:off x="9116807" y="2808222"/>
                <a:ext cx="23471" cy="33629"/>
              </a:xfrm>
              <a:custGeom>
                <a:avLst/>
                <a:gdLst>
                  <a:gd name="connsiteX0" fmla="*/ 3169 w 23471"/>
                  <a:gd name="connsiteY0" fmla="*/ 33640 h 33629"/>
                  <a:gd name="connsiteX1" fmla="*/ 23751 w 23471"/>
                  <a:gd name="connsiteY1" fmla="*/ 9412 h 33629"/>
                  <a:gd name="connsiteX2" fmla="*/ 15446 w 23471"/>
                  <a:gd name="connsiteY2" fmla="*/ 11 h 33629"/>
                  <a:gd name="connsiteX3" fmla="*/ 7502 w 23471"/>
                  <a:gd name="connsiteY3" fmla="*/ 7966 h 33629"/>
                  <a:gd name="connsiteX4" fmla="*/ 9668 w 23471"/>
                  <a:gd name="connsiteY4" fmla="*/ 12667 h 33629"/>
                  <a:gd name="connsiteX5" fmla="*/ 12918 w 23471"/>
                  <a:gd name="connsiteY5" fmla="*/ 18091 h 33629"/>
                  <a:gd name="connsiteX6" fmla="*/ 280 w 23471"/>
                  <a:gd name="connsiteY6" fmla="*/ 30024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169" y="33640"/>
                    </a:moveTo>
                    <a:cubicBezTo>
                      <a:pt x="15807" y="27854"/>
                      <a:pt x="23751" y="18452"/>
                      <a:pt x="23751" y="9412"/>
                    </a:cubicBezTo>
                    <a:cubicBezTo>
                      <a:pt x="23751" y="4350"/>
                      <a:pt x="19779" y="11"/>
                      <a:pt x="15446" y="11"/>
                    </a:cubicBezTo>
                    <a:cubicBezTo>
                      <a:pt x="11113" y="11"/>
                      <a:pt x="7502" y="3988"/>
                      <a:pt x="7502" y="7966"/>
                    </a:cubicBezTo>
                    <a:cubicBezTo>
                      <a:pt x="7502" y="9774"/>
                      <a:pt x="8224" y="11582"/>
                      <a:pt x="9668" y="12667"/>
                    </a:cubicBezTo>
                    <a:cubicBezTo>
                      <a:pt x="12196" y="15198"/>
                      <a:pt x="12918" y="16283"/>
                      <a:pt x="12918" y="18091"/>
                    </a:cubicBezTo>
                    <a:cubicBezTo>
                      <a:pt x="12918" y="22068"/>
                      <a:pt x="8585" y="26046"/>
                      <a:pt x="280" y="30024"/>
                    </a:cubicBezTo>
                    <a:close/>
                  </a:path>
                </a:pathLst>
              </a:custGeom>
              <a:solidFill>
                <a:srgbClr val="000000"/>
              </a:solidFill>
              <a:ln w="23090" cap="flat">
                <a:noFill/>
                <a:prstDash val="solid"/>
                <a:miter/>
              </a:ln>
            </p:spPr>
            <p:txBody>
              <a:bodyPr rtlCol="0" anchor="ctr"/>
              <a:lstStyle/>
              <a:p>
                <a:endParaRPr lang="zh-CN" altLang="en-US"/>
              </a:p>
            </p:txBody>
          </p:sp>
          <p:sp>
            <p:nvSpPr>
              <p:cNvPr id="181" name="任意多边形: 形状 180"/>
              <p:cNvSpPr/>
              <p:nvPr/>
            </p:nvSpPr>
            <p:spPr>
              <a:xfrm>
                <a:off x="9155074" y="282304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182" name="任意多边形: 形状 181"/>
              <p:cNvSpPr/>
              <p:nvPr/>
            </p:nvSpPr>
            <p:spPr>
              <a:xfrm>
                <a:off x="9202017" y="2734816"/>
                <a:ext cx="39720" cy="90400"/>
              </a:xfrm>
              <a:custGeom>
                <a:avLst/>
                <a:gdLst>
                  <a:gd name="connsiteX0" fmla="*/ 28088 w 39720"/>
                  <a:gd name="connsiteY0" fmla="*/ 22791 h 90400"/>
                  <a:gd name="connsiteX1" fmla="*/ 38559 w 39720"/>
                  <a:gd name="connsiteY1" fmla="*/ 22791 h 90400"/>
                  <a:gd name="connsiteX2" fmla="*/ 40004 w 39720"/>
                  <a:gd name="connsiteY2" fmla="*/ 17729 h 90400"/>
                  <a:gd name="connsiteX3" fmla="*/ 29532 w 39720"/>
                  <a:gd name="connsiteY3" fmla="*/ 17729 h 90400"/>
                  <a:gd name="connsiteX4" fmla="*/ 34587 w 39720"/>
                  <a:gd name="connsiteY4" fmla="*/ 11 h 90400"/>
                  <a:gd name="connsiteX5" fmla="*/ 30976 w 39720"/>
                  <a:gd name="connsiteY5" fmla="*/ 11 h 90400"/>
                  <a:gd name="connsiteX6" fmla="*/ 6422 w 39720"/>
                  <a:gd name="connsiteY6" fmla="*/ 17729 h 90400"/>
                  <a:gd name="connsiteX7" fmla="*/ 5338 w 39720"/>
                  <a:gd name="connsiteY7" fmla="*/ 22791 h 90400"/>
                  <a:gd name="connsiteX8" fmla="*/ 16532 w 39720"/>
                  <a:gd name="connsiteY8" fmla="*/ 22791 h 90400"/>
                  <a:gd name="connsiteX9" fmla="*/ 2450 w 39720"/>
                  <a:gd name="connsiteY9" fmla="*/ 71608 h 90400"/>
                  <a:gd name="connsiteX10" fmla="*/ 283 w 39720"/>
                  <a:gd name="connsiteY10" fmla="*/ 82456 h 90400"/>
                  <a:gd name="connsiteX11" fmla="*/ 8227 w 39720"/>
                  <a:gd name="connsiteY11" fmla="*/ 90411 h 90400"/>
                  <a:gd name="connsiteX12" fmla="*/ 28810 w 39720"/>
                  <a:gd name="connsiteY12" fmla="*/ 73778 h 90400"/>
                  <a:gd name="connsiteX13" fmla="*/ 27004 w 39720"/>
                  <a:gd name="connsiteY13" fmla="*/ 71608 h 90400"/>
                  <a:gd name="connsiteX14" fmla="*/ 14727 w 39720"/>
                  <a:gd name="connsiteY14" fmla="*/ 82456 h 90400"/>
                  <a:gd name="connsiteX15" fmla="*/ 12199 w 39720"/>
                  <a:gd name="connsiteY15" fmla="*/ 80287 h 90400"/>
                  <a:gd name="connsiteX16" fmla="*/ 14005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88" y="22791"/>
                    </a:moveTo>
                    <a:lnTo>
                      <a:pt x="38559" y="22791"/>
                    </a:lnTo>
                    <a:lnTo>
                      <a:pt x="40004" y="17729"/>
                    </a:lnTo>
                    <a:lnTo>
                      <a:pt x="29532" y="17729"/>
                    </a:lnTo>
                    <a:lnTo>
                      <a:pt x="34587" y="11"/>
                    </a:lnTo>
                    <a:lnTo>
                      <a:pt x="30976" y="11"/>
                    </a:lnTo>
                    <a:cubicBezTo>
                      <a:pt x="22310" y="11220"/>
                      <a:pt x="16171" y="15559"/>
                      <a:pt x="6422" y="17729"/>
                    </a:cubicBezTo>
                    <a:lnTo>
                      <a:pt x="5338" y="22791"/>
                    </a:lnTo>
                    <a:lnTo>
                      <a:pt x="16532" y="22791"/>
                    </a:lnTo>
                    <a:lnTo>
                      <a:pt x="2450" y="71608"/>
                    </a:lnTo>
                    <a:cubicBezTo>
                      <a:pt x="1366" y="75586"/>
                      <a:pt x="283" y="80287"/>
                      <a:pt x="283" y="82456"/>
                    </a:cubicBezTo>
                    <a:cubicBezTo>
                      <a:pt x="283" y="87157"/>
                      <a:pt x="3533" y="90411"/>
                      <a:pt x="8227" y="90411"/>
                    </a:cubicBezTo>
                    <a:cubicBezTo>
                      <a:pt x="14366" y="90411"/>
                      <a:pt x="20866" y="84987"/>
                      <a:pt x="28810" y="73778"/>
                    </a:cubicBezTo>
                    <a:lnTo>
                      <a:pt x="27004" y="71608"/>
                    </a:lnTo>
                    <a:cubicBezTo>
                      <a:pt x="21949" y="78117"/>
                      <a:pt x="17255" y="82456"/>
                      <a:pt x="14727" y="82456"/>
                    </a:cubicBezTo>
                    <a:cubicBezTo>
                      <a:pt x="13644" y="82456"/>
                      <a:pt x="12199" y="81371"/>
                      <a:pt x="12199" y="80287"/>
                    </a:cubicBezTo>
                    <a:cubicBezTo>
                      <a:pt x="12199" y="79202"/>
                      <a:pt x="12199" y="79202"/>
                      <a:pt x="14005" y="72693"/>
                    </a:cubicBezTo>
                    <a:close/>
                  </a:path>
                </a:pathLst>
              </a:custGeom>
              <a:solidFill>
                <a:srgbClr val="000000"/>
              </a:solidFill>
              <a:ln w="23090" cap="flat">
                <a:noFill/>
                <a:prstDash val="solid"/>
                <a:miter/>
              </a:ln>
            </p:spPr>
            <p:txBody>
              <a:bodyPr rtlCol="0" anchor="ctr"/>
              <a:lstStyle/>
              <a:p>
                <a:endParaRPr lang="zh-CN" altLang="en-US"/>
              </a:p>
            </p:txBody>
          </p:sp>
          <p:sp>
            <p:nvSpPr>
              <p:cNvPr id="183" name="任意多边形: 形状 182"/>
              <p:cNvSpPr/>
              <p:nvPr/>
            </p:nvSpPr>
            <p:spPr>
              <a:xfrm>
                <a:off x="9244288" y="2723245"/>
                <a:ext cx="36831" cy="102333"/>
              </a:xfrm>
              <a:custGeom>
                <a:avLst/>
                <a:gdLst>
                  <a:gd name="connsiteX0" fmla="*/ 26645 w 36831"/>
                  <a:gd name="connsiteY0" fmla="*/ 82818 h 102333"/>
                  <a:gd name="connsiteX1" fmla="*/ 15090 w 36831"/>
                  <a:gd name="connsiteY1" fmla="*/ 93666 h 102333"/>
                  <a:gd name="connsiteX2" fmla="*/ 12923 w 36831"/>
                  <a:gd name="connsiteY2" fmla="*/ 91496 h 102333"/>
                  <a:gd name="connsiteX3" fmla="*/ 13284 w 36831"/>
                  <a:gd name="connsiteY3" fmla="*/ 88965 h 102333"/>
                  <a:gd name="connsiteX4" fmla="*/ 30978 w 36831"/>
                  <a:gd name="connsiteY4" fmla="*/ 27131 h 102333"/>
                  <a:gd name="connsiteX5" fmla="*/ 7146 w 36831"/>
                  <a:gd name="connsiteY5" fmla="*/ 31108 h 102333"/>
                  <a:gd name="connsiteX6" fmla="*/ 6424 w 36831"/>
                  <a:gd name="connsiteY6" fmla="*/ 34363 h 102333"/>
                  <a:gd name="connsiteX7" fmla="*/ 11479 w 36831"/>
                  <a:gd name="connsiteY7" fmla="*/ 33640 h 102333"/>
                  <a:gd name="connsiteX8" fmla="*/ 15812 w 36831"/>
                  <a:gd name="connsiteY8" fmla="*/ 37617 h 102333"/>
                  <a:gd name="connsiteX9" fmla="*/ 14729 w 36831"/>
                  <a:gd name="connsiteY9" fmla="*/ 44488 h 102333"/>
                  <a:gd name="connsiteX10" fmla="*/ 1368 w 36831"/>
                  <a:gd name="connsiteY10" fmla="*/ 90411 h 102333"/>
                  <a:gd name="connsiteX11" fmla="*/ 285 w 36831"/>
                  <a:gd name="connsiteY11" fmla="*/ 96197 h 102333"/>
                  <a:gd name="connsiteX12" fmla="*/ 7146 w 36831"/>
                  <a:gd name="connsiteY12" fmla="*/ 102344 h 102333"/>
                  <a:gd name="connsiteX13" fmla="*/ 27728 w 36831"/>
                  <a:gd name="connsiteY13" fmla="*/ 86434 h 102333"/>
                  <a:gd name="connsiteX14" fmla="*/ 29173 w 36831"/>
                  <a:gd name="connsiteY14" fmla="*/ 11 h 102333"/>
                  <a:gd name="connsiteX15" fmla="*/ 20506 w 36831"/>
                  <a:gd name="connsiteY15" fmla="*/ 7966 h 102333"/>
                  <a:gd name="connsiteX16" fmla="*/ 28812 w 36831"/>
                  <a:gd name="connsiteY16" fmla="*/ 16283 h 102333"/>
                  <a:gd name="connsiteX17" fmla="*/ 37117 w 36831"/>
                  <a:gd name="connsiteY17" fmla="*/ 7966 h 102333"/>
                  <a:gd name="connsiteX18" fmla="*/ 29173 w 36831"/>
                  <a:gd name="connsiteY18" fmla="*/ 11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45" y="82818"/>
                    </a:moveTo>
                    <a:cubicBezTo>
                      <a:pt x="22673" y="88965"/>
                      <a:pt x="17618" y="93666"/>
                      <a:pt x="15090" y="93666"/>
                    </a:cubicBezTo>
                    <a:cubicBezTo>
                      <a:pt x="14007" y="93666"/>
                      <a:pt x="12923" y="92581"/>
                      <a:pt x="12923" y="91496"/>
                    </a:cubicBezTo>
                    <a:cubicBezTo>
                      <a:pt x="12923" y="90773"/>
                      <a:pt x="12923" y="90050"/>
                      <a:pt x="13284" y="88965"/>
                    </a:cubicBezTo>
                    <a:lnTo>
                      <a:pt x="30978" y="27131"/>
                    </a:lnTo>
                    <a:cubicBezTo>
                      <a:pt x="23034" y="29300"/>
                      <a:pt x="14368" y="30747"/>
                      <a:pt x="7146" y="31108"/>
                    </a:cubicBezTo>
                    <a:lnTo>
                      <a:pt x="6424" y="34363"/>
                    </a:lnTo>
                    <a:cubicBezTo>
                      <a:pt x="8951" y="34001"/>
                      <a:pt x="10396" y="33640"/>
                      <a:pt x="11479" y="33640"/>
                    </a:cubicBezTo>
                    <a:cubicBezTo>
                      <a:pt x="14729" y="33640"/>
                      <a:pt x="15812" y="34724"/>
                      <a:pt x="15812" y="37617"/>
                    </a:cubicBezTo>
                    <a:cubicBezTo>
                      <a:pt x="15812" y="39064"/>
                      <a:pt x="15451" y="40872"/>
                      <a:pt x="14729" y="44488"/>
                    </a:cubicBezTo>
                    <a:lnTo>
                      <a:pt x="1368" y="90411"/>
                    </a:lnTo>
                    <a:cubicBezTo>
                      <a:pt x="646" y="92581"/>
                      <a:pt x="285" y="94751"/>
                      <a:pt x="285" y="96197"/>
                    </a:cubicBezTo>
                    <a:cubicBezTo>
                      <a:pt x="285" y="99452"/>
                      <a:pt x="3535" y="102344"/>
                      <a:pt x="7146" y="102344"/>
                    </a:cubicBezTo>
                    <a:cubicBezTo>
                      <a:pt x="12201" y="102344"/>
                      <a:pt x="19423" y="96559"/>
                      <a:pt x="27728" y="86434"/>
                    </a:cubicBezTo>
                    <a:close/>
                    <a:moveTo>
                      <a:pt x="29173" y="11"/>
                    </a:moveTo>
                    <a:cubicBezTo>
                      <a:pt x="24478" y="11"/>
                      <a:pt x="20506" y="3627"/>
                      <a:pt x="20506" y="7966"/>
                    </a:cubicBezTo>
                    <a:cubicBezTo>
                      <a:pt x="20506" y="12667"/>
                      <a:pt x="24478" y="16283"/>
                      <a:pt x="28812" y="16283"/>
                    </a:cubicBezTo>
                    <a:cubicBezTo>
                      <a:pt x="33506" y="16283"/>
                      <a:pt x="37117" y="12667"/>
                      <a:pt x="37117" y="7966"/>
                    </a:cubicBezTo>
                    <a:cubicBezTo>
                      <a:pt x="37117" y="3627"/>
                      <a:pt x="33506" y="11"/>
                      <a:pt x="29173" y="11"/>
                    </a:cubicBezTo>
                    <a:close/>
                  </a:path>
                </a:pathLst>
              </a:custGeom>
              <a:solidFill>
                <a:srgbClr val="000000"/>
              </a:solidFill>
              <a:ln w="23090" cap="flat">
                <a:noFill/>
                <a:prstDash val="solid"/>
                <a:miter/>
              </a:ln>
            </p:spPr>
            <p:txBody>
              <a:bodyPr rtlCol="0" anchor="ctr"/>
              <a:lstStyle/>
              <a:p>
                <a:endParaRPr lang="zh-CN" altLang="en-US"/>
              </a:p>
            </p:txBody>
          </p:sp>
          <p:sp>
            <p:nvSpPr>
              <p:cNvPr id="184" name="任意多边形: 形状 183"/>
              <p:cNvSpPr/>
              <p:nvPr/>
            </p:nvSpPr>
            <p:spPr>
              <a:xfrm>
                <a:off x="9285652" y="2734816"/>
                <a:ext cx="39720" cy="90400"/>
              </a:xfrm>
              <a:custGeom>
                <a:avLst/>
                <a:gdLst>
                  <a:gd name="connsiteX0" fmla="*/ 28091 w 39720"/>
                  <a:gd name="connsiteY0" fmla="*/ 22791 h 90400"/>
                  <a:gd name="connsiteX1" fmla="*/ 38563 w 39720"/>
                  <a:gd name="connsiteY1" fmla="*/ 22791 h 90400"/>
                  <a:gd name="connsiteX2" fmla="*/ 40007 w 39720"/>
                  <a:gd name="connsiteY2" fmla="*/ 17729 h 90400"/>
                  <a:gd name="connsiteX3" fmla="*/ 29536 w 39720"/>
                  <a:gd name="connsiteY3" fmla="*/ 17729 h 90400"/>
                  <a:gd name="connsiteX4" fmla="*/ 34591 w 39720"/>
                  <a:gd name="connsiteY4" fmla="*/ 11 h 90400"/>
                  <a:gd name="connsiteX5" fmla="*/ 30980 w 39720"/>
                  <a:gd name="connsiteY5" fmla="*/ 11 h 90400"/>
                  <a:gd name="connsiteX6" fmla="*/ 6425 w 39720"/>
                  <a:gd name="connsiteY6" fmla="*/ 17729 h 90400"/>
                  <a:gd name="connsiteX7" fmla="*/ 5342 w 39720"/>
                  <a:gd name="connsiteY7" fmla="*/ 22791 h 90400"/>
                  <a:gd name="connsiteX8" fmla="*/ 16536 w 39720"/>
                  <a:gd name="connsiteY8" fmla="*/ 22791 h 90400"/>
                  <a:gd name="connsiteX9" fmla="*/ 2453 w 39720"/>
                  <a:gd name="connsiteY9" fmla="*/ 71608 h 90400"/>
                  <a:gd name="connsiteX10" fmla="*/ 287 w 39720"/>
                  <a:gd name="connsiteY10" fmla="*/ 82456 h 90400"/>
                  <a:gd name="connsiteX11" fmla="*/ 8231 w 39720"/>
                  <a:gd name="connsiteY11" fmla="*/ 90411 h 90400"/>
                  <a:gd name="connsiteX12" fmla="*/ 28813 w 39720"/>
                  <a:gd name="connsiteY12" fmla="*/ 73778 h 90400"/>
                  <a:gd name="connsiteX13" fmla="*/ 27008 w 39720"/>
                  <a:gd name="connsiteY13" fmla="*/ 71608 h 90400"/>
                  <a:gd name="connsiteX14" fmla="*/ 14731 w 39720"/>
                  <a:gd name="connsiteY14" fmla="*/ 82456 h 90400"/>
                  <a:gd name="connsiteX15" fmla="*/ 12203 w 39720"/>
                  <a:gd name="connsiteY15" fmla="*/ 80287 h 90400"/>
                  <a:gd name="connsiteX16" fmla="*/ 14008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91" y="22791"/>
                    </a:moveTo>
                    <a:lnTo>
                      <a:pt x="38563" y="22791"/>
                    </a:lnTo>
                    <a:lnTo>
                      <a:pt x="40007" y="17729"/>
                    </a:lnTo>
                    <a:lnTo>
                      <a:pt x="29536" y="17729"/>
                    </a:lnTo>
                    <a:lnTo>
                      <a:pt x="34591" y="11"/>
                    </a:lnTo>
                    <a:lnTo>
                      <a:pt x="30980" y="11"/>
                    </a:lnTo>
                    <a:cubicBezTo>
                      <a:pt x="22314" y="11220"/>
                      <a:pt x="16175" y="15559"/>
                      <a:pt x="6425" y="17729"/>
                    </a:cubicBezTo>
                    <a:lnTo>
                      <a:pt x="5342" y="22791"/>
                    </a:lnTo>
                    <a:lnTo>
                      <a:pt x="16536" y="22791"/>
                    </a:lnTo>
                    <a:lnTo>
                      <a:pt x="2453" y="71608"/>
                    </a:lnTo>
                    <a:cubicBezTo>
                      <a:pt x="1370" y="75586"/>
                      <a:pt x="287" y="80287"/>
                      <a:pt x="287" y="82456"/>
                    </a:cubicBezTo>
                    <a:cubicBezTo>
                      <a:pt x="287" y="87157"/>
                      <a:pt x="3537" y="90411"/>
                      <a:pt x="8231" y="90411"/>
                    </a:cubicBezTo>
                    <a:cubicBezTo>
                      <a:pt x="14369" y="90411"/>
                      <a:pt x="20869" y="84987"/>
                      <a:pt x="28813" y="73778"/>
                    </a:cubicBezTo>
                    <a:lnTo>
                      <a:pt x="27008" y="71608"/>
                    </a:lnTo>
                    <a:cubicBezTo>
                      <a:pt x="21952" y="78117"/>
                      <a:pt x="17258" y="82456"/>
                      <a:pt x="14731" y="82456"/>
                    </a:cubicBezTo>
                    <a:cubicBezTo>
                      <a:pt x="13647" y="82456"/>
                      <a:pt x="12203" y="81371"/>
                      <a:pt x="12203" y="80287"/>
                    </a:cubicBezTo>
                    <a:cubicBezTo>
                      <a:pt x="12203" y="79202"/>
                      <a:pt x="12203" y="79202"/>
                      <a:pt x="14008" y="72693"/>
                    </a:cubicBezTo>
                    <a:close/>
                  </a:path>
                </a:pathLst>
              </a:custGeom>
              <a:solidFill>
                <a:srgbClr val="000000"/>
              </a:solidFill>
              <a:ln w="23090" cap="flat">
                <a:noFill/>
                <a:prstDash val="solid"/>
                <a:miter/>
              </a:ln>
            </p:spPr>
            <p:txBody>
              <a:bodyPr rtlCol="0" anchor="ctr"/>
              <a:lstStyle/>
              <a:p>
                <a:endParaRPr lang="zh-CN" altLang="en-US"/>
              </a:p>
            </p:txBody>
          </p:sp>
          <p:sp>
            <p:nvSpPr>
              <p:cNvPr id="185" name="任意多边形: 形状 184"/>
              <p:cNvSpPr/>
              <p:nvPr/>
            </p:nvSpPr>
            <p:spPr>
              <a:xfrm>
                <a:off x="9327563" y="2714205"/>
                <a:ext cx="41164" cy="111012"/>
              </a:xfrm>
              <a:custGeom>
                <a:avLst/>
                <a:gdLst>
                  <a:gd name="connsiteX0" fmla="*/ 25926 w 41164"/>
                  <a:gd name="connsiteY0" fmla="*/ 93666 h 111012"/>
                  <a:gd name="connsiteX1" fmla="*/ 14732 w 41164"/>
                  <a:gd name="connsiteY1" fmla="*/ 103068 h 111012"/>
                  <a:gd name="connsiteX2" fmla="*/ 12566 w 41164"/>
                  <a:gd name="connsiteY2" fmla="*/ 100898 h 111012"/>
                  <a:gd name="connsiteX3" fmla="*/ 12927 w 41164"/>
                  <a:gd name="connsiteY3" fmla="*/ 99090 h 111012"/>
                  <a:gd name="connsiteX4" fmla="*/ 41454 w 41164"/>
                  <a:gd name="connsiteY4" fmla="*/ 11 h 111012"/>
                  <a:gd name="connsiteX5" fmla="*/ 19427 w 41164"/>
                  <a:gd name="connsiteY5" fmla="*/ 3265 h 111012"/>
                  <a:gd name="connsiteX6" fmla="*/ 18705 w 41164"/>
                  <a:gd name="connsiteY6" fmla="*/ 6158 h 111012"/>
                  <a:gd name="connsiteX7" fmla="*/ 20149 w 41164"/>
                  <a:gd name="connsiteY7" fmla="*/ 6158 h 111012"/>
                  <a:gd name="connsiteX8" fmla="*/ 23038 w 41164"/>
                  <a:gd name="connsiteY8" fmla="*/ 5796 h 111012"/>
                  <a:gd name="connsiteX9" fmla="*/ 26649 w 41164"/>
                  <a:gd name="connsiteY9" fmla="*/ 9051 h 111012"/>
                  <a:gd name="connsiteX10" fmla="*/ 25926 w 41164"/>
                  <a:gd name="connsiteY10" fmla="*/ 13751 h 111012"/>
                  <a:gd name="connsiteX11" fmla="*/ 1372 w 41164"/>
                  <a:gd name="connsiteY11" fmla="*/ 99090 h 111012"/>
                  <a:gd name="connsiteX12" fmla="*/ 289 w 41164"/>
                  <a:gd name="connsiteY12" fmla="*/ 104153 h 111012"/>
                  <a:gd name="connsiteX13" fmla="*/ 7149 w 41164"/>
                  <a:gd name="connsiteY13" fmla="*/ 111023 h 111012"/>
                  <a:gd name="connsiteX14" fmla="*/ 27732 w 41164"/>
                  <a:gd name="connsiteY14" fmla="*/ 95836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26" y="93666"/>
                    </a:moveTo>
                    <a:cubicBezTo>
                      <a:pt x="18705" y="102345"/>
                      <a:pt x="17260" y="103068"/>
                      <a:pt x="14732" y="103068"/>
                    </a:cubicBezTo>
                    <a:cubicBezTo>
                      <a:pt x="13649" y="103068"/>
                      <a:pt x="12566" y="102345"/>
                      <a:pt x="12566" y="100898"/>
                    </a:cubicBezTo>
                    <a:cubicBezTo>
                      <a:pt x="12566" y="100537"/>
                      <a:pt x="12927" y="99813"/>
                      <a:pt x="12927" y="99090"/>
                    </a:cubicBezTo>
                    <a:lnTo>
                      <a:pt x="41454" y="11"/>
                    </a:lnTo>
                    <a:cubicBezTo>
                      <a:pt x="31343" y="1819"/>
                      <a:pt x="29898" y="2180"/>
                      <a:pt x="19427" y="3265"/>
                    </a:cubicBezTo>
                    <a:lnTo>
                      <a:pt x="18705" y="6158"/>
                    </a:lnTo>
                    <a:lnTo>
                      <a:pt x="20149" y="6158"/>
                    </a:lnTo>
                    <a:cubicBezTo>
                      <a:pt x="21593" y="6158"/>
                      <a:pt x="22316" y="5796"/>
                      <a:pt x="23038" y="5796"/>
                    </a:cubicBezTo>
                    <a:cubicBezTo>
                      <a:pt x="24843" y="5796"/>
                      <a:pt x="26649" y="7243"/>
                      <a:pt x="26649" y="9051"/>
                    </a:cubicBezTo>
                    <a:cubicBezTo>
                      <a:pt x="26649" y="9774"/>
                      <a:pt x="26287" y="11220"/>
                      <a:pt x="25926" y="13751"/>
                    </a:cubicBezTo>
                    <a:lnTo>
                      <a:pt x="1372" y="99090"/>
                    </a:lnTo>
                    <a:cubicBezTo>
                      <a:pt x="289" y="102345"/>
                      <a:pt x="289" y="103068"/>
                      <a:pt x="289" y="104153"/>
                    </a:cubicBezTo>
                    <a:cubicBezTo>
                      <a:pt x="289" y="108130"/>
                      <a:pt x="3177" y="111023"/>
                      <a:pt x="7149" y="111023"/>
                    </a:cubicBezTo>
                    <a:cubicBezTo>
                      <a:pt x="13288" y="111023"/>
                      <a:pt x="17621" y="107769"/>
                      <a:pt x="27732" y="95836"/>
                    </a:cubicBezTo>
                    <a:close/>
                  </a:path>
                </a:pathLst>
              </a:custGeom>
              <a:solidFill>
                <a:srgbClr val="000000"/>
              </a:solidFill>
              <a:ln w="23090" cap="flat">
                <a:noFill/>
                <a:prstDash val="solid"/>
                <a:miter/>
              </a:ln>
            </p:spPr>
            <p:txBody>
              <a:bodyPr rtlCol="0" anchor="ctr"/>
              <a:lstStyle/>
              <a:p>
                <a:endParaRPr lang="zh-CN" altLang="en-US"/>
              </a:p>
            </p:txBody>
          </p:sp>
          <p:sp>
            <p:nvSpPr>
              <p:cNvPr id="186" name="任意多边形: 形状 185"/>
              <p:cNvSpPr/>
              <p:nvPr/>
            </p:nvSpPr>
            <p:spPr>
              <a:xfrm>
                <a:off x="9366599" y="2750727"/>
                <a:ext cx="59580" cy="74490"/>
              </a:xfrm>
              <a:custGeom>
                <a:avLst/>
                <a:gdLst>
                  <a:gd name="connsiteX0" fmla="*/ 49399 w 59580"/>
                  <a:gd name="connsiteY0" fmla="*/ 55336 h 74490"/>
                  <a:gd name="connsiteX1" fmla="*/ 28456 w 59580"/>
                  <a:gd name="connsiteY1" fmla="*/ 66184 h 74490"/>
                  <a:gd name="connsiteX2" fmla="*/ 13290 w 59580"/>
                  <a:gd name="connsiteY2" fmla="*/ 49550 h 74490"/>
                  <a:gd name="connsiteX3" fmla="*/ 14012 w 59580"/>
                  <a:gd name="connsiteY3" fmla="*/ 41233 h 74490"/>
                  <a:gd name="connsiteX4" fmla="*/ 41455 w 59580"/>
                  <a:gd name="connsiteY4" fmla="*/ 35448 h 74490"/>
                  <a:gd name="connsiteX5" fmla="*/ 59871 w 59580"/>
                  <a:gd name="connsiteY5" fmla="*/ 11943 h 74490"/>
                  <a:gd name="connsiteX6" fmla="*/ 44705 w 59580"/>
                  <a:gd name="connsiteY6" fmla="*/ 11 h 74490"/>
                  <a:gd name="connsiteX7" fmla="*/ 290 w 59580"/>
                  <a:gd name="connsiteY7" fmla="*/ 50273 h 74490"/>
                  <a:gd name="connsiteX8" fmla="*/ 21595 w 59580"/>
                  <a:gd name="connsiteY8" fmla="*/ 74501 h 74490"/>
                  <a:gd name="connsiteX9" fmla="*/ 52649 w 59580"/>
                  <a:gd name="connsiteY9" fmla="*/ 57506 h 74490"/>
                  <a:gd name="connsiteX10" fmla="*/ 15095 w 59580"/>
                  <a:gd name="connsiteY10" fmla="*/ 36894 h 74490"/>
                  <a:gd name="connsiteX11" fmla="*/ 41816 w 59580"/>
                  <a:gd name="connsiteY11" fmla="*/ 4711 h 74490"/>
                  <a:gd name="connsiteX12" fmla="*/ 48316 w 59580"/>
                  <a:gd name="connsiteY12" fmla="*/ 11582 h 74490"/>
                  <a:gd name="connsiteX13" fmla="*/ 42539 w 59580"/>
                  <a:gd name="connsiteY13" fmla="*/ 25323 h 74490"/>
                  <a:gd name="connsiteX14" fmla="*/ 21595 w 59580"/>
                  <a:gd name="connsiteY14" fmla="*/ 36532 h 74490"/>
                  <a:gd name="connsiteX15" fmla="*/ 15095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99" y="55336"/>
                    </a:moveTo>
                    <a:cubicBezTo>
                      <a:pt x="42539" y="62930"/>
                      <a:pt x="35678" y="66184"/>
                      <a:pt x="28456" y="66184"/>
                    </a:cubicBezTo>
                    <a:cubicBezTo>
                      <a:pt x="19790" y="66184"/>
                      <a:pt x="13290" y="59314"/>
                      <a:pt x="13290" y="49550"/>
                    </a:cubicBezTo>
                    <a:cubicBezTo>
                      <a:pt x="13290" y="47019"/>
                      <a:pt x="13651" y="44126"/>
                      <a:pt x="14012" y="41233"/>
                    </a:cubicBezTo>
                    <a:cubicBezTo>
                      <a:pt x="26650" y="40510"/>
                      <a:pt x="33872" y="39064"/>
                      <a:pt x="41455" y="35448"/>
                    </a:cubicBezTo>
                    <a:cubicBezTo>
                      <a:pt x="52649" y="30385"/>
                      <a:pt x="59871" y="20984"/>
                      <a:pt x="59871" y="11943"/>
                    </a:cubicBezTo>
                    <a:cubicBezTo>
                      <a:pt x="59871" y="5073"/>
                      <a:pt x="53371" y="11"/>
                      <a:pt x="44705" y="11"/>
                    </a:cubicBezTo>
                    <a:cubicBezTo>
                      <a:pt x="23039" y="11"/>
                      <a:pt x="290" y="26046"/>
                      <a:pt x="290" y="50273"/>
                    </a:cubicBezTo>
                    <a:cubicBezTo>
                      <a:pt x="290" y="64738"/>
                      <a:pt x="8957" y="74501"/>
                      <a:pt x="21595" y="74501"/>
                    </a:cubicBezTo>
                    <a:cubicBezTo>
                      <a:pt x="31706" y="74501"/>
                      <a:pt x="40372" y="69438"/>
                      <a:pt x="52649" y="57506"/>
                    </a:cubicBezTo>
                    <a:close/>
                    <a:moveTo>
                      <a:pt x="15095" y="36894"/>
                    </a:moveTo>
                    <a:cubicBezTo>
                      <a:pt x="20512" y="18452"/>
                      <a:pt x="32067" y="4711"/>
                      <a:pt x="41816" y="4711"/>
                    </a:cubicBezTo>
                    <a:cubicBezTo>
                      <a:pt x="45427" y="4711"/>
                      <a:pt x="48316" y="7604"/>
                      <a:pt x="48316" y="11582"/>
                    </a:cubicBezTo>
                    <a:cubicBezTo>
                      <a:pt x="48316" y="15921"/>
                      <a:pt x="46149" y="20984"/>
                      <a:pt x="42539" y="25323"/>
                    </a:cubicBezTo>
                    <a:cubicBezTo>
                      <a:pt x="37122" y="31108"/>
                      <a:pt x="30261" y="35086"/>
                      <a:pt x="21595" y="36532"/>
                    </a:cubicBezTo>
                    <a:cubicBezTo>
                      <a:pt x="20151" y="36532"/>
                      <a:pt x="17984" y="36894"/>
                      <a:pt x="15095" y="36894"/>
                    </a:cubicBezTo>
                    <a:close/>
                  </a:path>
                </a:pathLst>
              </a:custGeom>
              <a:solidFill>
                <a:srgbClr val="000000"/>
              </a:solidFill>
              <a:ln w="23090" cap="flat">
                <a:noFill/>
                <a:prstDash val="solid"/>
                <a:miter/>
              </a:ln>
            </p:spPr>
            <p:txBody>
              <a:bodyPr rtlCol="0" anchor="ctr"/>
              <a:lstStyle/>
              <a:p>
                <a:endParaRPr lang="zh-CN" altLang="en-US"/>
              </a:p>
            </p:txBody>
          </p:sp>
        </p:grpSp>
        <p:sp>
          <p:nvSpPr>
            <p:cNvPr id="12" name="任意多边形: 形状 11"/>
            <p:cNvSpPr/>
            <p:nvPr/>
          </p:nvSpPr>
          <p:spPr>
            <a:xfrm>
              <a:off x="10712477" y="2666584"/>
              <a:ext cx="170351" cy="254590"/>
            </a:xfrm>
            <a:custGeom>
              <a:avLst/>
              <a:gdLst>
                <a:gd name="connsiteX0" fmla="*/ 310 w 135050"/>
                <a:gd name="connsiteY0" fmla="*/ 60 h 187310"/>
                <a:gd name="connsiteX1" fmla="*/ 310 w 135050"/>
                <a:gd name="connsiteY1" fmla="*/ 4038 h 187310"/>
                <a:gd name="connsiteX2" fmla="*/ 5365 w 135050"/>
                <a:gd name="connsiteY2" fmla="*/ 4038 h 187310"/>
                <a:gd name="connsiteX3" fmla="*/ 19087 w 135050"/>
                <a:gd name="connsiteY3" fmla="*/ 20672 h 187310"/>
                <a:gd name="connsiteX4" fmla="*/ 19087 w 135050"/>
                <a:gd name="connsiteY4" fmla="*/ 167121 h 187310"/>
                <a:gd name="connsiteX5" fmla="*/ 5365 w 135050"/>
                <a:gd name="connsiteY5" fmla="*/ 183394 h 187310"/>
                <a:gd name="connsiteX6" fmla="*/ 671 w 135050"/>
                <a:gd name="connsiteY6" fmla="*/ 183394 h 187310"/>
                <a:gd name="connsiteX7" fmla="*/ 671 w 135050"/>
                <a:gd name="connsiteY7" fmla="*/ 187371 h 187310"/>
                <a:gd name="connsiteX8" fmla="*/ 57002 w 135050"/>
                <a:gd name="connsiteY8" fmla="*/ 187371 h 187310"/>
                <a:gd name="connsiteX9" fmla="*/ 57002 w 135050"/>
                <a:gd name="connsiteY9" fmla="*/ 183394 h 187310"/>
                <a:gd name="connsiteX10" fmla="*/ 51947 w 135050"/>
                <a:gd name="connsiteY10" fmla="*/ 183394 h 187310"/>
                <a:gd name="connsiteX11" fmla="*/ 38586 w 135050"/>
                <a:gd name="connsiteY11" fmla="*/ 167121 h 187310"/>
                <a:gd name="connsiteX12" fmla="*/ 38586 w 135050"/>
                <a:gd name="connsiteY12" fmla="*/ 20672 h 187310"/>
                <a:gd name="connsiteX13" fmla="*/ 52308 w 135050"/>
                <a:gd name="connsiteY13" fmla="*/ 4038 h 187310"/>
                <a:gd name="connsiteX14" fmla="*/ 83723 w 135050"/>
                <a:gd name="connsiteY14" fmla="*/ 4038 h 187310"/>
                <a:gd name="connsiteX15" fmla="*/ 97445 w 135050"/>
                <a:gd name="connsiteY15" fmla="*/ 20672 h 187310"/>
                <a:gd name="connsiteX16" fmla="*/ 97445 w 135050"/>
                <a:gd name="connsiteY16" fmla="*/ 167121 h 187310"/>
                <a:gd name="connsiteX17" fmla="*/ 83723 w 135050"/>
                <a:gd name="connsiteY17" fmla="*/ 183394 h 187310"/>
                <a:gd name="connsiteX18" fmla="*/ 79029 w 135050"/>
                <a:gd name="connsiteY18" fmla="*/ 183394 h 187310"/>
                <a:gd name="connsiteX19" fmla="*/ 79029 w 135050"/>
                <a:gd name="connsiteY19" fmla="*/ 187371 h 187310"/>
                <a:gd name="connsiteX20" fmla="*/ 134999 w 135050"/>
                <a:gd name="connsiteY20" fmla="*/ 187371 h 187310"/>
                <a:gd name="connsiteX21" fmla="*/ 134999 w 135050"/>
                <a:gd name="connsiteY21" fmla="*/ 183394 h 187310"/>
                <a:gd name="connsiteX22" fmla="*/ 130305 w 135050"/>
                <a:gd name="connsiteY22" fmla="*/ 183394 h 187310"/>
                <a:gd name="connsiteX23" fmla="*/ 116944 w 135050"/>
                <a:gd name="connsiteY23" fmla="*/ 167121 h 187310"/>
                <a:gd name="connsiteX24" fmla="*/ 116944 w 135050"/>
                <a:gd name="connsiteY24" fmla="*/ 20672 h 187310"/>
                <a:gd name="connsiteX25" fmla="*/ 130666 w 135050"/>
                <a:gd name="connsiteY25" fmla="*/ 4038 h 187310"/>
                <a:gd name="connsiteX26" fmla="*/ 135360 w 135050"/>
                <a:gd name="connsiteY26" fmla="*/ 4038 h 187310"/>
                <a:gd name="connsiteX27" fmla="*/ 135360 w 135050"/>
                <a:gd name="connsiteY27" fmla="*/ 6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310" y="60"/>
                  </a:moveTo>
                  <a:lnTo>
                    <a:pt x="310" y="4038"/>
                  </a:lnTo>
                  <a:lnTo>
                    <a:pt x="5365" y="4038"/>
                  </a:lnTo>
                  <a:cubicBezTo>
                    <a:pt x="17281" y="4038"/>
                    <a:pt x="19087" y="6207"/>
                    <a:pt x="19087" y="20672"/>
                  </a:cubicBezTo>
                  <a:lnTo>
                    <a:pt x="19087" y="167121"/>
                  </a:lnTo>
                  <a:cubicBezTo>
                    <a:pt x="19087" y="181585"/>
                    <a:pt x="17281" y="183394"/>
                    <a:pt x="5365" y="183394"/>
                  </a:cubicBezTo>
                  <a:lnTo>
                    <a:pt x="671" y="183394"/>
                  </a:lnTo>
                  <a:lnTo>
                    <a:pt x="671" y="187371"/>
                  </a:lnTo>
                  <a:lnTo>
                    <a:pt x="57002" y="187371"/>
                  </a:lnTo>
                  <a:lnTo>
                    <a:pt x="57002" y="183394"/>
                  </a:lnTo>
                  <a:lnTo>
                    <a:pt x="51947" y="183394"/>
                  </a:lnTo>
                  <a:cubicBezTo>
                    <a:pt x="40392" y="183394"/>
                    <a:pt x="38586" y="181224"/>
                    <a:pt x="38586" y="167121"/>
                  </a:cubicBezTo>
                  <a:lnTo>
                    <a:pt x="38586" y="20672"/>
                  </a:lnTo>
                  <a:cubicBezTo>
                    <a:pt x="38586" y="6207"/>
                    <a:pt x="40392" y="4038"/>
                    <a:pt x="52308" y="4038"/>
                  </a:cubicBezTo>
                  <a:lnTo>
                    <a:pt x="83723" y="4038"/>
                  </a:lnTo>
                  <a:cubicBezTo>
                    <a:pt x="95278" y="4038"/>
                    <a:pt x="97445" y="6207"/>
                    <a:pt x="97445" y="20672"/>
                  </a:cubicBezTo>
                  <a:lnTo>
                    <a:pt x="97445" y="167121"/>
                  </a:lnTo>
                  <a:cubicBezTo>
                    <a:pt x="97445" y="181585"/>
                    <a:pt x="95278" y="183394"/>
                    <a:pt x="83723" y="183394"/>
                  </a:cubicBezTo>
                  <a:lnTo>
                    <a:pt x="79029" y="183394"/>
                  </a:lnTo>
                  <a:lnTo>
                    <a:pt x="79029" y="187371"/>
                  </a:lnTo>
                  <a:lnTo>
                    <a:pt x="134999" y="187371"/>
                  </a:lnTo>
                  <a:lnTo>
                    <a:pt x="134999" y="183394"/>
                  </a:lnTo>
                  <a:lnTo>
                    <a:pt x="130305" y="183394"/>
                  </a:lnTo>
                  <a:cubicBezTo>
                    <a:pt x="118750" y="183394"/>
                    <a:pt x="116944" y="181224"/>
                    <a:pt x="116944" y="167121"/>
                  </a:cubicBezTo>
                  <a:lnTo>
                    <a:pt x="116944" y="20672"/>
                  </a:lnTo>
                  <a:cubicBezTo>
                    <a:pt x="116944" y="6207"/>
                    <a:pt x="118750" y="4038"/>
                    <a:pt x="130666" y="4038"/>
                  </a:cubicBezTo>
                  <a:lnTo>
                    <a:pt x="135360" y="4038"/>
                  </a:lnTo>
                  <a:lnTo>
                    <a:pt x="135360" y="60"/>
                  </a:lnTo>
                  <a:close/>
                </a:path>
              </a:pathLst>
            </a:custGeom>
            <a:solidFill>
              <a:srgbClr val="000000"/>
            </a:solidFill>
            <a:ln w="23090" cap="flat">
              <a:noFill/>
              <a:prstDash val="solid"/>
              <a:miter/>
            </a:ln>
          </p:spPr>
          <p:txBody>
            <a:bodyPr rtlCol="0" anchor="ctr"/>
            <a:lstStyle/>
            <a:p>
              <a:endParaRPr lang="zh-CN" altLang="en-US"/>
            </a:p>
          </p:txBody>
        </p:sp>
        <p:grpSp>
          <p:nvGrpSpPr>
            <p:cNvPr id="14" name="Graphic 2"/>
            <p:cNvGrpSpPr/>
            <p:nvPr/>
          </p:nvGrpSpPr>
          <p:grpSpPr>
            <a:xfrm>
              <a:off x="10916866" y="2850402"/>
              <a:ext cx="340016" cy="102229"/>
              <a:chOff x="9979425" y="3970399"/>
              <a:chExt cx="269556" cy="75213"/>
            </a:xfrm>
          </p:grpSpPr>
          <p:sp>
            <p:nvSpPr>
              <p:cNvPr id="172" name="任意多边形: 形状 171"/>
              <p:cNvSpPr/>
              <p:nvPr/>
            </p:nvSpPr>
            <p:spPr>
              <a:xfrm>
                <a:off x="9979425" y="3971484"/>
                <a:ext cx="57414" cy="73767"/>
              </a:xfrm>
              <a:custGeom>
                <a:avLst/>
                <a:gdLst>
                  <a:gd name="connsiteX0" fmla="*/ 47981 w 57414"/>
                  <a:gd name="connsiteY0" fmla="*/ 54304 h 73767"/>
                  <a:gd name="connsiteX1" fmla="*/ 27399 w 57414"/>
                  <a:gd name="connsiteY1" fmla="*/ 66960 h 73767"/>
                  <a:gd name="connsiteX2" fmla="*/ 12955 w 57414"/>
                  <a:gd name="connsiteY2" fmla="*/ 49241 h 73767"/>
                  <a:gd name="connsiteX3" fmla="*/ 42565 w 57414"/>
                  <a:gd name="connsiteY3" fmla="*/ 3679 h 73767"/>
                  <a:gd name="connsiteX4" fmla="*/ 48704 w 57414"/>
                  <a:gd name="connsiteY4" fmla="*/ 8019 h 73767"/>
                  <a:gd name="connsiteX5" fmla="*/ 46176 w 57414"/>
                  <a:gd name="connsiteY5" fmla="*/ 11996 h 73767"/>
                  <a:gd name="connsiteX6" fmla="*/ 43648 w 57414"/>
                  <a:gd name="connsiteY6" fmla="*/ 17782 h 73767"/>
                  <a:gd name="connsiteX7" fmla="*/ 49426 w 57414"/>
                  <a:gd name="connsiteY7" fmla="*/ 23206 h 73767"/>
                  <a:gd name="connsiteX8" fmla="*/ 57731 w 57414"/>
                  <a:gd name="connsiteY8" fmla="*/ 12358 h 73767"/>
                  <a:gd name="connsiteX9" fmla="*/ 43287 w 57414"/>
                  <a:gd name="connsiteY9" fmla="*/ 63 h 73767"/>
                  <a:gd name="connsiteX10" fmla="*/ 317 w 57414"/>
                  <a:gd name="connsiteY10" fmla="*/ 49965 h 73767"/>
                  <a:gd name="connsiteX11" fmla="*/ 5733 w 57414"/>
                  <a:gd name="connsiteY11" fmla="*/ 67322 h 73767"/>
                  <a:gd name="connsiteX12" fmla="*/ 20538 w 57414"/>
                  <a:gd name="connsiteY12" fmla="*/ 73831 h 73767"/>
                  <a:gd name="connsiteX13" fmla="*/ 50870 w 57414"/>
                  <a:gd name="connsiteY13" fmla="*/ 557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981" y="54304"/>
                    </a:moveTo>
                    <a:cubicBezTo>
                      <a:pt x="42204" y="62259"/>
                      <a:pt x="34982" y="66960"/>
                      <a:pt x="27399" y="66960"/>
                    </a:cubicBezTo>
                    <a:cubicBezTo>
                      <a:pt x="19094" y="66960"/>
                      <a:pt x="12955" y="59728"/>
                      <a:pt x="12955" y="49241"/>
                    </a:cubicBezTo>
                    <a:cubicBezTo>
                      <a:pt x="12955" y="27184"/>
                      <a:pt x="28482" y="3679"/>
                      <a:pt x="42565" y="3679"/>
                    </a:cubicBezTo>
                    <a:cubicBezTo>
                      <a:pt x="45815" y="3679"/>
                      <a:pt x="48704" y="5849"/>
                      <a:pt x="48704" y="8019"/>
                    </a:cubicBezTo>
                    <a:cubicBezTo>
                      <a:pt x="48704" y="9465"/>
                      <a:pt x="48343" y="9827"/>
                      <a:pt x="46176" y="11996"/>
                    </a:cubicBezTo>
                    <a:cubicBezTo>
                      <a:pt x="44732" y="13804"/>
                      <a:pt x="43648" y="15974"/>
                      <a:pt x="43648" y="17782"/>
                    </a:cubicBezTo>
                    <a:cubicBezTo>
                      <a:pt x="43648" y="20675"/>
                      <a:pt x="46176" y="23206"/>
                      <a:pt x="49426" y="23206"/>
                    </a:cubicBezTo>
                    <a:cubicBezTo>
                      <a:pt x="53759" y="23206"/>
                      <a:pt x="57731" y="18143"/>
                      <a:pt x="57731" y="12358"/>
                    </a:cubicBezTo>
                    <a:cubicBezTo>
                      <a:pt x="57731" y="5487"/>
                      <a:pt x="51231" y="63"/>
                      <a:pt x="43287" y="63"/>
                    </a:cubicBezTo>
                    <a:cubicBezTo>
                      <a:pt x="21983" y="63"/>
                      <a:pt x="317" y="25376"/>
                      <a:pt x="317" y="49965"/>
                    </a:cubicBezTo>
                    <a:cubicBezTo>
                      <a:pt x="317" y="57197"/>
                      <a:pt x="2122" y="63344"/>
                      <a:pt x="5733" y="67322"/>
                    </a:cubicBezTo>
                    <a:cubicBezTo>
                      <a:pt x="9705" y="71299"/>
                      <a:pt x="15483" y="73831"/>
                      <a:pt x="20538" y="73831"/>
                    </a:cubicBezTo>
                    <a:cubicBezTo>
                      <a:pt x="31371" y="73831"/>
                      <a:pt x="43287" y="66960"/>
                      <a:pt x="50870" y="55750"/>
                    </a:cubicBezTo>
                    <a:close/>
                  </a:path>
                </a:pathLst>
              </a:custGeom>
              <a:solidFill>
                <a:srgbClr val="000000"/>
              </a:solidFill>
              <a:ln w="23090" cap="flat">
                <a:noFill/>
                <a:prstDash val="solid"/>
                <a:miter/>
              </a:ln>
            </p:spPr>
            <p:txBody>
              <a:bodyPr rtlCol="0" anchor="ctr"/>
              <a:lstStyle/>
              <a:p>
                <a:endParaRPr lang="zh-CN" altLang="en-US"/>
              </a:p>
            </p:txBody>
          </p:sp>
          <p:sp>
            <p:nvSpPr>
              <p:cNvPr id="173" name="任意多边形: 形状 172"/>
              <p:cNvSpPr/>
              <p:nvPr/>
            </p:nvSpPr>
            <p:spPr>
              <a:xfrm>
                <a:off x="10041259" y="3971122"/>
                <a:ext cx="63553" cy="74128"/>
              </a:xfrm>
              <a:custGeom>
                <a:avLst/>
                <a:gdLst>
                  <a:gd name="connsiteX0" fmla="*/ 42207 w 63553"/>
                  <a:gd name="connsiteY0" fmla="*/ 63 h 74128"/>
                  <a:gd name="connsiteX1" fmla="*/ 319 w 63553"/>
                  <a:gd name="connsiteY1" fmla="*/ 48156 h 74128"/>
                  <a:gd name="connsiteX2" fmla="*/ 21985 w 63553"/>
                  <a:gd name="connsiteY2" fmla="*/ 74192 h 74128"/>
                  <a:gd name="connsiteX3" fmla="*/ 46540 w 63553"/>
                  <a:gd name="connsiteY3" fmla="*/ 62982 h 74128"/>
                  <a:gd name="connsiteX4" fmla="*/ 63872 w 63553"/>
                  <a:gd name="connsiteY4" fmla="*/ 26099 h 74128"/>
                  <a:gd name="connsiteX5" fmla="*/ 42207 w 63553"/>
                  <a:gd name="connsiteY5" fmla="*/ 63 h 74128"/>
                  <a:gd name="connsiteX6" fmla="*/ 40762 w 63553"/>
                  <a:gd name="connsiteY6" fmla="*/ 4041 h 74128"/>
                  <a:gd name="connsiteX7" fmla="*/ 51595 w 63553"/>
                  <a:gd name="connsiteY7" fmla="*/ 19590 h 74128"/>
                  <a:gd name="connsiteX8" fmla="*/ 41123 w 63553"/>
                  <a:gd name="connsiteY8" fmla="*/ 56112 h 74128"/>
                  <a:gd name="connsiteX9" fmla="*/ 23430 w 63553"/>
                  <a:gd name="connsiteY9" fmla="*/ 70214 h 74128"/>
                  <a:gd name="connsiteX10" fmla="*/ 11875 w 63553"/>
                  <a:gd name="connsiteY10" fmla="*/ 54665 h 74128"/>
                  <a:gd name="connsiteX11" fmla="*/ 23430 w 63553"/>
                  <a:gd name="connsiteY11" fmla="*/ 16335 h 74128"/>
                  <a:gd name="connsiteX12" fmla="*/ 40762 w 63553"/>
                  <a:gd name="connsiteY12" fmla="*/ 404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207" y="63"/>
                    </a:moveTo>
                    <a:cubicBezTo>
                      <a:pt x="21263" y="63"/>
                      <a:pt x="319" y="23929"/>
                      <a:pt x="319" y="48156"/>
                    </a:cubicBezTo>
                    <a:cubicBezTo>
                      <a:pt x="319" y="63706"/>
                      <a:pt x="8986" y="74192"/>
                      <a:pt x="21985" y="74192"/>
                    </a:cubicBezTo>
                    <a:cubicBezTo>
                      <a:pt x="29568" y="74192"/>
                      <a:pt x="38235" y="70214"/>
                      <a:pt x="46540" y="62982"/>
                    </a:cubicBezTo>
                    <a:cubicBezTo>
                      <a:pt x="57373" y="53581"/>
                      <a:pt x="63872" y="39840"/>
                      <a:pt x="63872" y="26099"/>
                    </a:cubicBezTo>
                    <a:cubicBezTo>
                      <a:pt x="63872" y="10911"/>
                      <a:pt x="54845" y="63"/>
                      <a:pt x="42207" y="63"/>
                    </a:cubicBezTo>
                    <a:close/>
                    <a:moveTo>
                      <a:pt x="40762" y="4041"/>
                    </a:moveTo>
                    <a:cubicBezTo>
                      <a:pt x="46901" y="4041"/>
                      <a:pt x="51595" y="10550"/>
                      <a:pt x="51595" y="19590"/>
                    </a:cubicBezTo>
                    <a:cubicBezTo>
                      <a:pt x="51595" y="30438"/>
                      <a:pt x="47262" y="45264"/>
                      <a:pt x="41123" y="56112"/>
                    </a:cubicBezTo>
                    <a:cubicBezTo>
                      <a:pt x="36068" y="65514"/>
                      <a:pt x="29929" y="70214"/>
                      <a:pt x="23430" y="70214"/>
                    </a:cubicBezTo>
                    <a:cubicBezTo>
                      <a:pt x="16208" y="70214"/>
                      <a:pt x="11875" y="64067"/>
                      <a:pt x="11875" y="54665"/>
                    </a:cubicBezTo>
                    <a:cubicBezTo>
                      <a:pt x="11875" y="42733"/>
                      <a:pt x="16569" y="26822"/>
                      <a:pt x="23430" y="16335"/>
                    </a:cubicBezTo>
                    <a:cubicBezTo>
                      <a:pt x="28124" y="8380"/>
                      <a:pt x="34624" y="4041"/>
                      <a:pt x="40762" y="4041"/>
                    </a:cubicBezTo>
                    <a:close/>
                  </a:path>
                </a:pathLst>
              </a:custGeom>
              <a:solidFill>
                <a:srgbClr val="000000"/>
              </a:solidFill>
              <a:ln w="23090" cap="flat">
                <a:noFill/>
                <a:prstDash val="solid"/>
                <a:miter/>
              </a:ln>
            </p:spPr>
            <p:txBody>
              <a:bodyPr rtlCol="0" anchor="ctr"/>
              <a:lstStyle/>
              <a:p>
                <a:endParaRPr lang="zh-CN" altLang="en-US"/>
              </a:p>
            </p:txBody>
          </p:sp>
          <p:sp>
            <p:nvSpPr>
              <p:cNvPr id="174" name="任意多边形: 形状 173"/>
              <p:cNvSpPr/>
              <p:nvPr/>
            </p:nvSpPr>
            <p:spPr>
              <a:xfrm>
                <a:off x="10115500" y="3971845"/>
                <a:ext cx="69330" cy="73767"/>
              </a:xfrm>
              <a:custGeom>
                <a:avLst/>
                <a:gdLst>
                  <a:gd name="connsiteX0" fmla="*/ 69653 w 69330"/>
                  <a:gd name="connsiteY0" fmla="*/ 1510 h 73767"/>
                  <a:gd name="connsiteX1" fmla="*/ 57737 w 69330"/>
                  <a:gd name="connsiteY1" fmla="*/ 1510 h 73767"/>
                  <a:gd name="connsiteX2" fmla="*/ 53765 w 69330"/>
                  <a:gd name="connsiteY2" fmla="*/ 15251 h 73767"/>
                  <a:gd name="connsiteX3" fmla="*/ 37877 w 69330"/>
                  <a:gd name="connsiteY3" fmla="*/ 48156 h 73767"/>
                  <a:gd name="connsiteX4" fmla="*/ 19100 w 69330"/>
                  <a:gd name="connsiteY4" fmla="*/ 64429 h 73767"/>
                  <a:gd name="connsiteX5" fmla="*/ 14044 w 69330"/>
                  <a:gd name="connsiteY5" fmla="*/ 59728 h 73767"/>
                  <a:gd name="connsiteX6" fmla="*/ 15128 w 69330"/>
                  <a:gd name="connsiteY6" fmla="*/ 53581 h 73767"/>
                  <a:gd name="connsiteX7" fmla="*/ 27044 w 69330"/>
                  <a:gd name="connsiteY7" fmla="*/ 12358 h 73767"/>
                  <a:gd name="connsiteX8" fmla="*/ 28127 w 69330"/>
                  <a:gd name="connsiteY8" fmla="*/ 6210 h 73767"/>
                  <a:gd name="connsiteX9" fmla="*/ 21627 w 69330"/>
                  <a:gd name="connsiteY9" fmla="*/ 63 h 73767"/>
                  <a:gd name="connsiteX10" fmla="*/ 323 w 69330"/>
                  <a:gd name="connsiteY10" fmla="*/ 16335 h 73767"/>
                  <a:gd name="connsiteX11" fmla="*/ 2128 w 69330"/>
                  <a:gd name="connsiteY11" fmla="*/ 18143 h 73767"/>
                  <a:gd name="connsiteX12" fmla="*/ 4295 w 69330"/>
                  <a:gd name="connsiteY12" fmla="*/ 15251 h 73767"/>
                  <a:gd name="connsiteX13" fmla="*/ 12961 w 69330"/>
                  <a:gd name="connsiteY13" fmla="*/ 8380 h 73767"/>
                  <a:gd name="connsiteX14" fmla="*/ 15850 w 69330"/>
                  <a:gd name="connsiteY14" fmla="*/ 10911 h 73767"/>
                  <a:gd name="connsiteX15" fmla="*/ 15128 w 69330"/>
                  <a:gd name="connsiteY15" fmla="*/ 14166 h 73767"/>
                  <a:gd name="connsiteX16" fmla="*/ 2850 w 69330"/>
                  <a:gd name="connsiteY16" fmla="*/ 57558 h 73767"/>
                  <a:gd name="connsiteX17" fmla="*/ 2128 w 69330"/>
                  <a:gd name="connsiteY17" fmla="*/ 62621 h 73767"/>
                  <a:gd name="connsiteX18" fmla="*/ 10433 w 69330"/>
                  <a:gd name="connsiteY18" fmla="*/ 73830 h 73767"/>
                  <a:gd name="connsiteX19" fmla="*/ 27405 w 69330"/>
                  <a:gd name="connsiteY19" fmla="*/ 64429 h 73767"/>
                  <a:gd name="connsiteX20" fmla="*/ 46904 w 69330"/>
                  <a:gd name="connsiteY20" fmla="*/ 39116 h 73767"/>
                  <a:gd name="connsiteX21" fmla="*/ 40765 w 69330"/>
                  <a:gd name="connsiteY21" fmla="*/ 60451 h 73767"/>
                  <a:gd name="connsiteX22" fmla="*/ 39321 w 69330"/>
                  <a:gd name="connsiteY22" fmla="*/ 68045 h 73767"/>
                  <a:gd name="connsiteX23" fmla="*/ 45460 w 69330"/>
                  <a:gd name="connsiteY23" fmla="*/ 73830 h 73767"/>
                  <a:gd name="connsiteX24" fmla="*/ 66042 w 69330"/>
                  <a:gd name="connsiteY24" fmla="*/ 59366 h 73767"/>
                  <a:gd name="connsiteX25" fmla="*/ 64598 w 69330"/>
                  <a:gd name="connsiteY25" fmla="*/ 57558 h 73767"/>
                  <a:gd name="connsiteX26" fmla="*/ 54126 w 69330"/>
                  <a:gd name="connsiteY26" fmla="*/ 65875 h 73767"/>
                  <a:gd name="connsiteX27" fmla="*/ 52321 w 69330"/>
                  <a:gd name="connsiteY27" fmla="*/ 63706 h 73767"/>
                  <a:gd name="connsiteX28" fmla="*/ 52682 w 69330"/>
                  <a:gd name="connsiteY28" fmla="*/ 62259 h 73767"/>
                  <a:gd name="connsiteX29" fmla="*/ 53404 w 69330"/>
                  <a:gd name="connsiteY29" fmla="*/ 58643 h 73767"/>
                  <a:gd name="connsiteX30" fmla="*/ 54487 w 69330"/>
                  <a:gd name="connsiteY30" fmla="*/ 5466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653" y="1510"/>
                    </a:moveTo>
                    <a:lnTo>
                      <a:pt x="57737" y="1510"/>
                    </a:lnTo>
                    <a:lnTo>
                      <a:pt x="53765" y="15251"/>
                    </a:lnTo>
                    <a:cubicBezTo>
                      <a:pt x="49432" y="31161"/>
                      <a:pt x="47265" y="34777"/>
                      <a:pt x="37877" y="48156"/>
                    </a:cubicBezTo>
                    <a:cubicBezTo>
                      <a:pt x="29933" y="58643"/>
                      <a:pt x="23433" y="64429"/>
                      <a:pt x="19100" y="64429"/>
                    </a:cubicBezTo>
                    <a:cubicBezTo>
                      <a:pt x="15850" y="64429"/>
                      <a:pt x="14044" y="62982"/>
                      <a:pt x="14044" y="59728"/>
                    </a:cubicBezTo>
                    <a:cubicBezTo>
                      <a:pt x="14044" y="58281"/>
                      <a:pt x="14405" y="56473"/>
                      <a:pt x="15128" y="53581"/>
                    </a:cubicBezTo>
                    <a:lnTo>
                      <a:pt x="27044" y="12358"/>
                    </a:lnTo>
                    <a:cubicBezTo>
                      <a:pt x="27405" y="10550"/>
                      <a:pt x="28127" y="7657"/>
                      <a:pt x="28127" y="6210"/>
                    </a:cubicBezTo>
                    <a:cubicBezTo>
                      <a:pt x="28127" y="2594"/>
                      <a:pt x="25238" y="63"/>
                      <a:pt x="21627" y="63"/>
                    </a:cubicBezTo>
                    <a:cubicBezTo>
                      <a:pt x="15489" y="63"/>
                      <a:pt x="10794" y="3318"/>
                      <a:pt x="323" y="16335"/>
                    </a:cubicBezTo>
                    <a:lnTo>
                      <a:pt x="2128" y="18143"/>
                    </a:lnTo>
                    <a:lnTo>
                      <a:pt x="4295" y="15251"/>
                    </a:lnTo>
                    <a:cubicBezTo>
                      <a:pt x="9350" y="9465"/>
                      <a:pt x="10794" y="8380"/>
                      <a:pt x="12961" y="8380"/>
                    </a:cubicBezTo>
                    <a:cubicBezTo>
                      <a:pt x="14405" y="8380"/>
                      <a:pt x="15850" y="9465"/>
                      <a:pt x="15850" y="10911"/>
                    </a:cubicBezTo>
                    <a:cubicBezTo>
                      <a:pt x="15850" y="11996"/>
                      <a:pt x="15489" y="12719"/>
                      <a:pt x="15128" y="14166"/>
                    </a:cubicBezTo>
                    <a:lnTo>
                      <a:pt x="2850" y="57558"/>
                    </a:lnTo>
                    <a:cubicBezTo>
                      <a:pt x="2128" y="59005"/>
                      <a:pt x="2128" y="60813"/>
                      <a:pt x="2128" y="62621"/>
                    </a:cubicBezTo>
                    <a:cubicBezTo>
                      <a:pt x="2128" y="69853"/>
                      <a:pt x="5378" y="73830"/>
                      <a:pt x="10433" y="73830"/>
                    </a:cubicBezTo>
                    <a:cubicBezTo>
                      <a:pt x="15489" y="73830"/>
                      <a:pt x="20905" y="70938"/>
                      <a:pt x="27405" y="64429"/>
                    </a:cubicBezTo>
                    <a:cubicBezTo>
                      <a:pt x="33544" y="58643"/>
                      <a:pt x="38238" y="52857"/>
                      <a:pt x="46904" y="39116"/>
                    </a:cubicBezTo>
                    <a:lnTo>
                      <a:pt x="40765" y="60451"/>
                    </a:lnTo>
                    <a:cubicBezTo>
                      <a:pt x="40043" y="63344"/>
                      <a:pt x="39321" y="66237"/>
                      <a:pt x="39321" y="68045"/>
                    </a:cubicBezTo>
                    <a:cubicBezTo>
                      <a:pt x="39321" y="71299"/>
                      <a:pt x="42210" y="73830"/>
                      <a:pt x="45460" y="73830"/>
                    </a:cubicBezTo>
                    <a:cubicBezTo>
                      <a:pt x="51598" y="73830"/>
                      <a:pt x="59542" y="68406"/>
                      <a:pt x="66042" y="59366"/>
                    </a:cubicBezTo>
                    <a:lnTo>
                      <a:pt x="64598" y="57558"/>
                    </a:lnTo>
                    <a:cubicBezTo>
                      <a:pt x="59903" y="62982"/>
                      <a:pt x="56292" y="65875"/>
                      <a:pt x="54126" y="65875"/>
                    </a:cubicBezTo>
                    <a:cubicBezTo>
                      <a:pt x="53404" y="65875"/>
                      <a:pt x="52321" y="64790"/>
                      <a:pt x="52321" y="63706"/>
                    </a:cubicBezTo>
                    <a:cubicBezTo>
                      <a:pt x="52321" y="63344"/>
                      <a:pt x="52321" y="62982"/>
                      <a:pt x="52682" y="62259"/>
                    </a:cubicBezTo>
                    <a:cubicBezTo>
                      <a:pt x="52682" y="62259"/>
                      <a:pt x="53043" y="60813"/>
                      <a:pt x="53404" y="58643"/>
                    </a:cubicBezTo>
                    <a:cubicBezTo>
                      <a:pt x="53765" y="57558"/>
                      <a:pt x="54126" y="56112"/>
                      <a:pt x="54487" y="54665"/>
                    </a:cubicBezTo>
                    <a:close/>
                  </a:path>
                </a:pathLst>
              </a:custGeom>
              <a:solidFill>
                <a:srgbClr val="000000"/>
              </a:solidFill>
              <a:ln w="23090" cap="flat">
                <a:noFill/>
                <a:prstDash val="solid"/>
                <a:miter/>
              </a:ln>
            </p:spPr>
            <p:txBody>
              <a:bodyPr rtlCol="0" anchor="ctr"/>
              <a:lstStyle/>
              <a:p>
                <a:endParaRPr lang="zh-CN" altLang="en-US"/>
              </a:p>
            </p:txBody>
          </p:sp>
          <p:sp>
            <p:nvSpPr>
              <p:cNvPr id="175" name="任意多边形: 形状 174"/>
              <p:cNvSpPr/>
              <p:nvPr/>
            </p:nvSpPr>
            <p:spPr>
              <a:xfrm>
                <a:off x="10193373" y="3970399"/>
                <a:ext cx="55608" cy="73044"/>
              </a:xfrm>
              <a:custGeom>
                <a:avLst/>
                <a:gdLst>
                  <a:gd name="connsiteX0" fmla="*/ 32464 w 55608"/>
                  <a:gd name="connsiteY0" fmla="*/ 63 h 73044"/>
                  <a:gd name="connsiteX1" fmla="*/ 9353 w 55608"/>
                  <a:gd name="connsiteY1" fmla="*/ 2956 h 73044"/>
                  <a:gd name="connsiteX2" fmla="*/ 8631 w 55608"/>
                  <a:gd name="connsiteY2" fmla="*/ 6572 h 73044"/>
                  <a:gd name="connsiteX3" fmla="*/ 12242 w 55608"/>
                  <a:gd name="connsiteY3" fmla="*/ 5849 h 73044"/>
                  <a:gd name="connsiteX4" fmla="*/ 15131 w 55608"/>
                  <a:gd name="connsiteY4" fmla="*/ 5487 h 73044"/>
                  <a:gd name="connsiteX5" fmla="*/ 18381 w 55608"/>
                  <a:gd name="connsiteY5" fmla="*/ 8742 h 73044"/>
                  <a:gd name="connsiteX6" fmla="*/ 16937 w 55608"/>
                  <a:gd name="connsiteY6" fmla="*/ 15612 h 73044"/>
                  <a:gd name="connsiteX7" fmla="*/ 326 w 55608"/>
                  <a:gd name="connsiteY7" fmla="*/ 73107 h 73044"/>
                  <a:gd name="connsiteX8" fmla="*/ 12964 w 55608"/>
                  <a:gd name="connsiteY8" fmla="*/ 73107 h 73044"/>
                  <a:gd name="connsiteX9" fmla="*/ 31019 w 55608"/>
                  <a:gd name="connsiteY9" fmla="*/ 27545 h 73044"/>
                  <a:gd name="connsiteX10" fmla="*/ 41491 w 55608"/>
                  <a:gd name="connsiteY10" fmla="*/ 13081 h 73044"/>
                  <a:gd name="connsiteX11" fmla="*/ 42935 w 55608"/>
                  <a:gd name="connsiteY11" fmla="*/ 15612 h 73044"/>
                  <a:gd name="connsiteX12" fmla="*/ 47991 w 55608"/>
                  <a:gd name="connsiteY12" fmla="*/ 19951 h 73044"/>
                  <a:gd name="connsiteX13" fmla="*/ 55935 w 55608"/>
                  <a:gd name="connsiteY13" fmla="*/ 8742 h 73044"/>
                  <a:gd name="connsiteX14" fmla="*/ 49435 w 55608"/>
                  <a:gd name="connsiteY14" fmla="*/ 63 h 73044"/>
                  <a:gd name="connsiteX15" fmla="*/ 22714 w 55608"/>
                  <a:gd name="connsiteY15" fmla="*/ 35139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64" y="63"/>
                    </a:moveTo>
                    <a:cubicBezTo>
                      <a:pt x="22353" y="1871"/>
                      <a:pt x="20909" y="1871"/>
                      <a:pt x="9353" y="2956"/>
                    </a:cubicBezTo>
                    <a:lnTo>
                      <a:pt x="8631" y="6572"/>
                    </a:lnTo>
                    <a:cubicBezTo>
                      <a:pt x="10437" y="6210"/>
                      <a:pt x="11881" y="5849"/>
                      <a:pt x="12242" y="5849"/>
                    </a:cubicBezTo>
                    <a:cubicBezTo>
                      <a:pt x="13326" y="5849"/>
                      <a:pt x="14409" y="5487"/>
                      <a:pt x="15131" y="5487"/>
                    </a:cubicBezTo>
                    <a:cubicBezTo>
                      <a:pt x="16937" y="5487"/>
                      <a:pt x="18381" y="6934"/>
                      <a:pt x="18381" y="8742"/>
                    </a:cubicBezTo>
                    <a:cubicBezTo>
                      <a:pt x="18381" y="9465"/>
                      <a:pt x="18020" y="11996"/>
                      <a:pt x="16937" y="15612"/>
                    </a:cubicBezTo>
                    <a:lnTo>
                      <a:pt x="326" y="73107"/>
                    </a:lnTo>
                    <a:lnTo>
                      <a:pt x="12964" y="73107"/>
                    </a:lnTo>
                    <a:cubicBezTo>
                      <a:pt x="16214" y="59366"/>
                      <a:pt x="22714" y="43456"/>
                      <a:pt x="31019" y="27545"/>
                    </a:cubicBezTo>
                    <a:cubicBezTo>
                      <a:pt x="34269" y="21036"/>
                      <a:pt x="40408" y="13081"/>
                      <a:pt x="41491" y="13081"/>
                    </a:cubicBezTo>
                    <a:cubicBezTo>
                      <a:pt x="42213" y="13081"/>
                      <a:pt x="42574" y="13804"/>
                      <a:pt x="42935" y="15612"/>
                    </a:cubicBezTo>
                    <a:cubicBezTo>
                      <a:pt x="43297" y="18143"/>
                      <a:pt x="45102" y="19951"/>
                      <a:pt x="47991" y="19951"/>
                    </a:cubicBezTo>
                    <a:cubicBezTo>
                      <a:pt x="51963" y="19951"/>
                      <a:pt x="55935" y="14166"/>
                      <a:pt x="55935" y="8742"/>
                    </a:cubicBezTo>
                    <a:cubicBezTo>
                      <a:pt x="55935" y="3679"/>
                      <a:pt x="53407" y="63"/>
                      <a:pt x="49435" y="63"/>
                    </a:cubicBezTo>
                    <a:cubicBezTo>
                      <a:pt x="42574" y="63"/>
                      <a:pt x="32103" y="13804"/>
                      <a:pt x="22714" y="351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15" name="Graphic 2"/>
            <p:cNvGrpSpPr/>
            <p:nvPr/>
          </p:nvGrpSpPr>
          <p:grpSpPr>
            <a:xfrm>
              <a:off x="11249427" y="2801744"/>
              <a:ext cx="790173" cy="176936"/>
              <a:chOff x="10243071" y="3934600"/>
              <a:chExt cx="626429" cy="130177"/>
            </a:xfrm>
          </p:grpSpPr>
          <p:sp>
            <p:nvSpPr>
              <p:cNvPr id="160" name="任意多边形: 形状 159"/>
              <p:cNvSpPr/>
              <p:nvPr/>
            </p:nvSpPr>
            <p:spPr>
              <a:xfrm>
                <a:off x="10243071" y="3971122"/>
                <a:ext cx="54525" cy="74490"/>
              </a:xfrm>
              <a:custGeom>
                <a:avLst/>
                <a:gdLst>
                  <a:gd name="connsiteX0" fmla="*/ 54854 w 54525"/>
                  <a:gd name="connsiteY0" fmla="*/ 786 h 74490"/>
                  <a:gd name="connsiteX1" fmla="*/ 52326 w 54525"/>
                  <a:gd name="connsiteY1" fmla="*/ 786 h 74490"/>
                  <a:gd name="connsiteX2" fmla="*/ 47632 w 54525"/>
                  <a:gd name="connsiteY2" fmla="*/ 4402 h 74490"/>
                  <a:gd name="connsiteX3" fmla="*/ 44743 w 54525"/>
                  <a:gd name="connsiteY3" fmla="*/ 3318 h 74490"/>
                  <a:gd name="connsiteX4" fmla="*/ 33549 w 54525"/>
                  <a:gd name="connsiteY4" fmla="*/ 63 h 74490"/>
                  <a:gd name="connsiteX5" fmla="*/ 15494 w 54525"/>
                  <a:gd name="connsiteY5" fmla="*/ 18143 h 74490"/>
                  <a:gd name="connsiteX6" fmla="*/ 25966 w 54525"/>
                  <a:gd name="connsiteY6" fmla="*/ 39840 h 74490"/>
                  <a:gd name="connsiteX7" fmla="*/ 35355 w 54525"/>
                  <a:gd name="connsiteY7" fmla="*/ 57197 h 74490"/>
                  <a:gd name="connsiteX8" fmla="*/ 22355 w 54525"/>
                  <a:gd name="connsiteY8" fmla="*/ 70576 h 74490"/>
                  <a:gd name="connsiteX9" fmla="*/ 7550 w 54525"/>
                  <a:gd name="connsiteY9" fmla="*/ 49603 h 74490"/>
                  <a:gd name="connsiteX10" fmla="*/ 5023 w 54525"/>
                  <a:gd name="connsiteY10" fmla="*/ 49603 h 74490"/>
                  <a:gd name="connsiteX11" fmla="*/ 328 w 54525"/>
                  <a:gd name="connsiteY11" fmla="*/ 74192 h 74490"/>
                  <a:gd name="connsiteX12" fmla="*/ 3578 w 54525"/>
                  <a:gd name="connsiteY12" fmla="*/ 74192 h 74490"/>
                  <a:gd name="connsiteX13" fmla="*/ 7911 w 54525"/>
                  <a:gd name="connsiteY13" fmla="*/ 70938 h 74490"/>
                  <a:gd name="connsiteX14" fmla="*/ 11161 w 54525"/>
                  <a:gd name="connsiteY14" fmla="*/ 71661 h 74490"/>
                  <a:gd name="connsiteX15" fmla="*/ 24522 w 54525"/>
                  <a:gd name="connsiteY15" fmla="*/ 74554 h 74490"/>
                  <a:gd name="connsiteX16" fmla="*/ 46188 w 54525"/>
                  <a:gd name="connsiteY16" fmla="*/ 53581 h 74490"/>
                  <a:gd name="connsiteX17" fmla="*/ 34633 w 54525"/>
                  <a:gd name="connsiteY17" fmla="*/ 30799 h 74490"/>
                  <a:gd name="connsiteX18" fmla="*/ 25605 w 54525"/>
                  <a:gd name="connsiteY18" fmla="*/ 14166 h 74490"/>
                  <a:gd name="connsiteX19" fmla="*/ 34994 w 54525"/>
                  <a:gd name="connsiteY19" fmla="*/ 4402 h 74490"/>
                  <a:gd name="connsiteX20" fmla="*/ 48354 w 54525"/>
                  <a:gd name="connsiteY20" fmla="*/ 20675 h 74490"/>
                  <a:gd name="connsiteX21" fmla="*/ 47993 w 54525"/>
                  <a:gd name="connsiteY21" fmla="*/ 23929 h 74490"/>
                  <a:gd name="connsiteX22" fmla="*/ 50882 w 54525"/>
                  <a:gd name="connsiteY22" fmla="*/ 23929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854" y="786"/>
                    </a:moveTo>
                    <a:lnTo>
                      <a:pt x="52326" y="786"/>
                    </a:lnTo>
                    <a:cubicBezTo>
                      <a:pt x="50882" y="3318"/>
                      <a:pt x="49437" y="4402"/>
                      <a:pt x="47632" y="4402"/>
                    </a:cubicBezTo>
                    <a:cubicBezTo>
                      <a:pt x="47271" y="4402"/>
                      <a:pt x="46188" y="4041"/>
                      <a:pt x="44743" y="3318"/>
                    </a:cubicBezTo>
                    <a:cubicBezTo>
                      <a:pt x="40771" y="1148"/>
                      <a:pt x="37160" y="63"/>
                      <a:pt x="33549" y="63"/>
                    </a:cubicBezTo>
                    <a:cubicBezTo>
                      <a:pt x="23439" y="63"/>
                      <a:pt x="15494" y="8380"/>
                      <a:pt x="15494" y="18143"/>
                    </a:cubicBezTo>
                    <a:cubicBezTo>
                      <a:pt x="15494" y="25376"/>
                      <a:pt x="17661" y="29715"/>
                      <a:pt x="25966" y="39840"/>
                    </a:cubicBezTo>
                    <a:cubicBezTo>
                      <a:pt x="32466" y="47433"/>
                      <a:pt x="35355" y="52496"/>
                      <a:pt x="35355" y="57197"/>
                    </a:cubicBezTo>
                    <a:cubicBezTo>
                      <a:pt x="35355" y="64429"/>
                      <a:pt x="29216" y="70576"/>
                      <a:pt x="22355" y="70576"/>
                    </a:cubicBezTo>
                    <a:cubicBezTo>
                      <a:pt x="13689" y="70576"/>
                      <a:pt x="7550" y="62259"/>
                      <a:pt x="7550" y="49603"/>
                    </a:cubicBezTo>
                    <a:lnTo>
                      <a:pt x="5023" y="49603"/>
                    </a:lnTo>
                    <a:lnTo>
                      <a:pt x="328" y="74192"/>
                    </a:lnTo>
                    <a:lnTo>
                      <a:pt x="3578" y="74192"/>
                    </a:lnTo>
                    <a:cubicBezTo>
                      <a:pt x="4662" y="72022"/>
                      <a:pt x="6106" y="70938"/>
                      <a:pt x="7911" y="70938"/>
                    </a:cubicBezTo>
                    <a:cubicBezTo>
                      <a:pt x="8995" y="70938"/>
                      <a:pt x="10078" y="71299"/>
                      <a:pt x="11161" y="71661"/>
                    </a:cubicBezTo>
                    <a:cubicBezTo>
                      <a:pt x="18744" y="74192"/>
                      <a:pt x="20189" y="74554"/>
                      <a:pt x="24522" y="74554"/>
                    </a:cubicBezTo>
                    <a:cubicBezTo>
                      <a:pt x="36438" y="74554"/>
                      <a:pt x="46188" y="65152"/>
                      <a:pt x="46188" y="53581"/>
                    </a:cubicBezTo>
                    <a:cubicBezTo>
                      <a:pt x="46188" y="46349"/>
                      <a:pt x="43660" y="41286"/>
                      <a:pt x="34633" y="30799"/>
                    </a:cubicBezTo>
                    <a:cubicBezTo>
                      <a:pt x="27411" y="22121"/>
                      <a:pt x="25605" y="18867"/>
                      <a:pt x="25605" y="14166"/>
                    </a:cubicBezTo>
                    <a:cubicBezTo>
                      <a:pt x="25605" y="8742"/>
                      <a:pt x="29577" y="4402"/>
                      <a:pt x="34994" y="4402"/>
                    </a:cubicBezTo>
                    <a:cubicBezTo>
                      <a:pt x="42577" y="4402"/>
                      <a:pt x="48354" y="11635"/>
                      <a:pt x="48354" y="20675"/>
                    </a:cubicBezTo>
                    <a:cubicBezTo>
                      <a:pt x="48354" y="21398"/>
                      <a:pt x="48354" y="22483"/>
                      <a:pt x="47993" y="23929"/>
                    </a:cubicBezTo>
                    <a:lnTo>
                      <a:pt x="50882" y="23929"/>
                    </a:lnTo>
                    <a:close/>
                  </a:path>
                </a:pathLst>
              </a:custGeom>
              <a:solidFill>
                <a:srgbClr val="000000"/>
              </a:solidFill>
              <a:ln w="23090" cap="flat">
                <a:noFill/>
                <a:prstDash val="solid"/>
                <a:miter/>
              </a:ln>
            </p:spPr>
            <p:txBody>
              <a:bodyPr rtlCol="0" anchor="ctr"/>
              <a:lstStyle/>
              <a:p>
                <a:endParaRPr lang="zh-CN" altLang="en-US"/>
              </a:p>
            </p:txBody>
          </p:sp>
          <p:sp>
            <p:nvSpPr>
              <p:cNvPr id="161" name="任意多边形: 形状 160"/>
              <p:cNvSpPr/>
              <p:nvPr/>
            </p:nvSpPr>
            <p:spPr>
              <a:xfrm>
                <a:off x="10304547" y="3971122"/>
                <a:ext cx="59580" cy="74490"/>
              </a:xfrm>
              <a:custGeom>
                <a:avLst/>
                <a:gdLst>
                  <a:gd name="connsiteX0" fmla="*/ 49440 w 59580"/>
                  <a:gd name="connsiteY0" fmla="*/ 55389 h 74490"/>
                  <a:gd name="connsiteX1" fmla="*/ 28496 w 59580"/>
                  <a:gd name="connsiteY1" fmla="*/ 66237 h 74490"/>
                  <a:gd name="connsiteX2" fmla="*/ 13330 w 59580"/>
                  <a:gd name="connsiteY2" fmla="*/ 49603 h 74490"/>
                  <a:gd name="connsiteX3" fmla="*/ 14053 w 59580"/>
                  <a:gd name="connsiteY3" fmla="*/ 41286 h 74490"/>
                  <a:gd name="connsiteX4" fmla="*/ 41496 w 59580"/>
                  <a:gd name="connsiteY4" fmla="*/ 35500 h 74490"/>
                  <a:gd name="connsiteX5" fmla="*/ 59912 w 59580"/>
                  <a:gd name="connsiteY5" fmla="*/ 11996 h 74490"/>
                  <a:gd name="connsiteX6" fmla="*/ 44746 w 59580"/>
                  <a:gd name="connsiteY6" fmla="*/ 63 h 74490"/>
                  <a:gd name="connsiteX7" fmla="*/ 331 w 59580"/>
                  <a:gd name="connsiteY7" fmla="*/ 50326 h 74490"/>
                  <a:gd name="connsiteX8" fmla="*/ 21636 w 59580"/>
                  <a:gd name="connsiteY8" fmla="*/ 74554 h 74490"/>
                  <a:gd name="connsiteX9" fmla="*/ 52690 w 59580"/>
                  <a:gd name="connsiteY9" fmla="*/ 57558 h 74490"/>
                  <a:gd name="connsiteX10" fmla="*/ 15136 w 59580"/>
                  <a:gd name="connsiteY10" fmla="*/ 36947 h 74490"/>
                  <a:gd name="connsiteX11" fmla="*/ 41857 w 59580"/>
                  <a:gd name="connsiteY11" fmla="*/ 4764 h 74490"/>
                  <a:gd name="connsiteX12" fmla="*/ 48357 w 59580"/>
                  <a:gd name="connsiteY12" fmla="*/ 11635 h 74490"/>
                  <a:gd name="connsiteX13" fmla="*/ 42579 w 59580"/>
                  <a:gd name="connsiteY13" fmla="*/ 25376 h 74490"/>
                  <a:gd name="connsiteX14" fmla="*/ 21636 w 59580"/>
                  <a:gd name="connsiteY14" fmla="*/ 36585 h 74490"/>
                  <a:gd name="connsiteX15" fmla="*/ 15136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40" y="55389"/>
                    </a:moveTo>
                    <a:cubicBezTo>
                      <a:pt x="42579" y="62982"/>
                      <a:pt x="35718" y="66237"/>
                      <a:pt x="28496" y="66237"/>
                    </a:cubicBezTo>
                    <a:cubicBezTo>
                      <a:pt x="19830" y="66237"/>
                      <a:pt x="13330" y="59366"/>
                      <a:pt x="13330" y="49603"/>
                    </a:cubicBezTo>
                    <a:cubicBezTo>
                      <a:pt x="13330" y="47072"/>
                      <a:pt x="13691" y="44179"/>
                      <a:pt x="14053" y="41286"/>
                    </a:cubicBezTo>
                    <a:cubicBezTo>
                      <a:pt x="26691" y="40563"/>
                      <a:pt x="33913" y="39116"/>
                      <a:pt x="41496" y="35500"/>
                    </a:cubicBezTo>
                    <a:cubicBezTo>
                      <a:pt x="52690" y="30438"/>
                      <a:pt x="59912" y="21036"/>
                      <a:pt x="59912" y="11996"/>
                    </a:cubicBezTo>
                    <a:cubicBezTo>
                      <a:pt x="59912" y="5126"/>
                      <a:pt x="53412" y="63"/>
                      <a:pt x="44746" y="63"/>
                    </a:cubicBezTo>
                    <a:cubicBezTo>
                      <a:pt x="23080" y="63"/>
                      <a:pt x="331" y="26099"/>
                      <a:pt x="331" y="50326"/>
                    </a:cubicBezTo>
                    <a:cubicBezTo>
                      <a:pt x="331" y="64790"/>
                      <a:pt x="8997" y="74554"/>
                      <a:pt x="21636" y="74554"/>
                    </a:cubicBezTo>
                    <a:cubicBezTo>
                      <a:pt x="31746" y="74554"/>
                      <a:pt x="40413" y="69491"/>
                      <a:pt x="52690" y="57558"/>
                    </a:cubicBezTo>
                    <a:close/>
                    <a:moveTo>
                      <a:pt x="15136" y="36947"/>
                    </a:moveTo>
                    <a:cubicBezTo>
                      <a:pt x="20552" y="18505"/>
                      <a:pt x="32107" y="4764"/>
                      <a:pt x="41857" y="4764"/>
                    </a:cubicBezTo>
                    <a:cubicBezTo>
                      <a:pt x="45468" y="4764"/>
                      <a:pt x="48357" y="7657"/>
                      <a:pt x="48357" y="11635"/>
                    </a:cubicBezTo>
                    <a:cubicBezTo>
                      <a:pt x="48357" y="15974"/>
                      <a:pt x="46190" y="21036"/>
                      <a:pt x="42579" y="25376"/>
                    </a:cubicBezTo>
                    <a:cubicBezTo>
                      <a:pt x="37163" y="31161"/>
                      <a:pt x="30302" y="35139"/>
                      <a:pt x="21636" y="36585"/>
                    </a:cubicBezTo>
                    <a:cubicBezTo>
                      <a:pt x="20191" y="36585"/>
                      <a:pt x="18025" y="36947"/>
                      <a:pt x="15136" y="36947"/>
                    </a:cubicBezTo>
                    <a:close/>
                  </a:path>
                </a:pathLst>
              </a:custGeom>
              <a:solidFill>
                <a:srgbClr val="000000"/>
              </a:solidFill>
              <a:ln w="23090" cap="flat">
                <a:noFill/>
                <a:prstDash val="solid"/>
                <a:miter/>
              </a:ln>
            </p:spPr>
            <p:txBody>
              <a:bodyPr rtlCol="0" anchor="ctr"/>
              <a:lstStyle/>
              <a:p>
                <a:endParaRPr lang="zh-CN" altLang="en-US"/>
              </a:p>
            </p:txBody>
          </p:sp>
          <p:sp>
            <p:nvSpPr>
              <p:cNvPr id="162" name="任意多边形: 形状 161"/>
              <p:cNvSpPr/>
              <p:nvPr/>
            </p:nvSpPr>
            <p:spPr>
              <a:xfrm>
                <a:off x="10375282" y="4057546"/>
                <a:ext cx="73663" cy="7232"/>
              </a:xfrm>
              <a:custGeom>
                <a:avLst/>
                <a:gdLst>
                  <a:gd name="connsiteX0" fmla="*/ 334 w 73663"/>
                  <a:gd name="connsiteY0" fmla="*/ 63 h 7232"/>
                  <a:gd name="connsiteX1" fmla="*/ 334 w 73663"/>
                  <a:gd name="connsiteY1" fmla="*/ 7295 h 7232"/>
                  <a:gd name="connsiteX2" fmla="*/ 73997 w 73663"/>
                  <a:gd name="connsiteY2" fmla="*/ 7295 h 7232"/>
                  <a:gd name="connsiteX3" fmla="*/ 73997 w 73663"/>
                  <a:gd name="connsiteY3" fmla="*/ 63 h 7232"/>
                </a:gdLst>
                <a:ahLst/>
                <a:cxnLst>
                  <a:cxn ang="0">
                    <a:pos x="connsiteX0" y="connsiteY0"/>
                  </a:cxn>
                  <a:cxn ang="0">
                    <a:pos x="connsiteX1" y="connsiteY1"/>
                  </a:cxn>
                  <a:cxn ang="0">
                    <a:pos x="connsiteX2" y="connsiteY2"/>
                  </a:cxn>
                  <a:cxn ang="0">
                    <a:pos x="connsiteX3" y="connsiteY3"/>
                  </a:cxn>
                </a:cxnLst>
                <a:rect l="l" t="t" r="r" b="b"/>
                <a:pathLst>
                  <a:path w="73663" h="7232">
                    <a:moveTo>
                      <a:pt x="334" y="63"/>
                    </a:moveTo>
                    <a:lnTo>
                      <a:pt x="334" y="7295"/>
                    </a:lnTo>
                    <a:lnTo>
                      <a:pt x="73997" y="7295"/>
                    </a:lnTo>
                    <a:lnTo>
                      <a:pt x="73997" y="63"/>
                    </a:lnTo>
                    <a:close/>
                  </a:path>
                </a:pathLst>
              </a:custGeom>
              <a:solidFill>
                <a:srgbClr val="000000"/>
              </a:solidFill>
              <a:ln w="23090" cap="flat">
                <a:noFill/>
                <a:prstDash val="solid"/>
                <a:miter/>
              </a:ln>
            </p:spPr>
            <p:txBody>
              <a:bodyPr rtlCol="0" anchor="ctr"/>
              <a:lstStyle/>
              <a:p>
                <a:endParaRPr lang="zh-CN" altLang="en-US"/>
              </a:p>
            </p:txBody>
          </p:sp>
          <p:sp>
            <p:nvSpPr>
              <p:cNvPr id="163" name="任意多边形: 形状 162"/>
              <p:cNvSpPr/>
              <p:nvPr/>
            </p:nvSpPr>
            <p:spPr>
              <a:xfrm>
                <a:off x="10452556" y="3943640"/>
                <a:ext cx="36831" cy="102333"/>
              </a:xfrm>
              <a:custGeom>
                <a:avLst/>
                <a:gdLst>
                  <a:gd name="connsiteX0" fmla="*/ 26697 w 36831"/>
                  <a:gd name="connsiteY0" fmla="*/ 82871 h 102333"/>
                  <a:gd name="connsiteX1" fmla="*/ 15142 w 36831"/>
                  <a:gd name="connsiteY1" fmla="*/ 93719 h 102333"/>
                  <a:gd name="connsiteX2" fmla="*/ 12976 w 36831"/>
                  <a:gd name="connsiteY2" fmla="*/ 91549 h 102333"/>
                  <a:gd name="connsiteX3" fmla="*/ 13337 w 36831"/>
                  <a:gd name="connsiteY3" fmla="*/ 89018 h 102333"/>
                  <a:gd name="connsiteX4" fmla="*/ 31030 w 36831"/>
                  <a:gd name="connsiteY4" fmla="*/ 27183 h 102333"/>
                  <a:gd name="connsiteX5" fmla="*/ 7198 w 36831"/>
                  <a:gd name="connsiteY5" fmla="*/ 31161 h 102333"/>
                  <a:gd name="connsiteX6" fmla="*/ 6476 w 36831"/>
                  <a:gd name="connsiteY6" fmla="*/ 34415 h 102333"/>
                  <a:gd name="connsiteX7" fmla="*/ 11531 w 36831"/>
                  <a:gd name="connsiteY7" fmla="*/ 33692 h 102333"/>
                  <a:gd name="connsiteX8" fmla="*/ 15864 w 36831"/>
                  <a:gd name="connsiteY8" fmla="*/ 37670 h 102333"/>
                  <a:gd name="connsiteX9" fmla="*/ 14781 w 36831"/>
                  <a:gd name="connsiteY9" fmla="*/ 44540 h 102333"/>
                  <a:gd name="connsiteX10" fmla="*/ 1421 w 36831"/>
                  <a:gd name="connsiteY10" fmla="*/ 90464 h 102333"/>
                  <a:gd name="connsiteX11" fmla="*/ 337 w 36831"/>
                  <a:gd name="connsiteY11" fmla="*/ 96250 h 102333"/>
                  <a:gd name="connsiteX12" fmla="*/ 7198 w 36831"/>
                  <a:gd name="connsiteY12" fmla="*/ 102397 h 102333"/>
                  <a:gd name="connsiteX13" fmla="*/ 27781 w 36831"/>
                  <a:gd name="connsiteY13" fmla="*/ 86487 h 102333"/>
                  <a:gd name="connsiteX14" fmla="*/ 29225 w 36831"/>
                  <a:gd name="connsiteY14" fmla="*/ 63 h 102333"/>
                  <a:gd name="connsiteX15" fmla="*/ 20559 w 36831"/>
                  <a:gd name="connsiteY15" fmla="*/ 8019 h 102333"/>
                  <a:gd name="connsiteX16" fmla="*/ 28864 w 36831"/>
                  <a:gd name="connsiteY16" fmla="*/ 16335 h 102333"/>
                  <a:gd name="connsiteX17" fmla="*/ 37169 w 36831"/>
                  <a:gd name="connsiteY17" fmla="*/ 8019 h 102333"/>
                  <a:gd name="connsiteX18" fmla="*/ 2922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97" y="82871"/>
                    </a:moveTo>
                    <a:cubicBezTo>
                      <a:pt x="22725" y="89018"/>
                      <a:pt x="17670" y="93719"/>
                      <a:pt x="15142" y="93719"/>
                    </a:cubicBezTo>
                    <a:cubicBezTo>
                      <a:pt x="14059" y="93719"/>
                      <a:pt x="12976" y="92634"/>
                      <a:pt x="12976" y="91549"/>
                    </a:cubicBezTo>
                    <a:cubicBezTo>
                      <a:pt x="12976" y="90826"/>
                      <a:pt x="12976" y="90103"/>
                      <a:pt x="13337" y="89018"/>
                    </a:cubicBezTo>
                    <a:lnTo>
                      <a:pt x="31030" y="27183"/>
                    </a:lnTo>
                    <a:cubicBezTo>
                      <a:pt x="23086" y="29353"/>
                      <a:pt x="14420" y="30799"/>
                      <a:pt x="7198" y="31161"/>
                    </a:cubicBezTo>
                    <a:lnTo>
                      <a:pt x="6476" y="34415"/>
                    </a:lnTo>
                    <a:cubicBezTo>
                      <a:pt x="9004" y="34054"/>
                      <a:pt x="10448" y="33692"/>
                      <a:pt x="11531" y="33692"/>
                    </a:cubicBezTo>
                    <a:cubicBezTo>
                      <a:pt x="14781" y="33692"/>
                      <a:pt x="15864" y="34777"/>
                      <a:pt x="15864" y="37670"/>
                    </a:cubicBezTo>
                    <a:cubicBezTo>
                      <a:pt x="15864" y="39116"/>
                      <a:pt x="15503" y="40924"/>
                      <a:pt x="14781" y="44540"/>
                    </a:cubicBezTo>
                    <a:lnTo>
                      <a:pt x="1421" y="90464"/>
                    </a:lnTo>
                    <a:cubicBezTo>
                      <a:pt x="698" y="92634"/>
                      <a:pt x="337" y="94803"/>
                      <a:pt x="337" y="96250"/>
                    </a:cubicBezTo>
                    <a:cubicBezTo>
                      <a:pt x="337" y="99504"/>
                      <a:pt x="3587" y="102397"/>
                      <a:pt x="7198" y="102397"/>
                    </a:cubicBezTo>
                    <a:cubicBezTo>
                      <a:pt x="12253" y="102397"/>
                      <a:pt x="19475" y="96611"/>
                      <a:pt x="27781" y="86487"/>
                    </a:cubicBezTo>
                    <a:close/>
                    <a:moveTo>
                      <a:pt x="29225" y="63"/>
                    </a:moveTo>
                    <a:cubicBezTo>
                      <a:pt x="24531" y="63"/>
                      <a:pt x="20559" y="3679"/>
                      <a:pt x="20559" y="8019"/>
                    </a:cubicBezTo>
                    <a:cubicBezTo>
                      <a:pt x="20559" y="12719"/>
                      <a:pt x="24531" y="16335"/>
                      <a:pt x="28864" y="16335"/>
                    </a:cubicBezTo>
                    <a:cubicBezTo>
                      <a:pt x="33558" y="16335"/>
                      <a:pt x="37169" y="12719"/>
                      <a:pt x="37169" y="8019"/>
                    </a:cubicBezTo>
                    <a:cubicBezTo>
                      <a:pt x="37169" y="3679"/>
                      <a:pt x="33558" y="63"/>
                      <a:pt x="29225" y="63"/>
                    </a:cubicBezTo>
                    <a:close/>
                  </a:path>
                </a:pathLst>
              </a:custGeom>
              <a:solidFill>
                <a:srgbClr val="000000"/>
              </a:solidFill>
              <a:ln w="23090" cap="flat">
                <a:noFill/>
                <a:prstDash val="solid"/>
                <a:miter/>
              </a:ln>
            </p:spPr>
            <p:txBody>
              <a:bodyPr rtlCol="0" anchor="ctr"/>
              <a:lstStyle/>
              <a:p>
                <a:endParaRPr lang="zh-CN" altLang="en-US"/>
              </a:p>
            </p:txBody>
          </p:sp>
          <p:sp>
            <p:nvSpPr>
              <p:cNvPr id="164" name="任意多边形: 形状 163"/>
              <p:cNvSpPr/>
              <p:nvPr/>
            </p:nvSpPr>
            <p:spPr>
              <a:xfrm>
                <a:off x="10490309" y="3934600"/>
                <a:ext cx="80524" cy="111374"/>
              </a:xfrm>
              <a:custGeom>
                <a:avLst/>
                <a:gdLst>
                  <a:gd name="connsiteX0" fmla="*/ 43310 w 80524"/>
                  <a:gd name="connsiteY0" fmla="*/ 93357 h 111374"/>
                  <a:gd name="connsiteX1" fmla="*/ 41143 w 80524"/>
                  <a:gd name="connsiteY1" fmla="*/ 104567 h 111374"/>
                  <a:gd name="connsiteX2" fmla="*/ 46920 w 80524"/>
                  <a:gd name="connsiteY2" fmla="*/ 111437 h 111374"/>
                  <a:gd name="connsiteX3" fmla="*/ 69669 w 80524"/>
                  <a:gd name="connsiteY3" fmla="*/ 94442 h 111374"/>
                  <a:gd name="connsiteX4" fmla="*/ 67142 w 80524"/>
                  <a:gd name="connsiteY4" fmla="*/ 92634 h 111374"/>
                  <a:gd name="connsiteX5" fmla="*/ 54503 w 80524"/>
                  <a:gd name="connsiteY5" fmla="*/ 102759 h 111374"/>
                  <a:gd name="connsiteX6" fmla="*/ 51615 w 80524"/>
                  <a:gd name="connsiteY6" fmla="*/ 100589 h 111374"/>
                  <a:gd name="connsiteX7" fmla="*/ 52698 w 80524"/>
                  <a:gd name="connsiteY7" fmla="*/ 95165 h 111374"/>
                  <a:gd name="connsiteX8" fmla="*/ 80864 w 80524"/>
                  <a:gd name="connsiteY8" fmla="*/ 63 h 111374"/>
                  <a:gd name="connsiteX9" fmla="*/ 58114 w 80524"/>
                  <a:gd name="connsiteY9" fmla="*/ 3318 h 111374"/>
                  <a:gd name="connsiteX10" fmla="*/ 57392 w 80524"/>
                  <a:gd name="connsiteY10" fmla="*/ 6211 h 111374"/>
                  <a:gd name="connsiteX11" fmla="*/ 59198 w 80524"/>
                  <a:gd name="connsiteY11" fmla="*/ 6211 h 111374"/>
                  <a:gd name="connsiteX12" fmla="*/ 62447 w 80524"/>
                  <a:gd name="connsiteY12" fmla="*/ 5849 h 111374"/>
                  <a:gd name="connsiteX13" fmla="*/ 66781 w 80524"/>
                  <a:gd name="connsiteY13" fmla="*/ 9465 h 111374"/>
                  <a:gd name="connsiteX14" fmla="*/ 66058 w 80524"/>
                  <a:gd name="connsiteY14" fmla="*/ 13081 h 111374"/>
                  <a:gd name="connsiteX15" fmla="*/ 58114 w 80524"/>
                  <a:gd name="connsiteY15" fmla="*/ 42009 h 111374"/>
                  <a:gd name="connsiteX16" fmla="*/ 46920 w 80524"/>
                  <a:gd name="connsiteY16" fmla="*/ 36947 h 111374"/>
                  <a:gd name="connsiteX17" fmla="*/ 339 w 80524"/>
                  <a:gd name="connsiteY17" fmla="*/ 90826 h 111374"/>
                  <a:gd name="connsiteX18" fmla="*/ 14422 w 80524"/>
                  <a:gd name="connsiteY18" fmla="*/ 111076 h 111374"/>
                  <a:gd name="connsiteX19" fmla="*/ 30671 w 80524"/>
                  <a:gd name="connsiteY19" fmla="*/ 104205 h 111374"/>
                  <a:gd name="connsiteX20" fmla="*/ 44393 w 80524"/>
                  <a:gd name="connsiteY20" fmla="*/ 88295 h 111374"/>
                  <a:gd name="connsiteX21" fmla="*/ 45476 w 80524"/>
                  <a:gd name="connsiteY21" fmla="*/ 41286 h 111374"/>
                  <a:gd name="connsiteX22" fmla="*/ 54142 w 80524"/>
                  <a:gd name="connsiteY22" fmla="*/ 49965 h 111374"/>
                  <a:gd name="connsiteX23" fmla="*/ 42226 w 80524"/>
                  <a:gd name="connsiteY23" fmla="*/ 83594 h 111374"/>
                  <a:gd name="connsiteX24" fmla="*/ 22005 w 80524"/>
                  <a:gd name="connsiteY24" fmla="*/ 101312 h 111374"/>
                  <a:gd name="connsiteX25" fmla="*/ 14422 w 80524"/>
                  <a:gd name="connsiteY25" fmla="*/ 89380 h 111374"/>
                  <a:gd name="connsiteX26" fmla="*/ 24893 w 80524"/>
                  <a:gd name="connsiteY26" fmla="*/ 57558 h 111374"/>
                  <a:gd name="connsiteX27" fmla="*/ 45476 w 80524"/>
                  <a:gd name="connsiteY27" fmla="*/ 41286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310" y="93357"/>
                    </a:moveTo>
                    <a:cubicBezTo>
                      <a:pt x="41143" y="102036"/>
                      <a:pt x="41143" y="102036"/>
                      <a:pt x="41143" y="104567"/>
                    </a:cubicBezTo>
                    <a:cubicBezTo>
                      <a:pt x="41143" y="108545"/>
                      <a:pt x="43310" y="111437"/>
                      <a:pt x="46920" y="111437"/>
                    </a:cubicBezTo>
                    <a:cubicBezTo>
                      <a:pt x="53781" y="111437"/>
                      <a:pt x="60642" y="106375"/>
                      <a:pt x="69669" y="94442"/>
                    </a:cubicBezTo>
                    <a:lnTo>
                      <a:pt x="67142" y="92634"/>
                    </a:lnTo>
                    <a:cubicBezTo>
                      <a:pt x="61364" y="99866"/>
                      <a:pt x="58114" y="102759"/>
                      <a:pt x="54503" y="102759"/>
                    </a:cubicBezTo>
                    <a:cubicBezTo>
                      <a:pt x="52698" y="102759"/>
                      <a:pt x="51615" y="101674"/>
                      <a:pt x="51615" y="100589"/>
                    </a:cubicBezTo>
                    <a:cubicBezTo>
                      <a:pt x="51615" y="99504"/>
                      <a:pt x="51976" y="97335"/>
                      <a:pt x="52698" y="95165"/>
                    </a:cubicBezTo>
                    <a:lnTo>
                      <a:pt x="80864" y="63"/>
                    </a:lnTo>
                    <a:cubicBezTo>
                      <a:pt x="71114" y="2233"/>
                      <a:pt x="69308" y="2595"/>
                      <a:pt x="58114" y="3318"/>
                    </a:cubicBezTo>
                    <a:lnTo>
                      <a:pt x="57392" y="6211"/>
                    </a:lnTo>
                    <a:lnTo>
                      <a:pt x="59198" y="6211"/>
                    </a:lnTo>
                    <a:cubicBezTo>
                      <a:pt x="60642" y="6211"/>
                      <a:pt x="61725" y="5849"/>
                      <a:pt x="62447" y="5849"/>
                    </a:cubicBezTo>
                    <a:cubicBezTo>
                      <a:pt x="64614" y="5849"/>
                      <a:pt x="66781" y="7657"/>
                      <a:pt x="66781" y="9465"/>
                    </a:cubicBezTo>
                    <a:cubicBezTo>
                      <a:pt x="66781" y="10188"/>
                      <a:pt x="66420" y="11273"/>
                      <a:pt x="66058" y="13081"/>
                    </a:cubicBezTo>
                    <a:lnTo>
                      <a:pt x="58114" y="42009"/>
                    </a:lnTo>
                    <a:cubicBezTo>
                      <a:pt x="54142" y="38032"/>
                      <a:pt x="51254" y="36947"/>
                      <a:pt x="46920" y="36947"/>
                    </a:cubicBezTo>
                    <a:cubicBezTo>
                      <a:pt x="25616" y="36947"/>
                      <a:pt x="339" y="66237"/>
                      <a:pt x="339" y="90826"/>
                    </a:cubicBezTo>
                    <a:cubicBezTo>
                      <a:pt x="339" y="102759"/>
                      <a:pt x="6116" y="111076"/>
                      <a:pt x="14422" y="111076"/>
                    </a:cubicBezTo>
                    <a:cubicBezTo>
                      <a:pt x="19116" y="111076"/>
                      <a:pt x="25616" y="108183"/>
                      <a:pt x="30671" y="104205"/>
                    </a:cubicBezTo>
                    <a:cubicBezTo>
                      <a:pt x="35365" y="100228"/>
                      <a:pt x="38615" y="96250"/>
                      <a:pt x="44393" y="88295"/>
                    </a:cubicBezTo>
                    <a:close/>
                    <a:moveTo>
                      <a:pt x="45476" y="41286"/>
                    </a:moveTo>
                    <a:cubicBezTo>
                      <a:pt x="50892" y="41286"/>
                      <a:pt x="54142" y="44541"/>
                      <a:pt x="54142" y="49965"/>
                    </a:cubicBezTo>
                    <a:cubicBezTo>
                      <a:pt x="54142" y="57558"/>
                      <a:pt x="48726" y="73107"/>
                      <a:pt x="42226" y="83594"/>
                    </a:cubicBezTo>
                    <a:cubicBezTo>
                      <a:pt x="36449" y="93357"/>
                      <a:pt x="27060" y="101312"/>
                      <a:pt x="22005" y="101312"/>
                    </a:cubicBezTo>
                    <a:cubicBezTo>
                      <a:pt x="17310" y="101312"/>
                      <a:pt x="14422" y="96973"/>
                      <a:pt x="14422" y="89380"/>
                    </a:cubicBezTo>
                    <a:cubicBezTo>
                      <a:pt x="14422" y="80339"/>
                      <a:pt x="18394" y="68406"/>
                      <a:pt x="24893" y="57558"/>
                    </a:cubicBezTo>
                    <a:cubicBezTo>
                      <a:pt x="31754" y="47072"/>
                      <a:pt x="38976" y="41286"/>
                      <a:pt x="45476" y="41286"/>
                    </a:cubicBezTo>
                    <a:close/>
                  </a:path>
                </a:pathLst>
              </a:custGeom>
              <a:solidFill>
                <a:srgbClr val="000000"/>
              </a:solidFill>
              <a:ln w="23090" cap="flat">
                <a:noFill/>
                <a:prstDash val="solid"/>
                <a:miter/>
              </a:ln>
            </p:spPr>
            <p:txBody>
              <a:bodyPr rtlCol="0" anchor="ctr"/>
              <a:lstStyle/>
              <a:p>
                <a:endParaRPr lang="zh-CN" altLang="en-US"/>
              </a:p>
            </p:txBody>
          </p:sp>
          <p:sp>
            <p:nvSpPr>
              <p:cNvPr id="165" name="任意多边形: 形状 164"/>
              <p:cNvSpPr/>
              <p:nvPr/>
            </p:nvSpPr>
            <p:spPr>
              <a:xfrm>
                <a:off x="10560128" y="4028617"/>
                <a:ext cx="23471" cy="33629"/>
              </a:xfrm>
              <a:custGeom>
                <a:avLst/>
                <a:gdLst>
                  <a:gd name="connsiteX0" fmla="*/ 3231 w 23471"/>
                  <a:gd name="connsiteY0" fmla="*/ 33692 h 33629"/>
                  <a:gd name="connsiteX1" fmla="*/ 23814 w 23471"/>
                  <a:gd name="connsiteY1" fmla="*/ 9465 h 33629"/>
                  <a:gd name="connsiteX2" fmla="*/ 15508 w 23471"/>
                  <a:gd name="connsiteY2" fmla="*/ 63 h 33629"/>
                  <a:gd name="connsiteX3" fmla="*/ 7564 w 23471"/>
                  <a:gd name="connsiteY3" fmla="*/ 8019 h 33629"/>
                  <a:gd name="connsiteX4" fmla="*/ 9731 w 23471"/>
                  <a:gd name="connsiteY4" fmla="*/ 12719 h 33629"/>
                  <a:gd name="connsiteX5" fmla="*/ 12981 w 23471"/>
                  <a:gd name="connsiteY5" fmla="*/ 18143 h 33629"/>
                  <a:gd name="connsiteX6" fmla="*/ 342 w 23471"/>
                  <a:gd name="connsiteY6" fmla="*/ 3007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231" y="33692"/>
                    </a:moveTo>
                    <a:cubicBezTo>
                      <a:pt x="15869" y="27907"/>
                      <a:pt x="23814" y="18505"/>
                      <a:pt x="23814" y="9465"/>
                    </a:cubicBezTo>
                    <a:cubicBezTo>
                      <a:pt x="23814" y="4402"/>
                      <a:pt x="19841" y="63"/>
                      <a:pt x="15508" y="63"/>
                    </a:cubicBezTo>
                    <a:cubicBezTo>
                      <a:pt x="11175" y="63"/>
                      <a:pt x="7564" y="4041"/>
                      <a:pt x="7564" y="8019"/>
                    </a:cubicBezTo>
                    <a:cubicBezTo>
                      <a:pt x="7564" y="9827"/>
                      <a:pt x="8286" y="11635"/>
                      <a:pt x="9731" y="12719"/>
                    </a:cubicBezTo>
                    <a:cubicBezTo>
                      <a:pt x="12258" y="15251"/>
                      <a:pt x="12981" y="16335"/>
                      <a:pt x="12981" y="18143"/>
                    </a:cubicBezTo>
                    <a:cubicBezTo>
                      <a:pt x="12981" y="22121"/>
                      <a:pt x="8647" y="26099"/>
                      <a:pt x="342" y="30076"/>
                    </a:cubicBezTo>
                    <a:close/>
                  </a:path>
                </a:pathLst>
              </a:custGeom>
              <a:solidFill>
                <a:srgbClr val="000000"/>
              </a:solidFill>
              <a:ln w="23090" cap="flat">
                <a:noFill/>
                <a:prstDash val="solid"/>
                <a:miter/>
              </a:ln>
            </p:spPr>
            <p:txBody>
              <a:bodyPr rtlCol="0" anchor="ctr"/>
              <a:lstStyle/>
              <a:p>
                <a:endParaRPr lang="zh-CN" altLang="en-US"/>
              </a:p>
            </p:txBody>
          </p:sp>
          <p:sp>
            <p:nvSpPr>
              <p:cNvPr id="166" name="任意多边形: 形状 165"/>
              <p:cNvSpPr/>
              <p:nvPr/>
            </p:nvSpPr>
            <p:spPr>
              <a:xfrm>
                <a:off x="10598396" y="4043443"/>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167" name="任意多边形: 形状 166"/>
              <p:cNvSpPr/>
              <p:nvPr/>
            </p:nvSpPr>
            <p:spPr>
              <a:xfrm>
                <a:off x="10645338" y="3955212"/>
                <a:ext cx="39720" cy="90400"/>
              </a:xfrm>
              <a:custGeom>
                <a:avLst/>
                <a:gdLst>
                  <a:gd name="connsiteX0" fmla="*/ 28150 w 39720"/>
                  <a:gd name="connsiteY0" fmla="*/ 22844 h 90400"/>
                  <a:gd name="connsiteX1" fmla="*/ 38622 w 39720"/>
                  <a:gd name="connsiteY1" fmla="*/ 22844 h 90400"/>
                  <a:gd name="connsiteX2" fmla="*/ 40066 w 39720"/>
                  <a:gd name="connsiteY2" fmla="*/ 17782 h 90400"/>
                  <a:gd name="connsiteX3" fmla="*/ 29594 w 39720"/>
                  <a:gd name="connsiteY3" fmla="*/ 17782 h 90400"/>
                  <a:gd name="connsiteX4" fmla="*/ 34650 w 39720"/>
                  <a:gd name="connsiteY4" fmla="*/ 63 h 90400"/>
                  <a:gd name="connsiteX5" fmla="*/ 31039 w 39720"/>
                  <a:gd name="connsiteY5" fmla="*/ 63 h 90400"/>
                  <a:gd name="connsiteX6" fmla="*/ 6484 w 39720"/>
                  <a:gd name="connsiteY6" fmla="*/ 17782 h 90400"/>
                  <a:gd name="connsiteX7" fmla="*/ 5401 w 39720"/>
                  <a:gd name="connsiteY7" fmla="*/ 22844 h 90400"/>
                  <a:gd name="connsiteX8" fmla="*/ 16595 w 39720"/>
                  <a:gd name="connsiteY8" fmla="*/ 22844 h 90400"/>
                  <a:gd name="connsiteX9" fmla="*/ 2512 w 39720"/>
                  <a:gd name="connsiteY9" fmla="*/ 71661 h 90400"/>
                  <a:gd name="connsiteX10" fmla="*/ 346 w 39720"/>
                  <a:gd name="connsiteY10" fmla="*/ 82509 h 90400"/>
                  <a:gd name="connsiteX11" fmla="*/ 8290 w 39720"/>
                  <a:gd name="connsiteY11" fmla="*/ 90464 h 90400"/>
                  <a:gd name="connsiteX12" fmla="*/ 28872 w 39720"/>
                  <a:gd name="connsiteY12" fmla="*/ 73830 h 90400"/>
                  <a:gd name="connsiteX13" fmla="*/ 27067 w 39720"/>
                  <a:gd name="connsiteY13" fmla="*/ 71661 h 90400"/>
                  <a:gd name="connsiteX14" fmla="*/ 14789 w 39720"/>
                  <a:gd name="connsiteY14" fmla="*/ 82509 h 90400"/>
                  <a:gd name="connsiteX15" fmla="*/ 12262 w 39720"/>
                  <a:gd name="connsiteY15" fmla="*/ 80339 h 90400"/>
                  <a:gd name="connsiteX16" fmla="*/ 14067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0" y="22844"/>
                    </a:moveTo>
                    <a:lnTo>
                      <a:pt x="38622" y="22844"/>
                    </a:lnTo>
                    <a:lnTo>
                      <a:pt x="40066" y="17782"/>
                    </a:lnTo>
                    <a:lnTo>
                      <a:pt x="29594" y="17782"/>
                    </a:lnTo>
                    <a:lnTo>
                      <a:pt x="34650" y="63"/>
                    </a:lnTo>
                    <a:lnTo>
                      <a:pt x="31039" y="63"/>
                    </a:lnTo>
                    <a:cubicBezTo>
                      <a:pt x="22372" y="11273"/>
                      <a:pt x="16234" y="15612"/>
                      <a:pt x="6484" y="17782"/>
                    </a:cubicBezTo>
                    <a:lnTo>
                      <a:pt x="5401" y="22844"/>
                    </a:lnTo>
                    <a:lnTo>
                      <a:pt x="16595" y="22844"/>
                    </a:lnTo>
                    <a:lnTo>
                      <a:pt x="2512" y="71661"/>
                    </a:lnTo>
                    <a:cubicBezTo>
                      <a:pt x="1429" y="75638"/>
                      <a:pt x="346" y="80339"/>
                      <a:pt x="346" y="82509"/>
                    </a:cubicBezTo>
                    <a:cubicBezTo>
                      <a:pt x="346" y="87210"/>
                      <a:pt x="3595" y="90464"/>
                      <a:pt x="8290" y="90464"/>
                    </a:cubicBezTo>
                    <a:cubicBezTo>
                      <a:pt x="14428" y="90464"/>
                      <a:pt x="20928" y="85040"/>
                      <a:pt x="28872" y="73830"/>
                    </a:cubicBezTo>
                    <a:lnTo>
                      <a:pt x="27067" y="71661"/>
                    </a:lnTo>
                    <a:cubicBezTo>
                      <a:pt x="22011" y="78170"/>
                      <a:pt x="17317" y="82509"/>
                      <a:pt x="14789" y="82509"/>
                    </a:cubicBezTo>
                    <a:cubicBezTo>
                      <a:pt x="13706" y="82509"/>
                      <a:pt x="12262" y="81424"/>
                      <a:pt x="12262" y="80339"/>
                    </a:cubicBezTo>
                    <a:cubicBezTo>
                      <a:pt x="12262" y="79255"/>
                      <a:pt x="12262" y="79255"/>
                      <a:pt x="14067" y="72746"/>
                    </a:cubicBezTo>
                    <a:close/>
                  </a:path>
                </a:pathLst>
              </a:custGeom>
              <a:solidFill>
                <a:srgbClr val="000000"/>
              </a:solidFill>
              <a:ln w="23090" cap="flat">
                <a:noFill/>
                <a:prstDash val="solid"/>
                <a:miter/>
              </a:ln>
            </p:spPr>
            <p:txBody>
              <a:bodyPr rtlCol="0" anchor="ctr"/>
              <a:lstStyle/>
              <a:p>
                <a:endParaRPr lang="zh-CN" altLang="en-US"/>
              </a:p>
            </p:txBody>
          </p:sp>
          <p:sp>
            <p:nvSpPr>
              <p:cNvPr id="168" name="任意多边形: 形状 167"/>
              <p:cNvSpPr/>
              <p:nvPr/>
            </p:nvSpPr>
            <p:spPr>
              <a:xfrm>
                <a:off x="10687609" y="3943640"/>
                <a:ext cx="36831" cy="102333"/>
              </a:xfrm>
              <a:custGeom>
                <a:avLst/>
                <a:gdLst>
                  <a:gd name="connsiteX0" fmla="*/ 26707 w 36831"/>
                  <a:gd name="connsiteY0" fmla="*/ 82871 h 102333"/>
                  <a:gd name="connsiteX1" fmla="*/ 15152 w 36831"/>
                  <a:gd name="connsiteY1" fmla="*/ 93719 h 102333"/>
                  <a:gd name="connsiteX2" fmla="*/ 12986 w 36831"/>
                  <a:gd name="connsiteY2" fmla="*/ 91549 h 102333"/>
                  <a:gd name="connsiteX3" fmla="*/ 13347 w 36831"/>
                  <a:gd name="connsiteY3" fmla="*/ 89018 h 102333"/>
                  <a:gd name="connsiteX4" fmla="*/ 31041 w 36831"/>
                  <a:gd name="connsiteY4" fmla="*/ 27183 h 102333"/>
                  <a:gd name="connsiteX5" fmla="*/ 7208 w 36831"/>
                  <a:gd name="connsiteY5" fmla="*/ 31161 h 102333"/>
                  <a:gd name="connsiteX6" fmla="*/ 6486 w 36831"/>
                  <a:gd name="connsiteY6" fmla="*/ 34415 h 102333"/>
                  <a:gd name="connsiteX7" fmla="*/ 11541 w 36831"/>
                  <a:gd name="connsiteY7" fmla="*/ 33692 h 102333"/>
                  <a:gd name="connsiteX8" fmla="*/ 15875 w 36831"/>
                  <a:gd name="connsiteY8" fmla="*/ 37670 h 102333"/>
                  <a:gd name="connsiteX9" fmla="*/ 14791 w 36831"/>
                  <a:gd name="connsiteY9" fmla="*/ 44540 h 102333"/>
                  <a:gd name="connsiteX10" fmla="*/ 1431 w 36831"/>
                  <a:gd name="connsiteY10" fmla="*/ 90464 h 102333"/>
                  <a:gd name="connsiteX11" fmla="*/ 347 w 36831"/>
                  <a:gd name="connsiteY11" fmla="*/ 96250 h 102333"/>
                  <a:gd name="connsiteX12" fmla="*/ 7208 w 36831"/>
                  <a:gd name="connsiteY12" fmla="*/ 102397 h 102333"/>
                  <a:gd name="connsiteX13" fmla="*/ 27791 w 36831"/>
                  <a:gd name="connsiteY13" fmla="*/ 86487 h 102333"/>
                  <a:gd name="connsiteX14" fmla="*/ 29235 w 36831"/>
                  <a:gd name="connsiteY14" fmla="*/ 63 h 102333"/>
                  <a:gd name="connsiteX15" fmla="*/ 20569 w 36831"/>
                  <a:gd name="connsiteY15" fmla="*/ 8019 h 102333"/>
                  <a:gd name="connsiteX16" fmla="*/ 28874 w 36831"/>
                  <a:gd name="connsiteY16" fmla="*/ 16335 h 102333"/>
                  <a:gd name="connsiteX17" fmla="*/ 37179 w 36831"/>
                  <a:gd name="connsiteY17" fmla="*/ 8019 h 102333"/>
                  <a:gd name="connsiteX18" fmla="*/ 2923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707" y="82871"/>
                    </a:moveTo>
                    <a:cubicBezTo>
                      <a:pt x="22735" y="89018"/>
                      <a:pt x="17680" y="93719"/>
                      <a:pt x="15152" y="93719"/>
                    </a:cubicBezTo>
                    <a:cubicBezTo>
                      <a:pt x="14069" y="93719"/>
                      <a:pt x="12986" y="92634"/>
                      <a:pt x="12986" y="91549"/>
                    </a:cubicBezTo>
                    <a:cubicBezTo>
                      <a:pt x="12986" y="90826"/>
                      <a:pt x="12986" y="90103"/>
                      <a:pt x="13347" y="89018"/>
                    </a:cubicBezTo>
                    <a:lnTo>
                      <a:pt x="31041" y="27183"/>
                    </a:lnTo>
                    <a:cubicBezTo>
                      <a:pt x="23096" y="29353"/>
                      <a:pt x="14430" y="30799"/>
                      <a:pt x="7208" y="31161"/>
                    </a:cubicBezTo>
                    <a:lnTo>
                      <a:pt x="6486" y="34415"/>
                    </a:lnTo>
                    <a:cubicBezTo>
                      <a:pt x="9014" y="34054"/>
                      <a:pt x="10458" y="33692"/>
                      <a:pt x="11541" y="33692"/>
                    </a:cubicBezTo>
                    <a:cubicBezTo>
                      <a:pt x="14791" y="33692"/>
                      <a:pt x="15875" y="34777"/>
                      <a:pt x="15875" y="37670"/>
                    </a:cubicBezTo>
                    <a:cubicBezTo>
                      <a:pt x="15875" y="39116"/>
                      <a:pt x="15513" y="40924"/>
                      <a:pt x="14791" y="44540"/>
                    </a:cubicBezTo>
                    <a:lnTo>
                      <a:pt x="1431" y="90464"/>
                    </a:lnTo>
                    <a:cubicBezTo>
                      <a:pt x="708" y="92634"/>
                      <a:pt x="347" y="94803"/>
                      <a:pt x="347" y="96250"/>
                    </a:cubicBezTo>
                    <a:cubicBezTo>
                      <a:pt x="347" y="99504"/>
                      <a:pt x="3597" y="102397"/>
                      <a:pt x="7208" y="102397"/>
                    </a:cubicBezTo>
                    <a:cubicBezTo>
                      <a:pt x="12264" y="102397"/>
                      <a:pt x="19485" y="96611"/>
                      <a:pt x="27791" y="86487"/>
                    </a:cubicBezTo>
                    <a:close/>
                    <a:moveTo>
                      <a:pt x="29235" y="63"/>
                    </a:moveTo>
                    <a:cubicBezTo>
                      <a:pt x="24541" y="63"/>
                      <a:pt x="20569" y="3679"/>
                      <a:pt x="20569" y="8019"/>
                    </a:cubicBezTo>
                    <a:cubicBezTo>
                      <a:pt x="20569" y="12719"/>
                      <a:pt x="24541" y="16335"/>
                      <a:pt x="28874" y="16335"/>
                    </a:cubicBezTo>
                    <a:cubicBezTo>
                      <a:pt x="33568" y="16335"/>
                      <a:pt x="37179" y="12719"/>
                      <a:pt x="37179" y="8019"/>
                    </a:cubicBezTo>
                    <a:cubicBezTo>
                      <a:pt x="37179" y="3679"/>
                      <a:pt x="33568" y="63"/>
                      <a:pt x="29235" y="63"/>
                    </a:cubicBezTo>
                    <a:close/>
                  </a:path>
                </a:pathLst>
              </a:custGeom>
              <a:solidFill>
                <a:srgbClr val="000000"/>
              </a:solidFill>
              <a:ln w="23090" cap="flat">
                <a:noFill/>
                <a:prstDash val="solid"/>
                <a:miter/>
              </a:ln>
            </p:spPr>
            <p:txBody>
              <a:bodyPr rtlCol="0" anchor="ctr"/>
              <a:lstStyle/>
              <a:p>
                <a:endParaRPr lang="zh-CN" altLang="en-US"/>
              </a:p>
            </p:txBody>
          </p:sp>
          <p:sp>
            <p:nvSpPr>
              <p:cNvPr id="169" name="任意多边形: 形状 168"/>
              <p:cNvSpPr/>
              <p:nvPr/>
            </p:nvSpPr>
            <p:spPr>
              <a:xfrm>
                <a:off x="10728974" y="3955212"/>
                <a:ext cx="39720" cy="90400"/>
              </a:xfrm>
              <a:custGeom>
                <a:avLst/>
                <a:gdLst>
                  <a:gd name="connsiteX0" fmla="*/ 28154 w 39720"/>
                  <a:gd name="connsiteY0" fmla="*/ 22844 h 90400"/>
                  <a:gd name="connsiteX1" fmla="*/ 38625 w 39720"/>
                  <a:gd name="connsiteY1" fmla="*/ 22844 h 90400"/>
                  <a:gd name="connsiteX2" fmla="*/ 40070 w 39720"/>
                  <a:gd name="connsiteY2" fmla="*/ 17782 h 90400"/>
                  <a:gd name="connsiteX3" fmla="*/ 29598 w 39720"/>
                  <a:gd name="connsiteY3" fmla="*/ 17782 h 90400"/>
                  <a:gd name="connsiteX4" fmla="*/ 34653 w 39720"/>
                  <a:gd name="connsiteY4" fmla="*/ 63 h 90400"/>
                  <a:gd name="connsiteX5" fmla="*/ 31042 w 39720"/>
                  <a:gd name="connsiteY5" fmla="*/ 63 h 90400"/>
                  <a:gd name="connsiteX6" fmla="*/ 6488 w 39720"/>
                  <a:gd name="connsiteY6" fmla="*/ 17782 h 90400"/>
                  <a:gd name="connsiteX7" fmla="*/ 5404 w 39720"/>
                  <a:gd name="connsiteY7" fmla="*/ 22844 h 90400"/>
                  <a:gd name="connsiteX8" fmla="*/ 16598 w 39720"/>
                  <a:gd name="connsiteY8" fmla="*/ 22844 h 90400"/>
                  <a:gd name="connsiteX9" fmla="*/ 2516 w 39720"/>
                  <a:gd name="connsiteY9" fmla="*/ 71661 h 90400"/>
                  <a:gd name="connsiteX10" fmla="*/ 349 w 39720"/>
                  <a:gd name="connsiteY10" fmla="*/ 82509 h 90400"/>
                  <a:gd name="connsiteX11" fmla="*/ 8293 w 39720"/>
                  <a:gd name="connsiteY11" fmla="*/ 90464 h 90400"/>
                  <a:gd name="connsiteX12" fmla="*/ 28876 w 39720"/>
                  <a:gd name="connsiteY12" fmla="*/ 73830 h 90400"/>
                  <a:gd name="connsiteX13" fmla="*/ 27070 w 39720"/>
                  <a:gd name="connsiteY13" fmla="*/ 71661 h 90400"/>
                  <a:gd name="connsiteX14" fmla="*/ 14793 w 39720"/>
                  <a:gd name="connsiteY14" fmla="*/ 82509 h 90400"/>
                  <a:gd name="connsiteX15" fmla="*/ 12265 w 39720"/>
                  <a:gd name="connsiteY15" fmla="*/ 80339 h 90400"/>
                  <a:gd name="connsiteX16" fmla="*/ 14071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4" y="22844"/>
                    </a:moveTo>
                    <a:lnTo>
                      <a:pt x="38625" y="22844"/>
                    </a:lnTo>
                    <a:lnTo>
                      <a:pt x="40070" y="17782"/>
                    </a:lnTo>
                    <a:lnTo>
                      <a:pt x="29598" y="17782"/>
                    </a:lnTo>
                    <a:lnTo>
                      <a:pt x="34653" y="63"/>
                    </a:lnTo>
                    <a:lnTo>
                      <a:pt x="31042" y="63"/>
                    </a:lnTo>
                    <a:cubicBezTo>
                      <a:pt x="22376" y="11273"/>
                      <a:pt x="16237" y="15612"/>
                      <a:pt x="6488" y="17782"/>
                    </a:cubicBezTo>
                    <a:lnTo>
                      <a:pt x="5404" y="22844"/>
                    </a:lnTo>
                    <a:lnTo>
                      <a:pt x="16598" y="22844"/>
                    </a:lnTo>
                    <a:lnTo>
                      <a:pt x="2516" y="71661"/>
                    </a:lnTo>
                    <a:cubicBezTo>
                      <a:pt x="1432" y="75638"/>
                      <a:pt x="349" y="80339"/>
                      <a:pt x="349" y="82509"/>
                    </a:cubicBezTo>
                    <a:cubicBezTo>
                      <a:pt x="349" y="87210"/>
                      <a:pt x="3599" y="90464"/>
                      <a:pt x="8293" y="90464"/>
                    </a:cubicBezTo>
                    <a:cubicBezTo>
                      <a:pt x="14432" y="90464"/>
                      <a:pt x="20932" y="85040"/>
                      <a:pt x="28876" y="73830"/>
                    </a:cubicBezTo>
                    <a:lnTo>
                      <a:pt x="27070" y="71661"/>
                    </a:lnTo>
                    <a:cubicBezTo>
                      <a:pt x="22015" y="78170"/>
                      <a:pt x="17321" y="82509"/>
                      <a:pt x="14793" y="82509"/>
                    </a:cubicBezTo>
                    <a:cubicBezTo>
                      <a:pt x="13710" y="82509"/>
                      <a:pt x="12265" y="81424"/>
                      <a:pt x="12265" y="80339"/>
                    </a:cubicBezTo>
                    <a:cubicBezTo>
                      <a:pt x="12265" y="79255"/>
                      <a:pt x="12265" y="79255"/>
                      <a:pt x="14071" y="72746"/>
                    </a:cubicBezTo>
                    <a:close/>
                  </a:path>
                </a:pathLst>
              </a:custGeom>
              <a:solidFill>
                <a:srgbClr val="000000"/>
              </a:solidFill>
              <a:ln w="23090" cap="flat">
                <a:noFill/>
                <a:prstDash val="solid"/>
                <a:miter/>
              </a:ln>
            </p:spPr>
            <p:txBody>
              <a:bodyPr rtlCol="0" anchor="ctr"/>
              <a:lstStyle/>
              <a:p>
                <a:endParaRPr lang="zh-CN" altLang="en-US"/>
              </a:p>
            </p:txBody>
          </p:sp>
          <p:sp>
            <p:nvSpPr>
              <p:cNvPr id="170" name="任意多边形: 形状 169"/>
              <p:cNvSpPr/>
              <p:nvPr/>
            </p:nvSpPr>
            <p:spPr>
              <a:xfrm>
                <a:off x="10770884" y="3934600"/>
                <a:ext cx="41164" cy="111012"/>
              </a:xfrm>
              <a:custGeom>
                <a:avLst/>
                <a:gdLst>
                  <a:gd name="connsiteX0" fmla="*/ 25989 w 41164"/>
                  <a:gd name="connsiteY0" fmla="*/ 93719 h 111012"/>
                  <a:gd name="connsiteX1" fmla="*/ 14795 w 41164"/>
                  <a:gd name="connsiteY1" fmla="*/ 103120 h 111012"/>
                  <a:gd name="connsiteX2" fmla="*/ 12628 w 41164"/>
                  <a:gd name="connsiteY2" fmla="*/ 100951 h 111012"/>
                  <a:gd name="connsiteX3" fmla="*/ 12989 w 41164"/>
                  <a:gd name="connsiteY3" fmla="*/ 99143 h 111012"/>
                  <a:gd name="connsiteX4" fmla="*/ 41516 w 41164"/>
                  <a:gd name="connsiteY4" fmla="*/ 63 h 111012"/>
                  <a:gd name="connsiteX5" fmla="*/ 19489 w 41164"/>
                  <a:gd name="connsiteY5" fmla="*/ 3318 h 111012"/>
                  <a:gd name="connsiteX6" fmla="*/ 18767 w 41164"/>
                  <a:gd name="connsiteY6" fmla="*/ 6211 h 111012"/>
                  <a:gd name="connsiteX7" fmla="*/ 20211 w 41164"/>
                  <a:gd name="connsiteY7" fmla="*/ 6211 h 111012"/>
                  <a:gd name="connsiteX8" fmla="*/ 23100 w 41164"/>
                  <a:gd name="connsiteY8" fmla="*/ 5849 h 111012"/>
                  <a:gd name="connsiteX9" fmla="*/ 26711 w 41164"/>
                  <a:gd name="connsiteY9" fmla="*/ 9103 h 111012"/>
                  <a:gd name="connsiteX10" fmla="*/ 25989 w 41164"/>
                  <a:gd name="connsiteY10" fmla="*/ 13804 h 111012"/>
                  <a:gd name="connsiteX11" fmla="*/ 1434 w 41164"/>
                  <a:gd name="connsiteY11" fmla="*/ 99143 h 111012"/>
                  <a:gd name="connsiteX12" fmla="*/ 351 w 41164"/>
                  <a:gd name="connsiteY12" fmla="*/ 104205 h 111012"/>
                  <a:gd name="connsiteX13" fmla="*/ 7212 w 41164"/>
                  <a:gd name="connsiteY13" fmla="*/ 111076 h 111012"/>
                  <a:gd name="connsiteX14" fmla="*/ 27794 w 41164"/>
                  <a:gd name="connsiteY14" fmla="*/ 9588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89" y="93719"/>
                    </a:moveTo>
                    <a:cubicBezTo>
                      <a:pt x="18767" y="102397"/>
                      <a:pt x="17323" y="103120"/>
                      <a:pt x="14795" y="103120"/>
                    </a:cubicBezTo>
                    <a:cubicBezTo>
                      <a:pt x="13712" y="103120"/>
                      <a:pt x="12628" y="102397"/>
                      <a:pt x="12628" y="100951"/>
                    </a:cubicBezTo>
                    <a:cubicBezTo>
                      <a:pt x="12628" y="100589"/>
                      <a:pt x="12989" y="99866"/>
                      <a:pt x="12989" y="99143"/>
                    </a:cubicBezTo>
                    <a:lnTo>
                      <a:pt x="41516" y="63"/>
                    </a:lnTo>
                    <a:cubicBezTo>
                      <a:pt x="31405" y="1871"/>
                      <a:pt x="29961" y="2233"/>
                      <a:pt x="19489" y="3318"/>
                    </a:cubicBezTo>
                    <a:lnTo>
                      <a:pt x="18767" y="6211"/>
                    </a:lnTo>
                    <a:lnTo>
                      <a:pt x="20211" y="6211"/>
                    </a:lnTo>
                    <a:cubicBezTo>
                      <a:pt x="21656" y="6211"/>
                      <a:pt x="22378" y="5849"/>
                      <a:pt x="23100" y="5849"/>
                    </a:cubicBezTo>
                    <a:cubicBezTo>
                      <a:pt x="24906" y="5849"/>
                      <a:pt x="26711" y="7295"/>
                      <a:pt x="26711" y="9103"/>
                    </a:cubicBezTo>
                    <a:cubicBezTo>
                      <a:pt x="26711" y="9827"/>
                      <a:pt x="26350" y="11273"/>
                      <a:pt x="25989" y="13804"/>
                    </a:cubicBezTo>
                    <a:lnTo>
                      <a:pt x="1434" y="99143"/>
                    </a:lnTo>
                    <a:cubicBezTo>
                      <a:pt x="351" y="102397"/>
                      <a:pt x="351" y="103120"/>
                      <a:pt x="351" y="104205"/>
                    </a:cubicBezTo>
                    <a:cubicBezTo>
                      <a:pt x="351" y="108183"/>
                      <a:pt x="3240" y="111076"/>
                      <a:pt x="7212" y="111076"/>
                    </a:cubicBezTo>
                    <a:cubicBezTo>
                      <a:pt x="13350" y="111076"/>
                      <a:pt x="17684" y="107821"/>
                      <a:pt x="27794" y="95888"/>
                    </a:cubicBezTo>
                    <a:close/>
                  </a:path>
                </a:pathLst>
              </a:custGeom>
              <a:solidFill>
                <a:srgbClr val="000000"/>
              </a:solidFill>
              <a:ln w="23090" cap="flat">
                <a:noFill/>
                <a:prstDash val="solid"/>
                <a:miter/>
              </a:ln>
            </p:spPr>
            <p:txBody>
              <a:bodyPr rtlCol="0" anchor="ctr"/>
              <a:lstStyle/>
              <a:p>
                <a:endParaRPr lang="zh-CN" altLang="en-US"/>
              </a:p>
            </p:txBody>
          </p:sp>
          <p:sp>
            <p:nvSpPr>
              <p:cNvPr id="171" name="任意多边形: 形状 170"/>
              <p:cNvSpPr/>
              <p:nvPr/>
            </p:nvSpPr>
            <p:spPr>
              <a:xfrm>
                <a:off x="10809920" y="3971122"/>
                <a:ext cx="59580" cy="74490"/>
              </a:xfrm>
              <a:custGeom>
                <a:avLst/>
                <a:gdLst>
                  <a:gd name="connsiteX0" fmla="*/ 49462 w 59580"/>
                  <a:gd name="connsiteY0" fmla="*/ 55389 h 74490"/>
                  <a:gd name="connsiteX1" fmla="*/ 28518 w 59580"/>
                  <a:gd name="connsiteY1" fmla="*/ 66237 h 74490"/>
                  <a:gd name="connsiteX2" fmla="*/ 13352 w 59580"/>
                  <a:gd name="connsiteY2" fmla="*/ 49603 h 74490"/>
                  <a:gd name="connsiteX3" fmla="*/ 14074 w 59580"/>
                  <a:gd name="connsiteY3" fmla="*/ 41286 h 74490"/>
                  <a:gd name="connsiteX4" fmla="*/ 41518 w 59580"/>
                  <a:gd name="connsiteY4" fmla="*/ 35500 h 74490"/>
                  <a:gd name="connsiteX5" fmla="*/ 59934 w 59580"/>
                  <a:gd name="connsiteY5" fmla="*/ 11996 h 74490"/>
                  <a:gd name="connsiteX6" fmla="*/ 44768 w 59580"/>
                  <a:gd name="connsiteY6" fmla="*/ 63 h 74490"/>
                  <a:gd name="connsiteX7" fmla="*/ 353 w 59580"/>
                  <a:gd name="connsiteY7" fmla="*/ 50326 h 74490"/>
                  <a:gd name="connsiteX8" fmla="*/ 21657 w 59580"/>
                  <a:gd name="connsiteY8" fmla="*/ 74554 h 74490"/>
                  <a:gd name="connsiteX9" fmla="*/ 52712 w 59580"/>
                  <a:gd name="connsiteY9" fmla="*/ 57558 h 74490"/>
                  <a:gd name="connsiteX10" fmla="*/ 15158 w 59580"/>
                  <a:gd name="connsiteY10" fmla="*/ 36947 h 74490"/>
                  <a:gd name="connsiteX11" fmla="*/ 41879 w 59580"/>
                  <a:gd name="connsiteY11" fmla="*/ 4764 h 74490"/>
                  <a:gd name="connsiteX12" fmla="*/ 48379 w 59580"/>
                  <a:gd name="connsiteY12" fmla="*/ 11635 h 74490"/>
                  <a:gd name="connsiteX13" fmla="*/ 42601 w 59580"/>
                  <a:gd name="connsiteY13" fmla="*/ 25376 h 74490"/>
                  <a:gd name="connsiteX14" fmla="*/ 21657 w 59580"/>
                  <a:gd name="connsiteY14" fmla="*/ 36585 h 74490"/>
                  <a:gd name="connsiteX15" fmla="*/ 15158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62" y="55389"/>
                    </a:moveTo>
                    <a:cubicBezTo>
                      <a:pt x="42601" y="62982"/>
                      <a:pt x="35740" y="66237"/>
                      <a:pt x="28518" y="66237"/>
                    </a:cubicBezTo>
                    <a:cubicBezTo>
                      <a:pt x="19852" y="66237"/>
                      <a:pt x="13352" y="59366"/>
                      <a:pt x="13352" y="49603"/>
                    </a:cubicBezTo>
                    <a:cubicBezTo>
                      <a:pt x="13352" y="47072"/>
                      <a:pt x="13713" y="44179"/>
                      <a:pt x="14074" y="41286"/>
                    </a:cubicBezTo>
                    <a:cubicBezTo>
                      <a:pt x="26713" y="40563"/>
                      <a:pt x="33935" y="39116"/>
                      <a:pt x="41518" y="35500"/>
                    </a:cubicBezTo>
                    <a:cubicBezTo>
                      <a:pt x="52712" y="30438"/>
                      <a:pt x="59934" y="21036"/>
                      <a:pt x="59934" y="11996"/>
                    </a:cubicBezTo>
                    <a:cubicBezTo>
                      <a:pt x="59934" y="5126"/>
                      <a:pt x="53434" y="63"/>
                      <a:pt x="44768" y="63"/>
                    </a:cubicBezTo>
                    <a:cubicBezTo>
                      <a:pt x="23102" y="63"/>
                      <a:pt x="353" y="26099"/>
                      <a:pt x="353" y="50326"/>
                    </a:cubicBezTo>
                    <a:cubicBezTo>
                      <a:pt x="353" y="64790"/>
                      <a:pt x="9019" y="74554"/>
                      <a:pt x="21657" y="74554"/>
                    </a:cubicBezTo>
                    <a:cubicBezTo>
                      <a:pt x="31768" y="74554"/>
                      <a:pt x="40434" y="69491"/>
                      <a:pt x="52712" y="57558"/>
                    </a:cubicBezTo>
                    <a:close/>
                    <a:moveTo>
                      <a:pt x="15158" y="36947"/>
                    </a:moveTo>
                    <a:cubicBezTo>
                      <a:pt x="20574" y="18505"/>
                      <a:pt x="32129" y="4764"/>
                      <a:pt x="41879" y="4764"/>
                    </a:cubicBezTo>
                    <a:cubicBezTo>
                      <a:pt x="45490" y="4764"/>
                      <a:pt x="48379" y="7657"/>
                      <a:pt x="48379" y="11635"/>
                    </a:cubicBezTo>
                    <a:cubicBezTo>
                      <a:pt x="48379" y="15974"/>
                      <a:pt x="46212" y="21036"/>
                      <a:pt x="42601" y="25376"/>
                    </a:cubicBezTo>
                    <a:cubicBezTo>
                      <a:pt x="37185" y="31161"/>
                      <a:pt x="30324" y="35139"/>
                      <a:pt x="21657" y="36585"/>
                    </a:cubicBezTo>
                    <a:cubicBezTo>
                      <a:pt x="20213" y="36585"/>
                      <a:pt x="18046" y="36947"/>
                      <a:pt x="15158" y="36947"/>
                    </a:cubicBezTo>
                    <a:close/>
                  </a:path>
                </a:pathLst>
              </a:custGeom>
              <a:solidFill>
                <a:srgbClr val="000000"/>
              </a:solidFill>
              <a:ln w="23090" cap="flat">
                <a:noFill/>
                <a:prstDash val="solid"/>
                <a:miter/>
              </a:ln>
            </p:spPr>
            <p:txBody>
              <a:bodyPr rtlCol="0" anchor="ctr"/>
              <a:lstStyle/>
              <a:p>
                <a:endParaRPr lang="zh-CN" altLang="en-US"/>
              </a:p>
            </p:txBody>
          </p:sp>
        </p:grpSp>
        <p:sp>
          <p:nvSpPr>
            <p:cNvPr id="16" name="任意多边形: 形状 15"/>
            <p:cNvSpPr/>
            <p:nvPr/>
          </p:nvSpPr>
          <p:spPr>
            <a:xfrm>
              <a:off x="8904664" y="5187398"/>
              <a:ext cx="97473" cy="135650"/>
            </a:xfrm>
            <a:custGeom>
              <a:avLst/>
              <a:gdLst>
                <a:gd name="connsiteX0" fmla="*/ 41074 w 77274"/>
                <a:gd name="connsiteY0" fmla="*/ 10211 h 99802"/>
                <a:gd name="connsiteX1" fmla="*/ 37463 w 77274"/>
                <a:gd name="connsiteY1" fmla="*/ 86 h 99802"/>
                <a:gd name="connsiteX2" fmla="*/ 15797 w 77274"/>
                <a:gd name="connsiteY2" fmla="*/ 5149 h 99802"/>
                <a:gd name="connsiteX3" fmla="*/ 15074 w 77274"/>
                <a:gd name="connsiteY3" fmla="*/ 7680 h 99802"/>
                <a:gd name="connsiteX4" fmla="*/ 19769 w 77274"/>
                <a:gd name="connsiteY4" fmla="*/ 6957 h 99802"/>
                <a:gd name="connsiteX5" fmla="*/ 30241 w 77274"/>
                <a:gd name="connsiteY5" fmla="*/ 25037 h 99802"/>
                <a:gd name="connsiteX6" fmla="*/ 33490 w 77274"/>
                <a:gd name="connsiteY6" fmla="*/ 73854 h 99802"/>
                <a:gd name="connsiteX7" fmla="*/ 13630 w 77274"/>
                <a:gd name="connsiteY7" fmla="*/ 91572 h 99802"/>
                <a:gd name="connsiteX8" fmla="*/ 12908 w 77274"/>
                <a:gd name="connsiteY8" fmla="*/ 90126 h 99802"/>
                <a:gd name="connsiteX9" fmla="*/ 7853 w 77274"/>
                <a:gd name="connsiteY9" fmla="*/ 86510 h 99802"/>
                <a:gd name="connsiteX10" fmla="*/ 270 w 77274"/>
                <a:gd name="connsiteY10" fmla="*/ 93742 h 99802"/>
                <a:gd name="connsiteX11" fmla="*/ 6769 w 77274"/>
                <a:gd name="connsiteY11" fmla="*/ 99889 h 99802"/>
                <a:gd name="connsiteX12" fmla="*/ 47934 w 77274"/>
                <a:gd name="connsiteY12" fmla="*/ 61921 h 99802"/>
                <a:gd name="connsiteX13" fmla="*/ 77544 w 77274"/>
                <a:gd name="connsiteY13" fmla="*/ 10935 h 99802"/>
                <a:gd name="connsiteX14" fmla="*/ 69600 w 77274"/>
                <a:gd name="connsiteY14" fmla="*/ 448 h 99802"/>
                <a:gd name="connsiteX15" fmla="*/ 63100 w 77274"/>
                <a:gd name="connsiteY15" fmla="*/ 6957 h 99802"/>
                <a:gd name="connsiteX16" fmla="*/ 67795 w 77274"/>
                <a:gd name="connsiteY16" fmla="*/ 13827 h 99802"/>
                <a:gd name="connsiteX17" fmla="*/ 71406 w 77274"/>
                <a:gd name="connsiteY17" fmla="*/ 17443 h 99802"/>
                <a:gd name="connsiteX18" fmla="*/ 43601 w 77274"/>
                <a:gd name="connsiteY18" fmla="*/ 61559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1074" y="10211"/>
                  </a:moveTo>
                  <a:cubicBezTo>
                    <a:pt x="40351" y="5149"/>
                    <a:pt x="39629" y="2618"/>
                    <a:pt x="37463" y="86"/>
                  </a:cubicBezTo>
                  <a:lnTo>
                    <a:pt x="15797" y="5149"/>
                  </a:lnTo>
                  <a:lnTo>
                    <a:pt x="15074" y="7680"/>
                  </a:lnTo>
                  <a:cubicBezTo>
                    <a:pt x="17241" y="7319"/>
                    <a:pt x="18324" y="6957"/>
                    <a:pt x="19769" y="6957"/>
                  </a:cubicBezTo>
                  <a:cubicBezTo>
                    <a:pt x="26991" y="6957"/>
                    <a:pt x="29518" y="11296"/>
                    <a:pt x="30241" y="25037"/>
                  </a:cubicBezTo>
                  <a:lnTo>
                    <a:pt x="33490" y="73854"/>
                  </a:lnTo>
                  <a:cubicBezTo>
                    <a:pt x="21935" y="87233"/>
                    <a:pt x="16880" y="91572"/>
                    <a:pt x="13630" y="91572"/>
                  </a:cubicBezTo>
                  <a:cubicBezTo>
                    <a:pt x="13269" y="91572"/>
                    <a:pt x="12908" y="91572"/>
                    <a:pt x="12908" y="90126"/>
                  </a:cubicBezTo>
                  <a:cubicBezTo>
                    <a:pt x="12547" y="87956"/>
                    <a:pt x="10380" y="86510"/>
                    <a:pt x="7853" y="86510"/>
                  </a:cubicBezTo>
                  <a:cubicBezTo>
                    <a:pt x="4242" y="86510"/>
                    <a:pt x="270" y="90126"/>
                    <a:pt x="270" y="93742"/>
                  </a:cubicBezTo>
                  <a:cubicBezTo>
                    <a:pt x="270" y="96997"/>
                    <a:pt x="3158" y="99889"/>
                    <a:pt x="6769" y="99889"/>
                  </a:cubicBezTo>
                  <a:cubicBezTo>
                    <a:pt x="14352" y="99889"/>
                    <a:pt x="27352" y="87956"/>
                    <a:pt x="47934" y="61921"/>
                  </a:cubicBezTo>
                  <a:cubicBezTo>
                    <a:pt x="66711" y="38055"/>
                    <a:pt x="77544" y="19252"/>
                    <a:pt x="77544" y="10935"/>
                  </a:cubicBezTo>
                  <a:cubicBezTo>
                    <a:pt x="77544" y="4787"/>
                    <a:pt x="74294" y="448"/>
                    <a:pt x="69600" y="448"/>
                  </a:cubicBezTo>
                  <a:cubicBezTo>
                    <a:pt x="65628" y="448"/>
                    <a:pt x="63100" y="2979"/>
                    <a:pt x="63100" y="6957"/>
                  </a:cubicBezTo>
                  <a:cubicBezTo>
                    <a:pt x="63100" y="9850"/>
                    <a:pt x="64906" y="13104"/>
                    <a:pt x="67795" y="13827"/>
                  </a:cubicBezTo>
                  <a:cubicBezTo>
                    <a:pt x="71406" y="15636"/>
                    <a:pt x="71406" y="15636"/>
                    <a:pt x="71406" y="17443"/>
                  </a:cubicBezTo>
                  <a:cubicBezTo>
                    <a:pt x="71406" y="23229"/>
                    <a:pt x="59489" y="42394"/>
                    <a:pt x="43601" y="61559"/>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17" name="Graphic 2"/>
            <p:cNvGrpSpPr/>
            <p:nvPr/>
          </p:nvGrpSpPr>
          <p:grpSpPr>
            <a:xfrm>
              <a:off x="9004868" y="5186908"/>
              <a:ext cx="395881" cy="102721"/>
              <a:chOff x="8952627" y="4507480"/>
              <a:chExt cx="313844" cy="75575"/>
            </a:xfrm>
            <a:solidFill>
              <a:schemeClr val="tx1"/>
            </a:solidFill>
          </p:grpSpPr>
          <p:sp>
            <p:nvSpPr>
              <p:cNvPr id="154" name="任意多边形: 形状 153"/>
              <p:cNvSpPr/>
              <p:nvPr/>
            </p:nvSpPr>
            <p:spPr>
              <a:xfrm>
                <a:off x="8952627" y="4508203"/>
                <a:ext cx="59580" cy="74490"/>
              </a:xfrm>
              <a:custGeom>
                <a:avLst/>
                <a:gdLst>
                  <a:gd name="connsiteX0" fmla="*/ 49382 w 59580"/>
                  <a:gd name="connsiteY0" fmla="*/ 55412 h 74490"/>
                  <a:gd name="connsiteX1" fmla="*/ 28438 w 59580"/>
                  <a:gd name="connsiteY1" fmla="*/ 66260 h 74490"/>
                  <a:gd name="connsiteX2" fmla="*/ 13272 w 59580"/>
                  <a:gd name="connsiteY2" fmla="*/ 49626 h 74490"/>
                  <a:gd name="connsiteX3" fmla="*/ 13994 w 59580"/>
                  <a:gd name="connsiteY3" fmla="*/ 41309 h 74490"/>
                  <a:gd name="connsiteX4" fmla="*/ 41437 w 59580"/>
                  <a:gd name="connsiteY4" fmla="*/ 35524 h 74490"/>
                  <a:gd name="connsiteX5" fmla="*/ 59853 w 59580"/>
                  <a:gd name="connsiteY5" fmla="*/ 12019 h 74490"/>
                  <a:gd name="connsiteX6" fmla="*/ 44687 w 59580"/>
                  <a:gd name="connsiteY6" fmla="*/ 86 h 74490"/>
                  <a:gd name="connsiteX7" fmla="*/ 272 w 59580"/>
                  <a:gd name="connsiteY7" fmla="*/ 50349 h 74490"/>
                  <a:gd name="connsiteX8" fmla="*/ 21577 w 59580"/>
                  <a:gd name="connsiteY8" fmla="*/ 74577 h 74490"/>
                  <a:gd name="connsiteX9" fmla="*/ 52631 w 59580"/>
                  <a:gd name="connsiteY9" fmla="*/ 57581 h 74490"/>
                  <a:gd name="connsiteX10" fmla="*/ 15077 w 59580"/>
                  <a:gd name="connsiteY10" fmla="*/ 36970 h 74490"/>
                  <a:gd name="connsiteX11" fmla="*/ 41798 w 59580"/>
                  <a:gd name="connsiteY11" fmla="*/ 4787 h 74490"/>
                  <a:gd name="connsiteX12" fmla="*/ 48298 w 59580"/>
                  <a:gd name="connsiteY12" fmla="*/ 11658 h 74490"/>
                  <a:gd name="connsiteX13" fmla="*/ 42521 w 59580"/>
                  <a:gd name="connsiteY13" fmla="*/ 25399 h 74490"/>
                  <a:gd name="connsiteX14" fmla="*/ 21577 w 59580"/>
                  <a:gd name="connsiteY14" fmla="*/ 36608 h 74490"/>
                  <a:gd name="connsiteX15" fmla="*/ 15077 w 59580"/>
                  <a:gd name="connsiteY15" fmla="*/ 36970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2" y="55412"/>
                    </a:moveTo>
                    <a:cubicBezTo>
                      <a:pt x="42521" y="63006"/>
                      <a:pt x="35660" y="66260"/>
                      <a:pt x="28438" y="66260"/>
                    </a:cubicBezTo>
                    <a:cubicBezTo>
                      <a:pt x="19772" y="66260"/>
                      <a:pt x="13272" y="59389"/>
                      <a:pt x="13272" y="49626"/>
                    </a:cubicBezTo>
                    <a:cubicBezTo>
                      <a:pt x="13272" y="47095"/>
                      <a:pt x="13633" y="44202"/>
                      <a:pt x="13994" y="41309"/>
                    </a:cubicBezTo>
                    <a:cubicBezTo>
                      <a:pt x="26632" y="40586"/>
                      <a:pt x="33854" y="39140"/>
                      <a:pt x="41437" y="35524"/>
                    </a:cubicBezTo>
                    <a:cubicBezTo>
                      <a:pt x="52631" y="30461"/>
                      <a:pt x="59853" y="21059"/>
                      <a:pt x="59853" y="12019"/>
                    </a:cubicBezTo>
                    <a:cubicBezTo>
                      <a:pt x="59853" y="5149"/>
                      <a:pt x="53354" y="86"/>
                      <a:pt x="44687" y="86"/>
                    </a:cubicBezTo>
                    <a:cubicBezTo>
                      <a:pt x="23021" y="86"/>
                      <a:pt x="272" y="26122"/>
                      <a:pt x="272" y="50349"/>
                    </a:cubicBezTo>
                    <a:cubicBezTo>
                      <a:pt x="272" y="64814"/>
                      <a:pt x="8939" y="74577"/>
                      <a:pt x="21577" y="74577"/>
                    </a:cubicBezTo>
                    <a:cubicBezTo>
                      <a:pt x="31688" y="74577"/>
                      <a:pt x="40354" y="69514"/>
                      <a:pt x="52631" y="57581"/>
                    </a:cubicBezTo>
                    <a:close/>
                    <a:moveTo>
                      <a:pt x="15077" y="36970"/>
                    </a:moveTo>
                    <a:cubicBezTo>
                      <a:pt x="20494" y="18528"/>
                      <a:pt x="32049" y="4787"/>
                      <a:pt x="41798" y="4787"/>
                    </a:cubicBezTo>
                    <a:cubicBezTo>
                      <a:pt x="45409" y="4787"/>
                      <a:pt x="48298" y="7680"/>
                      <a:pt x="48298" y="11658"/>
                    </a:cubicBezTo>
                    <a:cubicBezTo>
                      <a:pt x="48298" y="15997"/>
                      <a:pt x="46132" y="21059"/>
                      <a:pt x="42521" y="25399"/>
                    </a:cubicBezTo>
                    <a:cubicBezTo>
                      <a:pt x="37104" y="31184"/>
                      <a:pt x="30243" y="35162"/>
                      <a:pt x="21577" y="36608"/>
                    </a:cubicBezTo>
                    <a:cubicBezTo>
                      <a:pt x="20133" y="36608"/>
                      <a:pt x="17966" y="36970"/>
                      <a:pt x="15077" y="36970"/>
                    </a:cubicBezTo>
                    <a:close/>
                  </a:path>
                </a:pathLst>
              </a:custGeom>
              <a:grpFill/>
              <a:ln w="3175" cap="flat">
                <a:solidFill>
                  <a:schemeClr val="tx1"/>
                </a:solidFill>
                <a:prstDash val="solid"/>
                <a:miter/>
              </a:ln>
            </p:spPr>
            <p:txBody>
              <a:bodyPr rtlCol="0" anchor="ctr"/>
              <a:lstStyle/>
              <a:p>
                <a:endParaRPr lang="zh-CN" altLang="en-US"/>
              </a:p>
            </p:txBody>
          </p:sp>
          <p:sp>
            <p:nvSpPr>
              <p:cNvPr id="155" name="任意多边形: 形状 154"/>
              <p:cNvSpPr/>
              <p:nvPr/>
            </p:nvSpPr>
            <p:spPr>
              <a:xfrm>
                <a:off x="9017222" y="4508926"/>
                <a:ext cx="70413" cy="74128"/>
              </a:xfrm>
              <a:custGeom>
                <a:avLst/>
                <a:gdLst>
                  <a:gd name="connsiteX0" fmla="*/ 66717 w 70413"/>
                  <a:gd name="connsiteY0" fmla="*/ 55050 h 74128"/>
                  <a:gd name="connsiteX1" fmla="*/ 54801 w 70413"/>
                  <a:gd name="connsiteY1" fmla="*/ 65537 h 74128"/>
                  <a:gd name="connsiteX2" fmla="*/ 52995 w 70413"/>
                  <a:gd name="connsiteY2" fmla="*/ 63729 h 74128"/>
                  <a:gd name="connsiteX3" fmla="*/ 54079 w 70413"/>
                  <a:gd name="connsiteY3" fmla="*/ 59389 h 74128"/>
                  <a:gd name="connsiteX4" fmla="*/ 70689 w 70413"/>
                  <a:gd name="connsiteY4" fmla="*/ 810 h 74128"/>
                  <a:gd name="connsiteX5" fmla="*/ 58412 w 70413"/>
                  <a:gd name="connsiteY5" fmla="*/ 2256 h 74128"/>
                  <a:gd name="connsiteX6" fmla="*/ 56245 w 70413"/>
                  <a:gd name="connsiteY6" fmla="*/ 10935 h 74128"/>
                  <a:gd name="connsiteX7" fmla="*/ 44329 w 70413"/>
                  <a:gd name="connsiteY7" fmla="*/ 86 h 74128"/>
                  <a:gd name="connsiteX8" fmla="*/ 275 w 70413"/>
                  <a:gd name="connsiteY8" fmla="*/ 56135 h 74128"/>
                  <a:gd name="connsiteX9" fmla="*/ 14358 w 70413"/>
                  <a:gd name="connsiteY9" fmla="*/ 73492 h 74128"/>
                  <a:gd name="connsiteX10" fmla="*/ 30246 w 70413"/>
                  <a:gd name="connsiteY10" fmla="*/ 67345 h 74128"/>
                  <a:gd name="connsiteX11" fmla="*/ 43968 w 70413"/>
                  <a:gd name="connsiteY11" fmla="*/ 52519 h 74128"/>
                  <a:gd name="connsiteX12" fmla="*/ 43246 w 70413"/>
                  <a:gd name="connsiteY12" fmla="*/ 56135 h 74128"/>
                  <a:gd name="connsiteX13" fmla="*/ 41079 w 70413"/>
                  <a:gd name="connsiteY13" fmla="*/ 66983 h 74128"/>
                  <a:gd name="connsiteX14" fmla="*/ 47579 w 70413"/>
                  <a:gd name="connsiteY14" fmla="*/ 74215 h 74128"/>
                  <a:gd name="connsiteX15" fmla="*/ 68883 w 70413"/>
                  <a:gd name="connsiteY15" fmla="*/ 57220 h 74128"/>
                  <a:gd name="connsiteX16" fmla="*/ 44690 w 70413"/>
                  <a:gd name="connsiteY16" fmla="*/ 4787 h 74128"/>
                  <a:gd name="connsiteX17" fmla="*/ 53356 w 70413"/>
                  <a:gd name="connsiteY17" fmla="*/ 14912 h 74128"/>
                  <a:gd name="connsiteX18" fmla="*/ 36746 w 70413"/>
                  <a:gd name="connsiteY18" fmla="*/ 55050 h 74128"/>
                  <a:gd name="connsiteX19" fmla="*/ 21580 w 70413"/>
                  <a:gd name="connsiteY19" fmla="*/ 64090 h 74128"/>
                  <a:gd name="connsiteX20" fmla="*/ 12914 w 70413"/>
                  <a:gd name="connsiteY20" fmla="*/ 53242 h 74128"/>
                  <a:gd name="connsiteX21" fmla="*/ 26274 w 70413"/>
                  <a:gd name="connsiteY21" fmla="*/ 18167 h 74128"/>
                  <a:gd name="connsiteX22" fmla="*/ 44690 w 70413"/>
                  <a:gd name="connsiteY22" fmla="*/ 4787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7" y="55050"/>
                    </a:moveTo>
                    <a:cubicBezTo>
                      <a:pt x="62023" y="61921"/>
                      <a:pt x="58051" y="65537"/>
                      <a:pt x="54801" y="65537"/>
                    </a:cubicBezTo>
                    <a:cubicBezTo>
                      <a:pt x="53717" y="65537"/>
                      <a:pt x="52995" y="64814"/>
                      <a:pt x="52995" y="63729"/>
                    </a:cubicBezTo>
                    <a:cubicBezTo>
                      <a:pt x="52995" y="63006"/>
                      <a:pt x="52995" y="62644"/>
                      <a:pt x="54079" y="59389"/>
                    </a:cubicBezTo>
                    <a:lnTo>
                      <a:pt x="70689" y="810"/>
                    </a:lnTo>
                    <a:lnTo>
                      <a:pt x="58412" y="2256"/>
                    </a:lnTo>
                    <a:lnTo>
                      <a:pt x="56245" y="10935"/>
                    </a:lnTo>
                    <a:cubicBezTo>
                      <a:pt x="54801" y="4064"/>
                      <a:pt x="50468" y="86"/>
                      <a:pt x="44329" y="86"/>
                    </a:cubicBezTo>
                    <a:cubicBezTo>
                      <a:pt x="25191" y="86"/>
                      <a:pt x="275" y="31546"/>
                      <a:pt x="275" y="56135"/>
                    </a:cubicBezTo>
                    <a:cubicBezTo>
                      <a:pt x="275" y="66622"/>
                      <a:pt x="6053" y="73492"/>
                      <a:pt x="14358" y="73492"/>
                    </a:cubicBezTo>
                    <a:cubicBezTo>
                      <a:pt x="19052" y="73492"/>
                      <a:pt x="25191" y="71322"/>
                      <a:pt x="30246" y="67345"/>
                    </a:cubicBezTo>
                    <a:cubicBezTo>
                      <a:pt x="34940" y="64090"/>
                      <a:pt x="37829" y="60836"/>
                      <a:pt x="43968" y="52519"/>
                    </a:cubicBezTo>
                    <a:cubicBezTo>
                      <a:pt x="43968" y="53965"/>
                      <a:pt x="43246" y="55773"/>
                      <a:pt x="43246" y="56135"/>
                    </a:cubicBezTo>
                    <a:cubicBezTo>
                      <a:pt x="41079" y="64452"/>
                      <a:pt x="41079" y="64452"/>
                      <a:pt x="41079" y="66983"/>
                    </a:cubicBezTo>
                    <a:cubicBezTo>
                      <a:pt x="41079" y="71322"/>
                      <a:pt x="43607" y="74215"/>
                      <a:pt x="47579" y="74215"/>
                    </a:cubicBezTo>
                    <a:cubicBezTo>
                      <a:pt x="54079" y="74215"/>
                      <a:pt x="60578" y="68791"/>
                      <a:pt x="68883" y="57220"/>
                    </a:cubicBezTo>
                    <a:close/>
                    <a:moveTo>
                      <a:pt x="44690" y="4787"/>
                    </a:moveTo>
                    <a:cubicBezTo>
                      <a:pt x="50106" y="4787"/>
                      <a:pt x="53356" y="8765"/>
                      <a:pt x="53356" y="14912"/>
                    </a:cubicBezTo>
                    <a:cubicBezTo>
                      <a:pt x="53356" y="26845"/>
                      <a:pt x="46135" y="44564"/>
                      <a:pt x="36746" y="55050"/>
                    </a:cubicBezTo>
                    <a:cubicBezTo>
                      <a:pt x="31691" y="60836"/>
                      <a:pt x="25913" y="64090"/>
                      <a:pt x="21580" y="64090"/>
                    </a:cubicBezTo>
                    <a:cubicBezTo>
                      <a:pt x="15802" y="64090"/>
                      <a:pt x="12914" y="60474"/>
                      <a:pt x="12914" y="53242"/>
                    </a:cubicBezTo>
                    <a:cubicBezTo>
                      <a:pt x="12914" y="43479"/>
                      <a:pt x="17608" y="30823"/>
                      <a:pt x="26274" y="18167"/>
                    </a:cubicBezTo>
                    <a:cubicBezTo>
                      <a:pt x="32413" y="9488"/>
                      <a:pt x="38551" y="4787"/>
                      <a:pt x="44690" y="4787"/>
                    </a:cubicBezTo>
                    <a:close/>
                  </a:path>
                </a:pathLst>
              </a:custGeom>
              <a:grpFill/>
              <a:ln w="3175" cap="flat">
                <a:solidFill>
                  <a:schemeClr val="tx1"/>
                </a:solidFill>
                <a:prstDash val="solid"/>
                <a:miter/>
              </a:ln>
            </p:spPr>
            <p:txBody>
              <a:bodyPr rtlCol="0" anchor="ctr"/>
              <a:lstStyle/>
              <a:p>
                <a:endParaRPr lang="zh-CN" altLang="en-US"/>
              </a:p>
            </p:txBody>
          </p:sp>
          <p:sp>
            <p:nvSpPr>
              <p:cNvPr id="156" name="任意多边形: 形状 155"/>
              <p:cNvSpPr/>
              <p:nvPr/>
            </p:nvSpPr>
            <p:spPr>
              <a:xfrm>
                <a:off x="9096080" y="4507480"/>
                <a:ext cx="55608" cy="73044"/>
              </a:xfrm>
              <a:custGeom>
                <a:avLst/>
                <a:gdLst>
                  <a:gd name="connsiteX0" fmla="*/ 32416 w 55608"/>
                  <a:gd name="connsiteY0" fmla="*/ 86 h 73044"/>
                  <a:gd name="connsiteX1" fmla="*/ 9306 w 55608"/>
                  <a:gd name="connsiteY1" fmla="*/ 2979 h 73044"/>
                  <a:gd name="connsiteX2" fmla="*/ 8584 w 55608"/>
                  <a:gd name="connsiteY2" fmla="*/ 6595 h 73044"/>
                  <a:gd name="connsiteX3" fmla="*/ 12195 w 55608"/>
                  <a:gd name="connsiteY3" fmla="*/ 5872 h 73044"/>
                  <a:gd name="connsiteX4" fmla="*/ 15084 w 55608"/>
                  <a:gd name="connsiteY4" fmla="*/ 5510 h 73044"/>
                  <a:gd name="connsiteX5" fmla="*/ 18333 w 55608"/>
                  <a:gd name="connsiteY5" fmla="*/ 8765 h 73044"/>
                  <a:gd name="connsiteX6" fmla="*/ 16889 w 55608"/>
                  <a:gd name="connsiteY6" fmla="*/ 15635 h 73044"/>
                  <a:gd name="connsiteX7" fmla="*/ 279 w 55608"/>
                  <a:gd name="connsiteY7" fmla="*/ 73130 h 73044"/>
                  <a:gd name="connsiteX8" fmla="*/ 12917 w 55608"/>
                  <a:gd name="connsiteY8" fmla="*/ 73130 h 73044"/>
                  <a:gd name="connsiteX9" fmla="*/ 30972 w 55608"/>
                  <a:gd name="connsiteY9" fmla="*/ 27568 h 73044"/>
                  <a:gd name="connsiteX10" fmla="*/ 41444 w 55608"/>
                  <a:gd name="connsiteY10" fmla="*/ 13104 h 73044"/>
                  <a:gd name="connsiteX11" fmla="*/ 42888 w 55608"/>
                  <a:gd name="connsiteY11" fmla="*/ 15635 h 73044"/>
                  <a:gd name="connsiteX12" fmla="*/ 47943 w 55608"/>
                  <a:gd name="connsiteY12" fmla="*/ 19975 h 73044"/>
                  <a:gd name="connsiteX13" fmla="*/ 55887 w 55608"/>
                  <a:gd name="connsiteY13" fmla="*/ 8765 h 73044"/>
                  <a:gd name="connsiteX14" fmla="*/ 49388 w 55608"/>
                  <a:gd name="connsiteY14" fmla="*/ 86 h 73044"/>
                  <a:gd name="connsiteX15" fmla="*/ 22667 w 55608"/>
                  <a:gd name="connsiteY15" fmla="*/ 35162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16" y="86"/>
                    </a:moveTo>
                    <a:cubicBezTo>
                      <a:pt x="22306" y="1894"/>
                      <a:pt x="20861" y="1894"/>
                      <a:pt x="9306" y="2979"/>
                    </a:cubicBezTo>
                    <a:lnTo>
                      <a:pt x="8584" y="6595"/>
                    </a:lnTo>
                    <a:cubicBezTo>
                      <a:pt x="10389" y="6234"/>
                      <a:pt x="11834" y="5872"/>
                      <a:pt x="12195" y="5872"/>
                    </a:cubicBezTo>
                    <a:cubicBezTo>
                      <a:pt x="13278" y="5872"/>
                      <a:pt x="14361" y="5510"/>
                      <a:pt x="15084" y="5510"/>
                    </a:cubicBezTo>
                    <a:cubicBezTo>
                      <a:pt x="16889" y="5510"/>
                      <a:pt x="18333" y="6957"/>
                      <a:pt x="18333" y="8765"/>
                    </a:cubicBezTo>
                    <a:cubicBezTo>
                      <a:pt x="18333" y="9488"/>
                      <a:pt x="17972" y="12019"/>
                      <a:pt x="16889" y="15635"/>
                    </a:cubicBezTo>
                    <a:lnTo>
                      <a:pt x="279" y="73130"/>
                    </a:lnTo>
                    <a:lnTo>
                      <a:pt x="12917" y="73130"/>
                    </a:lnTo>
                    <a:cubicBezTo>
                      <a:pt x="16167" y="59389"/>
                      <a:pt x="22667" y="43479"/>
                      <a:pt x="30972" y="27568"/>
                    </a:cubicBezTo>
                    <a:cubicBezTo>
                      <a:pt x="34222" y="21059"/>
                      <a:pt x="40360" y="13104"/>
                      <a:pt x="41444" y="13104"/>
                    </a:cubicBezTo>
                    <a:cubicBezTo>
                      <a:pt x="42166" y="13104"/>
                      <a:pt x="42527" y="13827"/>
                      <a:pt x="42888" y="15635"/>
                    </a:cubicBezTo>
                    <a:cubicBezTo>
                      <a:pt x="43249" y="18167"/>
                      <a:pt x="45055" y="19975"/>
                      <a:pt x="47943" y="19975"/>
                    </a:cubicBezTo>
                    <a:cubicBezTo>
                      <a:pt x="51915" y="19975"/>
                      <a:pt x="55887" y="14189"/>
                      <a:pt x="55887" y="8765"/>
                    </a:cubicBezTo>
                    <a:cubicBezTo>
                      <a:pt x="55887" y="3702"/>
                      <a:pt x="53360" y="86"/>
                      <a:pt x="49388" y="86"/>
                    </a:cubicBezTo>
                    <a:cubicBezTo>
                      <a:pt x="42527" y="86"/>
                      <a:pt x="32055" y="13827"/>
                      <a:pt x="22667" y="35162"/>
                    </a:cubicBezTo>
                    <a:close/>
                  </a:path>
                </a:pathLst>
              </a:custGeom>
              <a:grpFill/>
              <a:ln w="3175" cap="flat">
                <a:solidFill>
                  <a:schemeClr val="tx1"/>
                </a:solidFill>
                <a:prstDash val="solid"/>
                <a:miter/>
              </a:ln>
            </p:spPr>
            <p:txBody>
              <a:bodyPr rtlCol="0" anchor="ctr"/>
              <a:lstStyle/>
              <a:p>
                <a:endParaRPr lang="zh-CN" altLang="en-US"/>
              </a:p>
            </p:txBody>
          </p:sp>
          <p:sp>
            <p:nvSpPr>
              <p:cNvPr id="157" name="任意多边形: 形状 156"/>
              <p:cNvSpPr/>
              <p:nvPr/>
            </p:nvSpPr>
            <p:spPr>
              <a:xfrm>
                <a:off x="9147309"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158" name="任意多边形: 形状 157"/>
              <p:cNvSpPr/>
              <p:nvPr/>
            </p:nvSpPr>
            <p:spPr>
              <a:xfrm>
                <a:off x="9198585" y="4511819"/>
                <a:ext cx="67886" cy="29289"/>
              </a:xfrm>
              <a:custGeom>
                <a:avLst/>
                <a:gdLst>
                  <a:gd name="connsiteX0" fmla="*/ 283 w 67886"/>
                  <a:gd name="connsiteY0" fmla="*/ 86 h 29289"/>
                  <a:gd name="connsiteX1" fmla="*/ 283 w 67886"/>
                  <a:gd name="connsiteY1" fmla="*/ 8042 h 29289"/>
                  <a:gd name="connsiteX2" fmla="*/ 68169 w 67886"/>
                  <a:gd name="connsiteY2" fmla="*/ 8042 h 29289"/>
                  <a:gd name="connsiteX3" fmla="*/ 68169 w 67886"/>
                  <a:gd name="connsiteY3" fmla="*/ 86 h 29289"/>
                  <a:gd name="connsiteX4" fmla="*/ 283 w 67886"/>
                  <a:gd name="connsiteY4" fmla="*/ 21783 h 29289"/>
                  <a:gd name="connsiteX5" fmla="*/ 283 w 67886"/>
                  <a:gd name="connsiteY5" fmla="*/ 29376 h 29289"/>
                  <a:gd name="connsiteX6" fmla="*/ 68169 w 67886"/>
                  <a:gd name="connsiteY6" fmla="*/ 29376 h 29289"/>
                  <a:gd name="connsiteX7" fmla="*/ 68169 w 67886"/>
                  <a:gd name="connsiteY7" fmla="*/ 21783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83" y="86"/>
                    </a:moveTo>
                    <a:lnTo>
                      <a:pt x="283" y="8042"/>
                    </a:lnTo>
                    <a:lnTo>
                      <a:pt x="68169" y="8042"/>
                    </a:lnTo>
                    <a:lnTo>
                      <a:pt x="68169" y="86"/>
                    </a:lnTo>
                    <a:close/>
                    <a:moveTo>
                      <a:pt x="283" y="21783"/>
                    </a:moveTo>
                    <a:lnTo>
                      <a:pt x="283" y="29376"/>
                    </a:lnTo>
                    <a:lnTo>
                      <a:pt x="68169" y="29376"/>
                    </a:lnTo>
                    <a:lnTo>
                      <a:pt x="68169" y="21783"/>
                    </a:lnTo>
                    <a:close/>
                  </a:path>
                </a:pathLst>
              </a:custGeom>
              <a:grpFill/>
              <a:ln w="3175" cap="flat">
                <a:solidFill>
                  <a:schemeClr val="tx1"/>
                </a:solidFill>
                <a:prstDash val="solid"/>
                <a:miter/>
              </a:ln>
            </p:spPr>
            <p:txBody>
              <a:bodyPr rtlCol="0" anchor="ctr"/>
              <a:lstStyle/>
              <a:p>
                <a:endParaRPr lang="zh-CN" altLang="en-US"/>
              </a:p>
            </p:txBody>
          </p:sp>
          <p:sp>
            <p:nvSpPr>
              <p:cNvPr id="159" name="任意多边形: 形状 158"/>
              <p:cNvSpPr/>
              <p:nvPr/>
            </p:nvSpPr>
            <p:spPr>
              <a:xfrm>
                <a:off x="9266211"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19" name="Graphic 2"/>
            <p:cNvGrpSpPr/>
            <p:nvPr/>
          </p:nvGrpSpPr>
          <p:grpSpPr>
            <a:xfrm>
              <a:off x="9460971" y="5137758"/>
              <a:ext cx="187203" cy="149904"/>
              <a:chOff x="9314214" y="4471319"/>
              <a:chExt cx="148410" cy="110289"/>
            </a:xfrm>
            <a:solidFill>
              <a:schemeClr val="tx1"/>
            </a:solidFill>
          </p:grpSpPr>
          <p:sp>
            <p:nvSpPr>
              <p:cNvPr id="152" name="任意多边形: 形状 151"/>
              <p:cNvSpPr/>
              <p:nvPr/>
            </p:nvSpPr>
            <p:spPr>
              <a:xfrm>
                <a:off x="9314214" y="4471319"/>
                <a:ext cx="66441" cy="109204"/>
              </a:xfrm>
              <a:custGeom>
                <a:avLst/>
                <a:gdLst>
                  <a:gd name="connsiteX0" fmla="*/ 58786 w 66441"/>
                  <a:gd name="connsiteY0" fmla="*/ 109291 h 109204"/>
                  <a:gd name="connsiteX1" fmla="*/ 66730 w 66441"/>
                  <a:gd name="connsiteY1" fmla="*/ 90126 h 109204"/>
                  <a:gd name="connsiteX2" fmla="*/ 63841 w 66441"/>
                  <a:gd name="connsiteY2" fmla="*/ 90126 h 109204"/>
                  <a:gd name="connsiteX3" fmla="*/ 43980 w 66441"/>
                  <a:gd name="connsiteY3" fmla="*/ 97720 h 109204"/>
                  <a:gd name="connsiteX4" fmla="*/ 15815 w 66441"/>
                  <a:gd name="connsiteY4" fmla="*/ 97720 h 109204"/>
                  <a:gd name="connsiteX5" fmla="*/ 60230 w 66441"/>
                  <a:gd name="connsiteY5" fmla="*/ 29015 h 109204"/>
                  <a:gd name="connsiteX6" fmla="*/ 32064 w 66441"/>
                  <a:gd name="connsiteY6" fmla="*/ 86 h 109204"/>
                  <a:gd name="connsiteX7" fmla="*/ 11482 w 66441"/>
                  <a:gd name="connsiteY7" fmla="*/ 9850 h 109204"/>
                  <a:gd name="connsiteX8" fmla="*/ 3538 w 66441"/>
                  <a:gd name="connsiteY8" fmla="*/ 29738 h 109204"/>
                  <a:gd name="connsiteX9" fmla="*/ 6427 w 66441"/>
                  <a:gd name="connsiteY9" fmla="*/ 29738 h 109204"/>
                  <a:gd name="connsiteX10" fmla="*/ 27009 w 66441"/>
                  <a:gd name="connsiteY10" fmla="*/ 12019 h 109204"/>
                  <a:gd name="connsiteX11" fmla="*/ 47953 w 66441"/>
                  <a:gd name="connsiteY11" fmla="*/ 35524 h 109204"/>
                  <a:gd name="connsiteX12" fmla="*/ 16176 w 66441"/>
                  <a:gd name="connsiteY12" fmla="*/ 90849 h 109204"/>
                  <a:gd name="connsiteX13" fmla="*/ 3899 w 66441"/>
                  <a:gd name="connsiteY13" fmla="*/ 103144 h 109204"/>
                  <a:gd name="connsiteX14" fmla="*/ 288 w 66441"/>
                  <a:gd name="connsiteY14" fmla="*/ 107121 h 109204"/>
                  <a:gd name="connsiteX15" fmla="*/ 288 w 66441"/>
                  <a:gd name="connsiteY15" fmla="*/ 109291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786" y="109291"/>
                    </a:moveTo>
                    <a:cubicBezTo>
                      <a:pt x="62757" y="100974"/>
                      <a:pt x="63119" y="99528"/>
                      <a:pt x="66730" y="90126"/>
                    </a:cubicBezTo>
                    <a:lnTo>
                      <a:pt x="63841" y="90126"/>
                    </a:lnTo>
                    <a:cubicBezTo>
                      <a:pt x="59147" y="96273"/>
                      <a:pt x="55536" y="97720"/>
                      <a:pt x="43980" y="97720"/>
                    </a:cubicBezTo>
                    <a:lnTo>
                      <a:pt x="15815" y="97720"/>
                    </a:lnTo>
                    <a:cubicBezTo>
                      <a:pt x="48675" y="65898"/>
                      <a:pt x="60230" y="48180"/>
                      <a:pt x="60230" y="29015"/>
                    </a:cubicBezTo>
                    <a:cubicBezTo>
                      <a:pt x="60230" y="12381"/>
                      <a:pt x="48314" y="86"/>
                      <a:pt x="32064" y="86"/>
                    </a:cubicBezTo>
                    <a:cubicBezTo>
                      <a:pt x="23759" y="86"/>
                      <a:pt x="16898" y="3341"/>
                      <a:pt x="11482" y="9850"/>
                    </a:cubicBezTo>
                    <a:cubicBezTo>
                      <a:pt x="7149" y="14912"/>
                      <a:pt x="4982" y="19975"/>
                      <a:pt x="3538" y="29738"/>
                    </a:cubicBezTo>
                    <a:lnTo>
                      <a:pt x="6427" y="29738"/>
                    </a:lnTo>
                    <a:cubicBezTo>
                      <a:pt x="10037" y="18167"/>
                      <a:pt x="16898" y="12019"/>
                      <a:pt x="27009" y="12019"/>
                    </a:cubicBezTo>
                    <a:cubicBezTo>
                      <a:pt x="38203" y="12019"/>
                      <a:pt x="47953" y="22867"/>
                      <a:pt x="47953" y="35524"/>
                    </a:cubicBezTo>
                    <a:cubicBezTo>
                      <a:pt x="47953" y="50711"/>
                      <a:pt x="36398" y="70599"/>
                      <a:pt x="16176" y="90849"/>
                    </a:cubicBezTo>
                    <a:lnTo>
                      <a:pt x="3899" y="103144"/>
                    </a:lnTo>
                    <a:cubicBezTo>
                      <a:pt x="2816" y="104590"/>
                      <a:pt x="1732" y="106036"/>
                      <a:pt x="288" y="107121"/>
                    </a:cubicBezTo>
                    <a:lnTo>
                      <a:pt x="288" y="109291"/>
                    </a:lnTo>
                    <a:close/>
                  </a:path>
                </a:pathLst>
              </a:custGeom>
              <a:grpFill/>
              <a:ln w="3175" cap="flat">
                <a:solidFill>
                  <a:schemeClr val="tx1"/>
                </a:solidFill>
                <a:prstDash val="solid"/>
                <a:miter/>
              </a:ln>
            </p:spPr>
            <p:txBody>
              <a:bodyPr rtlCol="0" anchor="ctr"/>
              <a:lstStyle/>
              <a:p>
                <a:endParaRPr lang="zh-CN" altLang="en-US"/>
              </a:p>
            </p:txBody>
          </p:sp>
          <p:sp>
            <p:nvSpPr>
              <p:cNvPr id="153" name="任意多边形: 形状 152"/>
              <p:cNvSpPr/>
              <p:nvPr/>
            </p:nvSpPr>
            <p:spPr>
              <a:xfrm>
                <a:off x="9393294" y="4471319"/>
                <a:ext cx="69330" cy="110289"/>
              </a:xfrm>
              <a:custGeom>
                <a:avLst/>
                <a:gdLst>
                  <a:gd name="connsiteX0" fmla="*/ 35318 w 69330"/>
                  <a:gd name="connsiteY0" fmla="*/ 86 h 110289"/>
                  <a:gd name="connsiteX1" fmla="*/ 291 w 69330"/>
                  <a:gd name="connsiteY1" fmla="*/ 55050 h 110289"/>
                  <a:gd name="connsiteX2" fmla="*/ 10041 w 69330"/>
                  <a:gd name="connsiteY2" fmla="*/ 95550 h 110289"/>
                  <a:gd name="connsiteX3" fmla="*/ 34234 w 69330"/>
                  <a:gd name="connsiteY3" fmla="*/ 110376 h 110289"/>
                  <a:gd name="connsiteX4" fmla="*/ 69622 w 69330"/>
                  <a:gd name="connsiteY4" fmla="*/ 55050 h 110289"/>
                  <a:gd name="connsiteX5" fmla="*/ 35318 w 69330"/>
                  <a:gd name="connsiteY5" fmla="*/ 86 h 110289"/>
                  <a:gd name="connsiteX6" fmla="*/ 34957 w 69330"/>
                  <a:gd name="connsiteY6" fmla="*/ 6234 h 110289"/>
                  <a:gd name="connsiteX7" fmla="*/ 49400 w 69330"/>
                  <a:gd name="connsiteY7" fmla="*/ 17805 h 110289"/>
                  <a:gd name="connsiteX8" fmla="*/ 54095 w 69330"/>
                  <a:gd name="connsiteY8" fmla="*/ 55412 h 110289"/>
                  <a:gd name="connsiteX9" fmla="*/ 34596 w 69330"/>
                  <a:gd name="connsiteY9" fmla="*/ 104228 h 110289"/>
                  <a:gd name="connsiteX10" fmla="*/ 15818 w 69330"/>
                  <a:gd name="connsiteY10" fmla="*/ 55050 h 110289"/>
                  <a:gd name="connsiteX11" fmla="*/ 34957 w 69330"/>
                  <a:gd name="connsiteY11" fmla="*/ 6234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318" y="86"/>
                    </a:moveTo>
                    <a:cubicBezTo>
                      <a:pt x="14374" y="86"/>
                      <a:pt x="291" y="22506"/>
                      <a:pt x="291" y="55050"/>
                    </a:cubicBezTo>
                    <a:cubicBezTo>
                      <a:pt x="291" y="72046"/>
                      <a:pt x="3902" y="85425"/>
                      <a:pt x="10041" y="95550"/>
                    </a:cubicBezTo>
                    <a:cubicBezTo>
                      <a:pt x="16541" y="105313"/>
                      <a:pt x="24846" y="110376"/>
                      <a:pt x="34234" y="110376"/>
                    </a:cubicBezTo>
                    <a:cubicBezTo>
                      <a:pt x="55539" y="110376"/>
                      <a:pt x="69622" y="88318"/>
                      <a:pt x="69622" y="55050"/>
                    </a:cubicBezTo>
                    <a:cubicBezTo>
                      <a:pt x="69622" y="22867"/>
                      <a:pt x="55539" y="86"/>
                      <a:pt x="35318" y="86"/>
                    </a:cubicBezTo>
                    <a:close/>
                    <a:moveTo>
                      <a:pt x="34957" y="6234"/>
                    </a:moveTo>
                    <a:cubicBezTo>
                      <a:pt x="41095" y="6234"/>
                      <a:pt x="46151" y="10573"/>
                      <a:pt x="49400" y="17805"/>
                    </a:cubicBezTo>
                    <a:cubicBezTo>
                      <a:pt x="52289" y="25037"/>
                      <a:pt x="54095" y="38416"/>
                      <a:pt x="54095" y="55412"/>
                    </a:cubicBezTo>
                    <a:cubicBezTo>
                      <a:pt x="54095" y="88679"/>
                      <a:pt x="47956" y="104228"/>
                      <a:pt x="34596" y="104228"/>
                    </a:cubicBezTo>
                    <a:cubicBezTo>
                      <a:pt x="21957" y="104228"/>
                      <a:pt x="15818" y="87956"/>
                      <a:pt x="15818" y="55050"/>
                    </a:cubicBezTo>
                    <a:cubicBezTo>
                      <a:pt x="15818" y="22144"/>
                      <a:pt x="21957" y="6234"/>
                      <a:pt x="34957" y="6234"/>
                    </a:cubicBezTo>
                    <a:close/>
                  </a:path>
                </a:pathLst>
              </a:custGeom>
              <a:grpFill/>
              <a:ln w="3175" cap="flat">
                <a:solidFill>
                  <a:schemeClr val="tx1"/>
                </a:solidFill>
                <a:prstDash val="solid"/>
                <a:miter/>
              </a:ln>
            </p:spPr>
            <p:txBody>
              <a:bodyPr rtlCol="0" anchor="ctr"/>
              <a:lstStyle/>
              <a:p>
                <a:endParaRPr lang="zh-CN" altLang="en-US"/>
              </a:p>
            </p:txBody>
          </p:sp>
        </p:grpSp>
        <p:sp>
          <p:nvSpPr>
            <p:cNvPr id="20" name="任意多边形: 形状 19"/>
            <p:cNvSpPr/>
            <p:nvPr/>
          </p:nvSpPr>
          <p:spPr>
            <a:xfrm>
              <a:off x="9671896" y="5137758"/>
              <a:ext cx="51469" cy="148429"/>
            </a:xfrm>
            <a:custGeom>
              <a:avLst/>
              <a:gdLst>
                <a:gd name="connsiteX0" fmla="*/ 27738 w 40803"/>
                <a:gd name="connsiteY0" fmla="*/ 86 h 109204"/>
                <a:gd name="connsiteX1" fmla="*/ 24849 w 40803"/>
                <a:gd name="connsiteY1" fmla="*/ 86 h 109204"/>
                <a:gd name="connsiteX2" fmla="*/ 22682 w 40803"/>
                <a:gd name="connsiteY2" fmla="*/ 1533 h 109204"/>
                <a:gd name="connsiteX3" fmla="*/ 16905 w 40803"/>
                <a:gd name="connsiteY3" fmla="*/ 4426 h 109204"/>
                <a:gd name="connsiteX4" fmla="*/ 7155 w 40803"/>
                <a:gd name="connsiteY4" fmla="*/ 9488 h 109204"/>
                <a:gd name="connsiteX5" fmla="*/ 294 w 40803"/>
                <a:gd name="connsiteY5" fmla="*/ 12742 h 109204"/>
                <a:gd name="connsiteX6" fmla="*/ 1378 w 40803"/>
                <a:gd name="connsiteY6" fmla="*/ 15635 h 109204"/>
                <a:gd name="connsiteX7" fmla="*/ 3544 w 40803"/>
                <a:gd name="connsiteY7" fmla="*/ 14551 h 109204"/>
                <a:gd name="connsiteX8" fmla="*/ 9322 w 40803"/>
                <a:gd name="connsiteY8" fmla="*/ 13104 h 109204"/>
                <a:gd name="connsiteX9" fmla="*/ 13294 w 40803"/>
                <a:gd name="connsiteY9" fmla="*/ 15274 h 109204"/>
                <a:gd name="connsiteX10" fmla="*/ 14377 w 40803"/>
                <a:gd name="connsiteY10" fmla="*/ 28653 h 109204"/>
                <a:gd name="connsiteX11" fmla="*/ 14377 w 40803"/>
                <a:gd name="connsiteY11" fmla="*/ 92295 h 109204"/>
                <a:gd name="connsiteX12" fmla="*/ 3183 w 40803"/>
                <a:gd name="connsiteY12" fmla="*/ 106398 h 109204"/>
                <a:gd name="connsiteX13" fmla="*/ 1378 w 40803"/>
                <a:gd name="connsiteY13" fmla="*/ 106398 h 109204"/>
                <a:gd name="connsiteX14" fmla="*/ 1378 w 40803"/>
                <a:gd name="connsiteY14" fmla="*/ 109291 h 109204"/>
                <a:gd name="connsiteX15" fmla="*/ 41098 w 40803"/>
                <a:gd name="connsiteY15" fmla="*/ 109291 h 109204"/>
                <a:gd name="connsiteX16" fmla="*/ 41098 w 40803"/>
                <a:gd name="connsiteY16" fmla="*/ 106398 h 109204"/>
                <a:gd name="connsiteX17" fmla="*/ 38932 w 40803"/>
                <a:gd name="connsiteY17" fmla="*/ 106398 h 109204"/>
                <a:gd name="connsiteX18" fmla="*/ 27738 w 40803"/>
                <a:gd name="connsiteY18" fmla="*/ 9229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738" y="86"/>
                  </a:moveTo>
                  <a:lnTo>
                    <a:pt x="24849" y="86"/>
                  </a:lnTo>
                  <a:cubicBezTo>
                    <a:pt x="23766" y="810"/>
                    <a:pt x="22682" y="1171"/>
                    <a:pt x="22682" y="1533"/>
                  </a:cubicBezTo>
                  <a:cubicBezTo>
                    <a:pt x="20516" y="2618"/>
                    <a:pt x="18710" y="3341"/>
                    <a:pt x="16905" y="4426"/>
                  </a:cubicBezTo>
                  <a:cubicBezTo>
                    <a:pt x="16544" y="4787"/>
                    <a:pt x="12572" y="6595"/>
                    <a:pt x="7155" y="9488"/>
                  </a:cubicBezTo>
                  <a:cubicBezTo>
                    <a:pt x="5711" y="10211"/>
                    <a:pt x="3183" y="11296"/>
                    <a:pt x="294" y="12742"/>
                  </a:cubicBezTo>
                  <a:lnTo>
                    <a:pt x="1378" y="15635"/>
                  </a:lnTo>
                  <a:lnTo>
                    <a:pt x="3544" y="14551"/>
                  </a:lnTo>
                  <a:cubicBezTo>
                    <a:pt x="5711" y="13827"/>
                    <a:pt x="7516" y="13104"/>
                    <a:pt x="9322" y="13104"/>
                  </a:cubicBezTo>
                  <a:cubicBezTo>
                    <a:pt x="10766" y="13104"/>
                    <a:pt x="12211" y="14189"/>
                    <a:pt x="13294" y="15274"/>
                  </a:cubicBezTo>
                  <a:cubicBezTo>
                    <a:pt x="14016" y="17082"/>
                    <a:pt x="14377" y="17805"/>
                    <a:pt x="14377" y="28653"/>
                  </a:cubicBezTo>
                  <a:lnTo>
                    <a:pt x="14377" y="92295"/>
                  </a:lnTo>
                  <a:cubicBezTo>
                    <a:pt x="14377" y="102420"/>
                    <a:pt x="11489" y="106398"/>
                    <a:pt x="3183" y="106398"/>
                  </a:cubicBezTo>
                  <a:lnTo>
                    <a:pt x="1378" y="106398"/>
                  </a:lnTo>
                  <a:lnTo>
                    <a:pt x="1378" y="109291"/>
                  </a:lnTo>
                  <a:lnTo>
                    <a:pt x="41098" y="109291"/>
                  </a:lnTo>
                  <a:lnTo>
                    <a:pt x="41098" y="106398"/>
                  </a:lnTo>
                  <a:lnTo>
                    <a:pt x="38932" y="106398"/>
                  </a:lnTo>
                  <a:cubicBezTo>
                    <a:pt x="30988" y="106398"/>
                    <a:pt x="27738" y="102420"/>
                    <a:pt x="27738" y="92295"/>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21" name="任意多边形: 形状 20"/>
            <p:cNvSpPr/>
            <p:nvPr/>
          </p:nvSpPr>
          <p:spPr>
            <a:xfrm>
              <a:off x="9740106" y="5139233"/>
              <a:ext cx="79253" cy="148429"/>
            </a:xfrm>
            <a:custGeom>
              <a:avLst/>
              <a:gdLst>
                <a:gd name="connsiteX0" fmla="*/ 20158 w 62830"/>
                <a:gd name="connsiteY0" fmla="*/ 106760 h 109204"/>
                <a:gd name="connsiteX1" fmla="*/ 29546 w 62830"/>
                <a:gd name="connsiteY1" fmla="*/ 109291 h 109204"/>
                <a:gd name="connsiteX2" fmla="*/ 63128 w 62830"/>
                <a:gd name="connsiteY2" fmla="*/ 86 h 109204"/>
                <a:gd name="connsiteX3" fmla="*/ 10047 w 62830"/>
                <a:gd name="connsiteY3" fmla="*/ 86 h 109204"/>
                <a:gd name="connsiteX4" fmla="*/ 297 w 62830"/>
                <a:gd name="connsiteY4" fmla="*/ 23591 h 109204"/>
                <a:gd name="connsiteX5" fmla="*/ 2464 w 62830"/>
                <a:gd name="connsiteY5" fmla="*/ 25399 h 109204"/>
                <a:gd name="connsiteX6" fmla="*/ 8964 w 62830"/>
                <a:gd name="connsiteY6" fmla="*/ 16359 h 109204"/>
                <a:gd name="connsiteX7" fmla="*/ 26657 w 62830"/>
                <a:gd name="connsiteY7" fmla="*/ 12019 h 109204"/>
                <a:gd name="connsiteX8" fmla="*/ 49768 w 62830"/>
                <a:gd name="connsiteY8" fmla="*/ 1201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20158" y="106760"/>
                  </a:moveTo>
                  <a:cubicBezTo>
                    <a:pt x="24491" y="107845"/>
                    <a:pt x="25213" y="107845"/>
                    <a:pt x="29546" y="109291"/>
                  </a:cubicBezTo>
                  <a:lnTo>
                    <a:pt x="63128" y="86"/>
                  </a:lnTo>
                  <a:lnTo>
                    <a:pt x="10047" y="86"/>
                  </a:lnTo>
                  <a:lnTo>
                    <a:pt x="297" y="23591"/>
                  </a:lnTo>
                  <a:lnTo>
                    <a:pt x="2464" y="25399"/>
                  </a:lnTo>
                  <a:cubicBezTo>
                    <a:pt x="4631" y="21421"/>
                    <a:pt x="6436" y="18890"/>
                    <a:pt x="8964" y="16359"/>
                  </a:cubicBezTo>
                  <a:cubicBezTo>
                    <a:pt x="12575" y="12381"/>
                    <a:pt x="14019" y="12019"/>
                    <a:pt x="26657" y="12019"/>
                  </a:cubicBezTo>
                  <a:lnTo>
                    <a:pt x="49768" y="12019"/>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22" name="任意多边形: 形状 21"/>
            <p:cNvSpPr/>
            <p:nvPr/>
          </p:nvSpPr>
          <p:spPr>
            <a:xfrm>
              <a:off x="6563703" y="5055130"/>
              <a:ext cx="123436" cy="132210"/>
            </a:xfrm>
            <a:custGeom>
              <a:avLst/>
              <a:gdLst>
                <a:gd name="connsiteX0" fmla="*/ 98051 w 97857"/>
                <a:gd name="connsiteY0" fmla="*/ 84 h 97271"/>
                <a:gd name="connsiteX1" fmla="*/ 57247 w 97857"/>
                <a:gd name="connsiteY1" fmla="*/ 84 h 97271"/>
                <a:gd name="connsiteX2" fmla="*/ 24026 w 97857"/>
                <a:gd name="connsiteY2" fmla="*/ 7317 h 97271"/>
                <a:gd name="connsiteX3" fmla="*/ 194 w 97857"/>
                <a:gd name="connsiteY3" fmla="*/ 51071 h 97271"/>
                <a:gd name="connsiteX4" fmla="*/ 42803 w 97857"/>
                <a:gd name="connsiteY4" fmla="*/ 97356 h 97271"/>
                <a:gd name="connsiteX5" fmla="*/ 88302 w 97857"/>
                <a:gd name="connsiteY5" fmla="*/ 51794 h 97271"/>
                <a:gd name="connsiteX6" fmla="*/ 64469 w 97857"/>
                <a:gd name="connsiteY6" fmla="*/ 13825 h 97271"/>
                <a:gd name="connsiteX7" fmla="*/ 98051 w 97857"/>
                <a:gd name="connsiteY7" fmla="*/ 13825 h 97271"/>
                <a:gd name="connsiteX8" fmla="*/ 53998 w 97857"/>
                <a:gd name="connsiteY8" fmla="*/ 13825 h 97271"/>
                <a:gd name="connsiteX9" fmla="*/ 69886 w 97857"/>
                <a:gd name="connsiteY9" fmla="*/ 53240 h 97271"/>
                <a:gd name="connsiteX10" fmla="*/ 44248 w 97857"/>
                <a:gd name="connsiteY10" fmla="*/ 89762 h 97271"/>
                <a:gd name="connsiteX11" fmla="*/ 18610 w 97857"/>
                <a:gd name="connsiteY11" fmla="*/ 50348 h 97271"/>
                <a:gd name="connsiteX12" fmla="*/ 42442 w 97857"/>
                <a:gd name="connsiteY12" fmla="*/ 14549 h 97271"/>
                <a:gd name="connsiteX13" fmla="*/ 53998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051" y="84"/>
                  </a:moveTo>
                  <a:lnTo>
                    <a:pt x="57247" y="84"/>
                  </a:lnTo>
                  <a:cubicBezTo>
                    <a:pt x="42442" y="84"/>
                    <a:pt x="32332" y="2254"/>
                    <a:pt x="24026" y="7317"/>
                  </a:cubicBezTo>
                  <a:cubicBezTo>
                    <a:pt x="9221" y="15995"/>
                    <a:pt x="194" y="32267"/>
                    <a:pt x="194" y="51071"/>
                  </a:cubicBezTo>
                  <a:cubicBezTo>
                    <a:pt x="194" y="77468"/>
                    <a:pt x="18610" y="97356"/>
                    <a:pt x="42803" y="97356"/>
                  </a:cubicBezTo>
                  <a:cubicBezTo>
                    <a:pt x="67719" y="97356"/>
                    <a:pt x="88302" y="76745"/>
                    <a:pt x="88302" y="51794"/>
                  </a:cubicBezTo>
                  <a:cubicBezTo>
                    <a:pt x="88302" y="34437"/>
                    <a:pt x="78913" y="19250"/>
                    <a:pt x="64469" y="13825"/>
                  </a:cubicBezTo>
                  <a:lnTo>
                    <a:pt x="98051" y="13825"/>
                  </a:lnTo>
                  <a:close/>
                  <a:moveTo>
                    <a:pt x="53998" y="13825"/>
                  </a:moveTo>
                  <a:cubicBezTo>
                    <a:pt x="64830" y="24312"/>
                    <a:pt x="69886" y="36607"/>
                    <a:pt x="69886" y="53240"/>
                  </a:cubicBezTo>
                  <a:cubicBezTo>
                    <a:pt x="69886" y="74575"/>
                    <a:pt x="59414" y="89762"/>
                    <a:pt x="44248" y="89762"/>
                  </a:cubicBezTo>
                  <a:cubicBezTo>
                    <a:pt x="29443" y="89762"/>
                    <a:pt x="18610" y="73129"/>
                    <a:pt x="18610" y="50348"/>
                  </a:cubicBezTo>
                  <a:cubicBezTo>
                    <a:pt x="18610" y="31544"/>
                    <a:pt x="27999" y="17441"/>
                    <a:pt x="42442" y="14549"/>
                  </a:cubicBezTo>
                  <a:cubicBezTo>
                    <a:pt x="45331" y="14187"/>
                    <a:pt x="49664" y="13825"/>
                    <a:pt x="53998"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23" name="Graphic 2"/>
            <p:cNvGrpSpPr/>
            <p:nvPr/>
          </p:nvGrpSpPr>
          <p:grpSpPr>
            <a:xfrm>
              <a:off x="6690727" y="5131804"/>
              <a:ext cx="262013" cy="184800"/>
              <a:chOff x="7246846" y="4494824"/>
              <a:chExt cx="207717" cy="135963"/>
            </a:xfrm>
            <a:solidFill>
              <a:schemeClr val="tx1"/>
            </a:solidFill>
          </p:grpSpPr>
          <p:sp>
            <p:nvSpPr>
              <p:cNvPr id="147" name="任意多边形: 形状 146"/>
              <p:cNvSpPr/>
              <p:nvPr/>
            </p:nvSpPr>
            <p:spPr>
              <a:xfrm>
                <a:off x="7246846" y="4494824"/>
                <a:ext cx="80524" cy="111374"/>
              </a:xfrm>
              <a:custGeom>
                <a:avLst/>
                <a:gdLst>
                  <a:gd name="connsiteX0" fmla="*/ 43169 w 80524"/>
                  <a:gd name="connsiteY0" fmla="*/ 93381 h 111374"/>
                  <a:gd name="connsiteX1" fmla="*/ 41003 w 80524"/>
                  <a:gd name="connsiteY1" fmla="*/ 104591 h 111374"/>
                  <a:gd name="connsiteX2" fmla="*/ 46780 w 80524"/>
                  <a:gd name="connsiteY2" fmla="*/ 111462 h 111374"/>
                  <a:gd name="connsiteX3" fmla="*/ 69529 w 80524"/>
                  <a:gd name="connsiteY3" fmla="*/ 94466 h 111374"/>
                  <a:gd name="connsiteX4" fmla="*/ 67002 w 80524"/>
                  <a:gd name="connsiteY4" fmla="*/ 92658 h 111374"/>
                  <a:gd name="connsiteX5" fmla="*/ 54363 w 80524"/>
                  <a:gd name="connsiteY5" fmla="*/ 102783 h 111374"/>
                  <a:gd name="connsiteX6" fmla="*/ 51474 w 80524"/>
                  <a:gd name="connsiteY6" fmla="*/ 100613 h 111374"/>
                  <a:gd name="connsiteX7" fmla="*/ 52558 w 80524"/>
                  <a:gd name="connsiteY7" fmla="*/ 95189 h 111374"/>
                  <a:gd name="connsiteX8" fmla="*/ 80723 w 80524"/>
                  <a:gd name="connsiteY8" fmla="*/ 87 h 111374"/>
                  <a:gd name="connsiteX9" fmla="*/ 57974 w 80524"/>
                  <a:gd name="connsiteY9" fmla="*/ 3342 h 111374"/>
                  <a:gd name="connsiteX10" fmla="*/ 57252 w 80524"/>
                  <a:gd name="connsiteY10" fmla="*/ 6235 h 111374"/>
                  <a:gd name="connsiteX11" fmla="*/ 59057 w 80524"/>
                  <a:gd name="connsiteY11" fmla="*/ 6235 h 111374"/>
                  <a:gd name="connsiteX12" fmla="*/ 62307 w 80524"/>
                  <a:gd name="connsiteY12" fmla="*/ 5873 h 111374"/>
                  <a:gd name="connsiteX13" fmla="*/ 66640 w 80524"/>
                  <a:gd name="connsiteY13" fmla="*/ 9489 h 111374"/>
                  <a:gd name="connsiteX14" fmla="*/ 65918 w 80524"/>
                  <a:gd name="connsiteY14" fmla="*/ 13105 h 111374"/>
                  <a:gd name="connsiteX15" fmla="*/ 57974 w 80524"/>
                  <a:gd name="connsiteY15" fmla="*/ 42033 h 111374"/>
                  <a:gd name="connsiteX16" fmla="*/ 46780 w 80524"/>
                  <a:gd name="connsiteY16" fmla="*/ 36971 h 111374"/>
                  <a:gd name="connsiteX17" fmla="*/ 199 w 80524"/>
                  <a:gd name="connsiteY17" fmla="*/ 90850 h 111374"/>
                  <a:gd name="connsiteX18" fmla="*/ 14281 w 80524"/>
                  <a:gd name="connsiteY18" fmla="*/ 111100 h 111374"/>
                  <a:gd name="connsiteX19" fmla="*/ 30531 w 80524"/>
                  <a:gd name="connsiteY19" fmla="*/ 104229 h 111374"/>
                  <a:gd name="connsiteX20" fmla="*/ 44252 w 80524"/>
                  <a:gd name="connsiteY20" fmla="*/ 88319 h 111374"/>
                  <a:gd name="connsiteX21" fmla="*/ 45336 w 80524"/>
                  <a:gd name="connsiteY21" fmla="*/ 41310 h 111374"/>
                  <a:gd name="connsiteX22" fmla="*/ 54002 w 80524"/>
                  <a:gd name="connsiteY22" fmla="*/ 49989 h 111374"/>
                  <a:gd name="connsiteX23" fmla="*/ 42086 w 80524"/>
                  <a:gd name="connsiteY23" fmla="*/ 83618 h 111374"/>
                  <a:gd name="connsiteX24" fmla="*/ 21864 w 80524"/>
                  <a:gd name="connsiteY24" fmla="*/ 101337 h 111374"/>
                  <a:gd name="connsiteX25" fmla="*/ 14281 w 80524"/>
                  <a:gd name="connsiteY25" fmla="*/ 89404 h 111374"/>
                  <a:gd name="connsiteX26" fmla="*/ 24753 w 80524"/>
                  <a:gd name="connsiteY26" fmla="*/ 57583 h 111374"/>
                  <a:gd name="connsiteX27" fmla="*/ 45336 w 80524"/>
                  <a:gd name="connsiteY27" fmla="*/ 41310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169" y="93381"/>
                    </a:moveTo>
                    <a:cubicBezTo>
                      <a:pt x="41003" y="102060"/>
                      <a:pt x="41003" y="102060"/>
                      <a:pt x="41003" y="104591"/>
                    </a:cubicBezTo>
                    <a:cubicBezTo>
                      <a:pt x="41003" y="108569"/>
                      <a:pt x="43169" y="111462"/>
                      <a:pt x="46780" y="111462"/>
                    </a:cubicBezTo>
                    <a:cubicBezTo>
                      <a:pt x="53641" y="111462"/>
                      <a:pt x="60502" y="106399"/>
                      <a:pt x="69529" y="94466"/>
                    </a:cubicBezTo>
                    <a:lnTo>
                      <a:pt x="67002" y="92658"/>
                    </a:lnTo>
                    <a:cubicBezTo>
                      <a:pt x="61224" y="99890"/>
                      <a:pt x="57974" y="102783"/>
                      <a:pt x="54363" y="102783"/>
                    </a:cubicBezTo>
                    <a:cubicBezTo>
                      <a:pt x="52558" y="102783"/>
                      <a:pt x="51474" y="101698"/>
                      <a:pt x="51474" y="100613"/>
                    </a:cubicBezTo>
                    <a:cubicBezTo>
                      <a:pt x="51474" y="99529"/>
                      <a:pt x="51835" y="97359"/>
                      <a:pt x="52558" y="95189"/>
                    </a:cubicBezTo>
                    <a:lnTo>
                      <a:pt x="80723" y="87"/>
                    </a:lnTo>
                    <a:cubicBezTo>
                      <a:pt x="70973" y="2257"/>
                      <a:pt x="69168" y="2619"/>
                      <a:pt x="57974" y="3342"/>
                    </a:cubicBezTo>
                    <a:lnTo>
                      <a:pt x="57252" y="6235"/>
                    </a:lnTo>
                    <a:lnTo>
                      <a:pt x="59057" y="6235"/>
                    </a:lnTo>
                    <a:cubicBezTo>
                      <a:pt x="60502" y="6235"/>
                      <a:pt x="61585" y="5873"/>
                      <a:pt x="62307" y="5873"/>
                    </a:cubicBezTo>
                    <a:cubicBezTo>
                      <a:pt x="64474" y="5873"/>
                      <a:pt x="66640" y="7681"/>
                      <a:pt x="66640" y="9489"/>
                    </a:cubicBezTo>
                    <a:cubicBezTo>
                      <a:pt x="66640" y="10212"/>
                      <a:pt x="66279" y="11297"/>
                      <a:pt x="65918" y="13105"/>
                    </a:cubicBezTo>
                    <a:lnTo>
                      <a:pt x="57974" y="42033"/>
                    </a:lnTo>
                    <a:cubicBezTo>
                      <a:pt x="54002" y="38056"/>
                      <a:pt x="51113" y="36971"/>
                      <a:pt x="46780" y="36971"/>
                    </a:cubicBezTo>
                    <a:cubicBezTo>
                      <a:pt x="25475" y="36971"/>
                      <a:pt x="199" y="66261"/>
                      <a:pt x="199" y="90850"/>
                    </a:cubicBezTo>
                    <a:cubicBezTo>
                      <a:pt x="199" y="102783"/>
                      <a:pt x="5976" y="111100"/>
                      <a:pt x="14281" y="111100"/>
                    </a:cubicBezTo>
                    <a:cubicBezTo>
                      <a:pt x="18976" y="111100"/>
                      <a:pt x="25475" y="108207"/>
                      <a:pt x="30531" y="104229"/>
                    </a:cubicBezTo>
                    <a:cubicBezTo>
                      <a:pt x="35225" y="100252"/>
                      <a:pt x="38475" y="96274"/>
                      <a:pt x="44252" y="88319"/>
                    </a:cubicBezTo>
                    <a:close/>
                    <a:moveTo>
                      <a:pt x="45336" y="41310"/>
                    </a:moveTo>
                    <a:cubicBezTo>
                      <a:pt x="50752" y="41310"/>
                      <a:pt x="54002" y="44565"/>
                      <a:pt x="54002" y="49989"/>
                    </a:cubicBezTo>
                    <a:cubicBezTo>
                      <a:pt x="54002" y="57583"/>
                      <a:pt x="48585" y="73131"/>
                      <a:pt x="42086" y="83618"/>
                    </a:cubicBezTo>
                    <a:cubicBezTo>
                      <a:pt x="36308" y="93381"/>
                      <a:pt x="26920" y="101337"/>
                      <a:pt x="21864" y="101337"/>
                    </a:cubicBezTo>
                    <a:cubicBezTo>
                      <a:pt x="17170" y="101337"/>
                      <a:pt x="14281" y="96997"/>
                      <a:pt x="14281" y="89404"/>
                    </a:cubicBezTo>
                    <a:cubicBezTo>
                      <a:pt x="14281" y="80364"/>
                      <a:pt x="18253" y="68431"/>
                      <a:pt x="24753" y="57583"/>
                    </a:cubicBezTo>
                    <a:cubicBezTo>
                      <a:pt x="31614" y="47096"/>
                      <a:pt x="38836" y="41310"/>
                      <a:pt x="45336" y="41310"/>
                    </a:cubicBezTo>
                    <a:close/>
                  </a:path>
                </a:pathLst>
              </a:custGeom>
              <a:grpFill/>
              <a:ln w="3175" cap="flat">
                <a:solidFill>
                  <a:schemeClr val="tx1"/>
                </a:solidFill>
                <a:prstDash val="solid"/>
                <a:miter/>
              </a:ln>
            </p:spPr>
            <p:txBody>
              <a:bodyPr rtlCol="0" anchor="ctr"/>
              <a:lstStyle/>
              <a:p>
                <a:endParaRPr lang="zh-CN" altLang="en-US"/>
              </a:p>
            </p:txBody>
          </p:sp>
          <p:sp>
            <p:nvSpPr>
              <p:cNvPr id="148" name="任意多边形: 形状 147"/>
              <p:cNvSpPr/>
              <p:nvPr/>
            </p:nvSpPr>
            <p:spPr>
              <a:xfrm>
                <a:off x="7324609" y="4531346"/>
                <a:ext cx="59580" cy="74490"/>
              </a:xfrm>
              <a:custGeom>
                <a:avLst/>
                <a:gdLst>
                  <a:gd name="connsiteX0" fmla="*/ 49311 w 59580"/>
                  <a:gd name="connsiteY0" fmla="*/ 55413 h 74490"/>
                  <a:gd name="connsiteX1" fmla="*/ 28368 w 59580"/>
                  <a:gd name="connsiteY1" fmla="*/ 66261 h 74490"/>
                  <a:gd name="connsiteX2" fmla="*/ 13201 w 59580"/>
                  <a:gd name="connsiteY2" fmla="*/ 49627 h 74490"/>
                  <a:gd name="connsiteX3" fmla="*/ 13924 w 59580"/>
                  <a:gd name="connsiteY3" fmla="*/ 41310 h 74490"/>
                  <a:gd name="connsiteX4" fmla="*/ 41367 w 59580"/>
                  <a:gd name="connsiteY4" fmla="*/ 35525 h 74490"/>
                  <a:gd name="connsiteX5" fmla="*/ 59783 w 59580"/>
                  <a:gd name="connsiteY5" fmla="*/ 12020 h 74490"/>
                  <a:gd name="connsiteX6" fmla="*/ 44617 w 59580"/>
                  <a:gd name="connsiteY6" fmla="*/ 87 h 74490"/>
                  <a:gd name="connsiteX7" fmla="*/ 202 w 59580"/>
                  <a:gd name="connsiteY7" fmla="*/ 50350 h 74490"/>
                  <a:gd name="connsiteX8" fmla="*/ 21507 w 59580"/>
                  <a:gd name="connsiteY8" fmla="*/ 74578 h 74490"/>
                  <a:gd name="connsiteX9" fmla="*/ 52561 w 59580"/>
                  <a:gd name="connsiteY9" fmla="*/ 57582 h 74490"/>
                  <a:gd name="connsiteX10" fmla="*/ 15007 w 59580"/>
                  <a:gd name="connsiteY10" fmla="*/ 36971 h 74490"/>
                  <a:gd name="connsiteX11" fmla="*/ 41728 w 59580"/>
                  <a:gd name="connsiteY11" fmla="*/ 4788 h 74490"/>
                  <a:gd name="connsiteX12" fmla="*/ 48228 w 59580"/>
                  <a:gd name="connsiteY12" fmla="*/ 11659 h 74490"/>
                  <a:gd name="connsiteX13" fmla="*/ 42450 w 59580"/>
                  <a:gd name="connsiteY13" fmla="*/ 25400 h 74490"/>
                  <a:gd name="connsiteX14" fmla="*/ 21507 w 59580"/>
                  <a:gd name="connsiteY14" fmla="*/ 36609 h 74490"/>
                  <a:gd name="connsiteX15" fmla="*/ 15007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11" y="55413"/>
                    </a:moveTo>
                    <a:cubicBezTo>
                      <a:pt x="42450" y="63007"/>
                      <a:pt x="35589" y="66261"/>
                      <a:pt x="28368" y="66261"/>
                    </a:cubicBezTo>
                    <a:cubicBezTo>
                      <a:pt x="19701" y="66261"/>
                      <a:pt x="13201" y="59390"/>
                      <a:pt x="13201" y="49627"/>
                    </a:cubicBezTo>
                    <a:cubicBezTo>
                      <a:pt x="13201" y="47096"/>
                      <a:pt x="13562" y="44203"/>
                      <a:pt x="13924" y="41310"/>
                    </a:cubicBezTo>
                    <a:cubicBezTo>
                      <a:pt x="26562" y="40587"/>
                      <a:pt x="33784" y="39141"/>
                      <a:pt x="41367" y="35525"/>
                    </a:cubicBezTo>
                    <a:cubicBezTo>
                      <a:pt x="52561" y="30462"/>
                      <a:pt x="59783" y="21060"/>
                      <a:pt x="59783" y="12020"/>
                    </a:cubicBezTo>
                    <a:cubicBezTo>
                      <a:pt x="59783" y="5150"/>
                      <a:pt x="53283" y="87"/>
                      <a:pt x="44617" y="87"/>
                    </a:cubicBezTo>
                    <a:cubicBezTo>
                      <a:pt x="22951" y="87"/>
                      <a:pt x="202" y="26123"/>
                      <a:pt x="202" y="50350"/>
                    </a:cubicBezTo>
                    <a:cubicBezTo>
                      <a:pt x="202" y="64815"/>
                      <a:pt x="8868" y="74578"/>
                      <a:pt x="21507" y="74578"/>
                    </a:cubicBezTo>
                    <a:cubicBezTo>
                      <a:pt x="31617" y="74578"/>
                      <a:pt x="40284" y="69515"/>
                      <a:pt x="52561" y="57582"/>
                    </a:cubicBezTo>
                    <a:close/>
                    <a:moveTo>
                      <a:pt x="15007" y="36971"/>
                    </a:moveTo>
                    <a:cubicBezTo>
                      <a:pt x="20423" y="18529"/>
                      <a:pt x="31979" y="4788"/>
                      <a:pt x="41728" y="4788"/>
                    </a:cubicBezTo>
                    <a:cubicBezTo>
                      <a:pt x="45339" y="4788"/>
                      <a:pt x="48228" y="7681"/>
                      <a:pt x="48228" y="11659"/>
                    </a:cubicBezTo>
                    <a:cubicBezTo>
                      <a:pt x="48228" y="15998"/>
                      <a:pt x="46061" y="21060"/>
                      <a:pt x="42450" y="25400"/>
                    </a:cubicBezTo>
                    <a:cubicBezTo>
                      <a:pt x="37034" y="31185"/>
                      <a:pt x="30173" y="35163"/>
                      <a:pt x="21507" y="36609"/>
                    </a:cubicBezTo>
                    <a:cubicBezTo>
                      <a:pt x="20062" y="36609"/>
                      <a:pt x="17896" y="36971"/>
                      <a:pt x="15007" y="36971"/>
                    </a:cubicBezTo>
                    <a:close/>
                  </a:path>
                </a:pathLst>
              </a:custGeom>
              <a:grpFill/>
              <a:ln w="3175" cap="flat">
                <a:solidFill>
                  <a:schemeClr val="tx1"/>
                </a:solidFill>
                <a:prstDash val="solid"/>
                <a:miter/>
              </a:ln>
            </p:spPr>
            <p:txBody>
              <a:bodyPr rtlCol="0" anchor="ctr"/>
              <a:lstStyle/>
              <a:p>
                <a:endParaRPr lang="zh-CN" altLang="en-US"/>
              </a:p>
            </p:txBody>
          </p:sp>
          <p:sp>
            <p:nvSpPr>
              <p:cNvPr id="151" name="任意多边形: 形状 150"/>
              <p:cNvSpPr/>
              <p:nvPr/>
            </p:nvSpPr>
            <p:spPr>
              <a:xfrm>
                <a:off x="7372594" y="4532069"/>
                <a:ext cx="81968" cy="98717"/>
              </a:xfrm>
              <a:custGeom>
                <a:avLst/>
                <a:gdLst>
                  <a:gd name="connsiteX0" fmla="*/ 29454 w 81968"/>
                  <a:gd name="connsiteY0" fmla="*/ 70600 h 98717"/>
                  <a:gd name="connsiteX1" fmla="*/ 39925 w 81968"/>
                  <a:gd name="connsiteY1" fmla="*/ 73493 h 98717"/>
                  <a:gd name="connsiteX2" fmla="*/ 82174 w 81968"/>
                  <a:gd name="connsiteY2" fmla="*/ 21422 h 98717"/>
                  <a:gd name="connsiteX3" fmla="*/ 66646 w 81968"/>
                  <a:gd name="connsiteY3" fmla="*/ 87 h 98717"/>
                  <a:gd name="connsiteX4" fmla="*/ 44981 w 81968"/>
                  <a:gd name="connsiteY4" fmla="*/ 15636 h 98717"/>
                  <a:gd name="connsiteX5" fmla="*/ 49675 w 81968"/>
                  <a:gd name="connsiteY5" fmla="*/ 87 h 98717"/>
                  <a:gd name="connsiteX6" fmla="*/ 27287 w 81968"/>
                  <a:gd name="connsiteY6" fmla="*/ 3342 h 98717"/>
                  <a:gd name="connsiteX7" fmla="*/ 26565 w 81968"/>
                  <a:gd name="connsiteY7" fmla="*/ 6235 h 98717"/>
                  <a:gd name="connsiteX8" fmla="*/ 30898 w 81968"/>
                  <a:gd name="connsiteY8" fmla="*/ 5511 h 98717"/>
                  <a:gd name="connsiteX9" fmla="*/ 34870 w 81968"/>
                  <a:gd name="connsiteY9" fmla="*/ 10212 h 98717"/>
                  <a:gd name="connsiteX10" fmla="*/ 33787 w 81968"/>
                  <a:gd name="connsiteY10" fmla="*/ 15636 h 98717"/>
                  <a:gd name="connsiteX11" fmla="*/ 15371 w 81968"/>
                  <a:gd name="connsiteY11" fmla="*/ 80725 h 98717"/>
                  <a:gd name="connsiteX12" fmla="*/ 5260 w 81968"/>
                  <a:gd name="connsiteY12" fmla="*/ 95913 h 98717"/>
                  <a:gd name="connsiteX13" fmla="*/ 927 w 81968"/>
                  <a:gd name="connsiteY13" fmla="*/ 95913 h 98717"/>
                  <a:gd name="connsiteX14" fmla="*/ 205 w 81968"/>
                  <a:gd name="connsiteY14" fmla="*/ 98805 h 98717"/>
                  <a:gd name="connsiteX15" fmla="*/ 34509 w 81968"/>
                  <a:gd name="connsiteY15" fmla="*/ 98805 h 98717"/>
                  <a:gd name="connsiteX16" fmla="*/ 35231 w 81968"/>
                  <a:gd name="connsiteY16" fmla="*/ 95913 h 98717"/>
                  <a:gd name="connsiteX17" fmla="*/ 27648 w 81968"/>
                  <a:gd name="connsiteY17" fmla="*/ 95913 h 98717"/>
                  <a:gd name="connsiteX18" fmla="*/ 23315 w 81968"/>
                  <a:gd name="connsiteY18" fmla="*/ 92658 h 98717"/>
                  <a:gd name="connsiteX19" fmla="*/ 24398 w 81968"/>
                  <a:gd name="connsiteY19" fmla="*/ 88319 h 98717"/>
                  <a:gd name="connsiteX20" fmla="*/ 39203 w 81968"/>
                  <a:gd name="connsiteY20" fmla="*/ 35525 h 98717"/>
                  <a:gd name="connsiteX21" fmla="*/ 48592 w 81968"/>
                  <a:gd name="connsiteY21" fmla="*/ 15636 h 98717"/>
                  <a:gd name="connsiteX22" fmla="*/ 61591 w 81968"/>
                  <a:gd name="connsiteY22" fmla="*/ 8043 h 98717"/>
                  <a:gd name="connsiteX23" fmla="*/ 69535 w 81968"/>
                  <a:gd name="connsiteY23" fmla="*/ 21060 h 98717"/>
                  <a:gd name="connsiteX24" fmla="*/ 40287 w 81968"/>
                  <a:gd name="connsiteY24" fmla="*/ 69877 h 98717"/>
                  <a:gd name="connsiteX25" fmla="*/ 30898 w 81968"/>
                  <a:gd name="connsiteY25" fmla="*/ 65176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454" y="70600"/>
                    </a:moveTo>
                    <a:cubicBezTo>
                      <a:pt x="33426" y="72770"/>
                      <a:pt x="35953" y="73493"/>
                      <a:pt x="39925" y="73493"/>
                    </a:cubicBezTo>
                    <a:cubicBezTo>
                      <a:pt x="60147" y="73493"/>
                      <a:pt x="82174" y="46734"/>
                      <a:pt x="82174" y="21422"/>
                    </a:cubicBezTo>
                    <a:cubicBezTo>
                      <a:pt x="82174" y="8766"/>
                      <a:pt x="76035" y="87"/>
                      <a:pt x="66646" y="87"/>
                    </a:cubicBezTo>
                    <a:cubicBezTo>
                      <a:pt x="59064" y="87"/>
                      <a:pt x="53286" y="4427"/>
                      <a:pt x="44981" y="15636"/>
                    </a:cubicBezTo>
                    <a:lnTo>
                      <a:pt x="49675" y="87"/>
                    </a:lnTo>
                    <a:cubicBezTo>
                      <a:pt x="36314" y="2257"/>
                      <a:pt x="35231" y="2257"/>
                      <a:pt x="27287" y="3342"/>
                    </a:cubicBezTo>
                    <a:lnTo>
                      <a:pt x="26565" y="6235"/>
                    </a:lnTo>
                    <a:cubicBezTo>
                      <a:pt x="29092" y="5873"/>
                      <a:pt x="29815" y="5511"/>
                      <a:pt x="30898" y="5511"/>
                    </a:cubicBezTo>
                    <a:cubicBezTo>
                      <a:pt x="33787" y="5511"/>
                      <a:pt x="34870" y="7320"/>
                      <a:pt x="34870" y="10212"/>
                    </a:cubicBezTo>
                    <a:cubicBezTo>
                      <a:pt x="34870" y="12020"/>
                      <a:pt x="34870" y="12020"/>
                      <a:pt x="33787" y="15636"/>
                    </a:cubicBezTo>
                    <a:lnTo>
                      <a:pt x="15371" y="80725"/>
                    </a:lnTo>
                    <a:cubicBezTo>
                      <a:pt x="11038" y="94828"/>
                      <a:pt x="10315" y="95913"/>
                      <a:pt x="5260" y="95913"/>
                    </a:cubicBezTo>
                    <a:lnTo>
                      <a:pt x="927" y="95913"/>
                    </a:lnTo>
                    <a:lnTo>
                      <a:pt x="205" y="98805"/>
                    </a:lnTo>
                    <a:lnTo>
                      <a:pt x="34509" y="98805"/>
                    </a:lnTo>
                    <a:lnTo>
                      <a:pt x="35231" y="95913"/>
                    </a:lnTo>
                    <a:lnTo>
                      <a:pt x="27648" y="95913"/>
                    </a:lnTo>
                    <a:cubicBezTo>
                      <a:pt x="25481" y="95913"/>
                      <a:pt x="23315" y="94104"/>
                      <a:pt x="23315" y="92658"/>
                    </a:cubicBezTo>
                    <a:cubicBezTo>
                      <a:pt x="23315" y="91935"/>
                      <a:pt x="23676" y="90488"/>
                      <a:pt x="24398" y="88319"/>
                    </a:cubicBezTo>
                    <a:close/>
                    <a:moveTo>
                      <a:pt x="39203" y="35525"/>
                    </a:moveTo>
                    <a:cubicBezTo>
                      <a:pt x="42092" y="26484"/>
                      <a:pt x="44981" y="20337"/>
                      <a:pt x="48592" y="15636"/>
                    </a:cubicBezTo>
                    <a:cubicBezTo>
                      <a:pt x="52564" y="10936"/>
                      <a:pt x="57619" y="8043"/>
                      <a:pt x="61591" y="8043"/>
                    </a:cubicBezTo>
                    <a:cubicBezTo>
                      <a:pt x="66285" y="8043"/>
                      <a:pt x="69535" y="13467"/>
                      <a:pt x="69535" y="21060"/>
                    </a:cubicBezTo>
                    <a:cubicBezTo>
                      <a:pt x="69535" y="43841"/>
                      <a:pt x="54008" y="69877"/>
                      <a:pt x="40287" y="69877"/>
                    </a:cubicBezTo>
                    <a:cubicBezTo>
                      <a:pt x="36314" y="69877"/>
                      <a:pt x="33426" y="68431"/>
                      <a:pt x="30898" y="65176"/>
                    </a:cubicBezTo>
                    <a:close/>
                  </a:path>
                </a:pathLst>
              </a:custGeom>
              <a:grpFill/>
              <a:ln w="3175" cap="flat">
                <a:solidFill>
                  <a:schemeClr val="tx1"/>
                </a:solidFill>
                <a:prstDash val="solid"/>
                <a:miter/>
              </a:ln>
            </p:spPr>
            <p:txBody>
              <a:bodyPr rtlCol="0" anchor="ctr"/>
              <a:lstStyle/>
              <a:p>
                <a:endParaRPr lang="zh-CN" altLang="en-US"/>
              </a:p>
            </p:txBody>
          </p:sp>
        </p:grpSp>
        <p:grpSp>
          <p:nvGrpSpPr>
            <p:cNvPr id="24" name="Graphic 2"/>
            <p:cNvGrpSpPr/>
            <p:nvPr/>
          </p:nvGrpSpPr>
          <p:grpSpPr>
            <a:xfrm>
              <a:off x="6963997" y="5159818"/>
              <a:ext cx="733263" cy="148921"/>
              <a:chOff x="7463487" y="4515435"/>
              <a:chExt cx="581312" cy="109566"/>
            </a:xfrm>
            <a:solidFill>
              <a:schemeClr val="tx1"/>
            </a:solidFill>
          </p:grpSpPr>
          <p:sp>
            <p:nvSpPr>
              <p:cNvPr id="138" name="任意多边形: 形状 137"/>
              <p:cNvSpPr/>
              <p:nvPr/>
            </p:nvSpPr>
            <p:spPr>
              <a:xfrm>
                <a:off x="7463487" y="4515435"/>
                <a:ext cx="39720" cy="90400"/>
              </a:xfrm>
              <a:custGeom>
                <a:avLst/>
                <a:gdLst>
                  <a:gd name="connsiteX0" fmla="*/ 28012 w 39720"/>
                  <a:gd name="connsiteY0" fmla="*/ 22868 h 90400"/>
                  <a:gd name="connsiteX1" fmla="*/ 38484 w 39720"/>
                  <a:gd name="connsiteY1" fmla="*/ 22868 h 90400"/>
                  <a:gd name="connsiteX2" fmla="*/ 39928 w 39720"/>
                  <a:gd name="connsiteY2" fmla="*/ 17806 h 90400"/>
                  <a:gd name="connsiteX3" fmla="*/ 29457 w 39720"/>
                  <a:gd name="connsiteY3" fmla="*/ 17806 h 90400"/>
                  <a:gd name="connsiteX4" fmla="*/ 34512 w 39720"/>
                  <a:gd name="connsiteY4" fmla="*/ 87 h 90400"/>
                  <a:gd name="connsiteX5" fmla="*/ 30901 w 39720"/>
                  <a:gd name="connsiteY5" fmla="*/ 87 h 90400"/>
                  <a:gd name="connsiteX6" fmla="*/ 6346 w 39720"/>
                  <a:gd name="connsiteY6" fmla="*/ 17806 h 90400"/>
                  <a:gd name="connsiteX7" fmla="*/ 5263 w 39720"/>
                  <a:gd name="connsiteY7" fmla="*/ 22868 h 90400"/>
                  <a:gd name="connsiteX8" fmla="*/ 16457 w 39720"/>
                  <a:gd name="connsiteY8" fmla="*/ 22868 h 90400"/>
                  <a:gd name="connsiteX9" fmla="*/ 2374 w 39720"/>
                  <a:gd name="connsiteY9" fmla="*/ 71685 h 90400"/>
                  <a:gd name="connsiteX10" fmla="*/ 208 w 39720"/>
                  <a:gd name="connsiteY10" fmla="*/ 82533 h 90400"/>
                  <a:gd name="connsiteX11" fmla="*/ 8152 w 39720"/>
                  <a:gd name="connsiteY11" fmla="*/ 90488 h 90400"/>
                  <a:gd name="connsiteX12" fmla="*/ 28735 w 39720"/>
                  <a:gd name="connsiteY12" fmla="*/ 73855 h 90400"/>
                  <a:gd name="connsiteX13" fmla="*/ 26929 w 39720"/>
                  <a:gd name="connsiteY13" fmla="*/ 71685 h 90400"/>
                  <a:gd name="connsiteX14" fmla="*/ 14652 w 39720"/>
                  <a:gd name="connsiteY14" fmla="*/ 82533 h 90400"/>
                  <a:gd name="connsiteX15" fmla="*/ 12124 w 39720"/>
                  <a:gd name="connsiteY15" fmla="*/ 80364 h 90400"/>
                  <a:gd name="connsiteX16" fmla="*/ 13929 w 39720"/>
                  <a:gd name="connsiteY16" fmla="*/ 72770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12" y="22868"/>
                    </a:moveTo>
                    <a:lnTo>
                      <a:pt x="38484" y="22868"/>
                    </a:lnTo>
                    <a:lnTo>
                      <a:pt x="39928" y="17806"/>
                    </a:lnTo>
                    <a:lnTo>
                      <a:pt x="29457" y="17806"/>
                    </a:lnTo>
                    <a:lnTo>
                      <a:pt x="34512" y="87"/>
                    </a:lnTo>
                    <a:lnTo>
                      <a:pt x="30901" y="87"/>
                    </a:lnTo>
                    <a:cubicBezTo>
                      <a:pt x="22235" y="11297"/>
                      <a:pt x="16096" y="15636"/>
                      <a:pt x="6346" y="17806"/>
                    </a:cubicBezTo>
                    <a:lnTo>
                      <a:pt x="5263" y="22868"/>
                    </a:lnTo>
                    <a:lnTo>
                      <a:pt x="16457" y="22868"/>
                    </a:lnTo>
                    <a:lnTo>
                      <a:pt x="2374" y="71685"/>
                    </a:lnTo>
                    <a:cubicBezTo>
                      <a:pt x="1291" y="75663"/>
                      <a:pt x="208" y="80364"/>
                      <a:pt x="208" y="82533"/>
                    </a:cubicBezTo>
                    <a:cubicBezTo>
                      <a:pt x="208" y="87234"/>
                      <a:pt x="3458" y="90488"/>
                      <a:pt x="8152" y="90488"/>
                    </a:cubicBezTo>
                    <a:cubicBezTo>
                      <a:pt x="14291" y="90488"/>
                      <a:pt x="20790" y="85064"/>
                      <a:pt x="28735" y="73855"/>
                    </a:cubicBezTo>
                    <a:lnTo>
                      <a:pt x="26929" y="71685"/>
                    </a:lnTo>
                    <a:cubicBezTo>
                      <a:pt x="21874" y="78194"/>
                      <a:pt x="17179" y="82533"/>
                      <a:pt x="14652" y="82533"/>
                    </a:cubicBezTo>
                    <a:cubicBezTo>
                      <a:pt x="13568" y="82533"/>
                      <a:pt x="12124" y="81448"/>
                      <a:pt x="12124" y="80364"/>
                    </a:cubicBezTo>
                    <a:cubicBezTo>
                      <a:pt x="12124" y="79279"/>
                      <a:pt x="12124" y="79279"/>
                      <a:pt x="13929" y="72770"/>
                    </a:cubicBezTo>
                    <a:close/>
                  </a:path>
                </a:pathLst>
              </a:custGeom>
              <a:grpFill/>
              <a:ln w="3175" cap="flat">
                <a:solidFill>
                  <a:schemeClr val="tx1"/>
                </a:solidFill>
                <a:prstDash val="solid"/>
                <a:miter/>
              </a:ln>
            </p:spPr>
            <p:txBody>
              <a:bodyPr rtlCol="0" anchor="ctr"/>
              <a:lstStyle/>
              <a:p>
                <a:endParaRPr lang="zh-CN" altLang="en-US"/>
              </a:p>
            </p:txBody>
          </p:sp>
          <p:sp>
            <p:nvSpPr>
              <p:cNvPr id="139" name="任意多边形: 形状 138"/>
              <p:cNvSpPr/>
              <p:nvPr/>
            </p:nvSpPr>
            <p:spPr>
              <a:xfrm>
                <a:off x="7509369" y="4617769"/>
                <a:ext cx="73663" cy="7232"/>
              </a:xfrm>
              <a:custGeom>
                <a:avLst/>
                <a:gdLst>
                  <a:gd name="connsiteX0" fmla="*/ 210 w 73663"/>
                  <a:gd name="connsiteY0" fmla="*/ 87 h 7232"/>
                  <a:gd name="connsiteX1" fmla="*/ 210 w 73663"/>
                  <a:gd name="connsiteY1" fmla="*/ 7320 h 7232"/>
                  <a:gd name="connsiteX2" fmla="*/ 73873 w 73663"/>
                  <a:gd name="connsiteY2" fmla="*/ 7320 h 7232"/>
                  <a:gd name="connsiteX3" fmla="*/ 73873 w 73663"/>
                  <a:gd name="connsiteY3" fmla="*/ 87 h 7232"/>
                </a:gdLst>
                <a:ahLst/>
                <a:cxnLst>
                  <a:cxn ang="0">
                    <a:pos x="connsiteX0" y="connsiteY0"/>
                  </a:cxn>
                  <a:cxn ang="0">
                    <a:pos x="connsiteX1" y="connsiteY1"/>
                  </a:cxn>
                  <a:cxn ang="0">
                    <a:pos x="connsiteX2" y="connsiteY2"/>
                  </a:cxn>
                  <a:cxn ang="0">
                    <a:pos x="connsiteX3" y="connsiteY3"/>
                  </a:cxn>
                </a:cxnLst>
                <a:rect l="l" t="t" r="r" b="b"/>
                <a:pathLst>
                  <a:path w="73663" h="7232">
                    <a:moveTo>
                      <a:pt x="210" y="87"/>
                    </a:moveTo>
                    <a:lnTo>
                      <a:pt x="210" y="7320"/>
                    </a:lnTo>
                    <a:lnTo>
                      <a:pt x="73873" y="7320"/>
                    </a:lnTo>
                    <a:lnTo>
                      <a:pt x="73873" y="87"/>
                    </a:lnTo>
                    <a:close/>
                  </a:path>
                </a:pathLst>
              </a:custGeom>
              <a:grpFill/>
              <a:ln w="3175" cap="flat">
                <a:solidFill>
                  <a:schemeClr val="tx1"/>
                </a:solidFill>
                <a:prstDash val="solid"/>
                <a:miter/>
              </a:ln>
            </p:spPr>
            <p:txBody>
              <a:bodyPr rtlCol="0" anchor="ctr"/>
              <a:lstStyle/>
              <a:p>
                <a:endParaRPr lang="zh-CN" altLang="en-US"/>
              </a:p>
            </p:txBody>
          </p:sp>
          <p:sp>
            <p:nvSpPr>
              <p:cNvPr id="140" name="任意多边形: 形状 139"/>
              <p:cNvSpPr/>
              <p:nvPr/>
            </p:nvSpPr>
            <p:spPr>
              <a:xfrm>
                <a:off x="7584477" y="4531346"/>
                <a:ext cx="69330" cy="74128"/>
              </a:xfrm>
              <a:custGeom>
                <a:avLst/>
                <a:gdLst>
                  <a:gd name="connsiteX0" fmla="*/ 33795 w 69330"/>
                  <a:gd name="connsiteY0" fmla="*/ 87 h 74128"/>
                  <a:gd name="connsiteX1" fmla="*/ 11768 w 69330"/>
                  <a:gd name="connsiteY1" fmla="*/ 2257 h 74128"/>
                  <a:gd name="connsiteX2" fmla="*/ 10685 w 69330"/>
                  <a:gd name="connsiteY2" fmla="*/ 5511 h 74128"/>
                  <a:gd name="connsiteX3" fmla="*/ 12490 w 69330"/>
                  <a:gd name="connsiteY3" fmla="*/ 5150 h 74128"/>
                  <a:gd name="connsiteX4" fmla="*/ 15379 w 69330"/>
                  <a:gd name="connsiteY4" fmla="*/ 4788 h 74128"/>
                  <a:gd name="connsiteX5" fmla="*/ 18990 w 69330"/>
                  <a:gd name="connsiteY5" fmla="*/ 8043 h 74128"/>
                  <a:gd name="connsiteX6" fmla="*/ 17546 w 69330"/>
                  <a:gd name="connsiteY6" fmla="*/ 14913 h 74128"/>
                  <a:gd name="connsiteX7" fmla="*/ 213 w 69330"/>
                  <a:gd name="connsiteY7" fmla="*/ 72408 h 74128"/>
                  <a:gd name="connsiteX8" fmla="*/ 12129 w 69330"/>
                  <a:gd name="connsiteY8" fmla="*/ 72408 h 74128"/>
                  <a:gd name="connsiteX9" fmla="*/ 17185 w 69330"/>
                  <a:gd name="connsiteY9" fmla="*/ 53605 h 74128"/>
                  <a:gd name="connsiteX10" fmla="*/ 32351 w 69330"/>
                  <a:gd name="connsiteY10" fmla="*/ 26846 h 74128"/>
                  <a:gd name="connsiteX11" fmla="*/ 52572 w 69330"/>
                  <a:gd name="connsiteY11" fmla="*/ 9851 h 74128"/>
                  <a:gd name="connsiteX12" fmla="*/ 56544 w 69330"/>
                  <a:gd name="connsiteY12" fmla="*/ 14552 h 74128"/>
                  <a:gd name="connsiteX13" fmla="*/ 55461 w 69330"/>
                  <a:gd name="connsiteY13" fmla="*/ 22145 h 74128"/>
                  <a:gd name="connsiteX14" fmla="*/ 42823 w 69330"/>
                  <a:gd name="connsiteY14" fmla="*/ 63007 h 74128"/>
                  <a:gd name="connsiteX15" fmla="*/ 41739 w 69330"/>
                  <a:gd name="connsiteY15" fmla="*/ 67707 h 74128"/>
                  <a:gd name="connsiteX16" fmla="*/ 48600 w 69330"/>
                  <a:gd name="connsiteY16" fmla="*/ 74216 h 74128"/>
                  <a:gd name="connsiteX17" fmla="*/ 69544 w 69330"/>
                  <a:gd name="connsiteY17" fmla="*/ 58667 h 74128"/>
                  <a:gd name="connsiteX18" fmla="*/ 68099 w 69330"/>
                  <a:gd name="connsiteY18" fmla="*/ 57221 h 74128"/>
                  <a:gd name="connsiteX19" fmla="*/ 56905 w 69330"/>
                  <a:gd name="connsiteY19" fmla="*/ 66623 h 74128"/>
                  <a:gd name="connsiteX20" fmla="*/ 54739 w 69330"/>
                  <a:gd name="connsiteY20" fmla="*/ 64453 h 74128"/>
                  <a:gd name="connsiteX21" fmla="*/ 55461 w 69330"/>
                  <a:gd name="connsiteY21" fmla="*/ 60837 h 74128"/>
                  <a:gd name="connsiteX22" fmla="*/ 67016 w 69330"/>
                  <a:gd name="connsiteY22" fmla="*/ 20337 h 74128"/>
                  <a:gd name="connsiteX23" fmla="*/ 68460 w 69330"/>
                  <a:gd name="connsiteY23" fmla="*/ 10936 h 74128"/>
                  <a:gd name="connsiteX24" fmla="*/ 59794 w 69330"/>
                  <a:gd name="connsiteY24" fmla="*/ 811 h 74128"/>
                  <a:gd name="connsiteX25" fmla="*/ 22962 w 69330"/>
                  <a:gd name="connsiteY25" fmla="*/ 3407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795" y="87"/>
                    </a:moveTo>
                    <a:cubicBezTo>
                      <a:pt x="23684" y="1534"/>
                      <a:pt x="21879" y="1534"/>
                      <a:pt x="11768" y="2257"/>
                    </a:cubicBezTo>
                    <a:lnTo>
                      <a:pt x="10685" y="5511"/>
                    </a:lnTo>
                    <a:lnTo>
                      <a:pt x="12490" y="5150"/>
                    </a:lnTo>
                    <a:cubicBezTo>
                      <a:pt x="13574" y="5150"/>
                      <a:pt x="14657" y="4788"/>
                      <a:pt x="15379" y="4788"/>
                    </a:cubicBezTo>
                    <a:cubicBezTo>
                      <a:pt x="17185" y="4788"/>
                      <a:pt x="18990" y="6596"/>
                      <a:pt x="18990" y="8043"/>
                    </a:cubicBezTo>
                    <a:cubicBezTo>
                      <a:pt x="18990" y="8766"/>
                      <a:pt x="18629" y="11659"/>
                      <a:pt x="17546" y="14913"/>
                    </a:cubicBezTo>
                    <a:lnTo>
                      <a:pt x="213" y="72408"/>
                    </a:lnTo>
                    <a:lnTo>
                      <a:pt x="12129" y="72408"/>
                    </a:lnTo>
                    <a:lnTo>
                      <a:pt x="17185" y="53605"/>
                    </a:lnTo>
                    <a:cubicBezTo>
                      <a:pt x="20073" y="44565"/>
                      <a:pt x="24046" y="37333"/>
                      <a:pt x="32351" y="26846"/>
                    </a:cubicBezTo>
                    <a:cubicBezTo>
                      <a:pt x="42100" y="14913"/>
                      <a:pt x="47878" y="9851"/>
                      <a:pt x="52572" y="9851"/>
                    </a:cubicBezTo>
                    <a:cubicBezTo>
                      <a:pt x="54739" y="9851"/>
                      <a:pt x="56544" y="12020"/>
                      <a:pt x="56544" y="14552"/>
                    </a:cubicBezTo>
                    <a:cubicBezTo>
                      <a:pt x="56544" y="16360"/>
                      <a:pt x="56183" y="19614"/>
                      <a:pt x="55461" y="22145"/>
                    </a:cubicBezTo>
                    <a:lnTo>
                      <a:pt x="42823" y="63007"/>
                    </a:lnTo>
                    <a:cubicBezTo>
                      <a:pt x="42100" y="64453"/>
                      <a:pt x="41739" y="66623"/>
                      <a:pt x="41739" y="67707"/>
                    </a:cubicBezTo>
                    <a:cubicBezTo>
                      <a:pt x="41739" y="71323"/>
                      <a:pt x="44628" y="74216"/>
                      <a:pt x="48600" y="74216"/>
                    </a:cubicBezTo>
                    <a:cubicBezTo>
                      <a:pt x="54739" y="74216"/>
                      <a:pt x="61961" y="69154"/>
                      <a:pt x="69544" y="58667"/>
                    </a:cubicBezTo>
                    <a:lnTo>
                      <a:pt x="68099" y="57221"/>
                    </a:lnTo>
                    <a:cubicBezTo>
                      <a:pt x="63766" y="63007"/>
                      <a:pt x="59072" y="66623"/>
                      <a:pt x="56905" y="66623"/>
                    </a:cubicBezTo>
                    <a:cubicBezTo>
                      <a:pt x="55822" y="66623"/>
                      <a:pt x="54739" y="65538"/>
                      <a:pt x="54739" y="64453"/>
                    </a:cubicBezTo>
                    <a:cubicBezTo>
                      <a:pt x="54739" y="63368"/>
                      <a:pt x="55100" y="62283"/>
                      <a:pt x="55461" y="60837"/>
                    </a:cubicBezTo>
                    <a:lnTo>
                      <a:pt x="67016" y="20337"/>
                    </a:lnTo>
                    <a:cubicBezTo>
                      <a:pt x="68099" y="17083"/>
                      <a:pt x="68460" y="14190"/>
                      <a:pt x="68460" y="10936"/>
                    </a:cubicBezTo>
                    <a:cubicBezTo>
                      <a:pt x="68460" y="4788"/>
                      <a:pt x="65211" y="811"/>
                      <a:pt x="59794" y="811"/>
                    </a:cubicBezTo>
                    <a:cubicBezTo>
                      <a:pt x="50045" y="811"/>
                      <a:pt x="39573" y="10212"/>
                      <a:pt x="22962" y="34078"/>
                    </a:cubicBezTo>
                    <a:close/>
                  </a:path>
                </a:pathLst>
              </a:custGeom>
              <a:grpFill/>
              <a:ln w="3175" cap="flat">
                <a:solidFill>
                  <a:schemeClr val="tx1"/>
                </a:solidFill>
                <a:prstDash val="solid"/>
                <a:miter/>
              </a:ln>
            </p:spPr>
            <p:txBody>
              <a:bodyPr rtlCol="0" anchor="ctr"/>
              <a:lstStyle/>
              <a:p>
                <a:endParaRPr lang="zh-CN" altLang="en-US"/>
              </a:p>
            </p:txBody>
          </p:sp>
          <p:sp>
            <p:nvSpPr>
              <p:cNvPr id="141" name="任意多边形: 形状 140"/>
              <p:cNvSpPr/>
              <p:nvPr/>
            </p:nvSpPr>
            <p:spPr>
              <a:xfrm>
                <a:off x="7664354" y="4532069"/>
                <a:ext cx="70413" cy="74128"/>
              </a:xfrm>
              <a:custGeom>
                <a:avLst/>
                <a:gdLst>
                  <a:gd name="connsiteX0" fmla="*/ 66658 w 70413"/>
                  <a:gd name="connsiteY0" fmla="*/ 55051 h 74128"/>
                  <a:gd name="connsiteX1" fmla="*/ 54742 w 70413"/>
                  <a:gd name="connsiteY1" fmla="*/ 65538 h 74128"/>
                  <a:gd name="connsiteX2" fmla="*/ 52937 w 70413"/>
                  <a:gd name="connsiteY2" fmla="*/ 63730 h 74128"/>
                  <a:gd name="connsiteX3" fmla="*/ 54020 w 70413"/>
                  <a:gd name="connsiteY3" fmla="*/ 59390 h 74128"/>
                  <a:gd name="connsiteX4" fmla="*/ 70631 w 70413"/>
                  <a:gd name="connsiteY4" fmla="*/ 811 h 74128"/>
                  <a:gd name="connsiteX5" fmla="*/ 58353 w 70413"/>
                  <a:gd name="connsiteY5" fmla="*/ 2257 h 74128"/>
                  <a:gd name="connsiteX6" fmla="*/ 56187 w 70413"/>
                  <a:gd name="connsiteY6" fmla="*/ 10936 h 74128"/>
                  <a:gd name="connsiteX7" fmla="*/ 44270 w 70413"/>
                  <a:gd name="connsiteY7" fmla="*/ 87 h 74128"/>
                  <a:gd name="connsiteX8" fmla="*/ 217 w 70413"/>
                  <a:gd name="connsiteY8" fmla="*/ 56136 h 74128"/>
                  <a:gd name="connsiteX9" fmla="*/ 14299 w 70413"/>
                  <a:gd name="connsiteY9" fmla="*/ 73493 h 74128"/>
                  <a:gd name="connsiteX10" fmla="*/ 30188 w 70413"/>
                  <a:gd name="connsiteY10" fmla="*/ 67346 h 74128"/>
                  <a:gd name="connsiteX11" fmla="*/ 43909 w 70413"/>
                  <a:gd name="connsiteY11" fmla="*/ 52520 h 74128"/>
                  <a:gd name="connsiteX12" fmla="*/ 43187 w 70413"/>
                  <a:gd name="connsiteY12" fmla="*/ 56136 h 74128"/>
                  <a:gd name="connsiteX13" fmla="*/ 41021 w 70413"/>
                  <a:gd name="connsiteY13" fmla="*/ 66984 h 74128"/>
                  <a:gd name="connsiteX14" fmla="*/ 47520 w 70413"/>
                  <a:gd name="connsiteY14" fmla="*/ 74216 h 74128"/>
                  <a:gd name="connsiteX15" fmla="*/ 68825 w 70413"/>
                  <a:gd name="connsiteY15" fmla="*/ 57221 h 74128"/>
                  <a:gd name="connsiteX16" fmla="*/ 44632 w 70413"/>
                  <a:gd name="connsiteY16" fmla="*/ 4788 h 74128"/>
                  <a:gd name="connsiteX17" fmla="*/ 53298 w 70413"/>
                  <a:gd name="connsiteY17" fmla="*/ 14913 h 74128"/>
                  <a:gd name="connsiteX18" fmla="*/ 36688 w 70413"/>
                  <a:gd name="connsiteY18" fmla="*/ 55051 h 74128"/>
                  <a:gd name="connsiteX19" fmla="*/ 21521 w 70413"/>
                  <a:gd name="connsiteY19" fmla="*/ 64091 h 74128"/>
                  <a:gd name="connsiteX20" fmla="*/ 12855 w 70413"/>
                  <a:gd name="connsiteY20" fmla="*/ 53243 h 74128"/>
                  <a:gd name="connsiteX21" fmla="*/ 26216 w 70413"/>
                  <a:gd name="connsiteY21" fmla="*/ 18168 h 74128"/>
                  <a:gd name="connsiteX22" fmla="*/ 44632 w 70413"/>
                  <a:gd name="connsiteY22" fmla="*/ 478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658" y="55051"/>
                    </a:moveTo>
                    <a:cubicBezTo>
                      <a:pt x="61964" y="61922"/>
                      <a:pt x="57992" y="65538"/>
                      <a:pt x="54742" y="65538"/>
                    </a:cubicBezTo>
                    <a:cubicBezTo>
                      <a:pt x="53659" y="65538"/>
                      <a:pt x="52937" y="64815"/>
                      <a:pt x="52937" y="63730"/>
                    </a:cubicBezTo>
                    <a:cubicBezTo>
                      <a:pt x="52937" y="63007"/>
                      <a:pt x="52937" y="62645"/>
                      <a:pt x="54020" y="59390"/>
                    </a:cubicBezTo>
                    <a:lnTo>
                      <a:pt x="70631" y="811"/>
                    </a:lnTo>
                    <a:lnTo>
                      <a:pt x="58353" y="2257"/>
                    </a:lnTo>
                    <a:lnTo>
                      <a:pt x="56187" y="10936"/>
                    </a:lnTo>
                    <a:cubicBezTo>
                      <a:pt x="54742" y="4065"/>
                      <a:pt x="50409" y="87"/>
                      <a:pt x="44270" y="87"/>
                    </a:cubicBezTo>
                    <a:cubicBezTo>
                      <a:pt x="25132" y="87"/>
                      <a:pt x="217" y="31547"/>
                      <a:pt x="217" y="56136"/>
                    </a:cubicBezTo>
                    <a:cubicBezTo>
                      <a:pt x="217" y="66623"/>
                      <a:pt x="5994" y="73493"/>
                      <a:pt x="14299" y="73493"/>
                    </a:cubicBezTo>
                    <a:cubicBezTo>
                      <a:pt x="18994" y="73493"/>
                      <a:pt x="25132" y="71323"/>
                      <a:pt x="30188" y="67346"/>
                    </a:cubicBezTo>
                    <a:cubicBezTo>
                      <a:pt x="34882" y="64091"/>
                      <a:pt x="37771" y="60837"/>
                      <a:pt x="43909" y="52520"/>
                    </a:cubicBezTo>
                    <a:cubicBezTo>
                      <a:pt x="43909" y="53966"/>
                      <a:pt x="43187" y="55774"/>
                      <a:pt x="43187" y="56136"/>
                    </a:cubicBezTo>
                    <a:cubicBezTo>
                      <a:pt x="41021" y="64453"/>
                      <a:pt x="41021" y="64453"/>
                      <a:pt x="41021" y="66984"/>
                    </a:cubicBezTo>
                    <a:cubicBezTo>
                      <a:pt x="41021" y="71323"/>
                      <a:pt x="43548" y="74216"/>
                      <a:pt x="47520" y="74216"/>
                    </a:cubicBezTo>
                    <a:cubicBezTo>
                      <a:pt x="54020" y="74216"/>
                      <a:pt x="60520" y="68792"/>
                      <a:pt x="68825" y="57221"/>
                    </a:cubicBezTo>
                    <a:close/>
                    <a:moveTo>
                      <a:pt x="44632" y="4788"/>
                    </a:moveTo>
                    <a:cubicBezTo>
                      <a:pt x="50048" y="4788"/>
                      <a:pt x="53298" y="8766"/>
                      <a:pt x="53298" y="14913"/>
                    </a:cubicBezTo>
                    <a:cubicBezTo>
                      <a:pt x="53298" y="26846"/>
                      <a:pt x="46076" y="44565"/>
                      <a:pt x="36688" y="55051"/>
                    </a:cubicBezTo>
                    <a:cubicBezTo>
                      <a:pt x="31632" y="60837"/>
                      <a:pt x="25855" y="64091"/>
                      <a:pt x="21521" y="64091"/>
                    </a:cubicBezTo>
                    <a:cubicBezTo>
                      <a:pt x="15744" y="64091"/>
                      <a:pt x="12855" y="60475"/>
                      <a:pt x="12855" y="53243"/>
                    </a:cubicBezTo>
                    <a:cubicBezTo>
                      <a:pt x="12855" y="43480"/>
                      <a:pt x="17549" y="30824"/>
                      <a:pt x="26216" y="18168"/>
                    </a:cubicBezTo>
                    <a:cubicBezTo>
                      <a:pt x="32354" y="9489"/>
                      <a:pt x="38493" y="4788"/>
                      <a:pt x="44632" y="4788"/>
                    </a:cubicBezTo>
                    <a:close/>
                  </a:path>
                </a:pathLst>
              </a:custGeom>
              <a:grpFill/>
              <a:ln w="3175" cap="flat">
                <a:solidFill>
                  <a:schemeClr val="tx1"/>
                </a:solidFill>
                <a:prstDash val="solid"/>
                <a:miter/>
              </a:ln>
            </p:spPr>
            <p:txBody>
              <a:bodyPr rtlCol="0" anchor="ctr"/>
              <a:lstStyle/>
              <a:p>
                <a:endParaRPr lang="zh-CN" altLang="en-US"/>
              </a:p>
            </p:txBody>
          </p:sp>
          <p:sp>
            <p:nvSpPr>
              <p:cNvPr id="142" name="任意多边形: 形状 141"/>
              <p:cNvSpPr/>
              <p:nvPr/>
            </p:nvSpPr>
            <p:spPr>
              <a:xfrm>
                <a:off x="7743212" y="4530622"/>
                <a:ext cx="109412" cy="73767"/>
              </a:xfrm>
              <a:custGeom>
                <a:avLst/>
                <a:gdLst>
                  <a:gd name="connsiteX0" fmla="*/ 33080 w 109412"/>
                  <a:gd name="connsiteY0" fmla="*/ 87 h 73767"/>
                  <a:gd name="connsiteX1" fmla="*/ 11053 w 109412"/>
                  <a:gd name="connsiteY1" fmla="*/ 2980 h 73767"/>
                  <a:gd name="connsiteX2" fmla="*/ 10331 w 109412"/>
                  <a:gd name="connsiteY2" fmla="*/ 6235 h 73767"/>
                  <a:gd name="connsiteX3" fmla="*/ 12136 w 109412"/>
                  <a:gd name="connsiteY3" fmla="*/ 5873 h 73767"/>
                  <a:gd name="connsiteX4" fmla="*/ 14664 w 109412"/>
                  <a:gd name="connsiteY4" fmla="*/ 5511 h 73767"/>
                  <a:gd name="connsiteX5" fmla="*/ 18275 w 109412"/>
                  <a:gd name="connsiteY5" fmla="*/ 8766 h 73767"/>
                  <a:gd name="connsiteX6" fmla="*/ 17553 w 109412"/>
                  <a:gd name="connsiteY6" fmla="*/ 13467 h 73767"/>
                  <a:gd name="connsiteX7" fmla="*/ 220 w 109412"/>
                  <a:gd name="connsiteY7" fmla="*/ 73131 h 73767"/>
                  <a:gd name="connsiteX8" fmla="*/ 12136 w 109412"/>
                  <a:gd name="connsiteY8" fmla="*/ 73131 h 73767"/>
                  <a:gd name="connsiteX9" fmla="*/ 17192 w 109412"/>
                  <a:gd name="connsiteY9" fmla="*/ 54690 h 73767"/>
                  <a:gd name="connsiteX10" fmla="*/ 32719 w 109412"/>
                  <a:gd name="connsiteY10" fmla="*/ 26484 h 73767"/>
                  <a:gd name="connsiteX11" fmla="*/ 52579 w 109412"/>
                  <a:gd name="connsiteY11" fmla="*/ 9489 h 73767"/>
                  <a:gd name="connsiteX12" fmla="*/ 56551 w 109412"/>
                  <a:gd name="connsiteY12" fmla="*/ 13828 h 73767"/>
                  <a:gd name="connsiteX13" fmla="*/ 55829 w 109412"/>
                  <a:gd name="connsiteY13" fmla="*/ 18891 h 73767"/>
                  <a:gd name="connsiteX14" fmla="*/ 40302 w 109412"/>
                  <a:gd name="connsiteY14" fmla="*/ 73131 h 73767"/>
                  <a:gd name="connsiteX15" fmla="*/ 52218 w 109412"/>
                  <a:gd name="connsiteY15" fmla="*/ 73131 h 73767"/>
                  <a:gd name="connsiteX16" fmla="*/ 57634 w 109412"/>
                  <a:gd name="connsiteY16" fmla="*/ 54328 h 73767"/>
                  <a:gd name="connsiteX17" fmla="*/ 71717 w 109412"/>
                  <a:gd name="connsiteY17" fmla="*/ 27569 h 73767"/>
                  <a:gd name="connsiteX18" fmla="*/ 92300 w 109412"/>
                  <a:gd name="connsiteY18" fmla="*/ 9489 h 73767"/>
                  <a:gd name="connsiteX19" fmla="*/ 96633 w 109412"/>
                  <a:gd name="connsiteY19" fmla="*/ 14190 h 73767"/>
                  <a:gd name="connsiteX20" fmla="*/ 95911 w 109412"/>
                  <a:gd name="connsiteY20" fmla="*/ 18891 h 73767"/>
                  <a:gd name="connsiteX21" fmla="*/ 83272 w 109412"/>
                  <a:gd name="connsiteY21" fmla="*/ 62283 h 73767"/>
                  <a:gd name="connsiteX22" fmla="*/ 82189 w 109412"/>
                  <a:gd name="connsiteY22" fmla="*/ 66984 h 73767"/>
                  <a:gd name="connsiteX23" fmla="*/ 89050 w 109412"/>
                  <a:gd name="connsiteY23" fmla="*/ 73855 h 73767"/>
                  <a:gd name="connsiteX24" fmla="*/ 109632 w 109412"/>
                  <a:gd name="connsiteY24" fmla="*/ 58306 h 73767"/>
                  <a:gd name="connsiteX25" fmla="*/ 107827 w 109412"/>
                  <a:gd name="connsiteY25" fmla="*/ 56498 h 73767"/>
                  <a:gd name="connsiteX26" fmla="*/ 96633 w 109412"/>
                  <a:gd name="connsiteY26" fmla="*/ 65899 h 73767"/>
                  <a:gd name="connsiteX27" fmla="*/ 94827 w 109412"/>
                  <a:gd name="connsiteY27" fmla="*/ 63730 h 73767"/>
                  <a:gd name="connsiteX28" fmla="*/ 95549 w 109412"/>
                  <a:gd name="connsiteY28" fmla="*/ 60475 h 73767"/>
                  <a:gd name="connsiteX29" fmla="*/ 106382 w 109412"/>
                  <a:gd name="connsiteY29" fmla="*/ 22507 h 73767"/>
                  <a:gd name="connsiteX30" fmla="*/ 108549 w 109412"/>
                  <a:gd name="connsiteY30" fmla="*/ 9851 h 73767"/>
                  <a:gd name="connsiteX31" fmla="*/ 99883 w 109412"/>
                  <a:gd name="connsiteY31" fmla="*/ 87 h 73767"/>
                  <a:gd name="connsiteX32" fmla="*/ 63412 w 109412"/>
                  <a:gd name="connsiteY32" fmla="*/ 33716 h 73767"/>
                  <a:gd name="connsiteX33" fmla="*/ 67745 w 109412"/>
                  <a:gd name="connsiteY33" fmla="*/ 18891 h 73767"/>
                  <a:gd name="connsiteX34" fmla="*/ 69190 w 109412"/>
                  <a:gd name="connsiteY34" fmla="*/ 9851 h 73767"/>
                  <a:gd name="connsiteX35" fmla="*/ 60523 w 109412"/>
                  <a:gd name="connsiteY35" fmla="*/ 87 h 73767"/>
                  <a:gd name="connsiteX36" fmla="*/ 22969 w 109412"/>
                  <a:gd name="connsiteY36" fmla="*/ 3552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080" y="87"/>
                    </a:moveTo>
                    <a:cubicBezTo>
                      <a:pt x="22969" y="1895"/>
                      <a:pt x="21525" y="1895"/>
                      <a:pt x="11053" y="2980"/>
                    </a:cubicBezTo>
                    <a:lnTo>
                      <a:pt x="10331" y="6235"/>
                    </a:lnTo>
                    <a:lnTo>
                      <a:pt x="12136" y="5873"/>
                    </a:lnTo>
                    <a:cubicBezTo>
                      <a:pt x="13220" y="5873"/>
                      <a:pt x="13942" y="5511"/>
                      <a:pt x="14664" y="5511"/>
                    </a:cubicBezTo>
                    <a:cubicBezTo>
                      <a:pt x="16830" y="5511"/>
                      <a:pt x="18275" y="6958"/>
                      <a:pt x="18275" y="8766"/>
                    </a:cubicBezTo>
                    <a:cubicBezTo>
                      <a:pt x="18275" y="9489"/>
                      <a:pt x="18275" y="11297"/>
                      <a:pt x="17553" y="13467"/>
                    </a:cubicBezTo>
                    <a:lnTo>
                      <a:pt x="220" y="73131"/>
                    </a:lnTo>
                    <a:lnTo>
                      <a:pt x="12136" y="73131"/>
                    </a:lnTo>
                    <a:lnTo>
                      <a:pt x="17192" y="54690"/>
                    </a:lnTo>
                    <a:cubicBezTo>
                      <a:pt x="20080" y="44926"/>
                      <a:pt x="24052" y="37694"/>
                      <a:pt x="32719" y="26484"/>
                    </a:cubicBezTo>
                    <a:cubicBezTo>
                      <a:pt x="41746" y="15275"/>
                      <a:pt x="48246" y="9489"/>
                      <a:pt x="52579" y="9489"/>
                    </a:cubicBezTo>
                    <a:cubicBezTo>
                      <a:pt x="55107" y="9489"/>
                      <a:pt x="56551" y="11297"/>
                      <a:pt x="56551" y="13828"/>
                    </a:cubicBezTo>
                    <a:cubicBezTo>
                      <a:pt x="56551" y="15275"/>
                      <a:pt x="56190" y="17444"/>
                      <a:pt x="55829" y="18891"/>
                    </a:cubicBezTo>
                    <a:lnTo>
                      <a:pt x="40302" y="73131"/>
                    </a:lnTo>
                    <a:lnTo>
                      <a:pt x="52218" y="73131"/>
                    </a:lnTo>
                    <a:lnTo>
                      <a:pt x="57634" y="54328"/>
                    </a:lnTo>
                    <a:cubicBezTo>
                      <a:pt x="60884" y="43480"/>
                      <a:pt x="63051" y="39141"/>
                      <a:pt x="71717" y="27569"/>
                    </a:cubicBezTo>
                    <a:cubicBezTo>
                      <a:pt x="82189" y="14190"/>
                      <a:pt x="87605" y="9489"/>
                      <a:pt x="92300" y="9489"/>
                    </a:cubicBezTo>
                    <a:cubicBezTo>
                      <a:pt x="94466" y="9489"/>
                      <a:pt x="96633" y="11659"/>
                      <a:pt x="96633" y="14190"/>
                    </a:cubicBezTo>
                    <a:cubicBezTo>
                      <a:pt x="96633" y="15636"/>
                      <a:pt x="96272" y="16721"/>
                      <a:pt x="95911" y="18891"/>
                    </a:cubicBezTo>
                    <a:lnTo>
                      <a:pt x="83272" y="62283"/>
                    </a:lnTo>
                    <a:cubicBezTo>
                      <a:pt x="82550" y="64815"/>
                      <a:pt x="82189" y="65899"/>
                      <a:pt x="82189" y="66984"/>
                    </a:cubicBezTo>
                    <a:cubicBezTo>
                      <a:pt x="82189" y="70962"/>
                      <a:pt x="85078" y="73855"/>
                      <a:pt x="89050" y="73855"/>
                    </a:cubicBezTo>
                    <a:cubicBezTo>
                      <a:pt x="95549" y="73855"/>
                      <a:pt x="102410" y="68792"/>
                      <a:pt x="109632" y="58306"/>
                    </a:cubicBezTo>
                    <a:lnTo>
                      <a:pt x="107827" y="56498"/>
                    </a:lnTo>
                    <a:cubicBezTo>
                      <a:pt x="103855" y="61922"/>
                      <a:pt x="99160" y="65899"/>
                      <a:pt x="96633" y="65899"/>
                    </a:cubicBezTo>
                    <a:cubicBezTo>
                      <a:pt x="95911" y="65899"/>
                      <a:pt x="94827" y="64815"/>
                      <a:pt x="94827" y="63730"/>
                    </a:cubicBezTo>
                    <a:cubicBezTo>
                      <a:pt x="94827" y="63007"/>
                      <a:pt x="95188" y="61922"/>
                      <a:pt x="95549" y="60475"/>
                    </a:cubicBezTo>
                    <a:lnTo>
                      <a:pt x="106382" y="22507"/>
                    </a:lnTo>
                    <a:cubicBezTo>
                      <a:pt x="107827" y="17444"/>
                      <a:pt x="108549" y="12743"/>
                      <a:pt x="108549" y="9851"/>
                    </a:cubicBezTo>
                    <a:cubicBezTo>
                      <a:pt x="108549" y="4427"/>
                      <a:pt x="104938" y="87"/>
                      <a:pt x="99883" y="87"/>
                    </a:cubicBezTo>
                    <a:cubicBezTo>
                      <a:pt x="89772" y="87"/>
                      <a:pt x="78939" y="10212"/>
                      <a:pt x="63412" y="33716"/>
                    </a:cubicBezTo>
                    <a:lnTo>
                      <a:pt x="67745" y="18891"/>
                    </a:lnTo>
                    <a:cubicBezTo>
                      <a:pt x="68828" y="15636"/>
                      <a:pt x="69190" y="12382"/>
                      <a:pt x="69190" y="9851"/>
                    </a:cubicBezTo>
                    <a:cubicBezTo>
                      <a:pt x="69190" y="4427"/>
                      <a:pt x="65217" y="87"/>
                      <a:pt x="60523" y="87"/>
                    </a:cubicBezTo>
                    <a:cubicBezTo>
                      <a:pt x="50413" y="87"/>
                      <a:pt x="38496" y="11297"/>
                      <a:pt x="22969" y="35525"/>
                    </a:cubicBezTo>
                    <a:close/>
                  </a:path>
                </a:pathLst>
              </a:custGeom>
              <a:grpFill/>
              <a:ln w="3175" cap="flat">
                <a:solidFill>
                  <a:schemeClr val="tx1"/>
                </a:solidFill>
                <a:prstDash val="solid"/>
                <a:miter/>
              </a:ln>
            </p:spPr>
            <p:txBody>
              <a:bodyPr rtlCol="0" anchor="ctr"/>
              <a:lstStyle/>
              <a:p>
                <a:endParaRPr lang="zh-CN" altLang="en-US"/>
              </a:p>
            </p:txBody>
          </p:sp>
          <p:sp>
            <p:nvSpPr>
              <p:cNvPr id="143" name="任意多边形: 形状 142"/>
              <p:cNvSpPr/>
              <p:nvPr/>
            </p:nvSpPr>
            <p:spPr>
              <a:xfrm>
                <a:off x="7863931" y="4531346"/>
                <a:ext cx="59580" cy="74490"/>
              </a:xfrm>
              <a:custGeom>
                <a:avLst/>
                <a:gdLst>
                  <a:gd name="connsiteX0" fmla="*/ 49334 w 59580"/>
                  <a:gd name="connsiteY0" fmla="*/ 55413 h 74490"/>
                  <a:gd name="connsiteX1" fmla="*/ 28391 w 59580"/>
                  <a:gd name="connsiteY1" fmla="*/ 66261 h 74490"/>
                  <a:gd name="connsiteX2" fmla="*/ 13225 w 59580"/>
                  <a:gd name="connsiteY2" fmla="*/ 49627 h 74490"/>
                  <a:gd name="connsiteX3" fmla="*/ 13947 w 59580"/>
                  <a:gd name="connsiteY3" fmla="*/ 41310 h 74490"/>
                  <a:gd name="connsiteX4" fmla="*/ 41390 w 59580"/>
                  <a:gd name="connsiteY4" fmla="*/ 35525 h 74490"/>
                  <a:gd name="connsiteX5" fmla="*/ 59806 w 59580"/>
                  <a:gd name="connsiteY5" fmla="*/ 12020 h 74490"/>
                  <a:gd name="connsiteX6" fmla="*/ 44640 w 59580"/>
                  <a:gd name="connsiteY6" fmla="*/ 87 h 74490"/>
                  <a:gd name="connsiteX7" fmla="*/ 225 w 59580"/>
                  <a:gd name="connsiteY7" fmla="*/ 50350 h 74490"/>
                  <a:gd name="connsiteX8" fmla="*/ 21530 w 59580"/>
                  <a:gd name="connsiteY8" fmla="*/ 74578 h 74490"/>
                  <a:gd name="connsiteX9" fmla="*/ 52584 w 59580"/>
                  <a:gd name="connsiteY9" fmla="*/ 57582 h 74490"/>
                  <a:gd name="connsiteX10" fmla="*/ 15030 w 59580"/>
                  <a:gd name="connsiteY10" fmla="*/ 36971 h 74490"/>
                  <a:gd name="connsiteX11" fmla="*/ 41751 w 59580"/>
                  <a:gd name="connsiteY11" fmla="*/ 4788 h 74490"/>
                  <a:gd name="connsiteX12" fmla="*/ 48251 w 59580"/>
                  <a:gd name="connsiteY12" fmla="*/ 11659 h 74490"/>
                  <a:gd name="connsiteX13" fmla="*/ 42474 w 59580"/>
                  <a:gd name="connsiteY13" fmla="*/ 25400 h 74490"/>
                  <a:gd name="connsiteX14" fmla="*/ 21530 w 59580"/>
                  <a:gd name="connsiteY14" fmla="*/ 36609 h 74490"/>
                  <a:gd name="connsiteX15" fmla="*/ 15030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34" y="55413"/>
                    </a:moveTo>
                    <a:cubicBezTo>
                      <a:pt x="42474" y="63007"/>
                      <a:pt x="35613" y="66261"/>
                      <a:pt x="28391" y="66261"/>
                    </a:cubicBezTo>
                    <a:cubicBezTo>
                      <a:pt x="19725" y="66261"/>
                      <a:pt x="13225" y="59390"/>
                      <a:pt x="13225" y="49627"/>
                    </a:cubicBezTo>
                    <a:cubicBezTo>
                      <a:pt x="13225" y="47096"/>
                      <a:pt x="13586" y="44203"/>
                      <a:pt x="13947" y="41310"/>
                    </a:cubicBezTo>
                    <a:cubicBezTo>
                      <a:pt x="26585" y="40587"/>
                      <a:pt x="33807" y="39141"/>
                      <a:pt x="41390" y="35525"/>
                    </a:cubicBezTo>
                    <a:cubicBezTo>
                      <a:pt x="52584" y="30462"/>
                      <a:pt x="59806" y="21060"/>
                      <a:pt x="59806" y="12020"/>
                    </a:cubicBezTo>
                    <a:cubicBezTo>
                      <a:pt x="59806" y="5150"/>
                      <a:pt x="53306" y="87"/>
                      <a:pt x="44640" y="87"/>
                    </a:cubicBezTo>
                    <a:cubicBezTo>
                      <a:pt x="22974" y="87"/>
                      <a:pt x="225" y="26123"/>
                      <a:pt x="225" y="50350"/>
                    </a:cubicBezTo>
                    <a:cubicBezTo>
                      <a:pt x="225" y="64815"/>
                      <a:pt x="8892" y="74578"/>
                      <a:pt x="21530" y="74578"/>
                    </a:cubicBezTo>
                    <a:cubicBezTo>
                      <a:pt x="31641" y="74578"/>
                      <a:pt x="40307" y="69515"/>
                      <a:pt x="52584" y="57582"/>
                    </a:cubicBezTo>
                    <a:close/>
                    <a:moveTo>
                      <a:pt x="15030" y="36971"/>
                    </a:moveTo>
                    <a:cubicBezTo>
                      <a:pt x="20447" y="18529"/>
                      <a:pt x="32002" y="4788"/>
                      <a:pt x="41751" y="4788"/>
                    </a:cubicBezTo>
                    <a:cubicBezTo>
                      <a:pt x="45362" y="4788"/>
                      <a:pt x="48251" y="7681"/>
                      <a:pt x="48251" y="11659"/>
                    </a:cubicBezTo>
                    <a:cubicBezTo>
                      <a:pt x="48251" y="15998"/>
                      <a:pt x="46084" y="21060"/>
                      <a:pt x="42474" y="25400"/>
                    </a:cubicBezTo>
                    <a:cubicBezTo>
                      <a:pt x="37057" y="31185"/>
                      <a:pt x="30196" y="35163"/>
                      <a:pt x="21530" y="36609"/>
                    </a:cubicBezTo>
                    <a:cubicBezTo>
                      <a:pt x="20086" y="36609"/>
                      <a:pt x="17919" y="36971"/>
                      <a:pt x="15030" y="36971"/>
                    </a:cubicBezTo>
                    <a:close/>
                  </a:path>
                </a:pathLst>
              </a:custGeom>
              <a:grpFill/>
              <a:ln w="3175" cap="flat">
                <a:solidFill>
                  <a:schemeClr val="tx1"/>
                </a:solidFill>
                <a:prstDash val="solid"/>
                <a:miter/>
              </a:ln>
            </p:spPr>
            <p:txBody>
              <a:bodyPr rtlCol="0" anchor="ctr"/>
              <a:lstStyle/>
              <a:p>
                <a:endParaRPr lang="zh-CN" altLang="en-US"/>
              </a:p>
            </p:txBody>
          </p:sp>
          <p:sp>
            <p:nvSpPr>
              <p:cNvPr id="144" name="任意多边形: 形状 143"/>
              <p:cNvSpPr/>
              <p:nvPr/>
            </p:nvSpPr>
            <p:spPr>
              <a:xfrm>
                <a:off x="7925638"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145" name="任意多边形: 形状 144"/>
              <p:cNvSpPr/>
              <p:nvPr/>
            </p:nvSpPr>
            <p:spPr>
              <a:xfrm>
                <a:off x="7976913" y="4534962"/>
                <a:ext cx="67886" cy="29289"/>
              </a:xfrm>
              <a:custGeom>
                <a:avLst/>
                <a:gdLst>
                  <a:gd name="connsiteX0" fmla="*/ 230 w 67886"/>
                  <a:gd name="connsiteY0" fmla="*/ 87 h 29289"/>
                  <a:gd name="connsiteX1" fmla="*/ 230 w 67886"/>
                  <a:gd name="connsiteY1" fmla="*/ 8043 h 29289"/>
                  <a:gd name="connsiteX2" fmla="*/ 68116 w 67886"/>
                  <a:gd name="connsiteY2" fmla="*/ 8043 h 29289"/>
                  <a:gd name="connsiteX3" fmla="*/ 68116 w 67886"/>
                  <a:gd name="connsiteY3" fmla="*/ 87 h 29289"/>
                  <a:gd name="connsiteX4" fmla="*/ 230 w 67886"/>
                  <a:gd name="connsiteY4" fmla="*/ 21784 h 29289"/>
                  <a:gd name="connsiteX5" fmla="*/ 230 w 67886"/>
                  <a:gd name="connsiteY5" fmla="*/ 29377 h 29289"/>
                  <a:gd name="connsiteX6" fmla="*/ 68116 w 67886"/>
                  <a:gd name="connsiteY6" fmla="*/ 29377 h 29289"/>
                  <a:gd name="connsiteX7" fmla="*/ 68116 w 67886"/>
                  <a:gd name="connsiteY7" fmla="*/ 21784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30" y="87"/>
                    </a:moveTo>
                    <a:lnTo>
                      <a:pt x="230" y="8043"/>
                    </a:lnTo>
                    <a:lnTo>
                      <a:pt x="68116" y="8043"/>
                    </a:lnTo>
                    <a:lnTo>
                      <a:pt x="68116" y="87"/>
                    </a:lnTo>
                    <a:close/>
                    <a:moveTo>
                      <a:pt x="230" y="21784"/>
                    </a:moveTo>
                    <a:lnTo>
                      <a:pt x="230" y="29377"/>
                    </a:lnTo>
                    <a:lnTo>
                      <a:pt x="68116" y="29377"/>
                    </a:lnTo>
                    <a:lnTo>
                      <a:pt x="68116" y="21784"/>
                    </a:lnTo>
                    <a:close/>
                  </a:path>
                </a:pathLst>
              </a:custGeom>
              <a:grpFill/>
              <a:ln w="3175" cap="flat">
                <a:solidFill>
                  <a:schemeClr val="tx1"/>
                </a:solidFill>
                <a:prstDash val="solid"/>
                <a:miter/>
              </a:ln>
            </p:spPr>
            <p:txBody>
              <a:bodyPr rtlCol="0" anchor="ctr"/>
              <a:lstStyle/>
              <a:p>
                <a:endParaRPr lang="zh-CN" altLang="en-US"/>
              </a:p>
            </p:txBody>
          </p:sp>
          <p:sp>
            <p:nvSpPr>
              <p:cNvPr id="146" name="任意多边形: 形状 145"/>
              <p:cNvSpPr/>
              <p:nvPr/>
            </p:nvSpPr>
            <p:spPr>
              <a:xfrm>
                <a:off x="8044539"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25" name="Graphic 2"/>
            <p:cNvGrpSpPr/>
            <p:nvPr/>
          </p:nvGrpSpPr>
          <p:grpSpPr>
            <a:xfrm>
              <a:off x="7752957" y="5132787"/>
              <a:ext cx="488387" cy="148921"/>
              <a:chOff x="8088954" y="4495547"/>
              <a:chExt cx="387181" cy="109566"/>
            </a:xfrm>
            <a:solidFill>
              <a:schemeClr val="tx1"/>
            </a:solidFill>
          </p:grpSpPr>
          <p:sp>
            <p:nvSpPr>
              <p:cNvPr id="133" name="任意多边形: 形状 132"/>
              <p:cNvSpPr/>
              <p:nvPr/>
            </p:nvSpPr>
            <p:spPr>
              <a:xfrm>
                <a:off x="8088954" y="4495547"/>
                <a:ext cx="134327" cy="108119"/>
              </a:xfrm>
              <a:custGeom>
                <a:avLst/>
                <a:gdLst>
                  <a:gd name="connsiteX0" fmla="*/ 61982 w 134327"/>
                  <a:gd name="connsiteY0" fmla="*/ 108207 h 108119"/>
                  <a:gd name="connsiteX1" fmla="*/ 64510 w 134327"/>
                  <a:gd name="connsiteY1" fmla="*/ 108207 h 108119"/>
                  <a:gd name="connsiteX2" fmla="*/ 103147 w 134327"/>
                  <a:gd name="connsiteY2" fmla="*/ 21422 h 108119"/>
                  <a:gd name="connsiteX3" fmla="*/ 103147 w 134327"/>
                  <a:gd name="connsiteY3" fmla="*/ 91212 h 108119"/>
                  <a:gd name="connsiteX4" fmla="*/ 91954 w 134327"/>
                  <a:gd name="connsiteY4" fmla="*/ 104953 h 108119"/>
                  <a:gd name="connsiteX5" fmla="*/ 88704 w 134327"/>
                  <a:gd name="connsiteY5" fmla="*/ 105314 h 108119"/>
                  <a:gd name="connsiteX6" fmla="*/ 88704 w 134327"/>
                  <a:gd name="connsiteY6" fmla="*/ 108207 h 108119"/>
                  <a:gd name="connsiteX7" fmla="*/ 134563 w 134327"/>
                  <a:gd name="connsiteY7" fmla="*/ 108207 h 108119"/>
                  <a:gd name="connsiteX8" fmla="*/ 134563 w 134327"/>
                  <a:gd name="connsiteY8" fmla="*/ 105314 h 108119"/>
                  <a:gd name="connsiteX9" fmla="*/ 131313 w 134327"/>
                  <a:gd name="connsiteY9" fmla="*/ 104953 h 108119"/>
                  <a:gd name="connsiteX10" fmla="*/ 120119 w 134327"/>
                  <a:gd name="connsiteY10" fmla="*/ 91212 h 108119"/>
                  <a:gd name="connsiteX11" fmla="*/ 120119 w 134327"/>
                  <a:gd name="connsiteY11" fmla="*/ 17083 h 108119"/>
                  <a:gd name="connsiteX12" fmla="*/ 131313 w 134327"/>
                  <a:gd name="connsiteY12" fmla="*/ 3342 h 108119"/>
                  <a:gd name="connsiteX13" fmla="*/ 134563 w 134327"/>
                  <a:gd name="connsiteY13" fmla="*/ 2980 h 108119"/>
                  <a:gd name="connsiteX14" fmla="*/ 134563 w 134327"/>
                  <a:gd name="connsiteY14" fmla="*/ 87 h 108119"/>
                  <a:gd name="connsiteX15" fmla="*/ 103147 w 134327"/>
                  <a:gd name="connsiteY15" fmla="*/ 87 h 108119"/>
                  <a:gd name="connsiteX16" fmla="*/ 68121 w 134327"/>
                  <a:gd name="connsiteY16" fmla="*/ 80364 h 108119"/>
                  <a:gd name="connsiteX17" fmla="*/ 31289 w 134327"/>
                  <a:gd name="connsiteY17" fmla="*/ 87 h 108119"/>
                  <a:gd name="connsiteX18" fmla="*/ 235 w 134327"/>
                  <a:gd name="connsiteY18" fmla="*/ 87 h 108119"/>
                  <a:gd name="connsiteX19" fmla="*/ 235 w 134327"/>
                  <a:gd name="connsiteY19" fmla="*/ 2980 h 108119"/>
                  <a:gd name="connsiteX20" fmla="*/ 3846 w 134327"/>
                  <a:gd name="connsiteY20" fmla="*/ 3342 h 108119"/>
                  <a:gd name="connsiteX21" fmla="*/ 15040 w 134327"/>
                  <a:gd name="connsiteY21" fmla="*/ 17083 h 108119"/>
                  <a:gd name="connsiteX22" fmla="*/ 15040 w 134327"/>
                  <a:gd name="connsiteY22" fmla="*/ 91212 h 108119"/>
                  <a:gd name="connsiteX23" fmla="*/ 3846 w 134327"/>
                  <a:gd name="connsiteY23" fmla="*/ 104953 h 108119"/>
                  <a:gd name="connsiteX24" fmla="*/ 235 w 134327"/>
                  <a:gd name="connsiteY24" fmla="*/ 105314 h 108119"/>
                  <a:gd name="connsiteX25" fmla="*/ 235 w 134327"/>
                  <a:gd name="connsiteY25" fmla="*/ 108207 h 108119"/>
                  <a:gd name="connsiteX26" fmla="*/ 38150 w 134327"/>
                  <a:gd name="connsiteY26" fmla="*/ 108207 h 108119"/>
                  <a:gd name="connsiteX27" fmla="*/ 38150 w 134327"/>
                  <a:gd name="connsiteY27" fmla="*/ 105314 h 108119"/>
                  <a:gd name="connsiteX28" fmla="*/ 34178 w 134327"/>
                  <a:gd name="connsiteY28" fmla="*/ 104953 h 108119"/>
                  <a:gd name="connsiteX29" fmla="*/ 22984 w 134327"/>
                  <a:gd name="connsiteY29" fmla="*/ 91212 h 108119"/>
                  <a:gd name="connsiteX30" fmla="*/ 22984 w 134327"/>
                  <a:gd name="connsiteY30" fmla="*/ 2250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982" y="108207"/>
                    </a:moveTo>
                    <a:lnTo>
                      <a:pt x="64510" y="108207"/>
                    </a:lnTo>
                    <a:lnTo>
                      <a:pt x="103147" y="21422"/>
                    </a:lnTo>
                    <a:lnTo>
                      <a:pt x="103147" y="91212"/>
                    </a:lnTo>
                    <a:cubicBezTo>
                      <a:pt x="103147" y="101698"/>
                      <a:pt x="100620" y="104953"/>
                      <a:pt x="91954" y="104953"/>
                    </a:cubicBezTo>
                    <a:lnTo>
                      <a:pt x="88704" y="105314"/>
                    </a:lnTo>
                    <a:lnTo>
                      <a:pt x="88704" y="108207"/>
                    </a:lnTo>
                    <a:lnTo>
                      <a:pt x="134563" y="108207"/>
                    </a:lnTo>
                    <a:lnTo>
                      <a:pt x="134563" y="105314"/>
                    </a:lnTo>
                    <a:lnTo>
                      <a:pt x="131313" y="104953"/>
                    </a:lnTo>
                    <a:cubicBezTo>
                      <a:pt x="122647" y="104953"/>
                      <a:pt x="120119" y="101698"/>
                      <a:pt x="120119" y="91212"/>
                    </a:cubicBezTo>
                    <a:lnTo>
                      <a:pt x="120119" y="17083"/>
                    </a:lnTo>
                    <a:cubicBezTo>
                      <a:pt x="120119" y="6596"/>
                      <a:pt x="122647" y="3342"/>
                      <a:pt x="131313" y="3342"/>
                    </a:cubicBezTo>
                    <a:lnTo>
                      <a:pt x="134563" y="2980"/>
                    </a:lnTo>
                    <a:lnTo>
                      <a:pt x="134563" y="87"/>
                    </a:lnTo>
                    <a:lnTo>
                      <a:pt x="103147" y="87"/>
                    </a:lnTo>
                    <a:lnTo>
                      <a:pt x="68121" y="80364"/>
                    </a:lnTo>
                    <a:lnTo>
                      <a:pt x="31289" y="87"/>
                    </a:lnTo>
                    <a:lnTo>
                      <a:pt x="235" y="87"/>
                    </a:lnTo>
                    <a:lnTo>
                      <a:pt x="235" y="2980"/>
                    </a:lnTo>
                    <a:lnTo>
                      <a:pt x="3846" y="3342"/>
                    </a:lnTo>
                    <a:cubicBezTo>
                      <a:pt x="12512" y="3342"/>
                      <a:pt x="15040" y="6596"/>
                      <a:pt x="15040" y="17083"/>
                    </a:cubicBezTo>
                    <a:lnTo>
                      <a:pt x="15040" y="91212"/>
                    </a:lnTo>
                    <a:cubicBezTo>
                      <a:pt x="15040" y="101698"/>
                      <a:pt x="12512" y="104953"/>
                      <a:pt x="3846" y="104953"/>
                    </a:cubicBezTo>
                    <a:lnTo>
                      <a:pt x="235" y="105314"/>
                    </a:lnTo>
                    <a:lnTo>
                      <a:pt x="235" y="108207"/>
                    </a:lnTo>
                    <a:lnTo>
                      <a:pt x="38150" y="108207"/>
                    </a:lnTo>
                    <a:lnTo>
                      <a:pt x="38150" y="105314"/>
                    </a:lnTo>
                    <a:lnTo>
                      <a:pt x="34178" y="104953"/>
                    </a:lnTo>
                    <a:cubicBezTo>
                      <a:pt x="25512" y="104953"/>
                      <a:pt x="22984" y="101698"/>
                      <a:pt x="22984" y="91212"/>
                    </a:cubicBezTo>
                    <a:lnTo>
                      <a:pt x="22984" y="22507"/>
                    </a:lnTo>
                    <a:close/>
                  </a:path>
                </a:pathLst>
              </a:custGeom>
              <a:grpFill/>
              <a:ln w="3175" cap="flat">
                <a:solidFill>
                  <a:schemeClr val="tx1"/>
                </a:solidFill>
                <a:prstDash val="solid"/>
                <a:miter/>
              </a:ln>
            </p:spPr>
            <p:txBody>
              <a:bodyPr rtlCol="0" anchor="ctr"/>
              <a:lstStyle/>
              <a:p>
                <a:endParaRPr lang="zh-CN" altLang="en-US"/>
              </a:p>
            </p:txBody>
          </p:sp>
          <p:sp>
            <p:nvSpPr>
              <p:cNvPr id="134" name="任意多边形: 形状 133"/>
              <p:cNvSpPr/>
              <p:nvPr/>
            </p:nvSpPr>
            <p:spPr>
              <a:xfrm>
                <a:off x="8227502" y="4529176"/>
                <a:ext cx="78357" cy="75936"/>
              </a:xfrm>
              <a:custGeom>
                <a:avLst/>
                <a:gdLst>
                  <a:gd name="connsiteX0" fmla="*/ 66683 w 78357"/>
                  <a:gd name="connsiteY0" fmla="*/ 87 h 75936"/>
                  <a:gd name="connsiteX1" fmla="*/ 40684 w 78357"/>
                  <a:gd name="connsiteY1" fmla="*/ 87 h 75936"/>
                  <a:gd name="connsiteX2" fmla="*/ 40684 w 78357"/>
                  <a:gd name="connsiteY2" fmla="*/ 2980 h 75936"/>
                  <a:gd name="connsiteX3" fmla="*/ 44656 w 78357"/>
                  <a:gd name="connsiteY3" fmla="*/ 2980 h 75936"/>
                  <a:gd name="connsiteX4" fmla="*/ 54045 w 78357"/>
                  <a:gd name="connsiteY4" fmla="*/ 19976 h 75936"/>
                  <a:gd name="connsiteX5" fmla="*/ 54045 w 78357"/>
                  <a:gd name="connsiteY5" fmla="*/ 55413 h 75936"/>
                  <a:gd name="connsiteX6" fmla="*/ 35990 w 78357"/>
                  <a:gd name="connsiteY6" fmla="*/ 65176 h 75936"/>
                  <a:gd name="connsiteX7" fmla="*/ 24796 w 78357"/>
                  <a:gd name="connsiteY7" fmla="*/ 47096 h 75936"/>
                  <a:gd name="connsiteX8" fmla="*/ 24796 w 78357"/>
                  <a:gd name="connsiteY8" fmla="*/ 87 h 75936"/>
                  <a:gd name="connsiteX9" fmla="*/ 241 w 78357"/>
                  <a:gd name="connsiteY9" fmla="*/ 87 h 75936"/>
                  <a:gd name="connsiteX10" fmla="*/ 241 w 78357"/>
                  <a:gd name="connsiteY10" fmla="*/ 2980 h 75936"/>
                  <a:gd name="connsiteX11" fmla="*/ 2769 w 78357"/>
                  <a:gd name="connsiteY11" fmla="*/ 2980 h 75936"/>
                  <a:gd name="connsiteX12" fmla="*/ 11796 w 78357"/>
                  <a:gd name="connsiteY12" fmla="*/ 19976 h 75936"/>
                  <a:gd name="connsiteX13" fmla="*/ 11796 w 78357"/>
                  <a:gd name="connsiteY13" fmla="*/ 47457 h 75936"/>
                  <a:gd name="connsiteX14" fmla="*/ 14324 w 78357"/>
                  <a:gd name="connsiteY14" fmla="*/ 65538 h 75936"/>
                  <a:gd name="connsiteX15" fmla="*/ 29851 w 78357"/>
                  <a:gd name="connsiteY15" fmla="*/ 75663 h 75936"/>
                  <a:gd name="connsiteX16" fmla="*/ 45739 w 78357"/>
                  <a:gd name="connsiteY16" fmla="*/ 69515 h 75936"/>
                  <a:gd name="connsiteX17" fmla="*/ 54045 w 78357"/>
                  <a:gd name="connsiteY17" fmla="*/ 60837 h 75936"/>
                  <a:gd name="connsiteX18" fmla="*/ 54045 w 78357"/>
                  <a:gd name="connsiteY18" fmla="*/ 76024 h 75936"/>
                  <a:gd name="connsiteX19" fmla="*/ 78599 w 78357"/>
                  <a:gd name="connsiteY19" fmla="*/ 66984 h 75936"/>
                  <a:gd name="connsiteX20" fmla="*/ 77877 w 78357"/>
                  <a:gd name="connsiteY20" fmla="*/ 64091 h 75936"/>
                  <a:gd name="connsiteX21" fmla="*/ 73183 w 78357"/>
                  <a:gd name="connsiteY21" fmla="*/ 65176 h 75936"/>
                  <a:gd name="connsiteX22" fmla="*/ 66683 w 78357"/>
                  <a:gd name="connsiteY22" fmla="*/ 46011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683" y="87"/>
                    </a:moveTo>
                    <a:lnTo>
                      <a:pt x="40684" y="87"/>
                    </a:lnTo>
                    <a:lnTo>
                      <a:pt x="40684" y="2980"/>
                    </a:lnTo>
                    <a:lnTo>
                      <a:pt x="44656" y="2980"/>
                    </a:lnTo>
                    <a:cubicBezTo>
                      <a:pt x="52600" y="2980"/>
                      <a:pt x="54045" y="5511"/>
                      <a:pt x="54045" y="19976"/>
                    </a:cubicBezTo>
                    <a:lnTo>
                      <a:pt x="54045" y="55413"/>
                    </a:lnTo>
                    <a:cubicBezTo>
                      <a:pt x="44656" y="63730"/>
                      <a:pt x="41767" y="65176"/>
                      <a:pt x="35990" y="65176"/>
                    </a:cubicBezTo>
                    <a:cubicBezTo>
                      <a:pt x="28046" y="65176"/>
                      <a:pt x="24796" y="60114"/>
                      <a:pt x="24796" y="47096"/>
                    </a:cubicBezTo>
                    <a:lnTo>
                      <a:pt x="24796" y="87"/>
                    </a:lnTo>
                    <a:lnTo>
                      <a:pt x="241" y="87"/>
                    </a:lnTo>
                    <a:lnTo>
                      <a:pt x="241" y="2980"/>
                    </a:lnTo>
                    <a:lnTo>
                      <a:pt x="2769" y="2980"/>
                    </a:lnTo>
                    <a:cubicBezTo>
                      <a:pt x="10352" y="2980"/>
                      <a:pt x="11796" y="5511"/>
                      <a:pt x="11796" y="19976"/>
                    </a:cubicBezTo>
                    <a:lnTo>
                      <a:pt x="11796" y="47457"/>
                    </a:lnTo>
                    <a:cubicBezTo>
                      <a:pt x="11796" y="56498"/>
                      <a:pt x="12518" y="61199"/>
                      <a:pt x="14324" y="65538"/>
                    </a:cubicBezTo>
                    <a:cubicBezTo>
                      <a:pt x="17213" y="72047"/>
                      <a:pt x="22629" y="75663"/>
                      <a:pt x="29851" y="75663"/>
                    </a:cubicBezTo>
                    <a:cubicBezTo>
                      <a:pt x="35629" y="75663"/>
                      <a:pt x="41045" y="73493"/>
                      <a:pt x="45739" y="69515"/>
                    </a:cubicBezTo>
                    <a:cubicBezTo>
                      <a:pt x="48267" y="66984"/>
                      <a:pt x="49350" y="65899"/>
                      <a:pt x="54045" y="60837"/>
                    </a:cubicBezTo>
                    <a:lnTo>
                      <a:pt x="54045" y="76024"/>
                    </a:lnTo>
                    <a:cubicBezTo>
                      <a:pt x="65238" y="71323"/>
                      <a:pt x="67044" y="70962"/>
                      <a:pt x="78599" y="66984"/>
                    </a:cubicBezTo>
                    <a:lnTo>
                      <a:pt x="77877" y="64091"/>
                    </a:lnTo>
                    <a:cubicBezTo>
                      <a:pt x="75710" y="64815"/>
                      <a:pt x="74627" y="65176"/>
                      <a:pt x="73183" y="65176"/>
                    </a:cubicBezTo>
                    <a:cubicBezTo>
                      <a:pt x="67766" y="65176"/>
                      <a:pt x="66683" y="61922"/>
                      <a:pt x="66683" y="46011"/>
                    </a:cubicBezTo>
                    <a:close/>
                  </a:path>
                </a:pathLst>
              </a:custGeom>
              <a:grpFill/>
              <a:ln w="3175" cap="flat">
                <a:solidFill>
                  <a:schemeClr val="tx1"/>
                </a:solidFill>
                <a:prstDash val="solid"/>
                <a:miter/>
              </a:ln>
            </p:spPr>
            <p:txBody>
              <a:bodyPr rtlCol="0" anchor="ctr"/>
              <a:lstStyle/>
              <a:p>
                <a:endParaRPr lang="zh-CN" altLang="en-US"/>
              </a:p>
            </p:txBody>
          </p:sp>
          <p:sp>
            <p:nvSpPr>
              <p:cNvPr id="135" name="任意多边形: 形状 134"/>
              <p:cNvSpPr/>
              <p:nvPr/>
            </p:nvSpPr>
            <p:spPr>
              <a:xfrm>
                <a:off x="8314801" y="4528091"/>
                <a:ext cx="48025" cy="76660"/>
              </a:xfrm>
              <a:custGeom>
                <a:avLst/>
                <a:gdLst>
                  <a:gd name="connsiteX0" fmla="*/ 4939 w 48025"/>
                  <a:gd name="connsiteY0" fmla="*/ 76024 h 76660"/>
                  <a:gd name="connsiteX1" fmla="*/ 7467 w 48025"/>
                  <a:gd name="connsiteY1" fmla="*/ 73855 h 76660"/>
                  <a:gd name="connsiteX2" fmla="*/ 9994 w 48025"/>
                  <a:gd name="connsiteY2" fmla="*/ 74216 h 76660"/>
                  <a:gd name="connsiteX3" fmla="*/ 25521 w 48025"/>
                  <a:gd name="connsiteY3" fmla="*/ 76748 h 76660"/>
                  <a:gd name="connsiteX4" fmla="*/ 48271 w 48025"/>
                  <a:gd name="connsiteY4" fmla="*/ 55775 h 76660"/>
                  <a:gd name="connsiteX5" fmla="*/ 31299 w 48025"/>
                  <a:gd name="connsiteY5" fmla="*/ 32994 h 76660"/>
                  <a:gd name="connsiteX6" fmla="*/ 22994 w 48025"/>
                  <a:gd name="connsiteY6" fmla="*/ 28654 h 76660"/>
                  <a:gd name="connsiteX7" fmla="*/ 11078 w 48025"/>
                  <a:gd name="connsiteY7" fmla="*/ 14913 h 76660"/>
                  <a:gd name="connsiteX8" fmla="*/ 21910 w 48025"/>
                  <a:gd name="connsiteY8" fmla="*/ 5512 h 76660"/>
                  <a:gd name="connsiteX9" fmla="*/ 39604 w 48025"/>
                  <a:gd name="connsiteY9" fmla="*/ 24315 h 76660"/>
                  <a:gd name="connsiteX10" fmla="*/ 42132 w 48025"/>
                  <a:gd name="connsiteY10" fmla="*/ 24315 h 76660"/>
                  <a:gd name="connsiteX11" fmla="*/ 42132 w 48025"/>
                  <a:gd name="connsiteY11" fmla="*/ 811 h 76660"/>
                  <a:gd name="connsiteX12" fmla="*/ 39243 w 48025"/>
                  <a:gd name="connsiteY12" fmla="*/ 811 h 76660"/>
                  <a:gd name="connsiteX13" fmla="*/ 37076 w 48025"/>
                  <a:gd name="connsiteY13" fmla="*/ 2619 h 76660"/>
                  <a:gd name="connsiteX14" fmla="*/ 35993 w 48025"/>
                  <a:gd name="connsiteY14" fmla="*/ 2619 h 76660"/>
                  <a:gd name="connsiteX15" fmla="*/ 21910 w 48025"/>
                  <a:gd name="connsiteY15" fmla="*/ 87 h 76660"/>
                  <a:gd name="connsiteX16" fmla="*/ 245 w 48025"/>
                  <a:gd name="connsiteY16" fmla="*/ 21060 h 76660"/>
                  <a:gd name="connsiteX17" fmla="*/ 7105 w 48025"/>
                  <a:gd name="connsiteY17" fmla="*/ 35886 h 76660"/>
                  <a:gd name="connsiteX18" fmla="*/ 17938 w 48025"/>
                  <a:gd name="connsiteY18" fmla="*/ 42757 h 76660"/>
                  <a:gd name="connsiteX19" fmla="*/ 24077 w 48025"/>
                  <a:gd name="connsiteY19" fmla="*/ 46011 h 76660"/>
                  <a:gd name="connsiteX20" fmla="*/ 35993 w 48025"/>
                  <a:gd name="connsiteY20" fmla="*/ 60837 h 76660"/>
                  <a:gd name="connsiteX21" fmla="*/ 24799 w 48025"/>
                  <a:gd name="connsiteY21" fmla="*/ 70962 h 76660"/>
                  <a:gd name="connsiteX22" fmla="*/ 4939 w 48025"/>
                  <a:gd name="connsiteY22" fmla="*/ 49266 h 76660"/>
                  <a:gd name="connsiteX23" fmla="*/ 2050 w 48025"/>
                  <a:gd name="connsiteY23" fmla="*/ 49266 h 76660"/>
                  <a:gd name="connsiteX24" fmla="*/ 2050 w 48025"/>
                  <a:gd name="connsiteY24" fmla="*/ 76024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939" y="76024"/>
                    </a:moveTo>
                    <a:cubicBezTo>
                      <a:pt x="5300" y="74216"/>
                      <a:pt x="6022" y="73855"/>
                      <a:pt x="7467" y="73855"/>
                    </a:cubicBezTo>
                    <a:cubicBezTo>
                      <a:pt x="8189" y="73855"/>
                      <a:pt x="9272" y="73855"/>
                      <a:pt x="9994" y="74216"/>
                    </a:cubicBezTo>
                    <a:cubicBezTo>
                      <a:pt x="17938" y="76386"/>
                      <a:pt x="20827" y="76748"/>
                      <a:pt x="25521" y="76748"/>
                    </a:cubicBezTo>
                    <a:cubicBezTo>
                      <a:pt x="38521" y="76748"/>
                      <a:pt x="48271" y="68069"/>
                      <a:pt x="48271" y="55775"/>
                    </a:cubicBezTo>
                    <a:cubicBezTo>
                      <a:pt x="48271" y="46373"/>
                      <a:pt x="42854" y="39141"/>
                      <a:pt x="31299" y="32994"/>
                    </a:cubicBezTo>
                    <a:lnTo>
                      <a:pt x="22994" y="28654"/>
                    </a:lnTo>
                    <a:cubicBezTo>
                      <a:pt x="14688" y="23953"/>
                      <a:pt x="11078" y="19976"/>
                      <a:pt x="11078" y="14913"/>
                    </a:cubicBezTo>
                    <a:cubicBezTo>
                      <a:pt x="11078" y="9489"/>
                      <a:pt x="15772" y="5512"/>
                      <a:pt x="21910" y="5512"/>
                    </a:cubicBezTo>
                    <a:cubicBezTo>
                      <a:pt x="31299" y="5512"/>
                      <a:pt x="37438" y="11659"/>
                      <a:pt x="39604" y="24315"/>
                    </a:cubicBezTo>
                    <a:lnTo>
                      <a:pt x="42132" y="24315"/>
                    </a:lnTo>
                    <a:lnTo>
                      <a:pt x="42132" y="811"/>
                    </a:lnTo>
                    <a:lnTo>
                      <a:pt x="39243" y="811"/>
                    </a:lnTo>
                    <a:cubicBezTo>
                      <a:pt x="38521" y="1896"/>
                      <a:pt x="38160" y="2619"/>
                      <a:pt x="37076" y="2619"/>
                    </a:cubicBezTo>
                    <a:cubicBezTo>
                      <a:pt x="36715" y="2619"/>
                      <a:pt x="36354" y="2619"/>
                      <a:pt x="35993" y="2619"/>
                    </a:cubicBezTo>
                    <a:cubicBezTo>
                      <a:pt x="27327" y="87"/>
                      <a:pt x="25883" y="87"/>
                      <a:pt x="21910" y="87"/>
                    </a:cubicBezTo>
                    <a:cubicBezTo>
                      <a:pt x="9272" y="87"/>
                      <a:pt x="245" y="8766"/>
                      <a:pt x="245" y="21060"/>
                    </a:cubicBezTo>
                    <a:cubicBezTo>
                      <a:pt x="245" y="26485"/>
                      <a:pt x="2411" y="31185"/>
                      <a:pt x="7105" y="35886"/>
                    </a:cubicBezTo>
                    <a:cubicBezTo>
                      <a:pt x="9994" y="38417"/>
                      <a:pt x="10355" y="38417"/>
                      <a:pt x="17938" y="42757"/>
                    </a:cubicBezTo>
                    <a:lnTo>
                      <a:pt x="24077" y="46011"/>
                    </a:lnTo>
                    <a:cubicBezTo>
                      <a:pt x="32021" y="50712"/>
                      <a:pt x="35993" y="55413"/>
                      <a:pt x="35993" y="60837"/>
                    </a:cubicBezTo>
                    <a:cubicBezTo>
                      <a:pt x="35993" y="66623"/>
                      <a:pt x="31299" y="70962"/>
                      <a:pt x="24799" y="70962"/>
                    </a:cubicBezTo>
                    <a:cubicBezTo>
                      <a:pt x="14327" y="70962"/>
                      <a:pt x="7467" y="63368"/>
                      <a:pt x="4939" y="49266"/>
                    </a:cubicBezTo>
                    <a:lnTo>
                      <a:pt x="2050" y="49266"/>
                    </a:lnTo>
                    <a:lnTo>
                      <a:pt x="2050" y="76024"/>
                    </a:lnTo>
                    <a:close/>
                  </a:path>
                </a:pathLst>
              </a:custGeom>
              <a:grpFill/>
              <a:ln w="3175" cap="flat">
                <a:solidFill>
                  <a:schemeClr val="tx1"/>
                </a:solidFill>
                <a:prstDash val="solid"/>
                <a:miter/>
              </a:ln>
            </p:spPr>
            <p:txBody>
              <a:bodyPr rtlCol="0" anchor="ctr"/>
              <a:lstStyle/>
              <a:p>
                <a:endParaRPr lang="zh-CN" altLang="en-US"/>
              </a:p>
            </p:txBody>
          </p:sp>
          <p:sp>
            <p:nvSpPr>
              <p:cNvPr id="136" name="任意多边形: 形状 135"/>
              <p:cNvSpPr/>
              <p:nvPr/>
            </p:nvSpPr>
            <p:spPr>
              <a:xfrm>
                <a:off x="8370609" y="4495547"/>
                <a:ext cx="36831" cy="108119"/>
              </a:xfrm>
              <a:custGeom>
                <a:avLst/>
                <a:gdLst>
                  <a:gd name="connsiteX0" fmla="*/ 25163 w 36831"/>
                  <a:gd name="connsiteY0" fmla="*/ 31547 h 108119"/>
                  <a:gd name="connsiteX1" fmla="*/ 608 w 36831"/>
                  <a:gd name="connsiteY1" fmla="*/ 42757 h 108119"/>
                  <a:gd name="connsiteX2" fmla="*/ 1331 w 36831"/>
                  <a:gd name="connsiteY2" fmla="*/ 45288 h 108119"/>
                  <a:gd name="connsiteX3" fmla="*/ 3497 w 36831"/>
                  <a:gd name="connsiteY3" fmla="*/ 44565 h 108119"/>
                  <a:gd name="connsiteX4" fmla="*/ 6747 w 36831"/>
                  <a:gd name="connsiteY4" fmla="*/ 44203 h 108119"/>
                  <a:gd name="connsiteX5" fmla="*/ 12525 w 36831"/>
                  <a:gd name="connsiteY5" fmla="*/ 55413 h 108119"/>
                  <a:gd name="connsiteX6" fmla="*/ 12525 w 36831"/>
                  <a:gd name="connsiteY6" fmla="*/ 88319 h 108119"/>
                  <a:gd name="connsiteX7" fmla="*/ 11802 w 36831"/>
                  <a:gd name="connsiteY7" fmla="*/ 100252 h 108119"/>
                  <a:gd name="connsiteX8" fmla="*/ 3136 w 36831"/>
                  <a:gd name="connsiteY8" fmla="*/ 105314 h 108119"/>
                  <a:gd name="connsiteX9" fmla="*/ 247 w 36831"/>
                  <a:gd name="connsiteY9" fmla="*/ 105314 h 108119"/>
                  <a:gd name="connsiteX10" fmla="*/ 247 w 36831"/>
                  <a:gd name="connsiteY10" fmla="*/ 108207 h 108119"/>
                  <a:gd name="connsiteX11" fmla="*/ 37079 w 36831"/>
                  <a:gd name="connsiteY11" fmla="*/ 108207 h 108119"/>
                  <a:gd name="connsiteX12" fmla="*/ 37079 w 36831"/>
                  <a:gd name="connsiteY12" fmla="*/ 105314 h 108119"/>
                  <a:gd name="connsiteX13" fmla="*/ 34551 w 36831"/>
                  <a:gd name="connsiteY13" fmla="*/ 105314 h 108119"/>
                  <a:gd name="connsiteX14" fmla="*/ 25163 w 36831"/>
                  <a:gd name="connsiteY14" fmla="*/ 88319 h 108119"/>
                  <a:gd name="connsiteX15" fmla="*/ 17941 w 36831"/>
                  <a:gd name="connsiteY15" fmla="*/ 87 h 108119"/>
                  <a:gd name="connsiteX16" fmla="*/ 9275 w 36831"/>
                  <a:gd name="connsiteY16" fmla="*/ 8404 h 108119"/>
                  <a:gd name="connsiteX17" fmla="*/ 17941 w 36831"/>
                  <a:gd name="connsiteY17" fmla="*/ 17083 h 108119"/>
                  <a:gd name="connsiteX18" fmla="*/ 26246 w 36831"/>
                  <a:gd name="connsiteY18" fmla="*/ 8404 h 108119"/>
                  <a:gd name="connsiteX19" fmla="*/ 17941 w 36831"/>
                  <a:gd name="connsiteY19" fmla="*/ 8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163" y="31547"/>
                    </a:moveTo>
                    <a:cubicBezTo>
                      <a:pt x="14330" y="36971"/>
                      <a:pt x="12525" y="38056"/>
                      <a:pt x="608" y="42757"/>
                    </a:cubicBezTo>
                    <a:lnTo>
                      <a:pt x="1331" y="45288"/>
                    </a:lnTo>
                    <a:lnTo>
                      <a:pt x="3497" y="44565"/>
                    </a:lnTo>
                    <a:cubicBezTo>
                      <a:pt x="4219" y="44203"/>
                      <a:pt x="5664" y="44203"/>
                      <a:pt x="6747" y="44203"/>
                    </a:cubicBezTo>
                    <a:cubicBezTo>
                      <a:pt x="11441" y="44203"/>
                      <a:pt x="12525" y="46373"/>
                      <a:pt x="12525" y="55413"/>
                    </a:cubicBezTo>
                    <a:lnTo>
                      <a:pt x="12525" y="88319"/>
                    </a:lnTo>
                    <a:cubicBezTo>
                      <a:pt x="12163" y="98805"/>
                      <a:pt x="12163" y="98805"/>
                      <a:pt x="11802" y="100252"/>
                    </a:cubicBezTo>
                    <a:cubicBezTo>
                      <a:pt x="10358" y="103868"/>
                      <a:pt x="8191" y="105314"/>
                      <a:pt x="3136" y="105314"/>
                    </a:cubicBezTo>
                    <a:lnTo>
                      <a:pt x="247" y="105314"/>
                    </a:lnTo>
                    <a:lnTo>
                      <a:pt x="247" y="108207"/>
                    </a:lnTo>
                    <a:lnTo>
                      <a:pt x="37079" y="108207"/>
                    </a:lnTo>
                    <a:lnTo>
                      <a:pt x="37079" y="105314"/>
                    </a:lnTo>
                    <a:lnTo>
                      <a:pt x="34551" y="105314"/>
                    </a:lnTo>
                    <a:cubicBezTo>
                      <a:pt x="26607" y="105314"/>
                      <a:pt x="25163" y="102783"/>
                      <a:pt x="25163" y="88319"/>
                    </a:cubicBezTo>
                    <a:close/>
                    <a:moveTo>
                      <a:pt x="17941" y="87"/>
                    </a:moveTo>
                    <a:cubicBezTo>
                      <a:pt x="13247" y="87"/>
                      <a:pt x="9275" y="3703"/>
                      <a:pt x="9275" y="8404"/>
                    </a:cubicBezTo>
                    <a:cubicBezTo>
                      <a:pt x="9275" y="13105"/>
                      <a:pt x="13247" y="17083"/>
                      <a:pt x="17941" y="17083"/>
                    </a:cubicBezTo>
                    <a:cubicBezTo>
                      <a:pt x="22274" y="17083"/>
                      <a:pt x="26246" y="13105"/>
                      <a:pt x="26246" y="8404"/>
                    </a:cubicBezTo>
                    <a:cubicBezTo>
                      <a:pt x="26246" y="4065"/>
                      <a:pt x="22635" y="87"/>
                      <a:pt x="17941" y="87"/>
                    </a:cubicBezTo>
                    <a:close/>
                  </a:path>
                </a:pathLst>
              </a:custGeom>
              <a:grpFill/>
              <a:ln w="3175" cap="flat">
                <a:solidFill>
                  <a:schemeClr val="tx1"/>
                </a:solidFill>
                <a:prstDash val="solid"/>
                <a:miter/>
              </a:ln>
            </p:spPr>
            <p:txBody>
              <a:bodyPr rtlCol="0" anchor="ctr"/>
              <a:lstStyle/>
              <a:p>
                <a:endParaRPr lang="zh-CN" altLang="en-US"/>
              </a:p>
            </p:txBody>
          </p:sp>
          <p:sp>
            <p:nvSpPr>
              <p:cNvPr id="137" name="任意多边形: 形状 136"/>
              <p:cNvSpPr/>
              <p:nvPr/>
            </p:nvSpPr>
            <p:spPr>
              <a:xfrm>
                <a:off x="8415111" y="4528091"/>
                <a:ext cx="61025" cy="76660"/>
              </a:xfrm>
              <a:custGeom>
                <a:avLst/>
                <a:gdLst>
                  <a:gd name="connsiteX0" fmla="*/ 58386 w 61025"/>
                  <a:gd name="connsiteY0" fmla="*/ 45650 h 76660"/>
                  <a:gd name="connsiteX1" fmla="*/ 35998 w 61025"/>
                  <a:gd name="connsiteY1" fmla="*/ 63368 h 76660"/>
                  <a:gd name="connsiteX2" fmla="*/ 13610 w 61025"/>
                  <a:gd name="connsiteY2" fmla="*/ 34078 h 76660"/>
                  <a:gd name="connsiteX3" fmla="*/ 32025 w 61025"/>
                  <a:gd name="connsiteY3" fmla="*/ 6235 h 76660"/>
                  <a:gd name="connsiteX4" fmla="*/ 42136 w 61025"/>
                  <a:gd name="connsiteY4" fmla="*/ 15637 h 76660"/>
                  <a:gd name="connsiteX5" fmla="*/ 50802 w 61025"/>
                  <a:gd name="connsiteY5" fmla="*/ 24315 h 76660"/>
                  <a:gd name="connsiteX6" fmla="*/ 58747 w 61025"/>
                  <a:gd name="connsiteY6" fmla="*/ 17083 h 76660"/>
                  <a:gd name="connsiteX7" fmla="*/ 34192 w 61025"/>
                  <a:gd name="connsiteY7" fmla="*/ 87 h 76660"/>
                  <a:gd name="connsiteX8" fmla="*/ 249 w 61025"/>
                  <a:gd name="connsiteY8" fmla="*/ 39141 h 76660"/>
                  <a:gd name="connsiteX9" fmla="*/ 7832 w 61025"/>
                  <a:gd name="connsiteY9" fmla="*/ 64815 h 76660"/>
                  <a:gd name="connsiteX10" fmla="*/ 31303 w 61025"/>
                  <a:gd name="connsiteY10" fmla="*/ 76748 h 76660"/>
                  <a:gd name="connsiteX11" fmla="*/ 61274 w 61025"/>
                  <a:gd name="connsiteY11" fmla="*/ 47096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386" y="45650"/>
                    </a:moveTo>
                    <a:cubicBezTo>
                      <a:pt x="54413" y="57221"/>
                      <a:pt x="46469" y="63368"/>
                      <a:pt x="35998" y="63368"/>
                    </a:cubicBezTo>
                    <a:cubicBezTo>
                      <a:pt x="22637" y="63368"/>
                      <a:pt x="13610" y="52158"/>
                      <a:pt x="13610" y="34078"/>
                    </a:cubicBezTo>
                    <a:cubicBezTo>
                      <a:pt x="13610" y="17083"/>
                      <a:pt x="20832" y="6235"/>
                      <a:pt x="32025" y="6235"/>
                    </a:cubicBezTo>
                    <a:cubicBezTo>
                      <a:pt x="38164" y="6235"/>
                      <a:pt x="41053" y="8766"/>
                      <a:pt x="42136" y="15637"/>
                    </a:cubicBezTo>
                    <a:cubicBezTo>
                      <a:pt x="42858" y="21422"/>
                      <a:pt x="45747" y="24315"/>
                      <a:pt x="50802" y="24315"/>
                    </a:cubicBezTo>
                    <a:cubicBezTo>
                      <a:pt x="55497" y="24315"/>
                      <a:pt x="58747" y="21060"/>
                      <a:pt x="58747" y="17083"/>
                    </a:cubicBezTo>
                    <a:cubicBezTo>
                      <a:pt x="58747" y="7681"/>
                      <a:pt x="47553" y="87"/>
                      <a:pt x="34192" y="87"/>
                    </a:cubicBezTo>
                    <a:cubicBezTo>
                      <a:pt x="14332" y="87"/>
                      <a:pt x="249" y="16360"/>
                      <a:pt x="249" y="39141"/>
                    </a:cubicBezTo>
                    <a:cubicBezTo>
                      <a:pt x="249" y="49266"/>
                      <a:pt x="2777" y="58306"/>
                      <a:pt x="7832" y="64815"/>
                    </a:cubicBezTo>
                    <a:cubicBezTo>
                      <a:pt x="13610" y="72047"/>
                      <a:pt x="22637" y="76748"/>
                      <a:pt x="31303" y="76748"/>
                    </a:cubicBezTo>
                    <a:cubicBezTo>
                      <a:pt x="45025" y="76748"/>
                      <a:pt x="55497" y="66623"/>
                      <a:pt x="61274" y="47096"/>
                    </a:cubicBezTo>
                    <a:close/>
                  </a:path>
                </a:pathLst>
              </a:custGeom>
              <a:grpFill/>
              <a:ln w="3175" cap="flat">
                <a:solidFill>
                  <a:schemeClr val="tx1"/>
                </a:solidFill>
                <a:prstDash val="solid"/>
                <a:miter/>
              </a:ln>
            </p:spPr>
            <p:txBody>
              <a:bodyPr rtlCol="0" anchor="ctr"/>
              <a:lstStyle/>
              <a:p>
                <a:endParaRPr lang="zh-CN" altLang="en-US"/>
              </a:p>
            </p:txBody>
          </p:sp>
        </p:grpSp>
        <p:sp>
          <p:nvSpPr>
            <p:cNvPr id="26" name="任意多边形: 形状 25"/>
            <p:cNvSpPr/>
            <p:nvPr/>
          </p:nvSpPr>
          <p:spPr>
            <a:xfrm>
              <a:off x="8763137" y="5069108"/>
              <a:ext cx="123436" cy="132210"/>
            </a:xfrm>
            <a:custGeom>
              <a:avLst/>
              <a:gdLst>
                <a:gd name="connsiteX0" fmla="*/ 98121 w 97857"/>
                <a:gd name="connsiteY0" fmla="*/ 84 h 97271"/>
                <a:gd name="connsiteX1" fmla="*/ 57317 w 97857"/>
                <a:gd name="connsiteY1" fmla="*/ 84 h 97271"/>
                <a:gd name="connsiteX2" fmla="*/ 24096 w 97857"/>
                <a:gd name="connsiteY2" fmla="*/ 7316 h 97271"/>
                <a:gd name="connsiteX3" fmla="*/ 264 w 97857"/>
                <a:gd name="connsiteY3" fmla="*/ 51070 h 97271"/>
                <a:gd name="connsiteX4" fmla="*/ 42873 w 97857"/>
                <a:gd name="connsiteY4" fmla="*/ 97355 h 97271"/>
                <a:gd name="connsiteX5" fmla="*/ 88371 w 97857"/>
                <a:gd name="connsiteY5" fmla="*/ 51793 h 97271"/>
                <a:gd name="connsiteX6" fmla="*/ 64539 w 97857"/>
                <a:gd name="connsiteY6" fmla="*/ 13825 h 97271"/>
                <a:gd name="connsiteX7" fmla="*/ 98121 w 97857"/>
                <a:gd name="connsiteY7" fmla="*/ 13825 h 97271"/>
                <a:gd name="connsiteX8" fmla="*/ 54067 w 97857"/>
                <a:gd name="connsiteY8" fmla="*/ 13825 h 97271"/>
                <a:gd name="connsiteX9" fmla="*/ 69956 w 97857"/>
                <a:gd name="connsiteY9" fmla="*/ 53240 h 97271"/>
                <a:gd name="connsiteX10" fmla="*/ 44318 w 97857"/>
                <a:gd name="connsiteY10" fmla="*/ 89762 h 97271"/>
                <a:gd name="connsiteX11" fmla="*/ 18680 w 97857"/>
                <a:gd name="connsiteY11" fmla="*/ 50347 h 97271"/>
                <a:gd name="connsiteX12" fmla="*/ 42512 w 97857"/>
                <a:gd name="connsiteY12" fmla="*/ 14548 h 97271"/>
                <a:gd name="connsiteX13" fmla="*/ 54067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121" y="84"/>
                  </a:moveTo>
                  <a:lnTo>
                    <a:pt x="57317" y="84"/>
                  </a:lnTo>
                  <a:cubicBezTo>
                    <a:pt x="42512" y="84"/>
                    <a:pt x="32402" y="2253"/>
                    <a:pt x="24096" y="7316"/>
                  </a:cubicBezTo>
                  <a:cubicBezTo>
                    <a:pt x="9291" y="15994"/>
                    <a:pt x="264" y="32267"/>
                    <a:pt x="264" y="51070"/>
                  </a:cubicBezTo>
                  <a:cubicBezTo>
                    <a:pt x="264" y="77467"/>
                    <a:pt x="18680" y="97355"/>
                    <a:pt x="42873" y="97355"/>
                  </a:cubicBezTo>
                  <a:cubicBezTo>
                    <a:pt x="67789" y="97355"/>
                    <a:pt x="88371" y="76744"/>
                    <a:pt x="88371" y="51793"/>
                  </a:cubicBezTo>
                  <a:cubicBezTo>
                    <a:pt x="88371" y="34436"/>
                    <a:pt x="78983" y="19249"/>
                    <a:pt x="64539" y="13825"/>
                  </a:cubicBezTo>
                  <a:lnTo>
                    <a:pt x="98121" y="13825"/>
                  </a:lnTo>
                  <a:close/>
                  <a:moveTo>
                    <a:pt x="54067" y="13825"/>
                  </a:moveTo>
                  <a:cubicBezTo>
                    <a:pt x="64900" y="24311"/>
                    <a:pt x="69956" y="36606"/>
                    <a:pt x="69956" y="53240"/>
                  </a:cubicBezTo>
                  <a:cubicBezTo>
                    <a:pt x="69956" y="74574"/>
                    <a:pt x="59484" y="89762"/>
                    <a:pt x="44318" y="89762"/>
                  </a:cubicBezTo>
                  <a:cubicBezTo>
                    <a:pt x="29513" y="89762"/>
                    <a:pt x="18680" y="73128"/>
                    <a:pt x="18680" y="50347"/>
                  </a:cubicBezTo>
                  <a:cubicBezTo>
                    <a:pt x="18680" y="31543"/>
                    <a:pt x="28068" y="17441"/>
                    <a:pt x="42512" y="14548"/>
                  </a:cubicBezTo>
                  <a:cubicBezTo>
                    <a:pt x="45401" y="14186"/>
                    <a:pt x="49734" y="13825"/>
                    <a:pt x="54067"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27" name="Graphic 2"/>
            <p:cNvGrpSpPr/>
            <p:nvPr/>
          </p:nvGrpSpPr>
          <p:grpSpPr>
            <a:xfrm>
              <a:off x="6757684" y="5878751"/>
              <a:ext cx="273345" cy="178901"/>
              <a:chOff x="6822070" y="5095682"/>
              <a:chExt cx="216701" cy="131623"/>
            </a:xfrm>
            <a:solidFill>
              <a:schemeClr val="tx1"/>
            </a:solidFill>
          </p:grpSpPr>
          <p:sp>
            <p:nvSpPr>
              <p:cNvPr id="130" name="任意多边形: 形状 129"/>
              <p:cNvSpPr/>
              <p:nvPr/>
            </p:nvSpPr>
            <p:spPr>
              <a:xfrm>
                <a:off x="6822070" y="5095682"/>
                <a:ext cx="46942" cy="131623"/>
              </a:xfrm>
              <a:custGeom>
                <a:avLst/>
                <a:gdLst>
                  <a:gd name="connsiteX0" fmla="*/ 33762 w 46942"/>
                  <a:gd name="connsiteY0" fmla="*/ 106788 h 131623"/>
                  <a:gd name="connsiteX1" fmla="*/ 19318 w 46942"/>
                  <a:gd name="connsiteY1" fmla="*/ 120528 h 131623"/>
                  <a:gd name="connsiteX2" fmla="*/ 16068 w 46942"/>
                  <a:gd name="connsiteY2" fmla="*/ 117636 h 131623"/>
                  <a:gd name="connsiteX3" fmla="*/ 16790 w 46942"/>
                  <a:gd name="connsiteY3" fmla="*/ 114743 h 131623"/>
                  <a:gd name="connsiteX4" fmla="*/ 39178 w 46942"/>
                  <a:gd name="connsiteY4" fmla="*/ 35190 h 131623"/>
                  <a:gd name="connsiteX5" fmla="*/ 8846 w 46942"/>
                  <a:gd name="connsiteY5" fmla="*/ 40252 h 131623"/>
                  <a:gd name="connsiteX6" fmla="*/ 7763 w 46942"/>
                  <a:gd name="connsiteY6" fmla="*/ 44230 h 131623"/>
                  <a:gd name="connsiteX7" fmla="*/ 14263 w 46942"/>
                  <a:gd name="connsiteY7" fmla="*/ 43507 h 131623"/>
                  <a:gd name="connsiteX8" fmla="*/ 20040 w 46942"/>
                  <a:gd name="connsiteY8" fmla="*/ 48208 h 131623"/>
                  <a:gd name="connsiteX9" fmla="*/ 18235 w 46942"/>
                  <a:gd name="connsiteY9" fmla="*/ 57248 h 131623"/>
                  <a:gd name="connsiteX10" fmla="*/ 1263 w 46942"/>
                  <a:gd name="connsiteY10" fmla="*/ 116551 h 131623"/>
                  <a:gd name="connsiteX11" fmla="*/ 180 w 46942"/>
                  <a:gd name="connsiteY11" fmla="*/ 123783 h 131623"/>
                  <a:gd name="connsiteX12" fmla="*/ 8846 w 46942"/>
                  <a:gd name="connsiteY12" fmla="*/ 131738 h 131623"/>
                  <a:gd name="connsiteX13" fmla="*/ 35206 w 46942"/>
                  <a:gd name="connsiteY13" fmla="*/ 111127 h 131623"/>
                  <a:gd name="connsiteX14" fmla="*/ 37012 w 46942"/>
                  <a:gd name="connsiteY14" fmla="*/ 114 h 131623"/>
                  <a:gd name="connsiteX15" fmla="*/ 26179 w 46942"/>
                  <a:gd name="connsiteY15" fmla="*/ 10601 h 131623"/>
                  <a:gd name="connsiteX16" fmla="*/ 36651 w 46942"/>
                  <a:gd name="connsiteY16" fmla="*/ 21087 h 131623"/>
                  <a:gd name="connsiteX17" fmla="*/ 47123 w 46942"/>
                  <a:gd name="connsiteY17" fmla="*/ 10601 h 131623"/>
                  <a:gd name="connsiteX18" fmla="*/ 37012 w 46942"/>
                  <a:gd name="connsiteY18" fmla="*/ 114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762" y="106788"/>
                    </a:moveTo>
                    <a:cubicBezTo>
                      <a:pt x="28346" y="114743"/>
                      <a:pt x="22207" y="120528"/>
                      <a:pt x="19318" y="120528"/>
                    </a:cubicBezTo>
                    <a:cubicBezTo>
                      <a:pt x="17513" y="120528"/>
                      <a:pt x="16068" y="119082"/>
                      <a:pt x="16068" y="117636"/>
                    </a:cubicBezTo>
                    <a:cubicBezTo>
                      <a:pt x="16068" y="116912"/>
                      <a:pt x="16429" y="115828"/>
                      <a:pt x="16790" y="114743"/>
                    </a:cubicBezTo>
                    <a:lnTo>
                      <a:pt x="39178" y="35190"/>
                    </a:lnTo>
                    <a:cubicBezTo>
                      <a:pt x="29068" y="37721"/>
                      <a:pt x="17874" y="39891"/>
                      <a:pt x="8846" y="40252"/>
                    </a:cubicBezTo>
                    <a:lnTo>
                      <a:pt x="7763" y="44230"/>
                    </a:lnTo>
                    <a:cubicBezTo>
                      <a:pt x="11013" y="43868"/>
                      <a:pt x="12818" y="43507"/>
                      <a:pt x="14263" y="43507"/>
                    </a:cubicBezTo>
                    <a:cubicBezTo>
                      <a:pt x="18235" y="43507"/>
                      <a:pt x="20040" y="44953"/>
                      <a:pt x="20040" y="48208"/>
                    </a:cubicBezTo>
                    <a:cubicBezTo>
                      <a:pt x="20040" y="50739"/>
                      <a:pt x="19679" y="52547"/>
                      <a:pt x="18235" y="57248"/>
                    </a:cubicBezTo>
                    <a:lnTo>
                      <a:pt x="1263" y="116551"/>
                    </a:lnTo>
                    <a:cubicBezTo>
                      <a:pt x="541" y="119444"/>
                      <a:pt x="180" y="121975"/>
                      <a:pt x="180" y="123783"/>
                    </a:cubicBezTo>
                    <a:cubicBezTo>
                      <a:pt x="180" y="127761"/>
                      <a:pt x="4152" y="131738"/>
                      <a:pt x="8846" y="131738"/>
                    </a:cubicBezTo>
                    <a:cubicBezTo>
                      <a:pt x="15346" y="131738"/>
                      <a:pt x="24374" y="124506"/>
                      <a:pt x="35206" y="111127"/>
                    </a:cubicBezTo>
                    <a:close/>
                    <a:moveTo>
                      <a:pt x="37012" y="114"/>
                    </a:moveTo>
                    <a:cubicBezTo>
                      <a:pt x="30873" y="114"/>
                      <a:pt x="26179" y="4815"/>
                      <a:pt x="26179" y="10601"/>
                    </a:cubicBezTo>
                    <a:cubicBezTo>
                      <a:pt x="26179" y="16387"/>
                      <a:pt x="30873" y="21087"/>
                      <a:pt x="36651" y="21087"/>
                    </a:cubicBezTo>
                    <a:cubicBezTo>
                      <a:pt x="42428" y="21087"/>
                      <a:pt x="47123" y="16387"/>
                      <a:pt x="47123" y="10601"/>
                    </a:cubicBezTo>
                    <a:cubicBezTo>
                      <a:pt x="47123" y="4815"/>
                      <a:pt x="42428" y="114"/>
                      <a:pt x="37012" y="114"/>
                    </a:cubicBezTo>
                    <a:close/>
                  </a:path>
                </a:pathLst>
              </a:custGeom>
              <a:grpFill/>
              <a:ln w="3175" cap="flat">
                <a:solidFill>
                  <a:schemeClr val="tx1"/>
                </a:solidFill>
                <a:prstDash val="solid"/>
                <a:miter/>
              </a:ln>
            </p:spPr>
            <p:txBody>
              <a:bodyPr rtlCol="0" anchor="ctr"/>
              <a:lstStyle/>
              <a:p>
                <a:endParaRPr lang="zh-CN" altLang="en-US"/>
              </a:p>
            </p:txBody>
          </p:sp>
          <p:sp>
            <p:nvSpPr>
              <p:cNvPr id="131" name="任意多边形: 形状 130"/>
              <p:cNvSpPr/>
              <p:nvPr/>
            </p:nvSpPr>
            <p:spPr>
              <a:xfrm>
                <a:off x="6870971" y="5131119"/>
                <a:ext cx="88829" cy="95101"/>
              </a:xfrm>
              <a:custGeom>
                <a:avLst/>
                <a:gdLst>
                  <a:gd name="connsiteX0" fmla="*/ 43153 w 88829"/>
                  <a:gd name="connsiteY0" fmla="*/ 114 h 95101"/>
                  <a:gd name="connsiteX1" fmla="*/ 14626 w 88829"/>
                  <a:gd name="connsiteY1" fmla="*/ 3007 h 95101"/>
                  <a:gd name="connsiteX2" fmla="*/ 13543 w 88829"/>
                  <a:gd name="connsiteY2" fmla="*/ 6985 h 95101"/>
                  <a:gd name="connsiteX3" fmla="*/ 15709 w 88829"/>
                  <a:gd name="connsiteY3" fmla="*/ 6623 h 95101"/>
                  <a:gd name="connsiteX4" fmla="*/ 19320 w 88829"/>
                  <a:gd name="connsiteY4" fmla="*/ 6262 h 95101"/>
                  <a:gd name="connsiteX5" fmla="*/ 24376 w 88829"/>
                  <a:gd name="connsiteY5" fmla="*/ 10239 h 95101"/>
                  <a:gd name="connsiteX6" fmla="*/ 22209 w 88829"/>
                  <a:gd name="connsiteY6" fmla="*/ 19279 h 95101"/>
                  <a:gd name="connsiteX7" fmla="*/ 182 w 88829"/>
                  <a:gd name="connsiteY7" fmla="*/ 93047 h 95101"/>
                  <a:gd name="connsiteX8" fmla="*/ 15348 w 88829"/>
                  <a:gd name="connsiteY8" fmla="*/ 93047 h 95101"/>
                  <a:gd name="connsiteX9" fmla="*/ 22209 w 88829"/>
                  <a:gd name="connsiteY9" fmla="*/ 69181 h 95101"/>
                  <a:gd name="connsiteX10" fmla="*/ 41347 w 88829"/>
                  <a:gd name="connsiteY10" fmla="*/ 34467 h 95101"/>
                  <a:gd name="connsiteX11" fmla="*/ 67346 w 88829"/>
                  <a:gd name="connsiteY11" fmla="*/ 12770 h 95101"/>
                  <a:gd name="connsiteX12" fmla="*/ 72763 w 88829"/>
                  <a:gd name="connsiteY12" fmla="*/ 18556 h 95101"/>
                  <a:gd name="connsiteX13" fmla="*/ 70957 w 88829"/>
                  <a:gd name="connsiteY13" fmla="*/ 28319 h 95101"/>
                  <a:gd name="connsiteX14" fmla="*/ 54708 w 88829"/>
                  <a:gd name="connsiteY14" fmla="*/ 80752 h 95101"/>
                  <a:gd name="connsiteX15" fmla="*/ 53625 w 88829"/>
                  <a:gd name="connsiteY15" fmla="*/ 86899 h 95101"/>
                  <a:gd name="connsiteX16" fmla="*/ 62291 w 88829"/>
                  <a:gd name="connsiteY16" fmla="*/ 95216 h 95101"/>
                  <a:gd name="connsiteX17" fmla="*/ 89012 w 88829"/>
                  <a:gd name="connsiteY17" fmla="*/ 75690 h 95101"/>
                  <a:gd name="connsiteX18" fmla="*/ 87207 w 88829"/>
                  <a:gd name="connsiteY18" fmla="*/ 73520 h 95101"/>
                  <a:gd name="connsiteX19" fmla="*/ 73124 w 88829"/>
                  <a:gd name="connsiteY19" fmla="*/ 85453 h 95101"/>
                  <a:gd name="connsiteX20" fmla="*/ 70235 w 88829"/>
                  <a:gd name="connsiteY20" fmla="*/ 82560 h 95101"/>
                  <a:gd name="connsiteX21" fmla="*/ 71318 w 88829"/>
                  <a:gd name="connsiteY21" fmla="*/ 78221 h 95101"/>
                  <a:gd name="connsiteX22" fmla="*/ 86123 w 88829"/>
                  <a:gd name="connsiteY22" fmla="*/ 26150 h 95101"/>
                  <a:gd name="connsiteX23" fmla="*/ 87929 w 88829"/>
                  <a:gd name="connsiteY23" fmla="*/ 14217 h 95101"/>
                  <a:gd name="connsiteX24" fmla="*/ 76374 w 88829"/>
                  <a:gd name="connsiteY24" fmla="*/ 837 h 95101"/>
                  <a:gd name="connsiteX25" fmla="*/ 29431 w 88829"/>
                  <a:gd name="connsiteY25" fmla="*/ 4386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3153" y="114"/>
                    </a:moveTo>
                    <a:cubicBezTo>
                      <a:pt x="30153" y="1922"/>
                      <a:pt x="27987" y="1922"/>
                      <a:pt x="14626" y="3007"/>
                    </a:cubicBezTo>
                    <a:lnTo>
                      <a:pt x="13543" y="6985"/>
                    </a:lnTo>
                    <a:lnTo>
                      <a:pt x="15709" y="6623"/>
                    </a:lnTo>
                    <a:cubicBezTo>
                      <a:pt x="17154" y="6262"/>
                      <a:pt x="18598" y="6262"/>
                      <a:pt x="19320" y="6262"/>
                    </a:cubicBezTo>
                    <a:cubicBezTo>
                      <a:pt x="22209" y="6262"/>
                      <a:pt x="24376" y="8431"/>
                      <a:pt x="24376" y="10239"/>
                    </a:cubicBezTo>
                    <a:cubicBezTo>
                      <a:pt x="24376" y="11324"/>
                      <a:pt x="23654" y="14578"/>
                      <a:pt x="22209" y="19279"/>
                    </a:cubicBezTo>
                    <a:lnTo>
                      <a:pt x="182" y="93047"/>
                    </a:lnTo>
                    <a:lnTo>
                      <a:pt x="15348" y="93047"/>
                    </a:lnTo>
                    <a:lnTo>
                      <a:pt x="22209" y="69181"/>
                    </a:lnTo>
                    <a:cubicBezTo>
                      <a:pt x="25459" y="57609"/>
                      <a:pt x="30876" y="47846"/>
                      <a:pt x="41347" y="34467"/>
                    </a:cubicBezTo>
                    <a:cubicBezTo>
                      <a:pt x="53625" y="19279"/>
                      <a:pt x="61208" y="12770"/>
                      <a:pt x="67346" y="12770"/>
                    </a:cubicBezTo>
                    <a:cubicBezTo>
                      <a:pt x="70235" y="12770"/>
                      <a:pt x="72763" y="15302"/>
                      <a:pt x="72763" y="18556"/>
                    </a:cubicBezTo>
                    <a:cubicBezTo>
                      <a:pt x="72763" y="21087"/>
                      <a:pt x="72041" y="25065"/>
                      <a:pt x="70957" y="28319"/>
                    </a:cubicBezTo>
                    <a:lnTo>
                      <a:pt x="54708" y="80752"/>
                    </a:lnTo>
                    <a:cubicBezTo>
                      <a:pt x="53986" y="82922"/>
                      <a:pt x="53625" y="85453"/>
                      <a:pt x="53625" y="86899"/>
                    </a:cubicBezTo>
                    <a:cubicBezTo>
                      <a:pt x="53625" y="91962"/>
                      <a:pt x="57235" y="95216"/>
                      <a:pt x="62291" y="95216"/>
                    </a:cubicBezTo>
                    <a:cubicBezTo>
                      <a:pt x="70235" y="95216"/>
                      <a:pt x="79262" y="88707"/>
                      <a:pt x="89012" y="75690"/>
                    </a:cubicBezTo>
                    <a:lnTo>
                      <a:pt x="87207" y="73520"/>
                    </a:lnTo>
                    <a:cubicBezTo>
                      <a:pt x="81429" y="80752"/>
                      <a:pt x="76012" y="85453"/>
                      <a:pt x="73124" y="85453"/>
                    </a:cubicBezTo>
                    <a:cubicBezTo>
                      <a:pt x="71679" y="85453"/>
                      <a:pt x="70235" y="84006"/>
                      <a:pt x="70235" y="82560"/>
                    </a:cubicBezTo>
                    <a:cubicBezTo>
                      <a:pt x="70235" y="81475"/>
                      <a:pt x="70596" y="80029"/>
                      <a:pt x="71318" y="78221"/>
                    </a:cubicBezTo>
                    <a:lnTo>
                      <a:pt x="86123" y="26150"/>
                    </a:lnTo>
                    <a:cubicBezTo>
                      <a:pt x="87207" y="22172"/>
                      <a:pt x="87929" y="18194"/>
                      <a:pt x="87929" y="14217"/>
                    </a:cubicBezTo>
                    <a:cubicBezTo>
                      <a:pt x="87929" y="5900"/>
                      <a:pt x="83596" y="837"/>
                      <a:pt x="76374" y="837"/>
                    </a:cubicBezTo>
                    <a:cubicBezTo>
                      <a:pt x="64096" y="837"/>
                      <a:pt x="50736" y="13132"/>
                      <a:pt x="29431" y="43868"/>
                    </a:cubicBezTo>
                    <a:close/>
                  </a:path>
                </a:pathLst>
              </a:custGeom>
              <a:grpFill/>
              <a:ln w="3175" cap="flat">
                <a:solidFill>
                  <a:schemeClr val="tx1"/>
                </a:solidFill>
                <a:prstDash val="solid"/>
                <a:miter/>
              </a:ln>
            </p:spPr>
            <p:txBody>
              <a:bodyPr rtlCol="0" anchor="ctr"/>
              <a:lstStyle/>
              <a:p>
                <a:endParaRPr lang="zh-CN" altLang="en-US"/>
              </a:p>
            </p:txBody>
          </p:sp>
          <p:sp>
            <p:nvSpPr>
              <p:cNvPr id="132" name="任意多边形: 形状 131"/>
              <p:cNvSpPr/>
              <p:nvPr/>
            </p:nvSpPr>
            <p:spPr>
              <a:xfrm>
                <a:off x="6969080" y="5131119"/>
                <a:ext cx="69691" cy="95463"/>
              </a:xfrm>
              <a:custGeom>
                <a:avLst/>
                <a:gdLst>
                  <a:gd name="connsiteX0" fmla="*/ 69878 w 69691"/>
                  <a:gd name="connsiteY0" fmla="*/ 837 h 95463"/>
                  <a:gd name="connsiteX1" fmla="*/ 66990 w 69691"/>
                  <a:gd name="connsiteY1" fmla="*/ 837 h 95463"/>
                  <a:gd name="connsiteX2" fmla="*/ 60851 w 69691"/>
                  <a:gd name="connsiteY2" fmla="*/ 5538 h 95463"/>
                  <a:gd name="connsiteX3" fmla="*/ 57240 w 69691"/>
                  <a:gd name="connsiteY3" fmla="*/ 4453 h 95463"/>
                  <a:gd name="connsiteX4" fmla="*/ 42435 w 69691"/>
                  <a:gd name="connsiteY4" fmla="*/ 114 h 95463"/>
                  <a:gd name="connsiteX5" fmla="*/ 19325 w 69691"/>
                  <a:gd name="connsiteY5" fmla="*/ 23619 h 95463"/>
                  <a:gd name="connsiteX6" fmla="*/ 33047 w 69691"/>
                  <a:gd name="connsiteY6" fmla="*/ 51101 h 95463"/>
                  <a:gd name="connsiteX7" fmla="*/ 44963 w 69691"/>
                  <a:gd name="connsiteY7" fmla="*/ 73520 h 95463"/>
                  <a:gd name="connsiteX8" fmla="*/ 27991 w 69691"/>
                  <a:gd name="connsiteY8" fmla="*/ 90877 h 95463"/>
                  <a:gd name="connsiteX9" fmla="*/ 9214 w 69691"/>
                  <a:gd name="connsiteY9" fmla="*/ 63757 h 95463"/>
                  <a:gd name="connsiteX10" fmla="*/ 5964 w 69691"/>
                  <a:gd name="connsiteY10" fmla="*/ 63757 h 95463"/>
                  <a:gd name="connsiteX11" fmla="*/ 187 w 69691"/>
                  <a:gd name="connsiteY11" fmla="*/ 95578 h 95463"/>
                  <a:gd name="connsiteX12" fmla="*/ 4159 w 69691"/>
                  <a:gd name="connsiteY12" fmla="*/ 95578 h 95463"/>
                  <a:gd name="connsiteX13" fmla="*/ 9936 w 69691"/>
                  <a:gd name="connsiteY13" fmla="*/ 91239 h 95463"/>
                  <a:gd name="connsiteX14" fmla="*/ 13908 w 69691"/>
                  <a:gd name="connsiteY14" fmla="*/ 92323 h 95463"/>
                  <a:gd name="connsiteX15" fmla="*/ 30880 w 69691"/>
                  <a:gd name="connsiteY15" fmla="*/ 95578 h 95463"/>
                  <a:gd name="connsiteX16" fmla="*/ 59046 w 69691"/>
                  <a:gd name="connsiteY16" fmla="*/ 68819 h 95463"/>
                  <a:gd name="connsiteX17" fmla="*/ 44240 w 69691"/>
                  <a:gd name="connsiteY17" fmla="*/ 39891 h 95463"/>
                  <a:gd name="connsiteX18" fmla="*/ 32324 w 69691"/>
                  <a:gd name="connsiteY18" fmla="*/ 18194 h 95463"/>
                  <a:gd name="connsiteX19" fmla="*/ 44240 w 69691"/>
                  <a:gd name="connsiteY19" fmla="*/ 5900 h 95463"/>
                  <a:gd name="connsiteX20" fmla="*/ 61573 w 69691"/>
                  <a:gd name="connsiteY20" fmla="*/ 26511 h 95463"/>
                  <a:gd name="connsiteX21" fmla="*/ 61573 w 69691"/>
                  <a:gd name="connsiteY21" fmla="*/ 30851 h 95463"/>
                  <a:gd name="connsiteX22" fmla="*/ 64823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78" y="837"/>
                    </a:moveTo>
                    <a:lnTo>
                      <a:pt x="66990" y="837"/>
                    </a:lnTo>
                    <a:cubicBezTo>
                      <a:pt x="64823" y="4092"/>
                      <a:pt x="63017" y="5538"/>
                      <a:pt x="60851" y="5538"/>
                    </a:cubicBezTo>
                    <a:cubicBezTo>
                      <a:pt x="60129" y="5538"/>
                      <a:pt x="58684" y="5177"/>
                      <a:pt x="57240" y="4453"/>
                    </a:cubicBezTo>
                    <a:cubicBezTo>
                      <a:pt x="52185" y="1561"/>
                      <a:pt x="47129" y="114"/>
                      <a:pt x="42435" y="114"/>
                    </a:cubicBezTo>
                    <a:cubicBezTo>
                      <a:pt x="29797" y="114"/>
                      <a:pt x="19325" y="10601"/>
                      <a:pt x="19325" y="23619"/>
                    </a:cubicBezTo>
                    <a:cubicBezTo>
                      <a:pt x="19325" y="32659"/>
                      <a:pt x="22214" y="38083"/>
                      <a:pt x="33047" y="51101"/>
                    </a:cubicBezTo>
                    <a:cubicBezTo>
                      <a:pt x="41352" y="60864"/>
                      <a:pt x="44963" y="67373"/>
                      <a:pt x="44963" y="73520"/>
                    </a:cubicBezTo>
                    <a:cubicBezTo>
                      <a:pt x="44963" y="82922"/>
                      <a:pt x="37019" y="90877"/>
                      <a:pt x="27991" y="90877"/>
                    </a:cubicBezTo>
                    <a:cubicBezTo>
                      <a:pt x="17158" y="90877"/>
                      <a:pt x="9575" y="80029"/>
                      <a:pt x="9214" y="63757"/>
                    </a:cubicBezTo>
                    <a:lnTo>
                      <a:pt x="5964" y="63757"/>
                    </a:lnTo>
                    <a:lnTo>
                      <a:pt x="187" y="95578"/>
                    </a:lnTo>
                    <a:lnTo>
                      <a:pt x="4159" y="95578"/>
                    </a:lnTo>
                    <a:cubicBezTo>
                      <a:pt x="5603" y="92323"/>
                      <a:pt x="7409" y="91239"/>
                      <a:pt x="9936" y="91239"/>
                    </a:cubicBezTo>
                    <a:cubicBezTo>
                      <a:pt x="11020" y="91239"/>
                      <a:pt x="12464" y="91600"/>
                      <a:pt x="13908" y="92323"/>
                    </a:cubicBezTo>
                    <a:cubicBezTo>
                      <a:pt x="23658" y="95216"/>
                      <a:pt x="25825" y="95578"/>
                      <a:pt x="30880" y="95578"/>
                    </a:cubicBezTo>
                    <a:cubicBezTo>
                      <a:pt x="46407" y="95578"/>
                      <a:pt x="59046" y="83645"/>
                      <a:pt x="59046" y="68819"/>
                    </a:cubicBezTo>
                    <a:cubicBezTo>
                      <a:pt x="59046" y="59779"/>
                      <a:pt x="55435" y="53270"/>
                      <a:pt x="44240" y="39891"/>
                    </a:cubicBezTo>
                    <a:cubicBezTo>
                      <a:pt x="34491" y="28319"/>
                      <a:pt x="32324" y="23980"/>
                      <a:pt x="32324" y="18194"/>
                    </a:cubicBezTo>
                    <a:cubicBezTo>
                      <a:pt x="32324" y="11324"/>
                      <a:pt x="37380" y="5900"/>
                      <a:pt x="44240" y="5900"/>
                    </a:cubicBezTo>
                    <a:cubicBezTo>
                      <a:pt x="53990" y="5900"/>
                      <a:pt x="61573" y="14578"/>
                      <a:pt x="61573" y="26511"/>
                    </a:cubicBezTo>
                    <a:cubicBezTo>
                      <a:pt x="61573" y="27596"/>
                      <a:pt x="61573" y="29043"/>
                      <a:pt x="61573" y="30851"/>
                    </a:cubicBezTo>
                    <a:lnTo>
                      <a:pt x="64823" y="30851"/>
                    </a:lnTo>
                    <a:close/>
                  </a:path>
                </a:pathLst>
              </a:custGeom>
              <a:grpFill/>
              <a:ln w="3175" cap="flat">
                <a:solidFill>
                  <a:schemeClr val="tx1"/>
                </a:solidFill>
                <a:prstDash val="solid"/>
                <a:miter/>
              </a:ln>
            </p:spPr>
            <p:txBody>
              <a:bodyPr rtlCol="0" anchor="ctr"/>
              <a:lstStyle/>
              <a:p>
                <a:endParaRPr lang="zh-CN" altLang="en-US"/>
              </a:p>
            </p:txBody>
          </p:sp>
        </p:grpSp>
        <p:grpSp>
          <p:nvGrpSpPr>
            <p:cNvPr id="28" name="Graphic 2"/>
            <p:cNvGrpSpPr/>
            <p:nvPr/>
          </p:nvGrpSpPr>
          <p:grpSpPr>
            <a:xfrm>
              <a:off x="7043903" y="5898903"/>
              <a:ext cx="155487" cy="157767"/>
              <a:chOff x="7048977" y="5110508"/>
              <a:chExt cx="123266" cy="116074"/>
            </a:xfrm>
            <a:solidFill>
              <a:schemeClr val="tx1"/>
            </a:solidFill>
          </p:grpSpPr>
          <p:sp>
            <p:nvSpPr>
              <p:cNvPr id="128" name="任意多边形: 形状 127"/>
              <p:cNvSpPr/>
              <p:nvPr/>
            </p:nvSpPr>
            <p:spPr>
              <a:xfrm>
                <a:off x="7048977" y="5110508"/>
                <a:ext cx="50914" cy="116074"/>
              </a:xfrm>
              <a:custGeom>
                <a:avLst/>
                <a:gdLst>
                  <a:gd name="connsiteX0" fmla="*/ 35577 w 50914"/>
                  <a:gd name="connsiteY0" fmla="*/ 29404 h 116074"/>
                  <a:gd name="connsiteX1" fmla="*/ 49299 w 50914"/>
                  <a:gd name="connsiteY1" fmla="*/ 29404 h 116074"/>
                  <a:gd name="connsiteX2" fmla="*/ 51104 w 50914"/>
                  <a:gd name="connsiteY2" fmla="*/ 22895 h 116074"/>
                  <a:gd name="connsiteX3" fmla="*/ 37383 w 50914"/>
                  <a:gd name="connsiteY3" fmla="*/ 22895 h 116074"/>
                  <a:gd name="connsiteX4" fmla="*/ 44244 w 50914"/>
                  <a:gd name="connsiteY4" fmla="*/ 114 h 116074"/>
                  <a:gd name="connsiteX5" fmla="*/ 39188 w 50914"/>
                  <a:gd name="connsiteY5" fmla="*/ 114 h 116074"/>
                  <a:gd name="connsiteX6" fmla="*/ 8134 w 50914"/>
                  <a:gd name="connsiteY6" fmla="*/ 22895 h 116074"/>
                  <a:gd name="connsiteX7" fmla="*/ 6328 w 50914"/>
                  <a:gd name="connsiteY7" fmla="*/ 29404 h 116074"/>
                  <a:gd name="connsiteX8" fmla="*/ 20772 w 50914"/>
                  <a:gd name="connsiteY8" fmla="*/ 29404 h 116074"/>
                  <a:gd name="connsiteX9" fmla="*/ 2717 w 50914"/>
                  <a:gd name="connsiteY9" fmla="*/ 92323 h 116074"/>
                  <a:gd name="connsiteX10" fmla="*/ 190 w 50914"/>
                  <a:gd name="connsiteY10" fmla="*/ 106064 h 116074"/>
                  <a:gd name="connsiteX11" fmla="*/ 10300 w 50914"/>
                  <a:gd name="connsiteY11" fmla="*/ 116189 h 116074"/>
                  <a:gd name="connsiteX12" fmla="*/ 36299 w 50914"/>
                  <a:gd name="connsiteY12" fmla="*/ 95216 h 116074"/>
                  <a:gd name="connsiteX13" fmla="*/ 34133 w 50914"/>
                  <a:gd name="connsiteY13" fmla="*/ 92323 h 116074"/>
                  <a:gd name="connsiteX14" fmla="*/ 18606 w 50914"/>
                  <a:gd name="connsiteY14" fmla="*/ 106426 h 116074"/>
                  <a:gd name="connsiteX15" fmla="*/ 15356 w 50914"/>
                  <a:gd name="connsiteY15" fmla="*/ 103171 h 116074"/>
                  <a:gd name="connsiteX16" fmla="*/ 17161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77" y="29404"/>
                    </a:moveTo>
                    <a:lnTo>
                      <a:pt x="49299" y="29404"/>
                    </a:lnTo>
                    <a:lnTo>
                      <a:pt x="51104" y="22895"/>
                    </a:lnTo>
                    <a:lnTo>
                      <a:pt x="37383" y="22895"/>
                    </a:lnTo>
                    <a:lnTo>
                      <a:pt x="44244" y="114"/>
                    </a:lnTo>
                    <a:lnTo>
                      <a:pt x="39188" y="114"/>
                    </a:lnTo>
                    <a:cubicBezTo>
                      <a:pt x="27994" y="14578"/>
                      <a:pt x="20411" y="20364"/>
                      <a:pt x="8134" y="22895"/>
                    </a:cubicBezTo>
                    <a:lnTo>
                      <a:pt x="6328" y="29404"/>
                    </a:lnTo>
                    <a:lnTo>
                      <a:pt x="20772" y="29404"/>
                    </a:lnTo>
                    <a:lnTo>
                      <a:pt x="2717" y="92323"/>
                    </a:lnTo>
                    <a:cubicBezTo>
                      <a:pt x="912" y="97386"/>
                      <a:pt x="190" y="103171"/>
                      <a:pt x="190" y="106064"/>
                    </a:cubicBezTo>
                    <a:cubicBezTo>
                      <a:pt x="190" y="112211"/>
                      <a:pt x="4162" y="116189"/>
                      <a:pt x="10300" y="116189"/>
                    </a:cubicBezTo>
                    <a:cubicBezTo>
                      <a:pt x="18245" y="116189"/>
                      <a:pt x="26550" y="109680"/>
                      <a:pt x="36299" y="95216"/>
                    </a:cubicBezTo>
                    <a:lnTo>
                      <a:pt x="34133" y="92323"/>
                    </a:lnTo>
                    <a:cubicBezTo>
                      <a:pt x="27994" y="100640"/>
                      <a:pt x="21856" y="106426"/>
                      <a:pt x="18606" y="106426"/>
                    </a:cubicBezTo>
                    <a:cubicBezTo>
                      <a:pt x="16800" y="106426"/>
                      <a:pt x="15356" y="104979"/>
                      <a:pt x="15356" y="103171"/>
                    </a:cubicBezTo>
                    <a:cubicBezTo>
                      <a:pt x="15356" y="102087"/>
                      <a:pt x="15356" y="102087"/>
                      <a:pt x="17161" y="93770"/>
                    </a:cubicBezTo>
                    <a:close/>
                  </a:path>
                </a:pathLst>
              </a:custGeom>
              <a:grpFill/>
              <a:ln w="3175" cap="flat">
                <a:solidFill>
                  <a:schemeClr val="tx1"/>
                </a:solidFill>
                <a:prstDash val="solid"/>
                <a:miter/>
              </a:ln>
            </p:spPr>
            <p:txBody>
              <a:bodyPr rtlCol="0" anchor="ctr"/>
              <a:lstStyle/>
              <a:p>
                <a:endParaRPr lang="zh-CN" altLang="en-US"/>
              </a:p>
            </p:txBody>
          </p:sp>
          <p:sp>
            <p:nvSpPr>
              <p:cNvPr id="129" name="任意多边形: 形状 128"/>
              <p:cNvSpPr/>
              <p:nvPr/>
            </p:nvSpPr>
            <p:spPr>
              <a:xfrm>
                <a:off x="7100747" y="5130035"/>
                <a:ext cx="71497" cy="94017"/>
              </a:xfrm>
              <a:custGeom>
                <a:avLst/>
                <a:gdLst>
                  <a:gd name="connsiteX0" fmla="*/ 41718 w 71497"/>
                  <a:gd name="connsiteY0" fmla="*/ 476 h 94017"/>
                  <a:gd name="connsiteX1" fmla="*/ 12108 w 71497"/>
                  <a:gd name="connsiteY1" fmla="*/ 4092 h 94017"/>
                  <a:gd name="connsiteX2" fmla="*/ 10664 w 71497"/>
                  <a:gd name="connsiteY2" fmla="*/ 8431 h 94017"/>
                  <a:gd name="connsiteX3" fmla="*/ 15719 w 71497"/>
                  <a:gd name="connsiteY3" fmla="*/ 7708 h 94017"/>
                  <a:gd name="connsiteX4" fmla="*/ 18969 w 71497"/>
                  <a:gd name="connsiteY4" fmla="*/ 7346 h 94017"/>
                  <a:gd name="connsiteX5" fmla="*/ 23663 w 71497"/>
                  <a:gd name="connsiteY5" fmla="*/ 11324 h 94017"/>
                  <a:gd name="connsiteX6" fmla="*/ 21497 w 71497"/>
                  <a:gd name="connsiteY6" fmla="*/ 20364 h 94017"/>
                  <a:gd name="connsiteX7" fmla="*/ 192 w 71497"/>
                  <a:gd name="connsiteY7" fmla="*/ 94131 h 94017"/>
                  <a:gd name="connsiteX8" fmla="*/ 16442 w 71497"/>
                  <a:gd name="connsiteY8" fmla="*/ 94131 h 94017"/>
                  <a:gd name="connsiteX9" fmla="*/ 39552 w 71497"/>
                  <a:gd name="connsiteY9" fmla="*/ 35551 h 94017"/>
                  <a:gd name="connsiteX10" fmla="*/ 53273 w 71497"/>
                  <a:gd name="connsiteY10" fmla="*/ 16748 h 94017"/>
                  <a:gd name="connsiteX11" fmla="*/ 54718 w 71497"/>
                  <a:gd name="connsiteY11" fmla="*/ 20002 h 94017"/>
                  <a:gd name="connsiteX12" fmla="*/ 61217 w 71497"/>
                  <a:gd name="connsiteY12" fmla="*/ 25427 h 94017"/>
                  <a:gd name="connsiteX13" fmla="*/ 71689 w 71497"/>
                  <a:gd name="connsiteY13" fmla="*/ 11324 h 94017"/>
                  <a:gd name="connsiteX14" fmla="*/ 63384 w 71497"/>
                  <a:gd name="connsiteY14" fmla="*/ 114 h 94017"/>
                  <a:gd name="connsiteX15" fmla="*/ 28719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18" y="476"/>
                    </a:moveTo>
                    <a:cubicBezTo>
                      <a:pt x="28719" y="2645"/>
                      <a:pt x="26552" y="2645"/>
                      <a:pt x="12108" y="4092"/>
                    </a:cubicBezTo>
                    <a:lnTo>
                      <a:pt x="10664" y="8431"/>
                    </a:lnTo>
                    <a:cubicBezTo>
                      <a:pt x="12831" y="8070"/>
                      <a:pt x="14997" y="7708"/>
                      <a:pt x="15719" y="7708"/>
                    </a:cubicBezTo>
                    <a:cubicBezTo>
                      <a:pt x="16803" y="7346"/>
                      <a:pt x="18247" y="7346"/>
                      <a:pt x="18969" y="7346"/>
                    </a:cubicBezTo>
                    <a:cubicBezTo>
                      <a:pt x="21136" y="7346"/>
                      <a:pt x="23663" y="9154"/>
                      <a:pt x="23663" y="11324"/>
                    </a:cubicBezTo>
                    <a:cubicBezTo>
                      <a:pt x="23663" y="12409"/>
                      <a:pt x="22580" y="15663"/>
                      <a:pt x="21497" y="20364"/>
                    </a:cubicBezTo>
                    <a:lnTo>
                      <a:pt x="192" y="94131"/>
                    </a:lnTo>
                    <a:lnTo>
                      <a:pt x="16442" y="94131"/>
                    </a:lnTo>
                    <a:cubicBezTo>
                      <a:pt x="20775" y="76774"/>
                      <a:pt x="28719" y="56163"/>
                      <a:pt x="39552" y="35551"/>
                    </a:cubicBezTo>
                    <a:cubicBezTo>
                      <a:pt x="43885" y="27234"/>
                      <a:pt x="51468" y="16748"/>
                      <a:pt x="53273" y="16748"/>
                    </a:cubicBezTo>
                    <a:cubicBezTo>
                      <a:pt x="53996" y="16748"/>
                      <a:pt x="54357" y="17833"/>
                      <a:pt x="54718" y="20002"/>
                    </a:cubicBezTo>
                    <a:cubicBezTo>
                      <a:pt x="55079" y="23618"/>
                      <a:pt x="57606" y="25427"/>
                      <a:pt x="61217" y="25427"/>
                    </a:cubicBezTo>
                    <a:cubicBezTo>
                      <a:pt x="66634" y="25427"/>
                      <a:pt x="71689" y="18556"/>
                      <a:pt x="71689" y="11324"/>
                    </a:cubicBezTo>
                    <a:cubicBezTo>
                      <a:pt x="71689" y="4815"/>
                      <a:pt x="68439" y="114"/>
                      <a:pt x="63384" y="114"/>
                    </a:cubicBezTo>
                    <a:cubicBezTo>
                      <a:pt x="54357" y="114"/>
                      <a:pt x="40996" y="17833"/>
                      <a:pt x="28719" y="45315"/>
                    </a:cubicBezTo>
                    <a:close/>
                  </a:path>
                </a:pathLst>
              </a:custGeom>
              <a:grpFill/>
              <a:ln w="3175" cap="flat">
                <a:solidFill>
                  <a:schemeClr val="tx1"/>
                </a:solidFill>
                <a:prstDash val="solid"/>
                <a:miter/>
              </a:ln>
            </p:spPr>
            <p:txBody>
              <a:bodyPr rtlCol="0" anchor="ctr"/>
              <a:lstStyle/>
              <a:p>
                <a:endParaRPr lang="zh-CN" altLang="en-US"/>
              </a:p>
            </p:txBody>
          </p:sp>
        </p:grpSp>
        <p:grpSp>
          <p:nvGrpSpPr>
            <p:cNvPr id="29" name="Graphic 2"/>
            <p:cNvGrpSpPr/>
            <p:nvPr/>
          </p:nvGrpSpPr>
          <p:grpSpPr>
            <a:xfrm>
              <a:off x="7206442" y="5898903"/>
              <a:ext cx="295223" cy="158259"/>
              <a:chOff x="7177834" y="5110508"/>
              <a:chExt cx="234045" cy="116436"/>
            </a:xfrm>
            <a:solidFill>
              <a:schemeClr val="tx1"/>
            </a:solidFill>
          </p:grpSpPr>
          <p:sp>
            <p:nvSpPr>
              <p:cNvPr id="61" name="任意多边形: 形状 60"/>
              <p:cNvSpPr/>
              <p:nvPr/>
            </p:nvSpPr>
            <p:spPr>
              <a:xfrm>
                <a:off x="7177834" y="5131842"/>
                <a:ext cx="89190" cy="95101"/>
              </a:xfrm>
              <a:custGeom>
                <a:avLst/>
                <a:gdLst>
                  <a:gd name="connsiteX0" fmla="*/ 89386 w 89190"/>
                  <a:gd name="connsiteY0" fmla="*/ 2284 h 95101"/>
                  <a:gd name="connsiteX1" fmla="*/ 73859 w 89190"/>
                  <a:gd name="connsiteY1" fmla="*/ 2284 h 95101"/>
                  <a:gd name="connsiteX2" fmla="*/ 69165 w 89190"/>
                  <a:gd name="connsiteY2" fmla="*/ 19641 h 95101"/>
                  <a:gd name="connsiteX3" fmla="*/ 48221 w 89190"/>
                  <a:gd name="connsiteY3" fmla="*/ 61949 h 95101"/>
                  <a:gd name="connsiteX4" fmla="*/ 24389 w 89190"/>
                  <a:gd name="connsiteY4" fmla="*/ 83283 h 95101"/>
                  <a:gd name="connsiteX5" fmla="*/ 17889 w 89190"/>
                  <a:gd name="connsiteY5" fmla="*/ 77136 h 95101"/>
                  <a:gd name="connsiteX6" fmla="*/ 19334 w 89190"/>
                  <a:gd name="connsiteY6" fmla="*/ 69181 h 95101"/>
                  <a:gd name="connsiteX7" fmla="*/ 34500 w 89190"/>
                  <a:gd name="connsiteY7" fmla="*/ 16025 h 95101"/>
                  <a:gd name="connsiteX8" fmla="*/ 35583 w 89190"/>
                  <a:gd name="connsiteY8" fmla="*/ 8070 h 95101"/>
                  <a:gd name="connsiteX9" fmla="*/ 27278 w 89190"/>
                  <a:gd name="connsiteY9" fmla="*/ 114 h 95101"/>
                  <a:gd name="connsiteX10" fmla="*/ 195 w 89190"/>
                  <a:gd name="connsiteY10" fmla="*/ 21087 h 95101"/>
                  <a:gd name="connsiteX11" fmla="*/ 2362 w 89190"/>
                  <a:gd name="connsiteY11" fmla="*/ 23257 h 95101"/>
                  <a:gd name="connsiteX12" fmla="*/ 5251 w 89190"/>
                  <a:gd name="connsiteY12" fmla="*/ 20003 h 95101"/>
                  <a:gd name="connsiteX13" fmla="*/ 16445 w 89190"/>
                  <a:gd name="connsiteY13" fmla="*/ 10962 h 95101"/>
                  <a:gd name="connsiteX14" fmla="*/ 20056 w 89190"/>
                  <a:gd name="connsiteY14" fmla="*/ 14217 h 95101"/>
                  <a:gd name="connsiteX15" fmla="*/ 19334 w 89190"/>
                  <a:gd name="connsiteY15" fmla="*/ 18556 h 95101"/>
                  <a:gd name="connsiteX16" fmla="*/ 3445 w 89190"/>
                  <a:gd name="connsiteY16" fmla="*/ 73882 h 95101"/>
                  <a:gd name="connsiteX17" fmla="*/ 2362 w 89190"/>
                  <a:gd name="connsiteY17" fmla="*/ 80752 h 95101"/>
                  <a:gd name="connsiteX18" fmla="*/ 13195 w 89190"/>
                  <a:gd name="connsiteY18" fmla="*/ 95216 h 95101"/>
                  <a:gd name="connsiteX19" fmla="*/ 35222 w 89190"/>
                  <a:gd name="connsiteY19" fmla="*/ 83283 h 95101"/>
                  <a:gd name="connsiteX20" fmla="*/ 60137 w 89190"/>
                  <a:gd name="connsiteY20" fmla="*/ 50739 h 95101"/>
                  <a:gd name="connsiteX21" fmla="*/ 52193 w 89190"/>
                  <a:gd name="connsiteY21" fmla="*/ 77859 h 95101"/>
                  <a:gd name="connsiteX22" fmla="*/ 50388 w 89190"/>
                  <a:gd name="connsiteY22" fmla="*/ 87623 h 95101"/>
                  <a:gd name="connsiteX23" fmla="*/ 58332 w 89190"/>
                  <a:gd name="connsiteY23" fmla="*/ 94855 h 95101"/>
                  <a:gd name="connsiteX24" fmla="*/ 84692 w 89190"/>
                  <a:gd name="connsiteY24" fmla="*/ 76774 h 95101"/>
                  <a:gd name="connsiteX25" fmla="*/ 82887 w 89190"/>
                  <a:gd name="connsiteY25" fmla="*/ 73882 h 95101"/>
                  <a:gd name="connsiteX26" fmla="*/ 69526 w 89190"/>
                  <a:gd name="connsiteY26" fmla="*/ 84730 h 95101"/>
                  <a:gd name="connsiteX27" fmla="*/ 66998 w 89190"/>
                  <a:gd name="connsiteY27" fmla="*/ 82198 h 95101"/>
                  <a:gd name="connsiteX28" fmla="*/ 67359 w 89190"/>
                  <a:gd name="connsiteY28" fmla="*/ 80390 h 95101"/>
                  <a:gd name="connsiteX29" fmla="*/ 68443 w 89190"/>
                  <a:gd name="connsiteY29" fmla="*/ 75328 h 95101"/>
                  <a:gd name="connsiteX30" fmla="*/ 69526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86" y="2284"/>
                    </a:moveTo>
                    <a:lnTo>
                      <a:pt x="73859" y="2284"/>
                    </a:lnTo>
                    <a:lnTo>
                      <a:pt x="69165" y="19641"/>
                    </a:lnTo>
                    <a:cubicBezTo>
                      <a:pt x="63026" y="39891"/>
                      <a:pt x="60860" y="44953"/>
                      <a:pt x="48221" y="61949"/>
                    </a:cubicBezTo>
                    <a:cubicBezTo>
                      <a:pt x="38472" y="75690"/>
                      <a:pt x="29805" y="83283"/>
                      <a:pt x="24389" y="83283"/>
                    </a:cubicBezTo>
                    <a:cubicBezTo>
                      <a:pt x="20056" y="83283"/>
                      <a:pt x="17889" y="81114"/>
                      <a:pt x="17889" y="77136"/>
                    </a:cubicBezTo>
                    <a:cubicBezTo>
                      <a:pt x="17889" y="75328"/>
                      <a:pt x="18250" y="72797"/>
                      <a:pt x="19334" y="69181"/>
                    </a:cubicBezTo>
                    <a:lnTo>
                      <a:pt x="34500" y="16025"/>
                    </a:lnTo>
                    <a:cubicBezTo>
                      <a:pt x="35222" y="13855"/>
                      <a:pt x="35583" y="9878"/>
                      <a:pt x="35583" y="8070"/>
                    </a:cubicBezTo>
                    <a:cubicBezTo>
                      <a:pt x="35583" y="3369"/>
                      <a:pt x="32333" y="114"/>
                      <a:pt x="27278" y="114"/>
                    </a:cubicBezTo>
                    <a:cubicBezTo>
                      <a:pt x="19334" y="114"/>
                      <a:pt x="13556" y="4815"/>
                      <a:pt x="195" y="21087"/>
                    </a:cubicBezTo>
                    <a:lnTo>
                      <a:pt x="2362" y="23257"/>
                    </a:lnTo>
                    <a:lnTo>
                      <a:pt x="5251" y="20003"/>
                    </a:lnTo>
                    <a:cubicBezTo>
                      <a:pt x="11750" y="12409"/>
                      <a:pt x="13556" y="10962"/>
                      <a:pt x="16445" y="10962"/>
                    </a:cubicBezTo>
                    <a:cubicBezTo>
                      <a:pt x="18250" y="10962"/>
                      <a:pt x="20056" y="12409"/>
                      <a:pt x="20056" y="14217"/>
                    </a:cubicBezTo>
                    <a:cubicBezTo>
                      <a:pt x="20056" y="15302"/>
                      <a:pt x="19695" y="16748"/>
                      <a:pt x="19334" y="18556"/>
                    </a:cubicBezTo>
                    <a:lnTo>
                      <a:pt x="3445" y="73882"/>
                    </a:lnTo>
                    <a:cubicBezTo>
                      <a:pt x="2723" y="76051"/>
                      <a:pt x="2362" y="78221"/>
                      <a:pt x="2362" y="80752"/>
                    </a:cubicBezTo>
                    <a:cubicBezTo>
                      <a:pt x="2362" y="89792"/>
                      <a:pt x="6695" y="95216"/>
                      <a:pt x="13195" y="95216"/>
                    </a:cubicBezTo>
                    <a:cubicBezTo>
                      <a:pt x="19334" y="95216"/>
                      <a:pt x="26556" y="91239"/>
                      <a:pt x="35222" y="83283"/>
                    </a:cubicBezTo>
                    <a:cubicBezTo>
                      <a:pt x="42805" y="75690"/>
                      <a:pt x="48943" y="68096"/>
                      <a:pt x="60137" y="50739"/>
                    </a:cubicBezTo>
                    <a:lnTo>
                      <a:pt x="52193" y="77859"/>
                    </a:lnTo>
                    <a:cubicBezTo>
                      <a:pt x="51110" y="81837"/>
                      <a:pt x="50388" y="85091"/>
                      <a:pt x="50388" y="87623"/>
                    </a:cubicBezTo>
                    <a:cubicBezTo>
                      <a:pt x="50388" y="91600"/>
                      <a:pt x="53638" y="94855"/>
                      <a:pt x="58332" y="94855"/>
                    </a:cubicBezTo>
                    <a:cubicBezTo>
                      <a:pt x="65915" y="94855"/>
                      <a:pt x="76026" y="87984"/>
                      <a:pt x="84692" y="76774"/>
                    </a:cubicBezTo>
                    <a:lnTo>
                      <a:pt x="82887" y="73882"/>
                    </a:lnTo>
                    <a:cubicBezTo>
                      <a:pt x="76748" y="81114"/>
                      <a:pt x="72415" y="84730"/>
                      <a:pt x="69526" y="84730"/>
                    </a:cubicBezTo>
                    <a:cubicBezTo>
                      <a:pt x="68081" y="84730"/>
                      <a:pt x="66998" y="83645"/>
                      <a:pt x="66998" y="82198"/>
                    </a:cubicBezTo>
                    <a:cubicBezTo>
                      <a:pt x="66998" y="81837"/>
                      <a:pt x="66998" y="81114"/>
                      <a:pt x="67359" y="80390"/>
                    </a:cubicBezTo>
                    <a:cubicBezTo>
                      <a:pt x="67359" y="80029"/>
                      <a:pt x="67720" y="78221"/>
                      <a:pt x="68443" y="75328"/>
                    </a:cubicBezTo>
                    <a:cubicBezTo>
                      <a:pt x="68804" y="74243"/>
                      <a:pt x="69165" y="72435"/>
                      <a:pt x="69526" y="70627"/>
                    </a:cubicBezTo>
                    <a:close/>
                  </a:path>
                </a:pathLst>
              </a:custGeom>
              <a:grpFill/>
              <a:ln w="3175" cap="flat">
                <a:solidFill>
                  <a:schemeClr val="tx1"/>
                </a:solidFill>
                <a:prstDash val="solid"/>
                <a:miter/>
              </a:ln>
            </p:spPr>
            <p:txBody>
              <a:bodyPr rtlCol="0" anchor="ctr"/>
              <a:lstStyle/>
              <a:p>
                <a:endParaRPr lang="zh-CN" altLang="en-US"/>
              </a:p>
            </p:txBody>
          </p:sp>
          <p:sp>
            <p:nvSpPr>
              <p:cNvPr id="62" name="任意多边形: 形状 61"/>
              <p:cNvSpPr/>
              <p:nvPr/>
            </p:nvSpPr>
            <p:spPr>
              <a:xfrm>
                <a:off x="7278678" y="5131481"/>
                <a:ext cx="74024" cy="95101"/>
              </a:xfrm>
              <a:custGeom>
                <a:avLst/>
                <a:gdLst>
                  <a:gd name="connsiteX0" fmla="*/ 61586 w 74024"/>
                  <a:gd name="connsiteY0" fmla="*/ 69904 h 95101"/>
                  <a:gd name="connsiteX1" fmla="*/ 35226 w 74024"/>
                  <a:gd name="connsiteY1" fmla="*/ 86176 h 95101"/>
                  <a:gd name="connsiteX2" fmla="*/ 16449 w 74024"/>
                  <a:gd name="connsiteY2" fmla="*/ 63395 h 95101"/>
                  <a:gd name="connsiteX3" fmla="*/ 54725 w 74024"/>
                  <a:gd name="connsiteY3" fmla="*/ 4815 h 95101"/>
                  <a:gd name="connsiteX4" fmla="*/ 62670 w 74024"/>
                  <a:gd name="connsiteY4" fmla="*/ 10601 h 95101"/>
                  <a:gd name="connsiteX5" fmla="*/ 59420 w 74024"/>
                  <a:gd name="connsiteY5" fmla="*/ 15663 h 95101"/>
                  <a:gd name="connsiteX6" fmla="*/ 56170 w 74024"/>
                  <a:gd name="connsiteY6" fmla="*/ 22895 h 95101"/>
                  <a:gd name="connsiteX7" fmla="*/ 63392 w 74024"/>
                  <a:gd name="connsiteY7" fmla="*/ 29766 h 95101"/>
                  <a:gd name="connsiteX8" fmla="*/ 74225 w 74024"/>
                  <a:gd name="connsiteY8" fmla="*/ 16025 h 95101"/>
                  <a:gd name="connsiteX9" fmla="*/ 55809 w 74024"/>
                  <a:gd name="connsiteY9" fmla="*/ 114 h 95101"/>
                  <a:gd name="connsiteX10" fmla="*/ 200 w 74024"/>
                  <a:gd name="connsiteY10" fmla="*/ 64480 h 95101"/>
                  <a:gd name="connsiteX11" fmla="*/ 7422 w 74024"/>
                  <a:gd name="connsiteY11" fmla="*/ 86538 h 95101"/>
                  <a:gd name="connsiteX12" fmla="*/ 26560 w 74024"/>
                  <a:gd name="connsiteY12" fmla="*/ 95216 h 95101"/>
                  <a:gd name="connsiteX13" fmla="*/ 65558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586" y="69904"/>
                    </a:moveTo>
                    <a:cubicBezTo>
                      <a:pt x="54364" y="80029"/>
                      <a:pt x="44976" y="86176"/>
                      <a:pt x="35226" y="86176"/>
                    </a:cubicBezTo>
                    <a:cubicBezTo>
                      <a:pt x="24393" y="86176"/>
                      <a:pt x="16449" y="76774"/>
                      <a:pt x="16449" y="63395"/>
                    </a:cubicBezTo>
                    <a:cubicBezTo>
                      <a:pt x="16449" y="35190"/>
                      <a:pt x="36310" y="4815"/>
                      <a:pt x="54725" y="4815"/>
                    </a:cubicBezTo>
                    <a:cubicBezTo>
                      <a:pt x="58698" y="4815"/>
                      <a:pt x="62670" y="7708"/>
                      <a:pt x="62670" y="10601"/>
                    </a:cubicBezTo>
                    <a:cubicBezTo>
                      <a:pt x="62670" y="12409"/>
                      <a:pt x="62309" y="12770"/>
                      <a:pt x="59420" y="15663"/>
                    </a:cubicBezTo>
                    <a:cubicBezTo>
                      <a:pt x="57253" y="17833"/>
                      <a:pt x="56170" y="20364"/>
                      <a:pt x="56170" y="22895"/>
                    </a:cubicBezTo>
                    <a:cubicBezTo>
                      <a:pt x="56170" y="26511"/>
                      <a:pt x="59420" y="29766"/>
                      <a:pt x="63392" y="29766"/>
                    </a:cubicBezTo>
                    <a:cubicBezTo>
                      <a:pt x="69169" y="29766"/>
                      <a:pt x="74225" y="23257"/>
                      <a:pt x="74225" y="16025"/>
                    </a:cubicBezTo>
                    <a:cubicBezTo>
                      <a:pt x="74225" y="7346"/>
                      <a:pt x="65919" y="114"/>
                      <a:pt x="55809" y="114"/>
                    </a:cubicBezTo>
                    <a:cubicBezTo>
                      <a:pt x="28365" y="114"/>
                      <a:pt x="200" y="32659"/>
                      <a:pt x="200" y="64480"/>
                    </a:cubicBezTo>
                    <a:cubicBezTo>
                      <a:pt x="200" y="73520"/>
                      <a:pt x="2728" y="81475"/>
                      <a:pt x="7422" y="86538"/>
                    </a:cubicBezTo>
                    <a:cubicBezTo>
                      <a:pt x="12116" y="91600"/>
                      <a:pt x="19699" y="95216"/>
                      <a:pt x="26560" y="95216"/>
                    </a:cubicBezTo>
                    <a:cubicBezTo>
                      <a:pt x="40282" y="95216"/>
                      <a:pt x="55448" y="86176"/>
                      <a:pt x="65558" y="71712"/>
                    </a:cubicBezTo>
                    <a:close/>
                  </a:path>
                </a:pathLst>
              </a:custGeom>
              <a:grpFill/>
              <a:ln w="3175" cap="flat">
                <a:solidFill>
                  <a:schemeClr val="tx1"/>
                </a:solidFill>
                <a:prstDash val="solid"/>
                <a:miter/>
              </a:ln>
            </p:spPr>
            <p:txBody>
              <a:bodyPr rtlCol="0" anchor="ctr"/>
              <a:lstStyle/>
              <a:p>
                <a:endParaRPr lang="zh-CN" altLang="en-US"/>
              </a:p>
            </p:txBody>
          </p:sp>
          <p:sp>
            <p:nvSpPr>
              <p:cNvPr id="63" name="任意多边形: 形状 62"/>
              <p:cNvSpPr/>
              <p:nvPr/>
            </p:nvSpPr>
            <p:spPr>
              <a:xfrm>
                <a:off x="7360964" y="5110508"/>
                <a:ext cx="50914" cy="116074"/>
              </a:xfrm>
              <a:custGeom>
                <a:avLst/>
                <a:gdLst>
                  <a:gd name="connsiteX0" fmla="*/ 35591 w 50914"/>
                  <a:gd name="connsiteY0" fmla="*/ 29404 h 116074"/>
                  <a:gd name="connsiteX1" fmla="*/ 49312 w 50914"/>
                  <a:gd name="connsiteY1" fmla="*/ 29404 h 116074"/>
                  <a:gd name="connsiteX2" fmla="*/ 51118 w 50914"/>
                  <a:gd name="connsiteY2" fmla="*/ 22895 h 116074"/>
                  <a:gd name="connsiteX3" fmla="*/ 37396 w 50914"/>
                  <a:gd name="connsiteY3" fmla="*/ 22895 h 116074"/>
                  <a:gd name="connsiteX4" fmla="*/ 44257 w 50914"/>
                  <a:gd name="connsiteY4" fmla="*/ 114 h 116074"/>
                  <a:gd name="connsiteX5" fmla="*/ 39202 w 50914"/>
                  <a:gd name="connsiteY5" fmla="*/ 114 h 116074"/>
                  <a:gd name="connsiteX6" fmla="*/ 8147 w 50914"/>
                  <a:gd name="connsiteY6" fmla="*/ 22895 h 116074"/>
                  <a:gd name="connsiteX7" fmla="*/ 6342 w 50914"/>
                  <a:gd name="connsiteY7" fmla="*/ 29404 h 116074"/>
                  <a:gd name="connsiteX8" fmla="*/ 20786 w 50914"/>
                  <a:gd name="connsiteY8" fmla="*/ 29404 h 116074"/>
                  <a:gd name="connsiteX9" fmla="*/ 2731 w 50914"/>
                  <a:gd name="connsiteY9" fmla="*/ 92323 h 116074"/>
                  <a:gd name="connsiteX10" fmla="*/ 203 w 50914"/>
                  <a:gd name="connsiteY10" fmla="*/ 106064 h 116074"/>
                  <a:gd name="connsiteX11" fmla="*/ 10314 w 50914"/>
                  <a:gd name="connsiteY11" fmla="*/ 116189 h 116074"/>
                  <a:gd name="connsiteX12" fmla="*/ 36313 w 50914"/>
                  <a:gd name="connsiteY12" fmla="*/ 95216 h 116074"/>
                  <a:gd name="connsiteX13" fmla="*/ 34146 w 50914"/>
                  <a:gd name="connsiteY13" fmla="*/ 92323 h 116074"/>
                  <a:gd name="connsiteX14" fmla="*/ 18619 w 50914"/>
                  <a:gd name="connsiteY14" fmla="*/ 106426 h 116074"/>
                  <a:gd name="connsiteX15" fmla="*/ 15369 w 50914"/>
                  <a:gd name="connsiteY15" fmla="*/ 103171 h 116074"/>
                  <a:gd name="connsiteX16" fmla="*/ 17175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91" y="29404"/>
                    </a:moveTo>
                    <a:lnTo>
                      <a:pt x="49312" y="29404"/>
                    </a:lnTo>
                    <a:lnTo>
                      <a:pt x="51118" y="22895"/>
                    </a:lnTo>
                    <a:lnTo>
                      <a:pt x="37396" y="22895"/>
                    </a:lnTo>
                    <a:lnTo>
                      <a:pt x="44257" y="114"/>
                    </a:lnTo>
                    <a:lnTo>
                      <a:pt x="39202" y="114"/>
                    </a:lnTo>
                    <a:cubicBezTo>
                      <a:pt x="28008" y="14578"/>
                      <a:pt x="20425" y="20364"/>
                      <a:pt x="8147" y="22895"/>
                    </a:cubicBezTo>
                    <a:lnTo>
                      <a:pt x="6342" y="29404"/>
                    </a:lnTo>
                    <a:lnTo>
                      <a:pt x="20786" y="29404"/>
                    </a:lnTo>
                    <a:lnTo>
                      <a:pt x="2731" y="92323"/>
                    </a:lnTo>
                    <a:cubicBezTo>
                      <a:pt x="925" y="97386"/>
                      <a:pt x="203" y="103171"/>
                      <a:pt x="203" y="106064"/>
                    </a:cubicBezTo>
                    <a:cubicBezTo>
                      <a:pt x="203" y="112211"/>
                      <a:pt x="4175" y="116189"/>
                      <a:pt x="10314" y="116189"/>
                    </a:cubicBezTo>
                    <a:cubicBezTo>
                      <a:pt x="18258" y="116189"/>
                      <a:pt x="26563" y="109680"/>
                      <a:pt x="36313" y="95216"/>
                    </a:cubicBezTo>
                    <a:lnTo>
                      <a:pt x="34146" y="92323"/>
                    </a:lnTo>
                    <a:cubicBezTo>
                      <a:pt x="28008" y="100640"/>
                      <a:pt x="21869" y="106426"/>
                      <a:pt x="18619" y="106426"/>
                    </a:cubicBezTo>
                    <a:cubicBezTo>
                      <a:pt x="16814" y="106426"/>
                      <a:pt x="15369" y="104979"/>
                      <a:pt x="15369" y="103171"/>
                    </a:cubicBezTo>
                    <a:cubicBezTo>
                      <a:pt x="15369" y="102087"/>
                      <a:pt x="15369" y="102087"/>
                      <a:pt x="17175" y="93770"/>
                    </a:cubicBezTo>
                    <a:close/>
                  </a:path>
                </a:pathLst>
              </a:custGeom>
              <a:grpFill/>
              <a:ln w="3175" cap="flat">
                <a:solidFill>
                  <a:schemeClr val="tx1"/>
                </a:solidFill>
                <a:prstDash val="solid"/>
                <a:miter/>
              </a:ln>
            </p:spPr>
            <p:txBody>
              <a:bodyPr rtlCol="0" anchor="ctr"/>
              <a:lstStyle/>
              <a:p>
                <a:endParaRPr lang="zh-CN" altLang="en-US"/>
              </a:p>
            </p:txBody>
          </p:sp>
        </p:grpSp>
        <p:grpSp>
          <p:nvGrpSpPr>
            <p:cNvPr id="30" name="Graphic 2"/>
            <p:cNvGrpSpPr/>
            <p:nvPr/>
          </p:nvGrpSpPr>
          <p:grpSpPr>
            <a:xfrm>
              <a:off x="7501416" y="5925444"/>
              <a:ext cx="206424" cy="130735"/>
              <a:chOff x="7411682" y="5130035"/>
              <a:chExt cx="163648" cy="96186"/>
            </a:xfrm>
            <a:solidFill>
              <a:schemeClr val="tx1"/>
            </a:solidFill>
          </p:grpSpPr>
          <p:sp>
            <p:nvSpPr>
              <p:cNvPr id="59" name="任意多边形: 形状 58"/>
              <p:cNvSpPr/>
              <p:nvPr/>
            </p:nvSpPr>
            <p:spPr>
              <a:xfrm>
                <a:off x="7411682" y="5131119"/>
                <a:ext cx="81246" cy="95101"/>
              </a:xfrm>
              <a:custGeom>
                <a:avLst/>
                <a:gdLst>
                  <a:gd name="connsiteX0" fmla="*/ 54009 w 81246"/>
                  <a:gd name="connsiteY0" fmla="*/ 114 h 95101"/>
                  <a:gd name="connsiteX1" fmla="*/ 206 w 81246"/>
                  <a:gd name="connsiteY1" fmla="*/ 61949 h 95101"/>
                  <a:gd name="connsiteX2" fmla="*/ 27649 w 81246"/>
                  <a:gd name="connsiteY2" fmla="*/ 95216 h 95101"/>
                  <a:gd name="connsiteX3" fmla="*/ 59425 w 81246"/>
                  <a:gd name="connsiteY3" fmla="*/ 81114 h 95101"/>
                  <a:gd name="connsiteX4" fmla="*/ 81452 w 81246"/>
                  <a:gd name="connsiteY4" fmla="*/ 33744 h 95101"/>
                  <a:gd name="connsiteX5" fmla="*/ 54009 w 81246"/>
                  <a:gd name="connsiteY5" fmla="*/ 114 h 95101"/>
                  <a:gd name="connsiteX6" fmla="*/ 51842 w 81246"/>
                  <a:gd name="connsiteY6" fmla="*/ 5538 h 95101"/>
                  <a:gd name="connsiteX7" fmla="*/ 65925 w 81246"/>
                  <a:gd name="connsiteY7" fmla="*/ 25427 h 95101"/>
                  <a:gd name="connsiteX8" fmla="*/ 52565 w 81246"/>
                  <a:gd name="connsiteY8" fmla="*/ 72074 h 95101"/>
                  <a:gd name="connsiteX9" fmla="*/ 29454 w 81246"/>
                  <a:gd name="connsiteY9" fmla="*/ 90154 h 95101"/>
                  <a:gd name="connsiteX10" fmla="*/ 15011 w 81246"/>
                  <a:gd name="connsiteY10" fmla="*/ 70266 h 95101"/>
                  <a:gd name="connsiteX11" fmla="*/ 29454 w 81246"/>
                  <a:gd name="connsiteY11" fmla="*/ 21087 h 95101"/>
                  <a:gd name="connsiteX12" fmla="*/ 51842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009" y="114"/>
                    </a:moveTo>
                    <a:cubicBezTo>
                      <a:pt x="27288" y="114"/>
                      <a:pt x="206" y="30851"/>
                      <a:pt x="206" y="61949"/>
                    </a:cubicBezTo>
                    <a:cubicBezTo>
                      <a:pt x="206" y="81837"/>
                      <a:pt x="11038" y="95216"/>
                      <a:pt x="27649" y="95216"/>
                    </a:cubicBezTo>
                    <a:cubicBezTo>
                      <a:pt x="37760" y="95216"/>
                      <a:pt x="48593" y="90515"/>
                      <a:pt x="59425" y="81114"/>
                    </a:cubicBezTo>
                    <a:cubicBezTo>
                      <a:pt x="73147" y="68819"/>
                      <a:pt x="81452" y="51101"/>
                      <a:pt x="81452" y="33744"/>
                    </a:cubicBezTo>
                    <a:cubicBezTo>
                      <a:pt x="81452" y="14217"/>
                      <a:pt x="69897" y="114"/>
                      <a:pt x="54009" y="114"/>
                    </a:cubicBezTo>
                    <a:close/>
                    <a:moveTo>
                      <a:pt x="51842" y="5538"/>
                    </a:moveTo>
                    <a:cubicBezTo>
                      <a:pt x="60148" y="5538"/>
                      <a:pt x="65925" y="13855"/>
                      <a:pt x="65925" y="25427"/>
                    </a:cubicBezTo>
                    <a:cubicBezTo>
                      <a:pt x="65925" y="38806"/>
                      <a:pt x="60509" y="57971"/>
                      <a:pt x="52565" y="72074"/>
                    </a:cubicBezTo>
                    <a:cubicBezTo>
                      <a:pt x="46065" y="84006"/>
                      <a:pt x="38482" y="90154"/>
                      <a:pt x="29454" y="90154"/>
                    </a:cubicBezTo>
                    <a:cubicBezTo>
                      <a:pt x="20788" y="90154"/>
                      <a:pt x="15011" y="82560"/>
                      <a:pt x="15011" y="70266"/>
                    </a:cubicBezTo>
                    <a:cubicBezTo>
                      <a:pt x="15011" y="54717"/>
                      <a:pt x="21149" y="34467"/>
                      <a:pt x="29454" y="21087"/>
                    </a:cubicBezTo>
                    <a:cubicBezTo>
                      <a:pt x="35954" y="10601"/>
                      <a:pt x="43898" y="5538"/>
                      <a:pt x="51842" y="5538"/>
                    </a:cubicBezTo>
                    <a:close/>
                  </a:path>
                </a:pathLst>
              </a:custGeom>
              <a:grpFill/>
              <a:ln w="3175" cap="flat">
                <a:solidFill>
                  <a:schemeClr val="tx1"/>
                </a:solidFill>
                <a:prstDash val="solid"/>
                <a:miter/>
              </a:ln>
            </p:spPr>
            <p:txBody>
              <a:bodyPr rtlCol="0" anchor="ctr"/>
              <a:lstStyle/>
              <a:p>
                <a:endParaRPr lang="zh-CN" altLang="en-US"/>
              </a:p>
            </p:txBody>
          </p:sp>
          <p:sp>
            <p:nvSpPr>
              <p:cNvPr id="60" name="任意多边形: 形状 59"/>
              <p:cNvSpPr/>
              <p:nvPr/>
            </p:nvSpPr>
            <p:spPr>
              <a:xfrm>
                <a:off x="7503834" y="5130035"/>
                <a:ext cx="71497" cy="94017"/>
              </a:xfrm>
              <a:custGeom>
                <a:avLst/>
                <a:gdLst>
                  <a:gd name="connsiteX0" fmla="*/ 41736 w 71497"/>
                  <a:gd name="connsiteY0" fmla="*/ 476 h 94017"/>
                  <a:gd name="connsiteX1" fmla="*/ 12126 w 71497"/>
                  <a:gd name="connsiteY1" fmla="*/ 4092 h 94017"/>
                  <a:gd name="connsiteX2" fmla="*/ 10681 w 71497"/>
                  <a:gd name="connsiteY2" fmla="*/ 8431 h 94017"/>
                  <a:gd name="connsiteX3" fmla="*/ 15737 w 71497"/>
                  <a:gd name="connsiteY3" fmla="*/ 7708 h 94017"/>
                  <a:gd name="connsiteX4" fmla="*/ 18987 w 71497"/>
                  <a:gd name="connsiteY4" fmla="*/ 7346 h 94017"/>
                  <a:gd name="connsiteX5" fmla="*/ 23681 w 71497"/>
                  <a:gd name="connsiteY5" fmla="*/ 11324 h 94017"/>
                  <a:gd name="connsiteX6" fmla="*/ 21514 w 71497"/>
                  <a:gd name="connsiteY6" fmla="*/ 20364 h 94017"/>
                  <a:gd name="connsiteX7" fmla="*/ 210 w 71497"/>
                  <a:gd name="connsiteY7" fmla="*/ 94131 h 94017"/>
                  <a:gd name="connsiteX8" fmla="*/ 16459 w 71497"/>
                  <a:gd name="connsiteY8" fmla="*/ 94131 h 94017"/>
                  <a:gd name="connsiteX9" fmla="*/ 39569 w 71497"/>
                  <a:gd name="connsiteY9" fmla="*/ 35551 h 94017"/>
                  <a:gd name="connsiteX10" fmla="*/ 53291 w 71497"/>
                  <a:gd name="connsiteY10" fmla="*/ 16748 h 94017"/>
                  <a:gd name="connsiteX11" fmla="*/ 54735 w 71497"/>
                  <a:gd name="connsiteY11" fmla="*/ 20002 h 94017"/>
                  <a:gd name="connsiteX12" fmla="*/ 61235 w 71497"/>
                  <a:gd name="connsiteY12" fmla="*/ 25427 h 94017"/>
                  <a:gd name="connsiteX13" fmla="*/ 71707 w 71497"/>
                  <a:gd name="connsiteY13" fmla="*/ 11324 h 94017"/>
                  <a:gd name="connsiteX14" fmla="*/ 63401 w 71497"/>
                  <a:gd name="connsiteY14" fmla="*/ 114 h 94017"/>
                  <a:gd name="connsiteX15" fmla="*/ 28736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36" y="476"/>
                    </a:moveTo>
                    <a:cubicBezTo>
                      <a:pt x="28736" y="2645"/>
                      <a:pt x="26570" y="2645"/>
                      <a:pt x="12126" y="4092"/>
                    </a:cubicBezTo>
                    <a:lnTo>
                      <a:pt x="10681" y="8431"/>
                    </a:lnTo>
                    <a:cubicBezTo>
                      <a:pt x="12848" y="8070"/>
                      <a:pt x="15015" y="7708"/>
                      <a:pt x="15737" y="7708"/>
                    </a:cubicBezTo>
                    <a:cubicBezTo>
                      <a:pt x="16820" y="7346"/>
                      <a:pt x="18264" y="7346"/>
                      <a:pt x="18987" y="7346"/>
                    </a:cubicBezTo>
                    <a:cubicBezTo>
                      <a:pt x="21153" y="7346"/>
                      <a:pt x="23681" y="9154"/>
                      <a:pt x="23681" y="11324"/>
                    </a:cubicBezTo>
                    <a:cubicBezTo>
                      <a:pt x="23681" y="12409"/>
                      <a:pt x="22598" y="15663"/>
                      <a:pt x="21514" y="20364"/>
                    </a:cubicBezTo>
                    <a:lnTo>
                      <a:pt x="210" y="94131"/>
                    </a:lnTo>
                    <a:lnTo>
                      <a:pt x="16459" y="94131"/>
                    </a:lnTo>
                    <a:cubicBezTo>
                      <a:pt x="20792" y="76774"/>
                      <a:pt x="28736" y="56163"/>
                      <a:pt x="39569" y="35551"/>
                    </a:cubicBezTo>
                    <a:cubicBezTo>
                      <a:pt x="43902" y="27234"/>
                      <a:pt x="51485" y="16748"/>
                      <a:pt x="53291" y="16748"/>
                    </a:cubicBezTo>
                    <a:cubicBezTo>
                      <a:pt x="54013" y="16748"/>
                      <a:pt x="54374" y="17833"/>
                      <a:pt x="54735" y="20002"/>
                    </a:cubicBezTo>
                    <a:cubicBezTo>
                      <a:pt x="55096" y="23618"/>
                      <a:pt x="57624" y="25427"/>
                      <a:pt x="61235" y="25427"/>
                    </a:cubicBezTo>
                    <a:cubicBezTo>
                      <a:pt x="66651" y="25427"/>
                      <a:pt x="71707" y="18556"/>
                      <a:pt x="71707" y="11324"/>
                    </a:cubicBezTo>
                    <a:cubicBezTo>
                      <a:pt x="71707" y="4815"/>
                      <a:pt x="68457" y="114"/>
                      <a:pt x="63401" y="114"/>
                    </a:cubicBezTo>
                    <a:cubicBezTo>
                      <a:pt x="54374" y="114"/>
                      <a:pt x="41014" y="17833"/>
                      <a:pt x="28736" y="45315"/>
                    </a:cubicBezTo>
                    <a:close/>
                  </a:path>
                </a:pathLst>
              </a:custGeom>
              <a:grpFill/>
              <a:ln w="3175" cap="flat">
                <a:solidFill>
                  <a:schemeClr val="tx1"/>
                </a:solidFill>
                <a:prstDash val="solid"/>
                <a:miter/>
              </a:ln>
            </p:spPr>
            <p:txBody>
              <a:bodyPr rtlCol="0" anchor="ctr"/>
              <a:lstStyle/>
              <a:p>
                <a:endParaRPr lang="zh-CN" altLang="en-US"/>
              </a:p>
            </p:txBody>
          </p:sp>
        </p:grpSp>
        <p:sp>
          <p:nvSpPr>
            <p:cNvPr id="31" name="任意多边形: 形状 30"/>
            <p:cNvSpPr/>
            <p:nvPr/>
          </p:nvSpPr>
          <p:spPr>
            <a:xfrm>
              <a:off x="8914725" y="5898934"/>
              <a:ext cx="64223" cy="157767"/>
            </a:xfrm>
            <a:custGeom>
              <a:avLst/>
              <a:gdLst>
                <a:gd name="connsiteX0" fmla="*/ 35641 w 50914"/>
                <a:gd name="connsiteY0" fmla="*/ 29404 h 116074"/>
                <a:gd name="connsiteX1" fmla="*/ 49363 w 50914"/>
                <a:gd name="connsiteY1" fmla="*/ 29404 h 116074"/>
                <a:gd name="connsiteX2" fmla="*/ 51169 w 50914"/>
                <a:gd name="connsiteY2" fmla="*/ 22895 h 116074"/>
                <a:gd name="connsiteX3" fmla="*/ 37447 w 50914"/>
                <a:gd name="connsiteY3" fmla="*/ 22895 h 116074"/>
                <a:gd name="connsiteX4" fmla="*/ 44308 w 50914"/>
                <a:gd name="connsiteY4" fmla="*/ 114 h 116074"/>
                <a:gd name="connsiteX5" fmla="*/ 39252 w 50914"/>
                <a:gd name="connsiteY5" fmla="*/ 114 h 116074"/>
                <a:gd name="connsiteX6" fmla="*/ 8198 w 50914"/>
                <a:gd name="connsiteY6" fmla="*/ 22895 h 116074"/>
                <a:gd name="connsiteX7" fmla="*/ 6393 w 50914"/>
                <a:gd name="connsiteY7" fmla="*/ 29404 h 116074"/>
                <a:gd name="connsiteX8" fmla="*/ 20837 w 50914"/>
                <a:gd name="connsiteY8" fmla="*/ 29404 h 116074"/>
                <a:gd name="connsiteX9" fmla="*/ 2782 w 50914"/>
                <a:gd name="connsiteY9" fmla="*/ 92323 h 116074"/>
                <a:gd name="connsiteX10" fmla="*/ 254 w 50914"/>
                <a:gd name="connsiteY10" fmla="*/ 106064 h 116074"/>
                <a:gd name="connsiteX11" fmla="*/ 10365 w 50914"/>
                <a:gd name="connsiteY11" fmla="*/ 116189 h 116074"/>
                <a:gd name="connsiteX12" fmla="*/ 36364 w 50914"/>
                <a:gd name="connsiteY12" fmla="*/ 95216 h 116074"/>
                <a:gd name="connsiteX13" fmla="*/ 34197 w 50914"/>
                <a:gd name="connsiteY13" fmla="*/ 92323 h 116074"/>
                <a:gd name="connsiteX14" fmla="*/ 18670 w 50914"/>
                <a:gd name="connsiteY14" fmla="*/ 106426 h 116074"/>
                <a:gd name="connsiteX15" fmla="*/ 15420 w 50914"/>
                <a:gd name="connsiteY15" fmla="*/ 103171 h 116074"/>
                <a:gd name="connsiteX16" fmla="*/ 17226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641" y="29404"/>
                  </a:moveTo>
                  <a:lnTo>
                    <a:pt x="49363" y="29404"/>
                  </a:lnTo>
                  <a:lnTo>
                    <a:pt x="51169" y="22895"/>
                  </a:lnTo>
                  <a:lnTo>
                    <a:pt x="37447" y="22895"/>
                  </a:lnTo>
                  <a:lnTo>
                    <a:pt x="44308" y="114"/>
                  </a:lnTo>
                  <a:lnTo>
                    <a:pt x="39252" y="114"/>
                  </a:lnTo>
                  <a:cubicBezTo>
                    <a:pt x="28058" y="14578"/>
                    <a:pt x="20475" y="20364"/>
                    <a:pt x="8198" y="22895"/>
                  </a:cubicBezTo>
                  <a:lnTo>
                    <a:pt x="6393" y="29404"/>
                  </a:lnTo>
                  <a:lnTo>
                    <a:pt x="20837" y="29404"/>
                  </a:lnTo>
                  <a:lnTo>
                    <a:pt x="2782" y="92323"/>
                  </a:lnTo>
                  <a:cubicBezTo>
                    <a:pt x="976" y="97386"/>
                    <a:pt x="254" y="103171"/>
                    <a:pt x="254" y="106064"/>
                  </a:cubicBezTo>
                  <a:cubicBezTo>
                    <a:pt x="254" y="112211"/>
                    <a:pt x="4226" y="116189"/>
                    <a:pt x="10365" y="116189"/>
                  </a:cubicBezTo>
                  <a:cubicBezTo>
                    <a:pt x="18309" y="116189"/>
                    <a:pt x="26614" y="109680"/>
                    <a:pt x="36364" y="95216"/>
                  </a:cubicBezTo>
                  <a:lnTo>
                    <a:pt x="34197" y="92323"/>
                  </a:lnTo>
                  <a:cubicBezTo>
                    <a:pt x="28058" y="100640"/>
                    <a:pt x="21920" y="106426"/>
                    <a:pt x="18670" y="106426"/>
                  </a:cubicBezTo>
                  <a:cubicBezTo>
                    <a:pt x="16864" y="106426"/>
                    <a:pt x="15420" y="104979"/>
                    <a:pt x="15420" y="103171"/>
                  </a:cubicBezTo>
                  <a:cubicBezTo>
                    <a:pt x="15420" y="102087"/>
                    <a:pt x="15420" y="102087"/>
                    <a:pt x="17226" y="93770"/>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32" name="Graphic 2"/>
            <p:cNvGrpSpPr/>
            <p:nvPr/>
          </p:nvGrpSpPr>
          <p:grpSpPr>
            <a:xfrm>
              <a:off x="8977888" y="5926948"/>
              <a:ext cx="327067" cy="130735"/>
              <a:chOff x="8582191" y="5131142"/>
              <a:chExt cx="259290" cy="96186"/>
            </a:xfrm>
            <a:solidFill>
              <a:schemeClr val="tx1"/>
            </a:solidFill>
          </p:grpSpPr>
          <p:sp>
            <p:nvSpPr>
              <p:cNvPr id="56" name="任意多边形: 形状 55"/>
              <p:cNvSpPr/>
              <p:nvPr/>
            </p:nvSpPr>
            <p:spPr>
              <a:xfrm>
                <a:off x="8582191" y="5131142"/>
                <a:ext cx="76552" cy="95463"/>
              </a:xfrm>
              <a:custGeom>
                <a:avLst/>
                <a:gdLst>
                  <a:gd name="connsiteX0" fmla="*/ 63809 w 76552"/>
                  <a:gd name="connsiteY0" fmla="*/ 71350 h 95463"/>
                  <a:gd name="connsiteX1" fmla="*/ 36366 w 76552"/>
                  <a:gd name="connsiteY1" fmla="*/ 85453 h 95463"/>
                  <a:gd name="connsiteX2" fmla="*/ 17228 w 76552"/>
                  <a:gd name="connsiteY2" fmla="*/ 63757 h 95463"/>
                  <a:gd name="connsiteX3" fmla="*/ 17950 w 76552"/>
                  <a:gd name="connsiteY3" fmla="*/ 52908 h 95463"/>
                  <a:gd name="connsiteX4" fmla="*/ 53338 w 76552"/>
                  <a:gd name="connsiteY4" fmla="*/ 45676 h 95463"/>
                  <a:gd name="connsiteX5" fmla="*/ 76809 w 76552"/>
                  <a:gd name="connsiteY5" fmla="*/ 15302 h 95463"/>
                  <a:gd name="connsiteX6" fmla="*/ 57309 w 76552"/>
                  <a:gd name="connsiteY6" fmla="*/ 114 h 95463"/>
                  <a:gd name="connsiteX7" fmla="*/ 256 w 76552"/>
                  <a:gd name="connsiteY7" fmla="*/ 64480 h 95463"/>
                  <a:gd name="connsiteX8" fmla="*/ 27700 w 76552"/>
                  <a:gd name="connsiteY8" fmla="*/ 95578 h 95463"/>
                  <a:gd name="connsiteX9" fmla="*/ 67420 w 76552"/>
                  <a:gd name="connsiteY9" fmla="*/ 74243 h 95463"/>
                  <a:gd name="connsiteX10" fmla="*/ 19033 w 76552"/>
                  <a:gd name="connsiteY10" fmla="*/ 47484 h 95463"/>
                  <a:gd name="connsiteX11" fmla="*/ 53699 w 76552"/>
                  <a:gd name="connsiteY11" fmla="*/ 5900 h 95463"/>
                  <a:gd name="connsiteX12" fmla="*/ 62004 w 76552"/>
                  <a:gd name="connsiteY12" fmla="*/ 14578 h 95463"/>
                  <a:gd name="connsiteX13" fmla="*/ 54421 w 76552"/>
                  <a:gd name="connsiteY13" fmla="*/ 32297 h 95463"/>
                  <a:gd name="connsiteX14" fmla="*/ 27700 w 76552"/>
                  <a:gd name="connsiteY14" fmla="*/ 46761 h 95463"/>
                  <a:gd name="connsiteX15" fmla="*/ 19033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09" y="71350"/>
                    </a:moveTo>
                    <a:cubicBezTo>
                      <a:pt x="54421" y="80752"/>
                      <a:pt x="45754" y="85453"/>
                      <a:pt x="36366" y="85453"/>
                    </a:cubicBezTo>
                    <a:cubicBezTo>
                      <a:pt x="25172" y="85453"/>
                      <a:pt x="17228" y="76413"/>
                      <a:pt x="17228" y="63757"/>
                    </a:cubicBezTo>
                    <a:cubicBezTo>
                      <a:pt x="17228" y="60502"/>
                      <a:pt x="17589" y="56886"/>
                      <a:pt x="17950" y="52908"/>
                    </a:cubicBezTo>
                    <a:cubicBezTo>
                      <a:pt x="34199" y="52185"/>
                      <a:pt x="43588" y="50377"/>
                      <a:pt x="53338" y="45676"/>
                    </a:cubicBezTo>
                    <a:cubicBezTo>
                      <a:pt x="67420" y="39167"/>
                      <a:pt x="76809" y="26873"/>
                      <a:pt x="76809" y="15302"/>
                    </a:cubicBezTo>
                    <a:cubicBezTo>
                      <a:pt x="76809" y="6623"/>
                      <a:pt x="68504" y="114"/>
                      <a:pt x="57309" y="114"/>
                    </a:cubicBezTo>
                    <a:cubicBezTo>
                      <a:pt x="29866" y="114"/>
                      <a:pt x="256" y="33382"/>
                      <a:pt x="256" y="64480"/>
                    </a:cubicBezTo>
                    <a:cubicBezTo>
                      <a:pt x="256" y="83283"/>
                      <a:pt x="11450" y="95578"/>
                      <a:pt x="27700" y="95578"/>
                    </a:cubicBezTo>
                    <a:cubicBezTo>
                      <a:pt x="40699" y="95578"/>
                      <a:pt x="51893" y="89431"/>
                      <a:pt x="67420" y="74243"/>
                    </a:cubicBezTo>
                    <a:close/>
                    <a:moveTo>
                      <a:pt x="19033" y="47484"/>
                    </a:moveTo>
                    <a:cubicBezTo>
                      <a:pt x="26255" y="23619"/>
                      <a:pt x="41060" y="5900"/>
                      <a:pt x="53699" y="5900"/>
                    </a:cubicBezTo>
                    <a:cubicBezTo>
                      <a:pt x="58393" y="5900"/>
                      <a:pt x="62004" y="9878"/>
                      <a:pt x="62004" y="14578"/>
                    </a:cubicBezTo>
                    <a:cubicBezTo>
                      <a:pt x="62004" y="20364"/>
                      <a:pt x="59115" y="26873"/>
                      <a:pt x="54421" y="32297"/>
                    </a:cubicBezTo>
                    <a:cubicBezTo>
                      <a:pt x="47921" y="40252"/>
                      <a:pt x="38894" y="44953"/>
                      <a:pt x="27700" y="46761"/>
                    </a:cubicBezTo>
                    <a:cubicBezTo>
                      <a:pt x="25894" y="47123"/>
                      <a:pt x="23366" y="47484"/>
                      <a:pt x="19033" y="47484"/>
                    </a:cubicBezTo>
                    <a:close/>
                  </a:path>
                </a:pathLst>
              </a:custGeom>
              <a:grpFill/>
              <a:ln w="3175" cap="flat">
                <a:solidFill>
                  <a:schemeClr val="tx1"/>
                </a:solidFill>
                <a:prstDash val="solid"/>
                <a:miter/>
              </a:ln>
            </p:spPr>
            <p:txBody>
              <a:bodyPr rtlCol="0" anchor="ctr"/>
              <a:lstStyle/>
              <a:p>
                <a:endParaRPr lang="zh-CN" altLang="en-US"/>
              </a:p>
            </p:txBody>
          </p:sp>
          <p:sp>
            <p:nvSpPr>
              <p:cNvPr id="57" name="任意多边形: 形状 56"/>
              <p:cNvSpPr/>
              <p:nvPr/>
            </p:nvSpPr>
            <p:spPr>
              <a:xfrm>
                <a:off x="8665191" y="5131866"/>
                <a:ext cx="90996" cy="95463"/>
              </a:xfrm>
              <a:custGeom>
                <a:avLst/>
                <a:gdLst>
                  <a:gd name="connsiteX0" fmla="*/ 85840 w 90996"/>
                  <a:gd name="connsiteY0" fmla="*/ 70989 h 95463"/>
                  <a:gd name="connsiteX1" fmla="*/ 70674 w 90996"/>
                  <a:gd name="connsiteY1" fmla="*/ 84368 h 95463"/>
                  <a:gd name="connsiteX2" fmla="*/ 68146 w 90996"/>
                  <a:gd name="connsiteY2" fmla="*/ 81837 h 95463"/>
                  <a:gd name="connsiteX3" fmla="*/ 69590 w 90996"/>
                  <a:gd name="connsiteY3" fmla="*/ 76774 h 95463"/>
                  <a:gd name="connsiteX4" fmla="*/ 91256 w 90996"/>
                  <a:gd name="connsiteY4" fmla="*/ 1199 h 95463"/>
                  <a:gd name="connsiteX5" fmla="*/ 75368 w 90996"/>
                  <a:gd name="connsiteY5" fmla="*/ 3007 h 95463"/>
                  <a:gd name="connsiteX6" fmla="*/ 72118 w 90996"/>
                  <a:gd name="connsiteY6" fmla="*/ 14578 h 95463"/>
                  <a:gd name="connsiteX7" fmla="*/ 57313 w 90996"/>
                  <a:gd name="connsiteY7" fmla="*/ 114 h 95463"/>
                  <a:gd name="connsiteX8" fmla="*/ 260 w 90996"/>
                  <a:gd name="connsiteY8" fmla="*/ 72074 h 95463"/>
                  <a:gd name="connsiteX9" fmla="*/ 18315 w 90996"/>
                  <a:gd name="connsiteY9" fmla="*/ 94855 h 95463"/>
                  <a:gd name="connsiteX10" fmla="*/ 38897 w 90996"/>
                  <a:gd name="connsiteY10" fmla="*/ 86899 h 95463"/>
                  <a:gd name="connsiteX11" fmla="*/ 56591 w 90996"/>
                  <a:gd name="connsiteY11" fmla="*/ 67734 h 95463"/>
                  <a:gd name="connsiteX12" fmla="*/ 55869 w 90996"/>
                  <a:gd name="connsiteY12" fmla="*/ 72435 h 95463"/>
                  <a:gd name="connsiteX13" fmla="*/ 52619 w 90996"/>
                  <a:gd name="connsiteY13" fmla="*/ 86176 h 95463"/>
                  <a:gd name="connsiteX14" fmla="*/ 61285 w 90996"/>
                  <a:gd name="connsiteY14" fmla="*/ 95578 h 95463"/>
                  <a:gd name="connsiteX15" fmla="*/ 88367 w 90996"/>
                  <a:gd name="connsiteY15" fmla="*/ 73882 h 95463"/>
                  <a:gd name="connsiteX16" fmla="*/ 57674 w 90996"/>
                  <a:gd name="connsiteY16" fmla="*/ 6262 h 95463"/>
                  <a:gd name="connsiteX17" fmla="*/ 68507 w 90996"/>
                  <a:gd name="connsiteY17" fmla="*/ 19279 h 95463"/>
                  <a:gd name="connsiteX18" fmla="*/ 47564 w 90996"/>
                  <a:gd name="connsiteY18" fmla="*/ 70989 h 95463"/>
                  <a:gd name="connsiteX19" fmla="*/ 27703 w 90996"/>
                  <a:gd name="connsiteY19" fmla="*/ 82922 h 95463"/>
                  <a:gd name="connsiteX20" fmla="*/ 16509 w 90996"/>
                  <a:gd name="connsiteY20" fmla="*/ 68458 h 95463"/>
                  <a:gd name="connsiteX21" fmla="*/ 33842 w 90996"/>
                  <a:gd name="connsiteY21" fmla="*/ 23619 h 95463"/>
                  <a:gd name="connsiteX22" fmla="*/ 57674 w 90996"/>
                  <a:gd name="connsiteY22" fmla="*/ 626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840" y="70989"/>
                    </a:moveTo>
                    <a:cubicBezTo>
                      <a:pt x="79701" y="79667"/>
                      <a:pt x="74285" y="84368"/>
                      <a:pt x="70674" y="84368"/>
                    </a:cubicBezTo>
                    <a:cubicBezTo>
                      <a:pt x="69229" y="84368"/>
                      <a:pt x="68146" y="83645"/>
                      <a:pt x="68146" y="81837"/>
                    </a:cubicBezTo>
                    <a:cubicBezTo>
                      <a:pt x="68146" y="81114"/>
                      <a:pt x="68146" y="80752"/>
                      <a:pt x="69590" y="76774"/>
                    </a:cubicBezTo>
                    <a:lnTo>
                      <a:pt x="91256" y="1199"/>
                    </a:lnTo>
                    <a:lnTo>
                      <a:pt x="75368" y="3007"/>
                    </a:lnTo>
                    <a:lnTo>
                      <a:pt x="72118" y="14578"/>
                    </a:lnTo>
                    <a:cubicBezTo>
                      <a:pt x="70313" y="5177"/>
                      <a:pt x="64896" y="114"/>
                      <a:pt x="57313" y="114"/>
                    </a:cubicBezTo>
                    <a:cubicBezTo>
                      <a:pt x="32398" y="114"/>
                      <a:pt x="260" y="40976"/>
                      <a:pt x="260" y="72074"/>
                    </a:cubicBezTo>
                    <a:cubicBezTo>
                      <a:pt x="260" y="85815"/>
                      <a:pt x="7843" y="94855"/>
                      <a:pt x="18315" y="94855"/>
                    </a:cubicBezTo>
                    <a:cubicBezTo>
                      <a:pt x="24454" y="94855"/>
                      <a:pt x="32036" y="91600"/>
                      <a:pt x="38897" y="86899"/>
                    </a:cubicBezTo>
                    <a:cubicBezTo>
                      <a:pt x="45036" y="82922"/>
                      <a:pt x="49008" y="78221"/>
                      <a:pt x="56591" y="67734"/>
                    </a:cubicBezTo>
                    <a:cubicBezTo>
                      <a:pt x="56230" y="69542"/>
                      <a:pt x="55869" y="71712"/>
                      <a:pt x="55869" y="72435"/>
                    </a:cubicBezTo>
                    <a:cubicBezTo>
                      <a:pt x="52619" y="83283"/>
                      <a:pt x="52619" y="83283"/>
                      <a:pt x="52619" y="86176"/>
                    </a:cubicBezTo>
                    <a:cubicBezTo>
                      <a:pt x="52619" y="91962"/>
                      <a:pt x="55869" y="95578"/>
                      <a:pt x="61285" y="95578"/>
                    </a:cubicBezTo>
                    <a:cubicBezTo>
                      <a:pt x="69590" y="95578"/>
                      <a:pt x="77896" y="88707"/>
                      <a:pt x="88367" y="73882"/>
                    </a:cubicBezTo>
                    <a:close/>
                    <a:moveTo>
                      <a:pt x="57674" y="6262"/>
                    </a:moveTo>
                    <a:cubicBezTo>
                      <a:pt x="64174" y="6262"/>
                      <a:pt x="68507" y="11324"/>
                      <a:pt x="68507" y="19279"/>
                    </a:cubicBezTo>
                    <a:cubicBezTo>
                      <a:pt x="68507" y="34828"/>
                      <a:pt x="59119" y="57609"/>
                      <a:pt x="47564" y="70989"/>
                    </a:cubicBezTo>
                    <a:cubicBezTo>
                      <a:pt x="41064" y="78221"/>
                      <a:pt x="33481" y="82922"/>
                      <a:pt x="27703" y="82922"/>
                    </a:cubicBezTo>
                    <a:cubicBezTo>
                      <a:pt x="20481" y="82922"/>
                      <a:pt x="16509" y="77859"/>
                      <a:pt x="16509" y="68458"/>
                    </a:cubicBezTo>
                    <a:cubicBezTo>
                      <a:pt x="16509" y="56163"/>
                      <a:pt x="23009" y="39529"/>
                      <a:pt x="33842" y="23619"/>
                    </a:cubicBezTo>
                    <a:cubicBezTo>
                      <a:pt x="41786" y="12047"/>
                      <a:pt x="49730" y="6262"/>
                      <a:pt x="57674" y="6262"/>
                    </a:cubicBezTo>
                    <a:close/>
                  </a:path>
                </a:pathLst>
              </a:custGeom>
              <a:grpFill/>
              <a:ln w="3175" cap="flat">
                <a:solidFill>
                  <a:schemeClr val="tx1"/>
                </a:solidFill>
                <a:prstDash val="solid"/>
                <a:miter/>
              </a:ln>
            </p:spPr>
            <p:txBody>
              <a:bodyPr rtlCol="0" anchor="ctr"/>
              <a:lstStyle/>
              <a:p>
                <a:endParaRPr lang="zh-CN" altLang="en-US"/>
              </a:p>
            </p:txBody>
          </p:sp>
          <p:sp>
            <p:nvSpPr>
              <p:cNvPr id="58" name="任意多边形: 形状 57"/>
              <p:cNvSpPr/>
              <p:nvPr/>
            </p:nvSpPr>
            <p:spPr>
              <a:xfrm>
                <a:off x="8767457" y="5131504"/>
                <a:ext cx="74024" cy="95101"/>
              </a:xfrm>
              <a:custGeom>
                <a:avLst/>
                <a:gdLst>
                  <a:gd name="connsiteX0" fmla="*/ 61651 w 74024"/>
                  <a:gd name="connsiteY0" fmla="*/ 69904 h 95101"/>
                  <a:gd name="connsiteX1" fmla="*/ 35291 w 74024"/>
                  <a:gd name="connsiteY1" fmla="*/ 86176 h 95101"/>
                  <a:gd name="connsiteX2" fmla="*/ 16514 w 74024"/>
                  <a:gd name="connsiteY2" fmla="*/ 63395 h 95101"/>
                  <a:gd name="connsiteX3" fmla="*/ 54790 w 74024"/>
                  <a:gd name="connsiteY3" fmla="*/ 4815 h 95101"/>
                  <a:gd name="connsiteX4" fmla="*/ 62734 w 74024"/>
                  <a:gd name="connsiteY4" fmla="*/ 10601 h 95101"/>
                  <a:gd name="connsiteX5" fmla="*/ 59484 w 74024"/>
                  <a:gd name="connsiteY5" fmla="*/ 15663 h 95101"/>
                  <a:gd name="connsiteX6" fmla="*/ 56234 w 74024"/>
                  <a:gd name="connsiteY6" fmla="*/ 22895 h 95101"/>
                  <a:gd name="connsiteX7" fmla="*/ 63456 w 74024"/>
                  <a:gd name="connsiteY7" fmla="*/ 29766 h 95101"/>
                  <a:gd name="connsiteX8" fmla="*/ 74289 w 74024"/>
                  <a:gd name="connsiteY8" fmla="*/ 16025 h 95101"/>
                  <a:gd name="connsiteX9" fmla="*/ 55873 w 74024"/>
                  <a:gd name="connsiteY9" fmla="*/ 114 h 95101"/>
                  <a:gd name="connsiteX10" fmla="*/ 264 w 74024"/>
                  <a:gd name="connsiteY10" fmla="*/ 64480 h 95101"/>
                  <a:gd name="connsiteX11" fmla="*/ 7486 w 74024"/>
                  <a:gd name="connsiteY11" fmla="*/ 86538 h 95101"/>
                  <a:gd name="connsiteX12" fmla="*/ 26624 w 74024"/>
                  <a:gd name="connsiteY12" fmla="*/ 95216 h 95101"/>
                  <a:gd name="connsiteX13" fmla="*/ 65623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51" y="69904"/>
                    </a:moveTo>
                    <a:cubicBezTo>
                      <a:pt x="54429" y="80029"/>
                      <a:pt x="45040" y="86176"/>
                      <a:pt x="35291" y="86176"/>
                    </a:cubicBezTo>
                    <a:cubicBezTo>
                      <a:pt x="24458" y="86176"/>
                      <a:pt x="16514" y="76774"/>
                      <a:pt x="16514" y="63395"/>
                    </a:cubicBezTo>
                    <a:cubicBezTo>
                      <a:pt x="16514" y="35190"/>
                      <a:pt x="36374" y="4815"/>
                      <a:pt x="54790" y="4815"/>
                    </a:cubicBezTo>
                    <a:cubicBezTo>
                      <a:pt x="58762" y="4815"/>
                      <a:pt x="62734" y="7708"/>
                      <a:pt x="62734" y="10601"/>
                    </a:cubicBezTo>
                    <a:cubicBezTo>
                      <a:pt x="62734" y="12409"/>
                      <a:pt x="62373" y="12770"/>
                      <a:pt x="59484" y="15663"/>
                    </a:cubicBezTo>
                    <a:cubicBezTo>
                      <a:pt x="57318" y="17833"/>
                      <a:pt x="56234" y="20364"/>
                      <a:pt x="56234" y="22895"/>
                    </a:cubicBezTo>
                    <a:cubicBezTo>
                      <a:pt x="56234" y="26511"/>
                      <a:pt x="59484" y="29766"/>
                      <a:pt x="63456" y="29766"/>
                    </a:cubicBezTo>
                    <a:cubicBezTo>
                      <a:pt x="69234" y="29766"/>
                      <a:pt x="74289" y="23257"/>
                      <a:pt x="74289" y="16025"/>
                    </a:cubicBezTo>
                    <a:cubicBezTo>
                      <a:pt x="74289" y="7346"/>
                      <a:pt x="65984" y="114"/>
                      <a:pt x="55873" y="114"/>
                    </a:cubicBezTo>
                    <a:cubicBezTo>
                      <a:pt x="28430" y="114"/>
                      <a:pt x="264" y="32659"/>
                      <a:pt x="264" y="64480"/>
                    </a:cubicBezTo>
                    <a:cubicBezTo>
                      <a:pt x="264" y="73520"/>
                      <a:pt x="2792" y="81475"/>
                      <a:pt x="7486" y="86538"/>
                    </a:cubicBezTo>
                    <a:cubicBezTo>
                      <a:pt x="12180" y="91600"/>
                      <a:pt x="19764" y="95216"/>
                      <a:pt x="26624" y="95216"/>
                    </a:cubicBezTo>
                    <a:cubicBezTo>
                      <a:pt x="40346" y="95216"/>
                      <a:pt x="55512" y="86176"/>
                      <a:pt x="65623" y="71712"/>
                    </a:cubicBezTo>
                    <a:close/>
                  </a:path>
                </a:pathLst>
              </a:custGeom>
              <a:grpFill/>
              <a:ln w="3175" cap="flat">
                <a:solidFill>
                  <a:schemeClr val="tx1"/>
                </a:solidFill>
                <a:prstDash val="solid"/>
                <a:miter/>
              </a:ln>
            </p:spPr>
            <p:txBody>
              <a:bodyPr rtlCol="0" anchor="ctr"/>
              <a:lstStyle/>
              <a:p>
                <a:endParaRPr lang="zh-CN" altLang="en-US"/>
              </a:p>
            </p:txBody>
          </p:sp>
        </p:grpSp>
        <p:grpSp>
          <p:nvGrpSpPr>
            <p:cNvPr id="33" name="Graphic 2"/>
            <p:cNvGrpSpPr/>
            <p:nvPr/>
          </p:nvGrpSpPr>
          <p:grpSpPr>
            <a:xfrm>
              <a:off x="9305560" y="5863547"/>
              <a:ext cx="318302" cy="194630"/>
              <a:chOff x="8841961" y="5084496"/>
              <a:chExt cx="252342" cy="143195"/>
            </a:xfrm>
            <a:solidFill>
              <a:schemeClr val="tx1"/>
            </a:solidFill>
          </p:grpSpPr>
          <p:sp>
            <p:nvSpPr>
              <p:cNvPr id="53" name="任意多边形: 形状 52"/>
              <p:cNvSpPr/>
              <p:nvPr/>
            </p:nvSpPr>
            <p:spPr>
              <a:xfrm>
                <a:off x="8841961" y="5084496"/>
                <a:ext cx="89190" cy="143195"/>
              </a:xfrm>
              <a:custGeom>
                <a:avLst/>
                <a:gdLst>
                  <a:gd name="connsiteX0" fmla="*/ 56599 w 89190"/>
                  <a:gd name="connsiteY0" fmla="*/ 114 h 143195"/>
                  <a:gd name="connsiteX1" fmla="*/ 28433 w 89190"/>
                  <a:gd name="connsiteY1" fmla="*/ 3730 h 143195"/>
                  <a:gd name="connsiteX2" fmla="*/ 27350 w 89190"/>
                  <a:gd name="connsiteY2" fmla="*/ 7708 h 143195"/>
                  <a:gd name="connsiteX3" fmla="*/ 29517 w 89190"/>
                  <a:gd name="connsiteY3" fmla="*/ 7708 h 143195"/>
                  <a:gd name="connsiteX4" fmla="*/ 33127 w 89190"/>
                  <a:gd name="connsiteY4" fmla="*/ 7346 h 143195"/>
                  <a:gd name="connsiteX5" fmla="*/ 37822 w 89190"/>
                  <a:gd name="connsiteY5" fmla="*/ 11324 h 143195"/>
                  <a:gd name="connsiteX6" fmla="*/ 35294 w 89190"/>
                  <a:gd name="connsiteY6" fmla="*/ 22895 h 143195"/>
                  <a:gd name="connsiteX7" fmla="*/ 268 w 89190"/>
                  <a:gd name="connsiteY7" fmla="*/ 139693 h 143195"/>
                  <a:gd name="connsiteX8" fmla="*/ 15434 w 89190"/>
                  <a:gd name="connsiteY8" fmla="*/ 139693 h 143195"/>
                  <a:gd name="connsiteX9" fmla="*/ 18322 w 89190"/>
                  <a:gd name="connsiteY9" fmla="*/ 129568 h 143195"/>
                  <a:gd name="connsiteX10" fmla="*/ 41433 w 89190"/>
                  <a:gd name="connsiteY10" fmla="*/ 82198 h 143195"/>
                  <a:gd name="connsiteX11" fmla="*/ 68154 w 89190"/>
                  <a:gd name="connsiteY11" fmla="*/ 59779 h 143195"/>
                  <a:gd name="connsiteX12" fmla="*/ 72848 w 89190"/>
                  <a:gd name="connsiteY12" fmla="*/ 65203 h 143195"/>
                  <a:gd name="connsiteX13" fmla="*/ 70681 w 89190"/>
                  <a:gd name="connsiteY13" fmla="*/ 74966 h 143195"/>
                  <a:gd name="connsiteX14" fmla="*/ 56238 w 89190"/>
                  <a:gd name="connsiteY14" fmla="*/ 125229 h 143195"/>
                  <a:gd name="connsiteX15" fmla="*/ 54793 w 89190"/>
                  <a:gd name="connsiteY15" fmla="*/ 134631 h 143195"/>
                  <a:gd name="connsiteX16" fmla="*/ 62737 w 89190"/>
                  <a:gd name="connsiteY16" fmla="*/ 143309 h 143195"/>
                  <a:gd name="connsiteX17" fmla="*/ 78626 w 89190"/>
                  <a:gd name="connsiteY17" fmla="*/ 134993 h 143195"/>
                  <a:gd name="connsiteX18" fmla="*/ 89458 w 89190"/>
                  <a:gd name="connsiteY18" fmla="*/ 122698 h 143195"/>
                  <a:gd name="connsiteX19" fmla="*/ 86208 w 89190"/>
                  <a:gd name="connsiteY19" fmla="*/ 121252 h 143195"/>
                  <a:gd name="connsiteX20" fmla="*/ 72848 w 89190"/>
                  <a:gd name="connsiteY20" fmla="*/ 133185 h 143195"/>
                  <a:gd name="connsiteX21" fmla="*/ 69959 w 89190"/>
                  <a:gd name="connsiteY21" fmla="*/ 129568 h 143195"/>
                  <a:gd name="connsiteX22" fmla="*/ 71042 w 89190"/>
                  <a:gd name="connsiteY22" fmla="*/ 125229 h 143195"/>
                  <a:gd name="connsiteX23" fmla="*/ 85125 w 89190"/>
                  <a:gd name="connsiteY23" fmla="*/ 76051 h 143195"/>
                  <a:gd name="connsiteX24" fmla="*/ 88014 w 89190"/>
                  <a:gd name="connsiteY24" fmla="*/ 60502 h 143195"/>
                  <a:gd name="connsiteX25" fmla="*/ 76820 w 89190"/>
                  <a:gd name="connsiteY25" fmla="*/ 48569 h 143195"/>
                  <a:gd name="connsiteX26" fmla="*/ 54432 w 89190"/>
                  <a:gd name="connsiteY26" fmla="*/ 61225 h 143195"/>
                  <a:gd name="connsiteX27" fmla="*/ 29877 w 89190"/>
                  <a:gd name="connsiteY27" fmla="*/ 90877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599" y="114"/>
                    </a:moveTo>
                    <a:cubicBezTo>
                      <a:pt x="43599" y="2284"/>
                      <a:pt x="41794" y="2284"/>
                      <a:pt x="28433" y="3730"/>
                    </a:cubicBezTo>
                    <a:lnTo>
                      <a:pt x="27350" y="7708"/>
                    </a:lnTo>
                    <a:lnTo>
                      <a:pt x="29517" y="7708"/>
                    </a:lnTo>
                    <a:cubicBezTo>
                      <a:pt x="30961" y="7346"/>
                      <a:pt x="32044" y="7346"/>
                      <a:pt x="33127" y="7346"/>
                    </a:cubicBezTo>
                    <a:cubicBezTo>
                      <a:pt x="35655" y="7346"/>
                      <a:pt x="37822" y="9154"/>
                      <a:pt x="37822" y="11324"/>
                    </a:cubicBezTo>
                    <a:cubicBezTo>
                      <a:pt x="37822" y="12770"/>
                      <a:pt x="36738" y="16748"/>
                      <a:pt x="35294" y="22895"/>
                    </a:cubicBezTo>
                    <a:lnTo>
                      <a:pt x="268" y="139693"/>
                    </a:lnTo>
                    <a:lnTo>
                      <a:pt x="15434" y="139693"/>
                    </a:lnTo>
                    <a:lnTo>
                      <a:pt x="18322" y="129568"/>
                    </a:lnTo>
                    <a:cubicBezTo>
                      <a:pt x="25544" y="105703"/>
                      <a:pt x="29155" y="98109"/>
                      <a:pt x="41433" y="82198"/>
                    </a:cubicBezTo>
                    <a:cubicBezTo>
                      <a:pt x="53349" y="67011"/>
                      <a:pt x="61654" y="59779"/>
                      <a:pt x="68154" y="59779"/>
                    </a:cubicBezTo>
                    <a:cubicBezTo>
                      <a:pt x="70681" y="59779"/>
                      <a:pt x="72848" y="62310"/>
                      <a:pt x="72848" y="65203"/>
                    </a:cubicBezTo>
                    <a:cubicBezTo>
                      <a:pt x="72848" y="67373"/>
                      <a:pt x="72487" y="68819"/>
                      <a:pt x="70681" y="74966"/>
                    </a:cubicBezTo>
                    <a:lnTo>
                      <a:pt x="56238" y="125229"/>
                    </a:lnTo>
                    <a:cubicBezTo>
                      <a:pt x="55154" y="129207"/>
                      <a:pt x="54793" y="132100"/>
                      <a:pt x="54793" y="134631"/>
                    </a:cubicBezTo>
                    <a:cubicBezTo>
                      <a:pt x="54793" y="139332"/>
                      <a:pt x="58043" y="143309"/>
                      <a:pt x="62737" y="143309"/>
                    </a:cubicBezTo>
                    <a:cubicBezTo>
                      <a:pt x="66709" y="143309"/>
                      <a:pt x="73931" y="139332"/>
                      <a:pt x="78626" y="134993"/>
                    </a:cubicBezTo>
                    <a:cubicBezTo>
                      <a:pt x="81875" y="132100"/>
                      <a:pt x="82959" y="130653"/>
                      <a:pt x="89458" y="122698"/>
                    </a:cubicBezTo>
                    <a:lnTo>
                      <a:pt x="86208" y="121252"/>
                    </a:lnTo>
                    <a:cubicBezTo>
                      <a:pt x="81875" y="127760"/>
                      <a:pt x="75737" y="133185"/>
                      <a:pt x="72848" y="133185"/>
                    </a:cubicBezTo>
                    <a:cubicBezTo>
                      <a:pt x="71404" y="133185"/>
                      <a:pt x="69959" y="131376"/>
                      <a:pt x="69959" y="129568"/>
                    </a:cubicBezTo>
                    <a:cubicBezTo>
                      <a:pt x="69959" y="128845"/>
                      <a:pt x="69959" y="128484"/>
                      <a:pt x="71042" y="125229"/>
                    </a:cubicBezTo>
                    <a:lnTo>
                      <a:pt x="85125" y="76051"/>
                    </a:lnTo>
                    <a:cubicBezTo>
                      <a:pt x="87292" y="68819"/>
                      <a:pt x="88014" y="64118"/>
                      <a:pt x="88014" y="60502"/>
                    </a:cubicBezTo>
                    <a:cubicBezTo>
                      <a:pt x="88014" y="53632"/>
                      <a:pt x="83681" y="48569"/>
                      <a:pt x="76820" y="48569"/>
                    </a:cubicBezTo>
                    <a:cubicBezTo>
                      <a:pt x="70320" y="48569"/>
                      <a:pt x="64182" y="52185"/>
                      <a:pt x="54432" y="61225"/>
                    </a:cubicBezTo>
                    <a:cubicBezTo>
                      <a:pt x="46849" y="68096"/>
                      <a:pt x="45044" y="70265"/>
                      <a:pt x="29877" y="90877"/>
                    </a:cubicBezTo>
                    <a:close/>
                  </a:path>
                </a:pathLst>
              </a:custGeom>
              <a:grpFill/>
              <a:ln w="3175" cap="flat">
                <a:solidFill>
                  <a:schemeClr val="tx1"/>
                </a:solidFill>
                <a:prstDash val="solid"/>
                <a:miter/>
              </a:ln>
            </p:spPr>
            <p:txBody>
              <a:bodyPr rtlCol="0" anchor="ctr"/>
              <a:lstStyle/>
              <a:p>
                <a:endParaRPr lang="zh-CN" altLang="en-US"/>
              </a:p>
            </p:txBody>
          </p:sp>
          <p:sp>
            <p:nvSpPr>
              <p:cNvPr id="54" name="任意多边形: 形状 53"/>
              <p:cNvSpPr/>
              <p:nvPr/>
            </p:nvSpPr>
            <p:spPr>
              <a:xfrm>
                <a:off x="8945945" y="5131142"/>
                <a:ext cx="76552" cy="95463"/>
              </a:xfrm>
              <a:custGeom>
                <a:avLst/>
                <a:gdLst>
                  <a:gd name="connsiteX0" fmla="*/ 63825 w 76552"/>
                  <a:gd name="connsiteY0" fmla="*/ 71350 h 95463"/>
                  <a:gd name="connsiteX1" fmla="*/ 36382 w 76552"/>
                  <a:gd name="connsiteY1" fmla="*/ 85453 h 95463"/>
                  <a:gd name="connsiteX2" fmla="*/ 17244 w 76552"/>
                  <a:gd name="connsiteY2" fmla="*/ 63757 h 95463"/>
                  <a:gd name="connsiteX3" fmla="*/ 17966 w 76552"/>
                  <a:gd name="connsiteY3" fmla="*/ 52908 h 95463"/>
                  <a:gd name="connsiteX4" fmla="*/ 53353 w 76552"/>
                  <a:gd name="connsiteY4" fmla="*/ 45676 h 95463"/>
                  <a:gd name="connsiteX5" fmla="*/ 76824 w 76552"/>
                  <a:gd name="connsiteY5" fmla="*/ 15302 h 95463"/>
                  <a:gd name="connsiteX6" fmla="*/ 57325 w 76552"/>
                  <a:gd name="connsiteY6" fmla="*/ 114 h 95463"/>
                  <a:gd name="connsiteX7" fmla="*/ 272 w 76552"/>
                  <a:gd name="connsiteY7" fmla="*/ 64480 h 95463"/>
                  <a:gd name="connsiteX8" fmla="*/ 27715 w 76552"/>
                  <a:gd name="connsiteY8" fmla="*/ 95578 h 95463"/>
                  <a:gd name="connsiteX9" fmla="*/ 67436 w 76552"/>
                  <a:gd name="connsiteY9" fmla="*/ 74243 h 95463"/>
                  <a:gd name="connsiteX10" fmla="*/ 19049 w 76552"/>
                  <a:gd name="connsiteY10" fmla="*/ 47484 h 95463"/>
                  <a:gd name="connsiteX11" fmla="*/ 53714 w 76552"/>
                  <a:gd name="connsiteY11" fmla="*/ 5900 h 95463"/>
                  <a:gd name="connsiteX12" fmla="*/ 62020 w 76552"/>
                  <a:gd name="connsiteY12" fmla="*/ 14578 h 95463"/>
                  <a:gd name="connsiteX13" fmla="*/ 54436 w 76552"/>
                  <a:gd name="connsiteY13" fmla="*/ 32297 h 95463"/>
                  <a:gd name="connsiteX14" fmla="*/ 27715 w 76552"/>
                  <a:gd name="connsiteY14" fmla="*/ 46761 h 95463"/>
                  <a:gd name="connsiteX15" fmla="*/ 19049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25" y="71350"/>
                    </a:moveTo>
                    <a:cubicBezTo>
                      <a:pt x="54436" y="80752"/>
                      <a:pt x="45770" y="85453"/>
                      <a:pt x="36382" y="85453"/>
                    </a:cubicBezTo>
                    <a:cubicBezTo>
                      <a:pt x="25188" y="85453"/>
                      <a:pt x="17244" y="76413"/>
                      <a:pt x="17244" y="63757"/>
                    </a:cubicBezTo>
                    <a:cubicBezTo>
                      <a:pt x="17244" y="60502"/>
                      <a:pt x="17605" y="56886"/>
                      <a:pt x="17966" y="52908"/>
                    </a:cubicBezTo>
                    <a:cubicBezTo>
                      <a:pt x="34215" y="52185"/>
                      <a:pt x="43604" y="50377"/>
                      <a:pt x="53353" y="45676"/>
                    </a:cubicBezTo>
                    <a:cubicBezTo>
                      <a:pt x="67436" y="39167"/>
                      <a:pt x="76824" y="26873"/>
                      <a:pt x="76824" y="15302"/>
                    </a:cubicBezTo>
                    <a:cubicBezTo>
                      <a:pt x="76824" y="6623"/>
                      <a:pt x="68519" y="114"/>
                      <a:pt x="57325" y="114"/>
                    </a:cubicBezTo>
                    <a:cubicBezTo>
                      <a:pt x="29882" y="114"/>
                      <a:pt x="272" y="33382"/>
                      <a:pt x="272" y="64480"/>
                    </a:cubicBezTo>
                    <a:cubicBezTo>
                      <a:pt x="272" y="83283"/>
                      <a:pt x="11466" y="95578"/>
                      <a:pt x="27715" y="95578"/>
                    </a:cubicBezTo>
                    <a:cubicBezTo>
                      <a:pt x="40715" y="95578"/>
                      <a:pt x="51909" y="89431"/>
                      <a:pt x="67436" y="74243"/>
                    </a:cubicBezTo>
                    <a:close/>
                    <a:moveTo>
                      <a:pt x="19049" y="47484"/>
                    </a:moveTo>
                    <a:cubicBezTo>
                      <a:pt x="26271" y="23619"/>
                      <a:pt x="41076" y="5900"/>
                      <a:pt x="53714" y="5900"/>
                    </a:cubicBezTo>
                    <a:cubicBezTo>
                      <a:pt x="58409" y="5900"/>
                      <a:pt x="62020" y="9878"/>
                      <a:pt x="62020" y="14578"/>
                    </a:cubicBezTo>
                    <a:cubicBezTo>
                      <a:pt x="62020" y="20364"/>
                      <a:pt x="59131" y="26873"/>
                      <a:pt x="54436" y="32297"/>
                    </a:cubicBezTo>
                    <a:cubicBezTo>
                      <a:pt x="47937" y="40252"/>
                      <a:pt x="38909" y="44953"/>
                      <a:pt x="27715" y="46761"/>
                    </a:cubicBezTo>
                    <a:cubicBezTo>
                      <a:pt x="25910" y="47123"/>
                      <a:pt x="23382" y="47484"/>
                      <a:pt x="19049" y="47484"/>
                    </a:cubicBezTo>
                    <a:close/>
                  </a:path>
                </a:pathLst>
              </a:custGeom>
              <a:grpFill/>
              <a:ln w="3175" cap="flat">
                <a:solidFill>
                  <a:schemeClr val="tx1"/>
                </a:solidFill>
                <a:prstDash val="solid"/>
                <a:miter/>
              </a:ln>
            </p:spPr>
            <p:txBody>
              <a:bodyPr rtlCol="0" anchor="ctr"/>
              <a:lstStyle/>
              <a:p>
                <a:endParaRPr lang="zh-CN" altLang="en-US"/>
              </a:p>
            </p:txBody>
          </p:sp>
          <p:sp>
            <p:nvSpPr>
              <p:cNvPr id="55" name="任意多边形: 形状 54"/>
              <p:cNvSpPr/>
              <p:nvPr/>
            </p:nvSpPr>
            <p:spPr>
              <a:xfrm>
                <a:off x="9024612" y="5131142"/>
                <a:ext cx="69691" cy="95463"/>
              </a:xfrm>
              <a:custGeom>
                <a:avLst/>
                <a:gdLst>
                  <a:gd name="connsiteX0" fmla="*/ 69967 w 69691"/>
                  <a:gd name="connsiteY0" fmla="*/ 837 h 95463"/>
                  <a:gd name="connsiteX1" fmla="*/ 67079 w 69691"/>
                  <a:gd name="connsiteY1" fmla="*/ 837 h 95463"/>
                  <a:gd name="connsiteX2" fmla="*/ 60940 w 69691"/>
                  <a:gd name="connsiteY2" fmla="*/ 5538 h 95463"/>
                  <a:gd name="connsiteX3" fmla="*/ 57329 w 69691"/>
                  <a:gd name="connsiteY3" fmla="*/ 4453 h 95463"/>
                  <a:gd name="connsiteX4" fmla="*/ 42524 w 69691"/>
                  <a:gd name="connsiteY4" fmla="*/ 114 h 95463"/>
                  <a:gd name="connsiteX5" fmla="*/ 19414 w 69691"/>
                  <a:gd name="connsiteY5" fmla="*/ 23619 h 95463"/>
                  <a:gd name="connsiteX6" fmla="*/ 33136 w 69691"/>
                  <a:gd name="connsiteY6" fmla="*/ 51101 h 95463"/>
                  <a:gd name="connsiteX7" fmla="*/ 45052 w 69691"/>
                  <a:gd name="connsiteY7" fmla="*/ 73520 h 95463"/>
                  <a:gd name="connsiteX8" fmla="*/ 28080 w 69691"/>
                  <a:gd name="connsiteY8" fmla="*/ 90877 h 95463"/>
                  <a:gd name="connsiteX9" fmla="*/ 9303 w 69691"/>
                  <a:gd name="connsiteY9" fmla="*/ 63757 h 95463"/>
                  <a:gd name="connsiteX10" fmla="*/ 6053 w 69691"/>
                  <a:gd name="connsiteY10" fmla="*/ 63757 h 95463"/>
                  <a:gd name="connsiteX11" fmla="*/ 276 w 69691"/>
                  <a:gd name="connsiteY11" fmla="*/ 95578 h 95463"/>
                  <a:gd name="connsiteX12" fmla="*/ 4248 w 69691"/>
                  <a:gd name="connsiteY12" fmla="*/ 95578 h 95463"/>
                  <a:gd name="connsiteX13" fmla="*/ 10025 w 69691"/>
                  <a:gd name="connsiteY13" fmla="*/ 91239 h 95463"/>
                  <a:gd name="connsiteX14" fmla="*/ 13997 w 69691"/>
                  <a:gd name="connsiteY14" fmla="*/ 92323 h 95463"/>
                  <a:gd name="connsiteX15" fmla="*/ 30969 w 69691"/>
                  <a:gd name="connsiteY15" fmla="*/ 95578 h 95463"/>
                  <a:gd name="connsiteX16" fmla="*/ 59134 w 69691"/>
                  <a:gd name="connsiteY16" fmla="*/ 68819 h 95463"/>
                  <a:gd name="connsiteX17" fmla="*/ 44329 w 69691"/>
                  <a:gd name="connsiteY17" fmla="*/ 39891 h 95463"/>
                  <a:gd name="connsiteX18" fmla="*/ 32413 w 69691"/>
                  <a:gd name="connsiteY18" fmla="*/ 18194 h 95463"/>
                  <a:gd name="connsiteX19" fmla="*/ 44329 w 69691"/>
                  <a:gd name="connsiteY19" fmla="*/ 5900 h 95463"/>
                  <a:gd name="connsiteX20" fmla="*/ 61662 w 69691"/>
                  <a:gd name="connsiteY20" fmla="*/ 26511 h 95463"/>
                  <a:gd name="connsiteX21" fmla="*/ 61662 w 69691"/>
                  <a:gd name="connsiteY21" fmla="*/ 30851 h 95463"/>
                  <a:gd name="connsiteX22" fmla="*/ 64912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967" y="837"/>
                    </a:moveTo>
                    <a:lnTo>
                      <a:pt x="67079" y="837"/>
                    </a:lnTo>
                    <a:cubicBezTo>
                      <a:pt x="64912" y="4092"/>
                      <a:pt x="63106" y="5538"/>
                      <a:pt x="60940" y="5538"/>
                    </a:cubicBezTo>
                    <a:cubicBezTo>
                      <a:pt x="60218" y="5538"/>
                      <a:pt x="58773" y="5177"/>
                      <a:pt x="57329" y="4453"/>
                    </a:cubicBezTo>
                    <a:cubicBezTo>
                      <a:pt x="52274" y="1561"/>
                      <a:pt x="47218" y="114"/>
                      <a:pt x="42524" y="114"/>
                    </a:cubicBezTo>
                    <a:cubicBezTo>
                      <a:pt x="29886" y="114"/>
                      <a:pt x="19414" y="10601"/>
                      <a:pt x="19414" y="23619"/>
                    </a:cubicBezTo>
                    <a:cubicBezTo>
                      <a:pt x="19414" y="32659"/>
                      <a:pt x="22303" y="38083"/>
                      <a:pt x="33136" y="51101"/>
                    </a:cubicBezTo>
                    <a:cubicBezTo>
                      <a:pt x="41441" y="60864"/>
                      <a:pt x="45052" y="67373"/>
                      <a:pt x="45052" y="73520"/>
                    </a:cubicBezTo>
                    <a:cubicBezTo>
                      <a:pt x="45052" y="82922"/>
                      <a:pt x="37107" y="90877"/>
                      <a:pt x="28080" y="90877"/>
                    </a:cubicBezTo>
                    <a:cubicBezTo>
                      <a:pt x="17247" y="90877"/>
                      <a:pt x="9664" y="80029"/>
                      <a:pt x="9303" y="63757"/>
                    </a:cubicBezTo>
                    <a:lnTo>
                      <a:pt x="6053" y="63757"/>
                    </a:lnTo>
                    <a:lnTo>
                      <a:pt x="276" y="95578"/>
                    </a:lnTo>
                    <a:lnTo>
                      <a:pt x="4248" y="95578"/>
                    </a:lnTo>
                    <a:cubicBezTo>
                      <a:pt x="5692" y="92323"/>
                      <a:pt x="7498" y="91239"/>
                      <a:pt x="10025" y="91239"/>
                    </a:cubicBezTo>
                    <a:cubicBezTo>
                      <a:pt x="11109" y="91239"/>
                      <a:pt x="12553" y="91600"/>
                      <a:pt x="13997" y="92323"/>
                    </a:cubicBezTo>
                    <a:cubicBezTo>
                      <a:pt x="23747" y="95216"/>
                      <a:pt x="25914" y="95578"/>
                      <a:pt x="30969" y="95578"/>
                    </a:cubicBezTo>
                    <a:cubicBezTo>
                      <a:pt x="46496" y="95578"/>
                      <a:pt x="59134" y="83645"/>
                      <a:pt x="59134" y="68819"/>
                    </a:cubicBezTo>
                    <a:cubicBezTo>
                      <a:pt x="59134" y="59779"/>
                      <a:pt x="55524" y="53270"/>
                      <a:pt x="44329" y="39891"/>
                    </a:cubicBezTo>
                    <a:cubicBezTo>
                      <a:pt x="34580" y="28319"/>
                      <a:pt x="32413" y="23980"/>
                      <a:pt x="32413" y="18194"/>
                    </a:cubicBezTo>
                    <a:cubicBezTo>
                      <a:pt x="32413" y="11324"/>
                      <a:pt x="37469" y="5900"/>
                      <a:pt x="44329" y="5900"/>
                    </a:cubicBezTo>
                    <a:cubicBezTo>
                      <a:pt x="54079" y="5900"/>
                      <a:pt x="61662" y="14578"/>
                      <a:pt x="61662" y="26511"/>
                    </a:cubicBezTo>
                    <a:cubicBezTo>
                      <a:pt x="61662" y="27596"/>
                      <a:pt x="61662" y="29043"/>
                      <a:pt x="61662" y="30851"/>
                    </a:cubicBezTo>
                    <a:lnTo>
                      <a:pt x="64912" y="30851"/>
                    </a:lnTo>
                    <a:close/>
                  </a:path>
                </a:pathLst>
              </a:custGeom>
              <a:grpFill/>
              <a:ln w="3175" cap="flat">
                <a:solidFill>
                  <a:schemeClr val="tx1"/>
                </a:solidFill>
                <a:prstDash val="solid"/>
                <a:miter/>
              </a:ln>
            </p:spPr>
            <p:txBody>
              <a:bodyPr rtlCol="0" anchor="ctr"/>
              <a:lstStyle/>
              <a:p>
                <a:endParaRPr lang="zh-CN" altLang="en-US"/>
              </a:p>
            </p:txBody>
          </p:sp>
        </p:grpSp>
        <p:grpSp>
          <p:nvGrpSpPr>
            <p:cNvPr id="34" name="Graphic 2"/>
            <p:cNvGrpSpPr/>
            <p:nvPr/>
          </p:nvGrpSpPr>
          <p:grpSpPr>
            <a:xfrm>
              <a:off x="10512975" y="4426570"/>
              <a:ext cx="437425" cy="131718"/>
              <a:chOff x="9659231" y="5130035"/>
              <a:chExt cx="346779" cy="96909"/>
            </a:xfrm>
          </p:grpSpPr>
          <p:sp>
            <p:nvSpPr>
              <p:cNvPr id="49" name="任意多边形: 形状 48"/>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50" name="任意多边形: 形状 49"/>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51" name="任意多边形: 形状 50"/>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52" name="任意多边形: 形状 51"/>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35" name="Graphic 2"/>
            <p:cNvGrpSpPr/>
            <p:nvPr/>
          </p:nvGrpSpPr>
          <p:grpSpPr>
            <a:xfrm>
              <a:off x="10941010" y="4428043"/>
              <a:ext cx="195937" cy="129753"/>
              <a:chOff x="9998566" y="5131119"/>
              <a:chExt cx="155334" cy="95463"/>
            </a:xfrm>
          </p:grpSpPr>
          <p:sp>
            <p:nvSpPr>
              <p:cNvPr id="47" name="任意多边形: 形状 46"/>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48" name="任意多边形: 形状 47"/>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36" name="任意多边形: 形状 35"/>
            <p:cNvSpPr/>
            <p:nvPr/>
          </p:nvSpPr>
          <p:spPr>
            <a:xfrm flipV="1">
              <a:off x="8090906" y="3419169"/>
              <a:ext cx="255070" cy="237141"/>
            </a:xfrm>
            <a:custGeom>
              <a:avLst/>
              <a:gdLst>
                <a:gd name="connsiteX0" fmla="*/ -2086 w 202213"/>
                <a:gd name="connsiteY0" fmla="*/ 173536 h 174472"/>
                <a:gd name="connsiteX1" fmla="*/ 200127 w 202213"/>
                <a:gd name="connsiteY1" fmla="*/ -936 h 174472"/>
                <a:gd name="connsiteX2" fmla="*/ 200127 w 202213"/>
                <a:gd name="connsiteY2" fmla="*/ 173536 h 174472"/>
                <a:gd name="connsiteX3" fmla="*/ -2086 w 202213"/>
                <a:gd name="connsiteY3" fmla="*/ -34 h 174472"/>
              </a:gdLst>
              <a:ahLst/>
              <a:cxnLst>
                <a:cxn ang="0">
                  <a:pos x="connsiteX0" y="connsiteY0"/>
                </a:cxn>
                <a:cxn ang="0">
                  <a:pos x="connsiteX1" y="connsiteY1"/>
                </a:cxn>
                <a:cxn ang="0">
                  <a:pos x="connsiteX2" y="connsiteY2"/>
                </a:cxn>
                <a:cxn ang="0">
                  <a:pos x="connsiteX3" y="connsiteY3"/>
                </a:cxn>
              </a:cxnLst>
              <a:rect l="l" t="t" r="r" b="b"/>
              <a:pathLst>
                <a:path w="202213" h="174472">
                  <a:moveTo>
                    <a:pt x="-2086" y="173536"/>
                  </a:moveTo>
                  <a:lnTo>
                    <a:pt x="200127" y="-936"/>
                  </a:lnTo>
                  <a:lnTo>
                    <a:pt x="200127" y="173536"/>
                  </a:lnTo>
                  <a:lnTo>
                    <a:pt x="-2086" y="-34"/>
                  </a:lnTo>
                  <a:close/>
                </a:path>
              </a:pathLst>
            </a:custGeom>
            <a:noFill/>
            <a:ln w="11545" cap="flat">
              <a:solidFill>
                <a:srgbClr val="231F20"/>
              </a:solidFill>
              <a:prstDash val="solid"/>
              <a:miter/>
            </a:ln>
          </p:spPr>
          <p:txBody>
            <a:bodyPr rtlCol="0" anchor="ctr"/>
            <a:lstStyle/>
            <a:p>
              <a:endParaRPr lang="zh-CN" altLang="en-US"/>
            </a:p>
          </p:txBody>
        </p:sp>
        <p:sp>
          <p:nvSpPr>
            <p:cNvPr id="37" name="任意多边形: 形状 36"/>
            <p:cNvSpPr/>
            <p:nvPr/>
          </p:nvSpPr>
          <p:spPr>
            <a:xfrm flipV="1">
              <a:off x="9211582" y="1872489"/>
              <a:ext cx="255070" cy="237141"/>
            </a:xfrm>
            <a:custGeom>
              <a:avLst/>
              <a:gdLst>
                <a:gd name="connsiteX0" fmla="*/ -2358 w 202213"/>
                <a:gd name="connsiteY0" fmla="*/ 173271 h 174472"/>
                <a:gd name="connsiteX1" fmla="*/ 199855 w 202213"/>
                <a:gd name="connsiteY1" fmla="*/ -1201 h 174472"/>
                <a:gd name="connsiteX2" fmla="*/ 199855 w 202213"/>
                <a:gd name="connsiteY2" fmla="*/ 173271 h 174472"/>
                <a:gd name="connsiteX3" fmla="*/ -2358 w 202213"/>
                <a:gd name="connsiteY3" fmla="*/ -299 h 174472"/>
              </a:gdLst>
              <a:ahLst/>
              <a:cxnLst>
                <a:cxn ang="0">
                  <a:pos x="connsiteX0" y="connsiteY0"/>
                </a:cxn>
                <a:cxn ang="0">
                  <a:pos x="connsiteX1" y="connsiteY1"/>
                </a:cxn>
                <a:cxn ang="0">
                  <a:pos x="connsiteX2" y="connsiteY2"/>
                </a:cxn>
                <a:cxn ang="0">
                  <a:pos x="connsiteX3" y="connsiteY3"/>
                </a:cxn>
              </a:cxnLst>
              <a:rect l="l" t="t" r="r" b="b"/>
              <a:pathLst>
                <a:path w="202213" h="174472">
                  <a:moveTo>
                    <a:pt x="-2358" y="173271"/>
                  </a:moveTo>
                  <a:lnTo>
                    <a:pt x="199855" y="-1201"/>
                  </a:lnTo>
                  <a:lnTo>
                    <a:pt x="199855" y="173271"/>
                  </a:lnTo>
                  <a:lnTo>
                    <a:pt x="-2358" y="-299"/>
                  </a:lnTo>
                  <a:close/>
                </a:path>
              </a:pathLst>
            </a:custGeom>
            <a:noFill/>
            <a:ln w="11545" cap="flat">
              <a:solidFill>
                <a:srgbClr val="231F20"/>
              </a:solidFill>
              <a:prstDash val="solid"/>
              <a:miter/>
            </a:ln>
          </p:spPr>
          <p:txBody>
            <a:bodyPr rtlCol="0" anchor="ctr"/>
            <a:lstStyle/>
            <a:p>
              <a:endParaRPr lang="zh-CN" altLang="en-US"/>
            </a:p>
          </p:txBody>
        </p:sp>
        <p:sp>
          <p:nvSpPr>
            <p:cNvPr id="38" name="文本框 37"/>
            <p:cNvSpPr txBox="1"/>
            <p:nvPr/>
          </p:nvSpPr>
          <p:spPr>
            <a:xfrm>
              <a:off x="6438329" y="4135269"/>
              <a:ext cx="1448446" cy="505597"/>
            </a:xfrm>
            <a:prstGeom prst="rect">
              <a:avLst/>
            </a:prstGeom>
            <a:noFill/>
          </p:spPr>
          <p:txBody>
            <a:bodyPr wrap="square">
              <a:spAutoFit/>
            </a:bodyPr>
            <a:lstStyle/>
            <a:p>
              <a:r>
                <a:rPr lang="en-US" altLang="en-US" sz="2200" b="1" dirty="0">
                  <a:sym typeface="Symbol" panose="05050102010706020507" pitchFamily="18" charset="2"/>
                </a:rPr>
                <a:t></a:t>
              </a:r>
              <a:r>
                <a:rPr lang="en-US" altLang="en-US" sz="2200" b="1" i="1" baseline="-25000" dirty="0">
                  <a:sym typeface="Symbol" panose="05050102010706020507" pitchFamily="18" charset="2"/>
                </a:rPr>
                <a:t>ID</a:t>
              </a:r>
              <a:r>
                <a:rPr lang="en-US" altLang="en-US" sz="2200" b="1" baseline="-25000" dirty="0">
                  <a:sym typeface="Symbol" panose="05050102010706020507" pitchFamily="18" charset="2"/>
                </a:rPr>
                <a:t>, </a:t>
              </a:r>
              <a:r>
                <a:rPr lang="en-US" altLang="en-US" sz="2200" b="1" i="1" baseline="-25000" dirty="0">
                  <a:sym typeface="Symbol" panose="05050102010706020507" pitchFamily="18" charset="2"/>
                </a:rPr>
                <a:t>name</a:t>
              </a:r>
              <a:endParaRPr lang="zh-CN" altLang="en-US" sz="2200" b="1" dirty="0"/>
            </a:p>
          </p:txBody>
        </p:sp>
        <p:sp>
          <p:nvSpPr>
            <p:cNvPr id="39" name="任意多边形: 形状 38"/>
            <p:cNvSpPr/>
            <p:nvPr/>
          </p:nvSpPr>
          <p:spPr>
            <a:xfrm flipH="1" flipV="1">
              <a:off x="7145973" y="4649426"/>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40" name="文本框 39"/>
            <p:cNvSpPr txBox="1"/>
            <p:nvPr/>
          </p:nvSpPr>
          <p:spPr>
            <a:xfrm>
              <a:off x="8560119" y="4202602"/>
              <a:ext cx="2254696" cy="505597"/>
            </a:xfrm>
            <a:prstGeom prst="rect">
              <a:avLst/>
            </a:prstGeom>
            <a:noFill/>
          </p:spPr>
          <p:txBody>
            <a:bodyPr wrap="square">
              <a:spAutoFit/>
            </a:bodyPr>
            <a:lstStyle/>
            <a:p>
              <a:r>
                <a:rPr lang="en-US" altLang="en-US" sz="2200" b="1" dirty="0">
                  <a:sym typeface="Symbol" panose="05050102010706020507" pitchFamily="18" charset="2"/>
                </a:rPr>
                <a:t></a:t>
              </a:r>
              <a:r>
                <a:rPr lang="en-US" altLang="en-US" sz="2200" b="1" i="1" baseline="-25000" dirty="0">
                  <a:sym typeface="Symbol" panose="05050102010706020507" pitchFamily="18" charset="2"/>
                </a:rPr>
                <a:t>ID</a:t>
              </a:r>
              <a:r>
                <a:rPr lang="en-US" altLang="en-US" sz="2200" b="1" baseline="-25000" dirty="0">
                  <a:sym typeface="Symbol" panose="05050102010706020507" pitchFamily="18" charset="2"/>
                </a:rPr>
                <a:t>, </a:t>
              </a:r>
              <a:r>
                <a:rPr lang="en-US" altLang="en-US" sz="2200" b="1" baseline="-25000" dirty="0" err="1">
                  <a:sym typeface="Symbol" panose="05050102010706020507" pitchFamily="18" charset="2"/>
                </a:rPr>
                <a:t>course_id</a:t>
              </a:r>
              <a:endParaRPr lang="zh-CN" altLang="en-US" sz="2200" b="1" dirty="0"/>
            </a:p>
          </p:txBody>
        </p:sp>
        <p:sp>
          <p:nvSpPr>
            <p:cNvPr id="41" name="任意多边形: 形状 40"/>
            <p:cNvSpPr/>
            <p:nvPr/>
          </p:nvSpPr>
          <p:spPr>
            <a:xfrm flipH="1" flipV="1">
              <a:off x="9135581" y="4731535"/>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42" name="文本框 41"/>
            <p:cNvSpPr txBox="1"/>
            <p:nvPr/>
          </p:nvSpPr>
          <p:spPr>
            <a:xfrm>
              <a:off x="7477392" y="2434440"/>
              <a:ext cx="2187181" cy="505597"/>
            </a:xfrm>
            <a:prstGeom prst="rect">
              <a:avLst/>
            </a:prstGeom>
            <a:noFill/>
          </p:spPr>
          <p:txBody>
            <a:bodyPr wrap="square">
              <a:spAutoFit/>
            </a:bodyPr>
            <a:lstStyle/>
            <a:p>
              <a:r>
                <a:rPr lang="en-US" altLang="en-US" sz="2200" b="1" dirty="0">
                  <a:sym typeface="Symbol" panose="05050102010706020507" pitchFamily="18" charset="2"/>
                </a:rPr>
                <a:t></a:t>
              </a:r>
              <a:r>
                <a:rPr lang="en-US" altLang="en-US" sz="2200" b="1" baseline="-25000" dirty="0">
                  <a:sym typeface="Symbol" panose="05050102010706020507" pitchFamily="18" charset="2"/>
                </a:rPr>
                <a:t> </a:t>
              </a:r>
              <a:r>
                <a:rPr lang="en-US" altLang="en-US" sz="2200" b="1" i="1" baseline="-25000" dirty="0">
                  <a:sym typeface="Symbol" panose="05050102010706020507" pitchFamily="18" charset="2"/>
                </a:rPr>
                <a:t>name, </a:t>
              </a:r>
              <a:r>
                <a:rPr lang="en-US" altLang="en-US" sz="2200" b="1" i="1" baseline="-25000" dirty="0" err="1">
                  <a:sym typeface="Symbol" panose="05050102010706020507" pitchFamily="18" charset="2"/>
                </a:rPr>
                <a:t>course_id</a:t>
              </a:r>
              <a:endParaRPr lang="zh-CN" altLang="en-US" sz="2200" b="1" dirty="0"/>
            </a:p>
          </p:txBody>
        </p:sp>
        <p:sp>
          <p:nvSpPr>
            <p:cNvPr id="43" name="任意多边形: 形状 42"/>
            <p:cNvSpPr/>
            <p:nvPr/>
          </p:nvSpPr>
          <p:spPr>
            <a:xfrm flipH="1" flipV="1">
              <a:off x="8150610" y="2965173"/>
              <a:ext cx="61785" cy="415131"/>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cxnSp>
          <p:nvCxnSpPr>
            <p:cNvPr id="44" name="直接连接符 43"/>
            <p:cNvCxnSpPr/>
            <p:nvPr/>
          </p:nvCxnSpPr>
          <p:spPr>
            <a:xfrm>
              <a:off x="8377321" y="3807212"/>
              <a:ext cx="626892" cy="451450"/>
            </a:xfrm>
            <a:prstGeom prst="line">
              <a:avLst/>
            </a:prstGeom>
          </p:spPr>
          <p:style>
            <a:lnRef idx="1">
              <a:schemeClr val="dk1"/>
            </a:lnRef>
            <a:fillRef idx="0">
              <a:schemeClr val="dk1"/>
            </a:fillRef>
            <a:effectRef idx="0">
              <a:schemeClr val="dk1"/>
            </a:effectRef>
            <a:fontRef idx="minor">
              <a:schemeClr val="tx1"/>
            </a:fontRef>
          </p:style>
        </p:cxnSp>
        <p:cxnSp>
          <p:nvCxnSpPr>
            <p:cNvPr id="45" name="直接连接符 44"/>
            <p:cNvCxnSpPr/>
            <p:nvPr/>
          </p:nvCxnSpPr>
          <p:spPr>
            <a:xfrm flipV="1">
              <a:off x="7467425" y="3838695"/>
              <a:ext cx="533090" cy="388484"/>
            </a:xfrm>
            <a:prstGeom prst="line">
              <a:avLst/>
            </a:prstGeom>
          </p:spPr>
          <p:style>
            <a:lnRef idx="1">
              <a:schemeClr val="dk1"/>
            </a:lnRef>
            <a:fillRef idx="0">
              <a:schemeClr val="dk1"/>
            </a:fillRef>
            <a:effectRef idx="0">
              <a:schemeClr val="dk1"/>
            </a:effectRef>
            <a:fontRef idx="minor">
              <a:schemeClr val="tx1"/>
            </a:fontRef>
          </p:style>
        </p:cxnSp>
        <p:cxnSp>
          <p:nvCxnSpPr>
            <p:cNvPr id="46" name="直接连接符 45"/>
            <p:cNvCxnSpPr/>
            <p:nvPr/>
          </p:nvCxnSpPr>
          <p:spPr>
            <a:xfrm>
              <a:off x="9753350" y="2160275"/>
              <a:ext cx="626892" cy="451450"/>
            </a:xfrm>
            <a:prstGeom prst="line">
              <a:avLst/>
            </a:prstGeom>
          </p:spPr>
          <p:style>
            <a:lnRef idx="1">
              <a:schemeClr val="dk1"/>
            </a:lnRef>
            <a:fillRef idx="0">
              <a:schemeClr val="dk1"/>
            </a:fillRef>
            <a:effectRef idx="0">
              <a:schemeClr val="dk1"/>
            </a:effectRef>
            <a:fontRef idx="minor">
              <a:schemeClr val="tx1"/>
            </a:fontRef>
          </p:style>
        </p:cxnSp>
      </p:grpSp>
      <p:sp>
        <p:nvSpPr>
          <p:cNvPr id="187" name="文本框 186"/>
          <p:cNvSpPr txBox="1"/>
          <p:nvPr/>
        </p:nvSpPr>
        <p:spPr>
          <a:xfrm>
            <a:off x="2101594" y="852540"/>
            <a:ext cx="1913537" cy="369332"/>
          </a:xfrm>
          <a:prstGeom prst="rect">
            <a:avLst/>
          </a:prstGeom>
          <a:noFill/>
        </p:spPr>
        <p:txBody>
          <a:bodyPr wrap="none" rtlCol="0">
            <a:spAutoFit/>
          </a:bodyPr>
          <a:lstStyle/>
          <a:p>
            <a:r>
              <a:rPr lang="en-US" altLang="zh-CN" dirty="0">
                <a:ea typeface="楷体" panose="02010609060101010101" pitchFamily="49" charset="-122"/>
              </a:rPr>
              <a:t>Logical Query Plan</a:t>
            </a:r>
            <a:endParaRPr lang="zh-CN" altLang="en-US" dirty="0">
              <a:ea typeface="楷体" panose="02010609060101010101" pitchFamily="49" charset="-122"/>
            </a:endParaRPr>
          </a:p>
        </p:txBody>
      </p:sp>
      <p:grpSp>
        <p:nvGrpSpPr>
          <p:cNvPr id="188" name="组合 187"/>
          <p:cNvGrpSpPr/>
          <p:nvPr/>
        </p:nvGrpSpPr>
        <p:grpSpPr>
          <a:xfrm>
            <a:off x="6519358" y="664335"/>
            <a:ext cx="5389811" cy="5599778"/>
            <a:chOff x="6519358" y="664335"/>
            <a:chExt cx="5389811" cy="5599778"/>
          </a:xfrm>
        </p:grpSpPr>
        <p:sp>
          <p:nvSpPr>
            <p:cNvPr id="189" name="任意多边形: 形状 188"/>
            <p:cNvSpPr/>
            <p:nvPr/>
          </p:nvSpPr>
          <p:spPr>
            <a:xfrm flipV="1">
              <a:off x="9329996" y="1313363"/>
              <a:ext cx="21542" cy="376372"/>
            </a:xfrm>
            <a:custGeom>
              <a:avLst/>
              <a:gdLst>
                <a:gd name="connsiteX0" fmla="*/ -2355 w 23110"/>
                <a:gd name="connsiteY0" fmla="*/ 357980 h 359335"/>
                <a:gd name="connsiteX1" fmla="*/ -2355 w 23110"/>
                <a:gd name="connsiteY1" fmla="*/ -1355 h 359335"/>
              </a:gdLst>
              <a:ahLst/>
              <a:cxnLst>
                <a:cxn ang="0">
                  <a:pos x="connsiteX0" y="connsiteY0"/>
                </a:cxn>
                <a:cxn ang="0">
                  <a:pos x="connsiteX1" y="connsiteY1"/>
                </a:cxn>
              </a:cxnLst>
              <a:rect l="l" t="t" r="r" b="b"/>
              <a:pathLst>
                <a:path w="23110" h="359335">
                  <a:moveTo>
                    <a:pt x="-2355" y="357980"/>
                  </a:moveTo>
                  <a:lnTo>
                    <a:pt x="-2355" y="-1355"/>
                  </a:lnTo>
                </a:path>
              </a:pathLst>
            </a:custGeom>
            <a:noFill/>
            <a:ln w="11545" cap="flat">
              <a:solidFill>
                <a:srgbClr val="231F20"/>
              </a:solidFill>
              <a:prstDash val="solid"/>
              <a:miter/>
            </a:ln>
          </p:spPr>
          <p:txBody>
            <a:bodyPr rtlCol="0" anchor="ctr"/>
            <a:lstStyle/>
            <a:p>
              <a:endParaRPr lang="zh-CN" altLang="en-US"/>
            </a:p>
          </p:txBody>
        </p:sp>
        <p:sp>
          <p:nvSpPr>
            <p:cNvPr id="190" name="任意多边形: 形状 189"/>
            <p:cNvSpPr/>
            <p:nvPr/>
          </p:nvSpPr>
          <p:spPr>
            <a:xfrm flipH="1" flipV="1">
              <a:off x="7083125" y="5771238"/>
              <a:ext cx="45659" cy="319906"/>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191" name="任意多边形: 形状 190"/>
            <p:cNvSpPr/>
            <p:nvPr/>
          </p:nvSpPr>
          <p:spPr>
            <a:xfrm flipV="1">
              <a:off x="8656943" y="1965913"/>
              <a:ext cx="443558" cy="329396"/>
            </a:xfrm>
            <a:custGeom>
              <a:avLst/>
              <a:gdLst>
                <a:gd name="connsiteX0" fmla="*/ 473652 w 475837"/>
                <a:gd name="connsiteY0" fmla="*/ 313422 h 314485"/>
                <a:gd name="connsiteX1" fmla="*/ -2186 w 475837"/>
                <a:gd name="connsiteY1" fmla="*/ -1063 h 314485"/>
              </a:gdLst>
              <a:ahLst/>
              <a:cxnLst>
                <a:cxn ang="0">
                  <a:pos x="connsiteX0" y="connsiteY0"/>
                </a:cxn>
                <a:cxn ang="0">
                  <a:pos x="connsiteX1" y="connsiteY1"/>
                </a:cxn>
              </a:cxnLst>
              <a:rect l="l" t="t" r="r" b="b"/>
              <a:pathLst>
                <a:path w="475837" h="314485">
                  <a:moveTo>
                    <a:pt x="473652" y="313422"/>
                  </a:moveTo>
                  <a:lnTo>
                    <a:pt x="-2186" y="-1063"/>
                  </a:lnTo>
                </a:path>
              </a:pathLst>
            </a:custGeom>
            <a:noFill/>
            <a:ln w="11545" cap="flat">
              <a:solidFill>
                <a:srgbClr val="231F20"/>
              </a:solidFill>
              <a:prstDash val="solid"/>
              <a:miter/>
            </a:ln>
          </p:spPr>
          <p:txBody>
            <a:bodyPr rtlCol="0" anchor="ctr"/>
            <a:lstStyle/>
            <a:p>
              <a:endParaRPr lang="zh-CN" altLang="en-US"/>
            </a:p>
          </p:txBody>
        </p:sp>
        <p:sp>
          <p:nvSpPr>
            <p:cNvPr id="256" name="任意多边形: 形状 255"/>
            <p:cNvSpPr/>
            <p:nvPr/>
          </p:nvSpPr>
          <p:spPr>
            <a:xfrm flipV="1">
              <a:off x="8607143" y="5745469"/>
              <a:ext cx="33786" cy="319906"/>
            </a:xfrm>
            <a:custGeom>
              <a:avLst/>
              <a:gdLst>
                <a:gd name="connsiteX0" fmla="*/ -2398 w 23110"/>
                <a:gd name="connsiteY0" fmla="*/ 430913 h 431393"/>
                <a:gd name="connsiteX1" fmla="*/ -2398 w 23110"/>
                <a:gd name="connsiteY1" fmla="*/ -480 h 431393"/>
              </a:gdLst>
              <a:ahLst/>
              <a:cxnLst>
                <a:cxn ang="0">
                  <a:pos x="connsiteX0" y="connsiteY0"/>
                </a:cxn>
                <a:cxn ang="0">
                  <a:pos x="connsiteX1" y="connsiteY1"/>
                </a:cxn>
              </a:cxnLst>
              <a:rect l="l" t="t" r="r" b="b"/>
              <a:pathLst>
                <a:path w="23110" h="431393">
                  <a:moveTo>
                    <a:pt x="-2398" y="430913"/>
                  </a:moveTo>
                  <a:lnTo>
                    <a:pt x="-2398" y="-480"/>
                  </a:lnTo>
                </a:path>
              </a:pathLst>
            </a:custGeom>
            <a:noFill/>
            <a:ln w="3175" cap="flat">
              <a:solidFill>
                <a:schemeClr val="tx1"/>
              </a:solidFill>
              <a:prstDash val="solid"/>
              <a:miter/>
            </a:ln>
          </p:spPr>
          <p:txBody>
            <a:bodyPr rtlCol="0" anchor="ctr"/>
            <a:lstStyle/>
            <a:p>
              <a:endParaRPr lang="zh-CN" altLang="en-US"/>
            </a:p>
          </p:txBody>
        </p:sp>
        <p:sp>
          <p:nvSpPr>
            <p:cNvPr id="257" name="任意多边形: 形状 256"/>
            <p:cNvSpPr/>
            <p:nvPr/>
          </p:nvSpPr>
          <p:spPr>
            <a:xfrm flipV="1">
              <a:off x="10744376" y="3824298"/>
              <a:ext cx="33786" cy="744743"/>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258" name="任意多边形: 形状 257"/>
            <p:cNvSpPr/>
            <p:nvPr/>
          </p:nvSpPr>
          <p:spPr>
            <a:xfrm>
              <a:off x="9252338" y="1084150"/>
              <a:ext cx="125889" cy="196191"/>
            </a:xfrm>
            <a:custGeom>
              <a:avLst/>
              <a:gdLst>
                <a:gd name="connsiteX0" fmla="*/ 258 w 135050"/>
                <a:gd name="connsiteY0" fmla="*/ 8 h 187310"/>
                <a:gd name="connsiteX1" fmla="*/ 258 w 135050"/>
                <a:gd name="connsiteY1" fmla="*/ 3985 h 187310"/>
                <a:gd name="connsiteX2" fmla="*/ 5313 w 135050"/>
                <a:gd name="connsiteY2" fmla="*/ 3985 h 187310"/>
                <a:gd name="connsiteX3" fmla="*/ 19035 w 135050"/>
                <a:gd name="connsiteY3" fmla="*/ 20619 h 187310"/>
                <a:gd name="connsiteX4" fmla="*/ 19035 w 135050"/>
                <a:gd name="connsiteY4" fmla="*/ 167069 h 187310"/>
                <a:gd name="connsiteX5" fmla="*/ 5313 w 135050"/>
                <a:gd name="connsiteY5" fmla="*/ 183341 h 187310"/>
                <a:gd name="connsiteX6" fmla="*/ 619 w 135050"/>
                <a:gd name="connsiteY6" fmla="*/ 183341 h 187310"/>
                <a:gd name="connsiteX7" fmla="*/ 619 w 135050"/>
                <a:gd name="connsiteY7" fmla="*/ 187318 h 187310"/>
                <a:gd name="connsiteX8" fmla="*/ 56950 w 135050"/>
                <a:gd name="connsiteY8" fmla="*/ 187318 h 187310"/>
                <a:gd name="connsiteX9" fmla="*/ 56950 w 135050"/>
                <a:gd name="connsiteY9" fmla="*/ 183341 h 187310"/>
                <a:gd name="connsiteX10" fmla="*/ 51895 w 135050"/>
                <a:gd name="connsiteY10" fmla="*/ 183341 h 187310"/>
                <a:gd name="connsiteX11" fmla="*/ 38534 w 135050"/>
                <a:gd name="connsiteY11" fmla="*/ 167069 h 187310"/>
                <a:gd name="connsiteX12" fmla="*/ 38534 w 135050"/>
                <a:gd name="connsiteY12" fmla="*/ 20619 h 187310"/>
                <a:gd name="connsiteX13" fmla="*/ 52256 w 135050"/>
                <a:gd name="connsiteY13" fmla="*/ 3985 h 187310"/>
                <a:gd name="connsiteX14" fmla="*/ 83671 w 135050"/>
                <a:gd name="connsiteY14" fmla="*/ 3985 h 187310"/>
                <a:gd name="connsiteX15" fmla="*/ 97393 w 135050"/>
                <a:gd name="connsiteY15" fmla="*/ 20619 h 187310"/>
                <a:gd name="connsiteX16" fmla="*/ 97393 w 135050"/>
                <a:gd name="connsiteY16" fmla="*/ 167069 h 187310"/>
                <a:gd name="connsiteX17" fmla="*/ 83671 w 135050"/>
                <a:gd name="connsiteY17" fmla="*/ 183341 h 187310"/>
                <a:gd name="connsiteX18" fmla="*/ 78977 w 135050"/>
                <a:gd name="connsiteY18" fmla="*/ 183341 h 187310"/>
                <a:gd name="connsiteX19" fmla="*/ 78977 w 135050"/>
                <a:gd name="connsiteY19" fmla="*/ 187318 h 187310"/>
                <a:gd name="connsiteX20" fmla="*/ 134947 w 135050"/>
                <a:gd name="connsiteY20" fmla="*/ 187318 h 187310"/>
                <a:gd name="connsiteX21" fmla="*/ 134947 w 135050"/>
                <a:gd name="connsiteY21" fmla="*/ 183341 h 187310"/>
                <a:gd name="connsiteX22" fmla="*/ 130253 w 135050"/>
                <a:gd name="connsiteY22" fmla="*/ 183341 h 187310"/>
                <a:gd name="connsiteX23" fmla="*/ 116892 w 135050"/>
                <a:gd name="connsiteY23" fmla="*/ 167069 h 187310"/>
                <a:gd name="connsiteX24" fmla="*/ 116892 w 135050"/>
                <a:gd name="connsiteY24" fmla="*/ 20619 h 187310"/>
                <a:gd name="connsiteX25" fmla="*/ 130614 w 135050"/>
                <a:gd name="connsiteY25" fmla="*/ 3985 h 187310"/>
                <a:gd name="connsiteX26" fmla="*/ 135308 w 135050"/>
                <a:gd name="connsiteY26" fmla="*/ 3985 h 187310"/>
                <a:gd name="connsiteX27" fmla="*/ 135308 w 135050"/>
                <a:gd name="connsiteY27" fmla="*/ 8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258" y="8"/>
                  </a:moveTo>
                  <a:lnTo>
                    <a:pt x="258" y="3985"/>
                  </a:lnTo>
                  <a:lnTo>
                    <a:pt x="5313" y="3985"/>
                  </a:lnTo>
                  <a:cubicBezTo>
                    <a:pt x="17230" y="3985"/>
                    <a:pt x="19035" y="6155"/>
                    <a:pt x="19035" y="20619"/>
                  </a:cubicBezTo>
                  <a:lnTo>
                    <a:pt x="19035" y="167069"/>
                  </a:lnTo>
                  <a:cubicBezTo>
                    <a:pt x="19035" y="181533"/>
                    <a:pt x="17230" y="183341"/>
                    <a:pt x="5313" y="183341"/>
                  </a:cubicBezTo>
                  <a:lnTo>
                    <a:pt x="619" y="183341"/>
                  </a:lnTo>
                  <a:lnTo>
                    <a:pt x="619" y="187318"/>
                  </a:lnTo>
                  <a:lnTo>
                    <a:pt x="56950" y="187318"/>
                  </a:lnTo>
                  <a:lnTo>
                    <a:pt x="56950" y="183341"/>
                  </a:lnTo>
                  <a:lnTo>
                    <a:pt x="51895" y="183341"/>
                  </a:lnTo>
                  <a:cubicBezTo>
                    <a:pt x="40340" y="183341"/>
                    <a:pt x="38534" y="181171"/>
                    <a:pt x="38534" y="167069"/>
                  </a:cubicBezTo>
                  <a:lnTo>
                    <a:pt x="38534" y="20619"/>
                  </a:lnTo>
                  <a:cubicBezTo>
                    <a:pt x="38534" y="6155"/>
                    <a:pt x="40340" y="3985"/>
                    <a:pt x="52256" y="3985"/>
                  </a:cubicBezTo>
                  <a:lnTo>
                    <a:pt x="83671" y="3985"/>
                  </a:lnTo>
                  <a:cubicBezTo>
                    <a:pt x="95226" y="3985"/>
                    <a:pt x="97393" y="6155"/>
                    <a:pt x="97393" y="20619"/>
                  </a:cubicBezTo>
                  <a:lnTo>
                    <a:pt x="97393" y="167069"/>
                  </a:lnTo>
                  <a:cubicBezTo>
                    <a:pt x="97393" y="181533"/>
                    <a:pt x="95226" y="183341"/>
                    <a:pt x="83671" y="183341"/>
                  </a:cubicBezTo>
                  <a:lnTo>
                    <a:pt x="78977" y="183341"/>
                  </a:lnTo>
                  <a:lnTo>
                    <a:pt x="78977" y="187318"/>
                  </a:lnTo>
                  <a:lnTo>
                    <a:pt x="134947" y="187318"/>
                  </a:lnTo>
                  <a:lnTo>
                    <a:pt x="134947" y="183341"/>
                  </a:lnTo>
                  <a:lnTo>
                    <a:pt x="130253" y="183341"/>
                  </a:lnTo>
                  <a:cubicBezTo>
                    <a:pt x="118698" y="183341"/>
                    <a:pt x="116892" y="181171"/>
                    <a:pt x="116892" y="167069"/>
                  </a:cubicBezTo>
                  <a:lnTo>
                    <a:pt x="116892" y="20619"/>
                  </a:lnTo>
                  <a:cubicBezTo>
                    <a:pt x="116892" y="6155"/>
                    <a:pt x="118698" y="3985"/>
                    <a:pt x="130614" y="3985"/>
                  </a:cubicBezTo>
                  <a:lnTo>
                    <a:pt x="135308" y="3985"/>
                  </a:lnTo>
                  <a:lnTo>
                    <a:pt x="135308" y="8"/>
                  </a:lnTo>
                  <a:close/>
                </a:path>
              </a:pathLst>
            </a:custGeom>
            <a:solidFill>
              <a:srgbClr val="000000"/>
            </a:solidFill>
            <a:ln w="23090" cap="flat">
              <a:noFill/>
              <a:prstDash val="solid"/>
              <a:miter/>
            </a:ln>
          </p:spPr>
          <p:txBody>
            <a:bodyPr rtlCol="0" anchor="ctr"/>
            <a:lstStyle/>
            <a:p>
              <a:endParaRPr lang="zh-CN" altLang="en-US"/>
            </a:p>
          </p:txBody>
        </p:sp>
        <p:grpSp>
          <p:nvGrpSpPr>
            <p:cNvPr id="259" name="Graphic 2"/>
            <p:cNvGrpSpPr/>
            <p:nvPr/>
          </p:nvGrpSpPr>
          <p:grpSpPr>
            <a:xfrm>
              <a:off x="9402369" y="1188305"/>
              <a:ext cx="602702" cy="133698"/>
              <a:chOff x="8779618" y="2714205"/>
              <a:chExt cx="646561" cy="127646"/>
            </a:xfrm>
          </p:grpSpPr>
          <p:sp>
            <p:nvSpPr>
              <p:cNvPr id="477" name="任意多边形: 形状 476"/>
              <p:cNvSpPr/>
              <p:nvPr/>
            </p:nvSpPr>
            <p:spPr>
              <a:xfrm>
                <a:off x="8779618" y="2750727"/>
                <a:ext cx="69330" cy="74128"/>
              </a:xfrm>
              <a:custGeom>
                <a:avLst/>
                <a:gdLst>
                  <a:gd name="connsiteX0" fmla="*/ 33847 w 69330"/>
                  <a:gd name="connsiteY0" fmla="*/ 11 h 74128"/>
                  <a:gd name="connsiteX1" fmla="*/ 11820 w 69330"/>
                  <a:gd name="connsiteY1" fmla="*/ 2180 h 74128"/>
                  <a:gd name="connsiteX2" fmla="*/ 10737 w 69330"/>
                  <a:gd name="connsiteY2" fmla="*/ 5434 h 74128"/>
                  <a:gd name="connsiteX3" fmla="*/ 12542 w 69330"/>
                  <a:gd name="connsiteY3" fmla="*/ 5073 h 74128"/>
                  <a:gd name="connsiteX4" fmla="*/ 15431 w 69330"/>
                  <a:gd name="connsiteY4" fmla="*/ 4711 h 74128"/>
                  <a:gd name="connsiteX5" fmla="*/ 19042 w 69330"/>
                  <a:gd name="connsiteY5" fmla="*/ 7966 h 74128"/>
                  <a:gd name="connsiteX6" fmla="*/ 17598 w 69330"/>
                  <a:gd name="connsiteY6" fmla="*/ 14836 h 74128"/>
                  <a:gd name="connsiteX7" fmla="*/ 265 w 69330"/>
                  <a:gd name="connsiteY7" fmla="*/ 72331 h 74128"/>
                  <a:gd name="connsiteX8" fmla="*/ 12181 w 69330"/>
                  <a:gd name="connsiteY8" fmla="*/ 72331 h 74128"/>
                  <a:gd name="connsiteX9" fmla="*/ 17236 w 69330"/>
                  <a:gd name="connsiteY9" fmla="*/ 53528 h 74128"/>
                  <a:gd name="connsiteX10" fmla="*/ 32402 w 69330"/>
                  <a:gd name="connsiteY10" fmla="*/ 26769 h 74128"/>
                  <a:gd name="connsiteX11" fmla="*/ 52624 w 69330"/>
                  <a:gd name="connsiteY11" fmla="*/ 9774 h 74128"/>
                  <a:gd name="connsiteX12" fmla="*/ 56596 w 69330"/>
                  <a:gd name="connsiteY12" fmla="*/ 14475 h 74128"/>
                  <a:gd name="connsiteX13" fmla="*/ 55513 w 69330"/>
                  <a:gd name="connsiteY13" fmla="*/ 22068 h 74128"/>
                  <a:gd name="connsiteX14" fmla="*/ 42874 w 69330"/>
                  <a:gd name="connsiteY14" fmla="*/ 62930 h 74128"/>
                  <a:gd name="connsiteX15" fmla="*/ 41791 w 69330"/>
                  <a:gd name="connsiteY15" fmla="*/ 67630 h 74128"/>
                  <a:gd name="connsiteX16" fmla="*/ 48652 w 69330"/>
                  <a:gd name="connsiteY16" fmla="*/ 74139 h 74128"/>
                  <a:gd name="connsiteX17" fmla="*/ 69595 w 69330"/>
                  <a:gd name="connsiteY17" fmla="*/ 58590 h 74128"/>
                  <a:gd name="connsiteX18" fmla="*/ 68151 w 69330"/>
                  <a:gd name="connsiteY18" fmla="*/ 57144 h 74128"/>
                  <a:gd name="connsiteX19" fmla="*/ 56957 w 69330"/>
                  <a:gd name="connsiteY19" fmla="*/ 66546 h 74128"/>
                  <a:gd name="connsiteX20" fmla="*/ 54790 w 69330"/>
                  <a:gd name="connsiteY20" fmla="*/ 64376 h 74128"/>
                  <a:gd name="connsiteX21" fmla="*/ 55513 w 69330"/>
                  <a:gd name="connsiteY21" fmla="*/ 60760 h 74128"/>
                  <a:gd name="connsiteX22" fmla="*/ 67068 w 69330"/>
                  <a:gd name="connsiteY22" fmla="*/ 20260 h 74128"/>
                  <a:gd name="connsiteX23" fmla="*/ 68512 w 69330"/>
                  <a:gd name="connsiteY23" fmla="*/ 10859 h 74128"/>
                  <a:gd name="connsiteX24" fmla="*/ 59846 w 69330"/>
                  <a:gd name="connsiteY24" fmla="*/ 734 h 74128"/>
                  <a:gd name="connsiteX25" fmla="*/ 23014 w 69330"/>
                  <a:gd name="connsiteY25" fmla="*/ 3400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847" y="11"/>
                    </a:moveTo>
                    <a:cubicBezTo>
                      <a:pt x="23736" y="1457"/>
                      <a:pt x="21931" y="1457"/>
                      <a:pt x="11820" y="2180"/>
                    </a:cubicBezTo>
                    <a:lnTo>
                      <a:pt x="10737" y="5434"/>
                    </a:lnTo>
                    <a:lnTo>
                      <a:pt x="12542" y="5073"/>
                    </a:lnTo>
                    <a:cubicBezTo>
                      <a:pt x="13625" y="5073"/>
                      <a:pt x="14709" y="4711"/>
                      <a:pt x="15431" y="4711"/>
                    </a:cubicBezTo>
                    <a:cubicBezTo>
                      <a:pt x="17236" y="4711"/>
                      <a:pt x="19042" y="6519"/>
                      <a:pt x="19042" y="7966"/>
                    </a:cubicBezTo>
                    <a:cubicBezTo>
                      <a:pt x="19042" y="8689"/>
                      <a:pt x="18681" y="11582"/>
                      <a:pt x="17598" y="14836"/>
                    </a:cubicBezTo>
                    <a:lnTo>
                      <a:pt x="265" y="72331"/>
                    </a:lnTo>
                    <a:lnTo>
                      <a:pt x="12181" y="72331"/>
                    </a:lnTo>
                    <a:lnTo>
                      <a:pt x="17236" y="53528"/>
                    </a:lnTo>
                    <a:cubicBezTo>
                      <a:pt x="20125" y="44488"/>
                      <a:pt x="24097" y="37256"/>
                      <a:pt x="32402" y="26769"/>
                    </a:cubicBezTo>
                    <a:cubicBezTo>
                      <a:pt x="42152" y="14836"/>
                      <a:pt x="47930" y="9774"/>
                      <a:pt x="52624" y="9774"/>
                    </a:cubicBezTo>
                    <a:cubicBezTo>
                      <a:pt x="54790" y="9774"/>
                      <a:pt x="56596" y="11943"/>
                      <a:pt x="56596" y="14475"/>
                    </a:cubicBezTo>
                    <a:cubicBezTo>
                      <a:pt x="56596" y="16283"/>
                      <a:pt x="56235" y="19537"/>
                      <a:pt x="55513" y="22068"/>
                    </a:cubicBezTo>
                    <a:lnTo>
                      <a:pt x="42874" y="62930"/>
                    </a:lnTo>
                    <a:cubicBezTo>
                      <a:pt x="42152" y="64376"/>
                      <a:pt x="41791" y="66546"/>
                      <a:pt x="41791" y="67630"/>
                    </a:cubicBezTo>
                    <a:cubicBezTo>
                      <a:pt x="41791" y="71246"/>
                      <a:pt x="44680" y="74139"/>
                      <a:pt x="48652" y="74139"/>
                    </a:cubicBezTo>
                    <a:cubicBezTo>
                      <a:pt x="54790" y="74139"/>
                      <a:pt x="62012" y="69077"/>
                      <a:pt x="69595" y="58590"/>
                    </a:cubicBezTo>
                    <a:lnTo>
                      <a:pt x="68151" y="57144"/>
                    </a:lnTo>
                    <a:cubicBezTo>
                      <a:pt x="63818" y="62930"/>
                      <a:pt x="59124" y="66546"/>
                      <a:pt x="56957" y="66546"/>
                    </a:cubicBezTo>
                    <a:cubicBezTo>
                      <a:pt x="55874" y="66546"/>
                      <a:pt x="54790" y="65461"/>
                      <a:pt x="54790" y="64376"/>
                    </a:cubicBezTo>
                    <a:cubicBezTo>
                      <a:pt x="54790" y="63291"/>
                      <a:pt x="55152" y="62206"/>
                      <a:pt x="55513" y="60760"/>
                    </a:cubicBezTo>
                    <a:lnTo>
                      <a:pt x="67068" y="20260"/>
                    </a:lnTo>
                    <a:cubicBezTo>
                      <a:pt x="68151" y="17006"/>
                      <a:pt x="68512" y="14113"/>
                      <a:pt x="68512" y="10859"/>
                    </a:cubicBezTo>
                    <a:cubicBezTo>
                      <a:pt x="68512" y="4711"/>
                      <a:pt x="65262" y="734"/>
                      <a:pt x="59846" y="734"/>
                    </a:cubicBezTo>
                    <a:cubicBezTo>
                      <a:pt x="50096" y="734"/>
                      <a:pt x="39624" y="10135"/>
                      <a:pt x="23014" y="34001"/>
                    </a:cubicBezTo>
                    <a:close/>
                  </a:path>
                </a:pathLst>
              </a:custGeom>
              <a:solidFill>
                <a:srgbClr val="000000"/>
              </a:solidFill>
              <a:ln w="23090" cap="flat">
                <a:noFill/>
                <a:prstDash val="solid"/>
                <a:miter/>
              </a:ln>
            </p:spPr>
            <p:txBody>
              <a:bodyPr rtlCol="0" anchor="ctr"/>
              <a:lstStyle/>
              <a:p>
                <a:endParaRPr lang="zh-CN" altLang="en-US"/>
              </a:p>
            </p:txBody>
          </p:sp>
          <p:sp>
            <p:nvSpPr>
              <p:cNvPr id="478" name="任意多边形: 形状 477"/>
              <p:cNvSpPr/>
              <p:nvPr/>
            </p:nvSpPr>
            <p:spPr>
              <a:xfrm>
                <a:off x="8859496" y="2751450"/>
                <a:ext cx="70413" cy="74128"/>
              </a:xfrm>
              <a:custGeom>
                <a:avLst/>
                <a:gdLst>
                  <a:gd name="connsiteX0" fmla="*/ 66710 w 70413"/>
                  <a:gd name="connsiteY0" fmla="*/ 54974 h 74128"/>
                  <a:gd name="connsiteX1" fmla="*/ 54794 w 70413"/>
                  <a:gd name="connsiteY1" fmla="*/ 65461 h 74128"/>
                  <a:gd name="connsiteX2" fmla="*/ 52988 w 70413"/>
                  <a:gd name="connsiteY2" fmla="*/ 63653 h 74128"/>
                  <a:gd name="connsiteX3" fmla="*/ 54072 w 70413"/>
                  <a:gd name="connsiteY3" fmla="*/ 59314 h 74128"/>
                  <a:gd name="connsiteX4" fmla="*/ 70682 w 70413"/>
                  <a:gd name="connsiteY4" fmla="*/ 734 h 74128"/>
                  <a:gd name="connsiteX5" fmla="*/ 58405 w 70413"/>
                  <a:gd name="connsiteY5" fmla="*/ 2180 h 74128"/>
                  <a:gd name="connsiteX6" fmla="*/ 56238 w 70413"/>
                  <a:gd name="connsiteY6" fmla="*/ 10859 h 74128"/>
                  <a:gd name="connsiteX7" fmla="*/ 44322 w 70413"/>
                  <a:gd name="connsiteY7" fmla="*/ 11 h 74128"/>
                  <a:gd name="connsiteX8" fmla="*/ 268 w 70413"/>
                  <a:gd name="connsiteY8" fmla="*/ 56059 h 74128"/>
                  <a:gd name="connsiteX9" fmla="*/ 14351 w 70413"/>
                  <a:gd name="connsiteY9" fmla="*/ 73416 h 74128"/>
                  <a:gd name="connsiteX10" fmla="*/ 30239 w 70413"/>
                  <a:gd name="connsiteY10" fmla="*/ 67269 h 74128"/>
                  <a:gd name="connsiteX11" fmla="*/ 43961 w 70413"/>
                  <a:gd name="connsiteY11" fmla="*/ 52443 h 74128"/>
                  <a:gd name="connsiteX12" fmla="*/ 43239 w 70413"/>
                  <a:gd name="connsiteY12" fmla="*/ 56059 h 74128"/>
                  <a:gd name="connsiteX13" fmla="*/ 41072 w 70413"/>
                  <a:gd name="connsiteY13" fmla="*/ 66907 h 74128"/>
                  <a:gd name="connsiteX14" fmla="*/ 47572 w 70413"/>
                  <a:gd name="connsiteY14" fmla="*/ 74139 h 74128"/>
                  <a:gd name="connsiteX15" fmla="*/ 68877 w 70413"/>
                  <a:gd name="connsiteY15" fmla="*/ 57144 h 74128"/>
                  <a:gd name="connsiteX16" fmla="*/ 44683 w 70413"/>
                  <a:gd name="connsiteY16" fmla="*/ 4711 h 74128"/>
                  <a:gd name="connsiteX17" fmla="*/ 53350 w 70413"/>
                  <a:gd name="connsiteY17" fmla="*/ 14836 h 74128"/>
                  <a:gd name="connsiteX18" fmla="*/ 36739 w 70413"/>
                  <a:gd name="connsiteY18" fmla="*/ 54974 h 74128"/>
                  <a:gd name="connsiteX19" fmla="*/ 21573 w 70413"/>
                  <a:gd name="connsiteY19" fmla="*/ 64014 h 74128"/>
                  <a:gd name="connsiteX20" fmla="*/ 12907 w 70413"/>
                  <a:gd name="connsiteY20" fmla="*/ 53166 h 74128"/>
                  <a:gd name="connsiteX21" fmla="*/ 26267 w 70413"/>
                  <a:gd name="connsiteY21" fmla="*/ 18091 h 74128"/>
                  <a:gd name="connsiteX22" fmla="*/ 44683 w 70413"/>
                  <a:gd name="connsiteY22" fmla="*/ 471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0" y="54974"/>
                    </a:moveTo>
                    <a:cubicBezTo>
                      <a:pt x="62016" y="61845"/>
                      <a:pt x="58044" y="65461"/>
                      <a:pt x="54794" y="65461"/>
                    </a:cubicBezTo>
                    <a:cubicBezTo>
                      <a:pt x="53711" y="65461"/>
                      <a:pt x="52988" y="64738"/>
                      <a:pt x="52988" y="63653"/>
                    </a:cubicBezTo>
                    <a:cubicBezTo>
                      <a:pt x="52988" y="62930"/>
                      <a:pt x="52988" y="62568"/>
                      <a:pt x="54072" y="59314"/>
                    </a:cubicBezTo>
                    <a:lnTo>
                      <a:pt x="70682" y="734"/>
                    </a:lnTo>
                    <a:lnTo>
                      <a:pt x="58405" y="2180"/>
                    </a:lnTo>
                    <a:lnTo>
                      <a:pt x="56238" y="10859"/>
                    </a:lnTo>
                    <a:cubicBezTo>
                      <a:pt x="54794" y="3988"/>
                      <a:pt x="50461" y="11"/>
                      <a:pt x="44322" y="11"/>
                    </a:cubicBezTo>
                    <a:cubicBezTo>
                      <a:pt x="25184" y="11"/>
                      <a:pt x="268" y="31470"/>
                      <a:pt x="268" y="56059"/>
                    </a:cubicBezTo>
                    <a:cubicBezTo>
                      <a:pt x="268" y="66546"/>
                      <a:pt x="6046" y="73416"/>
                      <a:pt x="14351" y="73416"/>
                    </a:cubicBezTo>
                    <a:cubicBezTo>
                      <a:pt x="19045" y="73416"/>
                      <a:pt x="25184" y="71246"/>
                      <a:pt x="30239" y="67269"/>
                    </a:cubicBezTo>
                    <a:cubicBezTo>
                      <a:pt x="34934" y="64014"/>
                      <a:pt x="37822" y="60760"/>
                      <a:pt x="43961" y="52443"/>
                    </a:cubicBezTo>
                    <a:cubicBezTo>
                      <a:pt x="43961" y="53889"/>
                      <a:pt x="43239" y="55698"/>
                      <a:pt x="43239" y="56059"/>
                    </a:cubicBezTo>
                    <a:cubicBezTo>
                      <a:pt x="41072" y="64376"/>
                      <a:pt x="41072" y="64376"/>
                      <a:pt x="41072" y="66907"/>
                    </a:cubicBezTo>
                    <a:cubicBezTo>
                      <a:pt x="41072" y="71246"/>
                      <a:pt x="43600" y="74139"/>
                      <a:pt x="47572" y="74139"/>
                    </a:cubicBezTo>
                    <a:cubicBezTo>
                      <a:pt x="54072" y="74139"/>
                      <a:pt x="60572" y="68715"/>
                      <a:pt x="68877" y="57144"/>
                    </a:cubicBezTo>
                    <a:close/>
                    <a:moveTo>
                      <a:pt x="44683" y="4711"/>
                    </a:moveTo>
                    <a:cubicBezTo>
                      <a:pt x="50100" y="4711"/>
                      <a:pt x="53350" y="8689"/>
                      <a:pt x="53350" y="14836"/>
                    </a:cubicBezTo>
                    <a:cubicBezTo>
                      <a:pt x="53350" y="26769"/>
                      <a:pt x="46128" y="44488"/>
                      <a:pt x="36739" y="54974"/>
                    </a:cubicBezTo>
                    <a:cubicBezTo>
                      <a:pt x="31684" y="60760"/>
                      <a:pt x="25906" y="64014"/>
                      <a:pt x="21573" y="64014"/>
                    </a:cubicBezTo>
                    <a:cubicBezTo>
                      <a:pt x="15796" y="64014"/>
                      <a:pt x="12907" y="60398"/>
                      <a:pt x="12907" y="53166"/>
                    </a:cubicBezTo>
                    <a:cubicBezTo>
                      <a:pt x="12907" y="43403"/>
                      <a:pt x="17601" y="30747"/>
                      <a:pt x="26267" y="18091"/>
                    </a:cubicBezTo>
                    <a:cubicBezTo>
                      <a:pt x="32406" y="9412"/>
                      <a:pt x="38545" y="4711"/>
                      <a:pt x="44683" y="4711"/>
                    </a:cubicBezTo>
                    <a:close/>
                  </a:path>
                </a:pathLst>
              </a:custGeom>
              <a:solidFill>
                <a:srgbClr val="000000"/>
              </a:solidFill>
              <a:ln w="23090" cap="flat">
                <a:noFill/>
                <a:prstDash val="solid"/>
                <a:miter/>
              </a:ln>
            </p:spPr>
            <p:txBody>
              <a:bodyPr rtlCol="0" anchor="ctr"/>
              <a:lstStyle/>
              <a:p>
                <a:endParaRPr lang="zh-CN" altLang="en-US"/>
              </a:p>
            </p:txBody>
          </p:sp>
          <p:sp>
            <p:nvSpPr>
              <p:cNvPr id="479" name="任意多边形: 形状 478"/>
              <p:cNvSpPr/>
              <p:nvPr/>
            </p:nvSpPr>
            <p:spPr>
              <a:xfrm>
                <a:off x="8938353" y="2750004"/>
                <a:ext cx="109412" cy="73767"/>
              </a:xfrm>
              <a:custGeom>
                <a:avLst/>
                <a:gdLst>
                  <a:gd name="connsiteX0" fmla="*/ 33132 w 109412"/>
                  <a:gd name="connsiteY0" fmla="*/ 11 h 73767"/>
                  <a:gd name="connsiteX1" fmla="*/ 11105 w 109412"/>
                  <a:gd name="connsiteY1" fmla="*/ 2903 h 73767"/>
                  <a:gd name="connsiteX2" fmla="*/ 10382 w 109412"/>
                  <a:gd name="connsiteY2" fmla="*/ 6158 h 73767"/>
                  <a:gd name="connsiteX3" fmla="*/ 12188 w 109412"/>
                  <a:gd name="connsiteY3" fmla="*/ 5796 h 73767"/>
                  <a:gd name="connsiteX4" fmla="*/ 14716 w 109412"/>
                  <a:gd name="connsiteY4" fmla="*/ 5434 h 73767"/>
                  <a:gd name="connsiteX5" fmla="*/ 18327 w 109412"/>
                  <a:gd name="connsiteY5" fmla="*/ 8689 h 73767"/>
                  <a:gd name="connsiteX6" fmla="*/ 17604 w 109412"/>
                  <a:gd name="connsiteY6" fmla="*/ 13390 h 73767"/>
                  <a:gd name="connsiteX7" fmla="*/ 272 w 109412"/>
                  <a:gd name="connsiteY7" fmla="*/ 73055 h 73767"/>
                  <a:gd name="connsiteX8" fmla="*/ 12188 w 109412"/>
                  <a:gd name="connsiteY8" fmla="*/ 73055 h 73767"/>
                  <a:gd name="connsiteX9" fmla="*/ 17243 w 109412"/>
                  <a:gd name="connsiteY9" fmla="*/ 54613 h 73767"/>
                  <a:gd name="connsiteX10" fmla="*/ 32770 w 109412"/>
                  <a:gd name="connsiteY10" fmla="*/ 26407 h 73767"/>
                  <a:gd name="connsiteX11" fmla="*/ 52631 w 109412"/>
                  <a:gd name="connsiteY11" fmla="*/ 9412 h 73767"/>
                  <a:gd name="connsiteX12" fmla="*/ 56603 w 109412"/>
                  <a:gd name="connsiteY12" fmla="*/ 13751 h 73767"/>
                  <a:gd name="connsiteX13" fmla="*/ 55881 w 109412"/>
                  <a:gd name="connsiteY13" fmla="*/ 18814 h 73767"/>
                  <a:gd name="connsiteX14" fmla="*/ 40354 w 109412"/>
                  <a:gd name="connsiteY14" fmla="*/ 73055 h 73767"/>
                  <a:gd name="connsiteX15" fmla="*/ 52270 w 109412"/>
                  <a:gd name="connsiteY15" fmla="*/ 73055 h 73767"/>
                  <a:gd name="connsiteX16" fmla="*/ 57686 w 109412"/>
                  <a:gd name="connsiteY16" fmla="*/ 54251 h 73767"/>
                  <a:gd name="connsiteX17" fmla="*/ 71769 w 109412"/>
                  <a:gd name="connsiteY17" fmla="*/ 27492 h 73767"/>
                  <a:gd name="connsiteX18" fmla="*/ 92351 w 109412"/>
                  <a:gd name="connsiteY18" fmla="*/ 9412 h 73767"/>
                  <a:gd name="connsiteX19" fmla="*/ 96685 w 109412"/>
                  <a:gd name="connsiteY19" fmla="*/ 14113 h 73767"/>
                  <a:gd name="connsiteX20" fmla="*/ 95962 w 109412"/>
                  <a:gd name="connsiteY20" fmla="*/ 18814 h 73767"/>
                  <a:gd name="connsiteX21" fmla="*/ 83324 w 109412"/>
                  <a:gd name="connsiteY21" fmla="*/ 62206 h 73767"/>
                  <a:gd name="connsiteX22" fmla="*/ 82241 w 109412"/>
                  <a:gd name="connsiteY22" fmla="*/ 66907 h 73767"/>
                  <a:gd name="connsiteX23" fmla="*/ 89101 w 109412"/>
                  <a:gd name="connsiteY23" fmla="*/ 73778 h 73767"/>
                  <a:gd name="connsiteX24" fmla="*/ 109684 w 109412"/>
                  <a:gd name="connsiteY24" fmla="*/ 58229 h 73767"/>
                  <a:gd name="connsiteX25" fmla="*/ 107878 w 109412"/>
                  <a:gd name="connsiteY25" fmla="*/ 56421 h 73767"/>
                  <a:gd name="connsiteX26" fmla="*/ 96685 w 109412"/>
                  <a:gd name="connsiteY26" fmla="*/ 65822 h 73767"/>
                  <a:gd name="connsiteX27" fmla="*/ 94879 w 109412"/>
                  <a:gd name="connsiteY27" fmla="*/ 63653 h 73767"/>
                  <a:gd name="connsiteX28" fmla="*/ 95601 w 109412"/>
                  <a:gd name="connsiteY28" fmla="*/ 60398 h 73767"/>
                  <a:gd name="connsiteX29" fmla="*/ 106434 w 109412"/>
                  <a:gd name="connsiteY29" fmla="*/ 22430 h 73767"/>
                  <a:gd name="connsiteX30" fmla="*/ 108601 w 109412"/>
                  <a:gd name="connsiteY30" fmla="*/ 9774 h 73767"/>
                  <a:gd name="connsiteX31" fmla="*/ 99934 w 109412"/>
                  <a:gd name="connsiteY31" fmla="*/ 11 h 73767"/>
                  <a:gd name="connsiteX32" fmla="*/ 63464 w 109412"/>
                  <a:gd name="connsiteY32" fmla="*/ 33640 h 73767"/>
                  <a:gd name="connsiteX33" fmla="*/ 67797 w 109412"/>
                  <a:gd name="connsiteY33" fmla="*/ 18814 h 73767"/>
                  <a:gd name="connsiteX34" fmla="*/ 69241 w 109412"/>
                  <a:gd name="connsiteY34" fmla="*/ 9774 h 73767"/>
                  <a:gd name="connsiteX35" fmla="*/ 60575 w 109412"/>
                  <a:gd name="connsiteY35" fmla="*/ 11 h 73767"/>
                  <a:gd name="connsiteX36" fmla="*/ 23021 w 109412"/>
                  <a:gd name="connsiteY36" fmla="*/ 35448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132" y="11"/>
                    </a:moveTo>
                    <a:cubicBezTo>
                      <a:pt x="23021" y="1818"/>
                      <a:pt x="21577" y="1818"/>
                      <a:pt x="11105" y="2903"/>
                    </a:cubicBezTo>
                    <a:lnTo>
                      <a:pt x="10382" y="6158"/>
                    </a:lnTo>
                    <a:lnTo>
                      <a:pt x="12188" y="5796"/>
                    </a:lnTo>
                    <a:cubicBezTo>
                      <a:pt x="13271" y="5796"/>
                      <a:pt x="13993" y="5434"/>
                      <a:pt x="14716" y="5434"/>
                    </a:cubicBezTo>
                    <a:cubicBezTo>
                      <a:pt x="16882" y="5434"/>
                      <a:pt x="18327" y="6881"/>
                      <a:pt x="18327" y="8689"/>
                    </a:cubicBezTo>
                    <a:cubicBezTo>
                      <a:pt x="18327" y="9412"/>
                      <a:pt x="18327" y="11220"/>
                      <a:pt x="17604" y="13390"/>
                    </a:cubicBezTo>
                    <a:lnTo>
                      <a:pt x="272" y="73055"/>
                    </a:lnTo>
                    <a:lnTo>
                      <a:pt x="12188" y="73055"/>
                    </a:lnTo>
                    <a:lnTo>
                      <a:pt x="17243" y="54613"/>
                    </a:lnTo>
                    <a:cubicBezTo>
                      <a:pt x="20132" y="44849"/>
                      <a:pt x="24104" y="37617"/>
                      <a:pt x="32770" y="26407"/>
                    </a:cubicBezTo>
                    <a:cubicBezTo>
                      <a:pt x="41798" y="15198"/>
                      <a:pt x="48298" y="9412"/>
                      <a:pt x="52631" y="9412"/>
                    </a:cubicBezTo>
                    <a:cubicBezTo>
                      <a:pt x="55158" y="9412"/>
                      <a:pt x="56603" y="11220"/>
                      <a:pt x="56603" y="13751"/>
                    </a:cubicBezTo>
                    <a:cubicBezTo>
                      <a:pt x="56603" y="15198"/>
                      <a:pt x="56242" y="17367"/>
                      <a:pt x="55881" y="18814"/>
                    </a:cubicBezTo>
                    <a:lnTo>
                      <a:pt x="40354" y="73055"/>
                    </a:lnTo>
                    <a:lnTo>
                      <a:pt x="52270" y="73055"/>
                    </a:lnTo>
                    <a:lnTo>
                      <a:pt x="57686" y="54251"/>
                    </a:lnTo>
                    <a:cubicBezTo>
                      <a:pt x="60936" y="43403"/>
                      <a:pt x="63102" y="39064"/>
                      <a:pt x="71769" y="27492"/>
                    </a:cubicBezTo>
                    <a:cubicBezTo>
                      <a:pt x="82241" y="14113"/>
                      <a:pt x="87657" y="9412"/>
                      <a:pt x="92351" y="9412"/>
                    </a:cubicBezTo>
                    <a:cubicBezTo>
                      <a:pt x="94518" y="9412"/>
                      <a:pt x="96685" y="11582"/>
                      <a:pt x="96685" y="14113"/>
                    </a:cubicBezTo>
                    <a:cubicBezTo>
                      <a:pt x="96685" y="15559"/>
                      <a:pt x="96323" y="16644"/>
                      <a:pt x="95962" y="18814"/>
                    </a:cubicBezTo>
                    <a:lnTo>
                      <a:pt x="83324" y="62206"/>
                    </a:lnTo>
                    <a:cubicBezTo>
                      <a:pt x="82602" y="64738"/>
                      <a:pt x="82241" y="65822"/>
                      <a:pt x="82241" y="66907"/>
                    </a:cubicBezTo>
                    <a:cubicBezTo>
                      <a:pt x="82241" y="70885"/>
                      <a:pt x="85129" y="73778"/>
                      <a:pt x="89101" y="73778"/>
                    </a:cubicBezTo>
                    <a:cubicBezTo>
                      <a:pt x="95601" y="73778"/>
                      <a:pt x="102462" y="68715"/>
                      <a:pt x="109684" y="58229"/>
                    </a:cubicBezTo>
                    <a:lnTo>
                      <a:pt x="107878" y="56421"/>
                    </a:lnTo>
                    <a:cubicBezTo>
                      <a:pt x="103906" y="61845"/>
                      <a:pt x="99212" y="65822"/>
                      <a:pt x="96685" y="65822"/>
                    </a:cubicBezTo>
                    <a:cubicBezTo>
                      <a:pt x="95962" y="65822"/>
                      <a:pt x="94879" y="64738"/>
                      <a:pt x="94879" y="63653"/>
                    </a:cubicBezTo>
                    <a:cubicBezTo>
                      <a:pt x="94879" y="62930"/>
                      <a:pt x="95240" y="61845"/>
                      <a:pt x="95601" y="60398"/>
                    </a:cubicBezTo>
                    <a:lnTo>
                      <a:pt x="106434" y="22430"/>
                    </a:lnTo>
                    <a:cubicBezTo>
                      <a:pt x="107878" y="17367"/>
                      <a:pt x="108601" y="12667"/>
                      <a:pt x="108601" y="9774"/>
                    </a:cubicBezTo>
                    <a:cubicBezTo>
                      <a:pt x="108601" y="4350"/>
                      <a:pt x="104990" y="11"/>
                      <a:pt x="99934" y="11"/>
                    </a:cubicBezTo>
                    <a:cubicBezTo>
                      <a:pt x="89824" y="11"/>
                      <a:pt x="78991" y="10135"/>
                      <a:pt x="63464" y="33640"/>
                    </a:cubicBezTo>
                    <a:lnTo>
                      <a:pt x="67797" y="18814"/>
                    </a:lnTo>
                    <a:cubicBezTo>
                      <a:pt x="68880" y="15559"/>
                      <a:pt x="69241" y="12305"/>
                      <a:pt x="69241" y="9774"/>
                    </a:cubicBezTo>
                    <a:cubicBezTo>
                      <a:pt x="69241" y="4350"/>
                      <a:pt x="65269" y="11"/>
                      <a:pt x="60575" y="11"/>
                    </a:cubicBezTo>
                    <a:cubicBezTo>
                      <a:pt x="50464" y="11"/>
                      <a:pt x="38548" y="11220"/>
                      <a:pt x="23021" y="35448"/>
                    </a:cubicBezTo>
                    <a:close/>
                  </a:path>
                </a:pathLst>
              </a:custGeom>
              <a:solidFill>
                <a:srgbClr val="000000"/>
              </a:solidFill>
              <a:ln w="23090" cap="flat">
                <a:noFill/>
                <a:prstDash val="solid"/>
                <a:miter/>
              </a:ln>
            </p:spPr>
            <p:txBody>
              <a:bodyPr rtlCol="0" anchor="ctr"/>
              <a:lstStyle/>
              <a:p>
                <a:endParaRPr lang="zh-CN" altLang="en-US"/>
              </a:p>
            </p:txBody>
          </p:sp>
          <p:sp>
            <p:nvSpPr>
              <p:cNvPr id="480" name="任意多边形: 形状 479"/>
              <p:cNvSpPr/>
              <p:nvPr/>
            </p:nvSpPr>
            <p:spPr>
              <a:xfrm>
                <a:off x="9059072" y="2750727"/>
                <a:ext cx="59580" cy="74490"/>
              </a:xfrm>
              <a:custGeom>
                <a:avLst/>
                <a:gdLst>
                  <a:gd name="connsiteX0" fmla="*/ 49386 w 59580"/>
                  <a:gd name="connsiteY0" fmla="*/ 55336 h 74490"/>
                  <a:gd name="connsiteX1" fmla="*/ 28443 w 59580"/>
                  <a:gd name="connsiteY1" fmla="*/ 66184 h 74490"/>
                  <a:gd name="connsiteX2" fmla="*/ 13276 w 59580"/>
                  <a:gd name="connsiteY2" fmla="*/ 49550 h 74490"/>
                  <a:gd name="connsiteX3" fmla="*/ 13999 w 59580"/>
                  <a:gd name="connsiteY3" fmla="*/ 41233 h 74490"/>
                  <a:gd name="connsiteX4" fmla="*/ 41442 w 59580"/>
                  <a:gd name="connsiteY4" fmla="*/ 35448 h 74490"/>
                  <a:gd name="connsiteX5" fmla="*/ 59858 w 59580"/>
                  <a:gd name="connsiteY5" fmla="*/ 11943 h 74490"/>
                  <a:gd name="connsiteX6" fmla="*/ 44692 w 59580"/>
                  <a:gd name="connsiteY6" fmla="*/ 11 h 74490"/>
                  <a:gd name="connsiteX7" fmla="*/ 277 w 59580"/>
                  <a:gd name="connsiteY7" fmla="*/ 50273 h 74490"/>
                  <a:gd name="connsiteX8" fmla="*/ 21582 w 59580"/>
                  <a:gd name="connsiteY8" fmla="*/ 74501 h 74490"/>
                  <a:gd name="connsiteX9" fmla="*/ 52636 w 59580"/>
                  <a:gd name="connsiteY9" fmla="*/ 57506 h 74490"/>
                  <a:gd name="connsiteX10" fmla="*/ 15082 w 59580"/>
                  <a:gd name="connsiteY10" fmla="*/ 36894 h 74490"/>
                  <a:gd name="connsiteX11" fmla="*/ 41803 w 59580"/>
                  <a:gd name="connsiteY11" fmla="*/ 4711 h 74490"/>
                  <a:gd name="connsiteX12" fmla="*/ 48303 w 59580"/>
                  <a:gd name="connsiteY12" fmla="*/ 11582 h 74490"/>
                  <a:gd name="connsiteX13" fmla="*/ 42525 w 59580"/>
                  <a:gd name="connsiteY13" fmla="*/ 25323 h 74490"/>
                  <a:gd name="connsiteX14" fmla="*/ 21582 w 59580"/>
                  <a:gd name="connsiteY14" fmla="*/ 36532 h 74490"/>
                  <a:gd name="connsiteX15" fmla="*/ 15082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6" y="55336"/>
                    </a:moveTo>
                    <a:cubicBezTo>
                      <a:pt x="42525" y="62930"/>
                      <a:pt x="35665" y="66184"/>
                      <a:pt x="28443" y="66184"/>
                    </a:cubicBezTo>
                    <a:cubicBezTo>
                      <a:pt x="19776" y="66184"/>
                      <a:pt x="13276" y="59314"/>
                      <a:pt x="13276" y="49550"/>
                    </a:cubicBezTo>
                    <a:cubicBezTo>
                      <a:pt x="13276" y="47019"/>
                      <a:pt x="13638" y="44126"/>
                      <a:pt x="13999" y="41233"/>
                    </a:cubicBezTo>
                    <a:cubicBezTo>
                      <a:pt x="26637" y="40510"/>
                      <a:pt x="33859" y="39064"/>
                      <a:pt x="41442" y="35448"/>
                    </a:cubicBezTo>
                    <a:cubicBezTo>
                      <a:pt x="52636" y="30385"/>
                      <a:pt x="59858" y="20984"/>
                      <a:pt x="59858" y="11943"/>
                    </a:cubicBezTo>
                    <a:cubicBezTo>
                      <a:pt x="59858" y="5073"/>
                      <a:pt x="53358" y="11"/>
                      <a:pt x="44692" y="11"/>
                    </a:cubicBezTo>
                    <a:cubicBezTo>
                      <a:pt x="23026" y="11"/>
                      <a:pt x="277" y="26046"/>
                      <a:pt x="277" y="50273"/>
                    </a:cubicBezTo>
                    <a:cubicBezTo>
                      <a:pt x="277" y="64738"/>
                      <a:pt x="8943" y="74501"/>
                      <a:pt x="21582" y="74501"/>
                    </a:cubicBezTo>
                    <a:cubicBezTo>
                      <a:pt x="31692" y="74501"/>
                      <a:pt x="40359" y="69438"/>
                      <a:pt x="52636" y="57506"/>
                    </a:cubicBezTo>
                    <a:close/>
                    <a:moveTo>
                      <a:pt x="15082" y="36894"/>
                    </a:moveTo>
                    <a:cubicBezTo>
                      <a:pt x="20498" y="18452"/>
                      <a:pt x="32054" y="4711"/>
                      <a:pt x="41803" y="4711"/>
                    </a:cubicBezTo>
                    <a:cubicBezTo>
                      <a:pt x="45414" y="4711"/>
                      <a:pt x="48303" y="7604"/>
                      <a:pt x="48303" y="11582"/>
                    </a:cubicBezTo>
                    <a:cubicBezTo>
                      <a:pt x="48303" y="15921"/>
                      <a:pt x="46136" y="20984"/>
                      <a:pt x="42525" y="25323"/>
                    </a:cubicBezTo>
                    <a:cubicBezTo>
                      <a:pt x="37109" y="31108"/>
                      <a:pt x="30248" y="35086"/>
                      <a:pt x="21582" y="36532"/>
                    </a:cubicBezTo>
                    <a:cubicBezTo>
                      <a:pt x="20137" y="36532"/>
                      <a:pt x="17971" y="36894"/>
                      <a:pt x="15082" y="36894"/>
                    </a:cubicBezTo>
                    <a:close/>
                  </a:path>
                </a:pathLst>
              </a:custGeom>
              <a:solidFill>
                <a:srgbClr val="000000"/>
              </a:solidFill>
              <a:ln w="23090" cap="flat">
                <a:noFill/>
                <a:prstDash val="solid"/>
                <a:miter/>
              </a:ln>
            </p:spPr>
            <p:txBody>
              <a:bodyPr rtlCol="0" anchor="ctr"/>
              <a:lstStyle/>
              <a:p>
                <a:endParaRPr lang="zh-CN" altLang="en-US"/>
              </a:p>
            </p:txBody>
          </p:sp>
          <p:sp>
            <p:nvSpPr>
              <p:cNvPr id="481" name="任意多边形: 形状 480"/>
              <p:cNvSpPr/>
              <p:nvPr/>
            </p:nvSpPr>
            <p:spPr>
              <a:xfrm>
                <a:off x="9116807" y="2808222"/>
                <a:ext cx="23471" cy="33629"/>
              </a:xfrm>
              <a:custGeom>
                <a:avLst/>
                <a:gdLst>
                  <a:gd name="connsiteX0" fmla="*/ 3169 w 23471"/>
                  <a:gd name="connsiteY0" fmla="*/ 33640 h 33629"/>
                  <a:gd name="connsiteX1" fmla="*/ 23751 w 23471"/>
                  <a:gd name="connsiteY1" fmla="*/ 9412 h 33629"/>
                  <a:gd name="connsiteX2" fmla="*/ 15446 w 23471"/>
                  <a:gd name="connsiteY2" fmla="*/ 11 h 33629"/>
                  <a:gd name="connsiteX3" fmla="*/ 7502 w 23471"/>
                  <a:gd name="connsiteY3" fmla="*/ 7966 h 33629"/>
                  <a:gd name="connsiteX4" fmla="*/ 9668 w 23471"/>
                  <a:gd name="connsiteY4" fmla="*/ 12667 h 33629"/>
                  <a:gd name="connsiteX5" fmla="*/ 12918 w 23471"/>
                  <a:gd name="connsiteY5" fmla="*/ 18091 h 33629"/>
                  <a:gd name="connsiteX6" fmla="*/ 280 w 23471"/>
                  <a:gd name="connsiteY6" fmla="*/ 30024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169" y="33640"/>
                    </a:moveTo>
                    <a:cubicBezTo>
                      <a:pt x="15807" y="27854"/>
                      <a:pt x="23751" y="18452"/>
                      <a:pt x="23751" y="9412"/>
                    </a:cubicBezTo>
                    <a:cubicBezTo>
                      <a:pt x="23751" y="4350"/>
                      <a:pt x="19779" y="11"/>
                      <a:pt x="15446" y="11"/>
                    </a:cubicBezTo>
                    <a:cubicBezTo>
                      <a:pt x="11113" y="11"/>
                      <a:pt x="7502" y="3988"/>
                      <a:pt x="7502" y="7966"/>
                    </a:cubicBezTo>
                    <a:cubicBezTo>
                      <a:pt x="7502" y="9774"/>
                      <a:pt x="8224" y="11582"/>
                      <a:pt x="9668" y="12667"/>
                    </a:cubicBezTo>
                    <a:cubicBezTo>
                      <a:pt x="12196" y="15198"/>
                      <a:pt x="12918" y="16283"/>
                      <a:pt x="12918" y="18091"/>
                    </a:cubicBezTo>
                    <a:cubicBezTo>
                      <a:pt x="12918" y="22068"/>
                      <a:pt x="8585" y="26046"/>
                      <a:pt x="280" y="30024"/>
                    </a:cubicBezTo>
                    <a:close/>
                  </a:path>
                </a:pathLst>
              </a:custGeom>
              <a:solidFill>
                <a:srgbClr val="000000"/>
              </a:solidFill>
              <a:ln w="23090" cap="flat">
                <a:noFill/>
                <a:prstDash val="solid"/>
                <a:miter/>
              </a:ln>
            </p:spPr>
            <p:txBody>
              <a:bodyPr rtlCol="0" anchor="ctr"/>
              <a:lstStyle/>
              <a:p>
                <a:endParaRPr lang="zh-CN" altLang="en-US"/>
              </a:p>
            </p:txBody>
          </p:sp>
          <p:sp>
            <p:nvSpPr>
              <p:cNvPr id="482" name="任意多边形: 形状 481"/>
              <p:cNvSpPr/>
              <p:nvPr/>
            </p:nvSpPr>
            <p:spPr>
              <a:xfrm>
                <a:off x="9155074" y="2823048"/>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83" name="任意多边形: 形状 482"/>
              <p:cNvSpPr/>
              <p:nvPr/>
            </p:nvSpPr>
            <p:spPr>
              <a:xfrm>
                <a:off x="9202017" y="2734816"/>
                <a:ext cx="39720" cy="90400"/>
              </a:xfrm>
              <a:custGeom>
                <a:avLst/>
                <a:gdLst>
                  <a:gd name="connsiteX0" fmla="*/ 28088 w 39720"/>
                  <a:gd name="connsiteY0" fmla="*/ 22791 h 90400"/>
                  <a:gd name="connsiteX1" fmla="*/ 38559 w 39720"/>
                  <a:gd name="connsiteY1" fmla="*/ 22791 h 90400"/>
                  <a:gd name="connsiteX2" fmla="*/ 40004 w 39720"/>
                  <a:gd name="connsiteY2" fmla="*/ 17729 h 90400"/>
                  <a:gd name="connsiteX3" fmla="*/ 29532 w 39720"/>
                  <a:gd name="connsiteY3" fmla="*/ 17729 h 90400"/>
                  <a:gd name="connsiteX4" fmla="*/ 34587 w 39720"/>
                  <a:gd name="connsiteY4" fmla="*/ 11 h 90400"/>
                  <a:gd name="connsiteX5" fmla="*/ 30976 w 39720"/>
                  <a:gd name="connsiteY5" fmla="*/ 11 h 90400"/>
                  <a:gd name="connsiteX6" fmla="*/ 6422 w 39720"/>
                  <a:gd name="connsiteY6" fmla="*/ 17729 h 90400"/>
                  <a:gd name="connsiteX7" fmla="*/ 5338 w 39720"/>
                  <a:gd name="connsiteY7" fmla="*/ 22791 h 90400"/>
                  <a:gd name="connsiteX8" fmla="*/ 16532 w 39720"/>
                  <a:gd name="connsiteY8" fmla="*/ 22791 h 90400"/>
                  <a:gd name="connsiteX9" fmla="*/ 2450 w 39720"/>
                  <a:gd name="connsiteY9" fmla="*/ 71608 h 90400"/>
                  <a:gd name="connsiteX10" fmla="*/ 283 w 39720"/>
                  <a:gd name="connsiteY10" fmla="*/ 82456 h 90400"/>
                  <a:gd name="connsiteX11" fmla="*/ 8227 w 39720"/>
                  <a:gd name="connsiteY11" fmla="*/ 90411 h 90400"/>
                  <a:gd name="connsiteX12" fmla="*/ 28810 w 39720"/>
                  <a:gd name="connsiteY12" fmla="*/ 73778 h 90400"/>
                  <a:gd name="connsiteX13" fmla="*/ 27004 w 39720"/>
                  <a:gd name="connsiteY13" fmla="*/ 71608 h 90400"/>
                  <a:gd name="connsiteX14" fmla="*/ 14727 w 39720"/>
                  <a:gd name="connsiteY14" fmla="*/ 82456 h 90400"/>
                  <a:gd name="connsiteX15" fmla="*/ 12199 w 39720"/>
                  <a:gd name="connsiteY15" fmla="*/ 80287 h 90400"/>
                  <a:gd name="connsiteX16" fmla="*/ 14005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88" y="22791"/>
                    </a:moveTo>
                    <a:lnTo>
                      <a:pt x="38559" y="22791"/>
                    </a:lnTo>
                    <a:lnTo>
                      <a:pt x="40004" y="17729"/>
                    </a:lnTo>
                    <a:lnTo>
                      <a:pt x="29532" y="17729"/>
                    </a:lnTo>
                    <a:lnTo>
                      <a:pt x="34587" y="11"/>
                    </a:lnTo>
                    <a:lnTo>
                      <a:pt x="30976" y="11"/>
                    </a:lnTo>
                    <a:cubicBezTo>
                      <a:pt x="22310" y="11220"/>
                      <a:pt x="16171" y="15559"/>
                      <a:pt x="6422" y="17729"/>
                    </a:cubicBezTo>
                    <a:lnTo>
                      <a:pt x="5338" y="22791"/>
                    </a:lnTo>
                    <a:lnTo>
                      <a:pt x="16532" y="22791"/>
                    </a:lnTo>
                    <a:lnTo>
                      <a:pt x="2450" y="71608"/>
                    </a:lnTo>
                    <a:cubicBezTo>
                      <a:pt x="1366" y="75586"/>
                      <a:pt x="283" y="80287"/>
                      <a:pt x="283" y="82456"/>
                    </a:cubicBezTo>
                    <a:cubicBezTo>
                      <a:pt x="283" y="87157"/>
                      <a:pt x="3533" y="90411"/>
                      <a:pt x="8227" y="90411"/>
                    </a:cubicBezTo>
                    <a:cubicBezTo>
                      <a:pt x="14366" y="90411"/>
                      <a:pt x="20866" y="84987"/>
                      <a:pt x="28810" y="73778"/>
                    </a:cubicBezTo>
                    <a:lnTo>
                      <a:pt x="27004" y="71608"/>
                    </a:lnTo>
                    <a:cubicBezTo>
                      <a:pt x="21949" y="78117"/>
                      <a:pt x="17255" y="82456"/>
                      <a:pt x="14727" y="82456"/>
                    </a:cubicBezTo>
                    <a:cubicBezTo>
                      <a:pt x="13644" y="82456"/>
                      <a:pt x="12199" y="81371"/>
                      <a:pt x="12199" y="80287"/>
                    </a:cubicBezTo>
                    <a:cubicBezTo>
                      <a:pt x="12199" y="79202"/>
                      <a:pt x="12199" y="79202"/>
                      <a:pt x="14005" y="72693"/>
                    </a:cubicBezTo>
                    <a:close/>
                  </a:path>
                </a:pathLst>
              </a:custGeom>
              <a:solidFill>
                <a:srgbClr val="000000"/>
              </a:solidFill>
              <a:ln w="23090" cap="flat">
                <a:noFill/>
                <a:prstDash val="solid"/>
                <a:miter/>
              </a:ln>
            </p:spPr>
            <p:txBody>
              <a:bodyPr rtlCol="0" anchor="ctr"/>
              <a:lstStyle/>
              <a:p>
                <a:endParaRPr lang="zh-CN" altLang="en-US"/>
              </a:p>
            </p:txBody>
          </p:sp>
          <p:sp>
            <p:nvSpPr>
              <p:cNvPr id="484" name="任意多边形: 形状 483"/>
              <p:cNvSpPr/>
              <p:nvPr/>
            </p:nvSpPr>
            <p:spPr>
              <a:xfrm>
                <a:off x="9244288" y="2723245"/>
                <a:ext cx="36831" cy="102333"/>
              </a:xfrm>
              <a:custGeom>
                <a:avLst/>
                <a:gdLst>
                  <a:gd name="connsiteX0" fmla="*/ 26645 w 36831"/>
                  <a:gd name="connsiteY0" fmla="*/ 82818 h 102333"/>
                  <a:gd name="connsiteX1" fmla="*/ 15090 w 36831"/>
                  <a:gd name="connsiteY1" fmla="*/ 93666 h 102333"/>
                  <a:gd name="connsiteX2" fmla="*/ 12923 w 36831"/>
                  <a:gd name="connsiteY2" fmla="*/ 91496 h 102333"/>
                  <a:gd name="connsiteX3" fmla="*/ 13284 w 36831"/>
                  <a:gd name="connsiteY3" fmla="*/ 88965 h 102333"/>
                  <a:gd name="connsiteX4" fmla="*/ 30978 w 36831"/>
                  <a:gd name="connsiteY4" fmla="*/ 27131 h 102333"/>
                  <a:gd name="connsiteX5" fmla="*/ 7146 w 36831"/>
                  <a:gd name="connsiteY5" fmla="*/ 31108 h 102333"/>
                  <a:gd name="connsiteX6" fmla="*/ 6424 w 36831"/>
                  <a:gd name="connsiteY6" fmla="*/ 34363 h 102333"/>
                  <a:gd name="connsiteX7" fmla="*/ 11479 w 36831"/>
                  <a:gd name="connsiteY7" fmla="*/ 33640 h 102333"/>
                  <a:gd name="connsiteX8" fmla="*/ 15812 w 36831"/>
                  <a:gd name="connsiteY8" fmla="*/ 37617 h 102333"/>
                  <a:gd name="connsiteX9" fmla="*/ 14729 w 36831"/>
                  <a:gd name="connsiteY9" fmla="*/ 44488 h 102333"/>
                  <a:gd name="connsiteX10" fmla="*/ 1368 w 36831"/>
                  <a:gd name="connsiteY10" fmla="*/ 90411 h 102333"/>
                  <a:gd name="connsiteX11" fmla="*/ 285 w 36831"/>
                  <a:gd name="connsiteY11" fmla="*/ 96197 h 102333"/>
                  <a:gd name="connsiteX12" fmla="*/ 7146 w 36831"/>
                  <a:gd name="connsiteY12" fmla="*/ 102344 h 102333"/>
                  <a:gd name="connsiteX13" fmla="*/ 27728 w 36831"/>
                  <a:gd name="connsiteY13" fmla="*/ 86434 h 102333"/>
                  <a:gd name="connsiteX14" fmla="*/ 29173 w 36831"/>
                  <a:gd name="connsiteY14" fmla="*/ 11 h 102333"/>
                  <a:gd name="connsiteX15" fmla="*/ 20506 w 36831"/>
                  <a:gd name="connsiteY15" fmla="*/ 7966 h 102333"/>
                  <a:gd name="connsiteX16" fmla="*/ 28812 w 36831"/>
                  <a:gd name="connsiteY16" fmla="*/ 16283 h 102333"/>
                  <a:gd name="connsiteX17" fmla="*/ 37117 w 36831"/>
                  <a:gd name="connsiteY17" fmla="*/ 7966 h 102333"/>
                  <a:gd name="connsiteX18" fmla="*/ 29173 w 36831"/>
                  <a:gd name="connsiteY18" fmla="*/ 11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45" y="82818"/>
                    </a:moveTo>
                    <a:cubicBezTo>
                      <a:pt x="22673" y="88965"/>
                      <a:pt x="17618" y="93666"/>
                      <a:pt x="15090" y="93666"/>
                    </a:cubicBezTo>
                    <a:cubicBezTo>
                      <a:pt x="14007" y="93666"/>
                      <a:pt x="12923" y="92581"/>
                      <a:pt x="12923" y="91496"/>
                    </a:cubicBezTo>
                    <a:cubicBezTo>
                      <a:pt x="12923" y="90773"/>
                      <a:pt x="12923" y="90050"/>
                      <a:pt x="13284" y="88965"/>
                    </a:cubicBezTo>
                    <a:lnTo>
                      <a:pt x="30978" y="27131"/>
                    </a:lnTo>
                    <a:cubicBezTo>
                      <a:pt x="23034" y="29300"/>
                      <a:pt x="14368" y="30747"/>
                      <a:pt x="7146" y="31108"/>
                    </a:cubicBezTo>
                    <a:lnTo>
                      <a:pt x="6424" y="34363"/>
                    </a:lnTo>
                    <a:cubicBezTo>
                      <a:pt x="8951" y="34001"/>
                      <a:pt x="10396" y="33640"/>
                      <a:pt x="11479" y="33640"/>
                    </a:cubicBezTo>
                    <a:cubicBezTo>
                      <a:pt x="14729" y="33640"/>
                      <a:pt x="15812" y="34724"/>
                      <a:pt x="15812" y="37617"/>
                    </a:cubicBezTo>
                    <a:cubicBezTo>
                      <a:pt x="15812" y="39064"/>
                      <a:pt x="15451" y="40872"/>
                      <a:pt x="14729" y="44488"/>
                    </a:cubicBezTo>
                    <a:lnTo>
                      <a:pt x="1368" y="90411"/>
                    </a:lnTo>
                    <a:cubicBezTo>
                      <a:pt x="646" y="92581"/>
                      <a:pt x="285" y="94751"/>
                      <a:pt x="285" y="96197"/>
                    </a:cubicBezTo>
                    <a:cubicBezTo>
                      <a:pt x="285" y="99452"/>
                      <a:pt x="3535" y="102344"/>
                      <a:pt x="7146" y="102344"/>
                    </a:cubicBezTo>
                    <a:cubicBezTo>
                      <a:pt x="12201" y="102344"/>
                      <a:pt x="19423" y="96559"/>
                      <a:pt x="27728" y="86434"/>
                    </a:cubicBezTo>
                    <a:close/>
                    <a:moveTo>
                      <a:pt x="29173" y="11"/>
                    </a:moveTo>
                    <a:cubicBezTo>
                      <a:pt x="24478" y="11"/>
                      <a:pt x="20506" y="3627"/>
                      <a:pt x="20506" y="7966"/>
                    </a:cubicBezTo>
                    <a:cubicBezTo>
                      <a:pt x="20506" y="12667"/>
                      <a:pt x="24478" y="16283"/>
                      <a:pt x="28812" y="16283"/>
                    </a:cubicBezTo>
                    <a:cubicBezTo>
                      <a:pt x="33506" y="16283"/>
                      <a:pt x="37117" y="12667"/>
                      <a:pt x="37117" y="7966"/>
                    </a:cubicBezTo>
                    <a:cubicBezTo>
                      <a:pt x="37117" y="3627"/>
                      <a:pt x="33506" y="11"/>
                      <a:pt x="29173" y="11"/>
                    </a:cubicBezTo>
                    <a:close/>
                  </a:path>
                </a:pathLst>
              </a:custGeom>
              <a:solidFill>
                <a:srgbClr val="000000"/>
              </a:solidFill>
              <a:ln w="23090" cap="flat">
                <a:noFill/>
                <a:prstDash val="solid"/>
                <a:miter/>
              </a:ln>
            </p:spPr>
            <p:txBody>
              <a:bodyPr rtlCol="0" anchor="ctr"/>
              <a:lstStyle/>
              <a:p>
                <a:endParaRPr lang="zh-CN" altLang="en-US"/>
              </a:p>
            </p:txBody>
          </p:sp>
          <p:sp>
            <p:nvSpPr>
              <p:cNvPr id="485" name="任意多边形: 形状 484"/>
              <p:cNvSpPr/>
              <p:nvPr/>
            </p:nvSpPr>
            <p:spPr>
              <a:xfrm>
                <a:off x="9285652" y="2734816"/>
                <a:ext cx="39720" cy="90400"/>
              </a:xfrm>
              <a:custGeom>
                <a:avLst/>
                <a:gdLst>
                  <a:gd name="connsiteX0" fmla="*/ 28091 w 39720"/>
                  <a:gd name="connsiteY0" fmla="*/ 22791 h 90400"/>
                  <a:gd name="connsiteX1" fmla="*/ 38563 w 39720"/>
                  <a:gd name="connsiteY1" fmla="*/ 22791 h 90400"/>
                  <a:gd name="connsiteX2" fmla="*/ 40007 w 39720"/>
                  <a:gd name="connsiteY2" fmla="*/ 17729 h 90400"/>
                  <a:gd name="connsiteX3" fmla="*/ 29536 w 39720"/>
                  <a:gd name="connsiteY3" fmla="*/ 17729 h 90400"/>
                  <a:gd name="connsiteX4" fmla="*/ 34591 w 39720"/>
                  <a:gd name="connsiteY4" fmla="*/ 11 h 90400"/>
                  <a:gd name="connsiteX5" fmla="*/ 30980 w 39720"/>
                  <a:gd name="connsiteY5" fmla="*/ 11 h 90400"/>
                  <a:gd name="connsiteX6" fmla="*/ 6425 w 39720"/>
                  <a:gd name="connsiteY6" fmla="*/ 17729 h 90400"/>
                  <a:gd name="connsiteX7" fmla="*/ 5342 w 39720"/>
                  <a:gd name="connsiteY7" fmla="*/ 22791 h 90400"/>
                  <a:gd name="connsiteX8" fmla="*/ 16536 w 39720"/>
                  <a:gd name="connsiteY8" fmla="*/ 22791 h 90400"/>
                  <a:gd name="connsiteX9" fmla="*/ 2453 w 39720"/>
                  <a:gd name="connsiteY9" fmla="*/ 71608 h 90400"/>
                  <a:gd name="connsiteX10" fmla="*/ 287 w 39720"/>
                  <a:gd name="connsiteY10" fmla="*/ 82456 h 90400"/>
                  <a:gd name="connsiteX11" fmla="*/ 8231 w 39720"/>
                  <a:gd name="connsiteY11" fmla="*/ 90411 h 90400"/>
                  <a:gd name="connsiteX12" fmla="*/ 28813 w 39720"/>
                  <a:gd name="connsiteY12" fmla="*/ 73778 h 90400"/>
                  <a:gd name="connsiteX13" fmla="*/ 27008 w 39720"/>
                  <a:gd name="connsiteY13" fmla="*/ 71608 h 90400"/>
                  <a:gd name="connsiteX14" fmla="*/ 14731 w 39720"/>
                  <a:gd name="connsiteY14" fmla="*/ 82456 h 90400"/>
                  <a:gd name="connsiteX15" fmla="*/ 12203 w 39720"/>
                  <a:gd name="connsiteY15" fmla="*/ 80287 h 90400"/>
                  <a:gd name="connsiteX16" fmla="*/ 14008 w 39720"/>
                  <a:gd name="connsiteY16" fmla="*/ 72693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91" y="22791"/>
                    </a:moveTo>
                    <a:lnTo>
                      <a:pt x="38563" y="22791"/>
                    </a:lnTo>
                    <a:lnTo>
                      <a:pt x="40007" y="17729"/>
                    </a:lnTo>
                    <a:lnTo>
                      <a:pt x="29536" y="17729"/>
                    </a:lnTo>
                    <a:lnTo>
                      <a:pt x="34591" y="11"/>
                    </a:lnTo>
                    <a:lnTo>
                      <a:pt x="30980" y="11"/>
                    </a:lnTo>
                    <a:cubicBezTo>
                      <a:pt x="22314" y="11220"/>
                      <a:pt x="16175" y="15559"/>
                      <a:pt x="6425" y="17729"/>
                    </a:cubicBezTo>
                    <a:lnTo>
                      <a:pt x="5342" y="22791"/>
                    </a:lnTo>
                    <a:lnTo>
                      <a:pt x="16536" y="22791"/>
                    </a:lnTo>
                    <a:lnTo>
                      <a:pt x="2453" y="71608"/>
                    </a:lnTo>
                    <a:cubicBezTo>
                      <a:pt x="1370" y="75586"/>
                      <a:pt x="287" y="80287"/>
                      <a:pt x="287" y="82456"/>
                    </a:cubicBezTo>
                    <a:cubicBezTo>
                      <a:pt x="287" y="87157"/>
                      <a:pt x="3537" y="90411"/>
                      <a:pt x="8231" y="90411"/>
                    </a:cubicBezTo>
                    <a:cubicBezTo>
                      <a:pt x="14369" y="90411"/>
                      <a:pt x="20869" y="84987"/>
                      <a:pt x="28813" y="73778"/>
                    </a:cubicBezTo>
                    <a:lnTo>
                      <a:pt x="27008" y="71608"/>
                    </a:lnTo>
                    <a:cubicBezTo>
                      <a:pt x="21952" y="78117"/>
                      <a:pt x="17258" y="82456"/>
                      <a:pt x="14731" y="82456"/>
                    </a:cubicBezTo>
                    <a:cubicBezTo>
                      <a:pt x="13647" y="82456"/>
                      <a:pt x="12203" y="81371"/>
                      <a:pt x="12203" y="80287"/>
                    </a:cubicBezTo>
                    <a:cubicBezTo>
                      <a:pt x="12203" y="79202"/>
                      <a:pt x="12203" y="79202"/>
                      <a:pt x="14008" y="72693"/>
                    </a:cubicBezTo>
                    <a:close/>
                  </a:path>
                </a:pathLst>
              </a:custGeom>
              <a:solidFill>
                <a:srgbClr val="000000"/>
              </a:solidFill>
              <a:ln w="23090" cap="flat">
                <a:noFill/>
                <a:prstDash val="solid"/>
                <a:miter/>
              </a:ln>
            </p:spPr>
            <p:txBody>
              <a:bodyPr rtlCol="0" anchor="ctr"/>
              <a:lstStyle/>
              <a:p>
                <a:endParaRPr lang="zh-CN" altLang="en-US"/>
              </a:p>
            </p:txBody>
          </p:sp>
          <p:sp>
            <p:nvSpPr>
              <p:cNvPr id="486" name="任意多边形: 形状 485"/>
              <p:cNvSpPr/>
              <p:nvPr/>
            </p:nvSpPr>
            <p:spPr>
              <a:xfrm>
                <a:off x="9327563" y="2714205"/>
                <a:ext cx="41164" cy="111012"/>
              </a:xfrm>
              <a:custGeom>
                <a:avLst/>
                <a:gdLst>
                  <a:gd name="connsiteX0" fmla="*/ 25926 w 41164"/>
                  <a:gd name="connsiteY0" fmla="*/ 93666 h 111012"/>
                  <a:gd name="connsiteX1" fmla="*/ 14732 w 41164"/>
                  <a:gd name="connsiteY1" fmla="*/ 103068 h 111012"/>
                  <a:gd name="connsiteX2" fmla="*/ 12566 w 41164"/>
                  <a:gd name="connsiteY2" fmla="*/ 100898 h 111012"/>
                  <a:gd name="connsiteX3" fmla="*/ 12927 w 41164"/>
                  <a:gd name="connsiteY3" fmla="*/ 99090 h 111012"/>
                  <a:gd name="connsiteX4" fmla="*/ 41454 w 41164"/>
                  <a:gd name="connsiteY4" fmla="*/ 11 h 111012"/>
                  <a:gd name="connsiteX5" fmla="*/ 19427 w 41164"/>
                  <a:gd name="connsiteY5" fmla="*/ 3265 h 111012"/>
                  <a:gd name="connsiteX6" fmla="*/ 18705 w 41164"/>
                  <a:gd name="connsiteY6" fmla="*/ 6158 h 111012"/>
                  <a:gd name="connsiteX7" fmla="*/ 20149 w 41164"/>
                  <a:gd name="connsiteY7" fmla="*/ 6158 h 111012"/>
                  <a:gd name="connsiteX8" fmla="*/ 23038 w 41164"/>
                  <a:gd name="connsiteY8" fmla="*/ 5796 h 111012"/>
                  <a:gd name="connsiteX9" fmla="*/ 26649 w 41164"/>
                  <a:gd name="connsiteY9" fmla="*/ 9051 h 111012"/>
                  <a:gd name="connsiteX10" fmla="*/ 25926 w 41164"/>
                  <a:gd name="connsiteY10" fmla="*/ 13751 h 111012"/>
                  <a:gd name="connsiteX11" fmla="*/ 1372 w 41164"/>
                  <a:gd name="connsiteY11" fmla="*/ 99090 h 111012"/>
                  <a:gd name="connsiteX12" fmla="*/ 289 w 41164"/>
                  <a:gd name="connsiteY12" fmla="*/ 104153 h 111012"/>
                  <a:gd name="connsiteX13" fmla="*/ 7149 w 41164"/>
                  <a:gd name="connsiteY13" fmla="*/ 111023 h 111012"/>
                  <a:gd name="connsiteX14" fmla="*/ 27732 w 41164"/>
                  <a:gd name="connsiteY14" fmla="*/ 95836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26" y="93666"/>
                    </a:moveTo>
                    <a:cubicBezTo>
                      <a:pt x="18705" y="102345"/>
                      <a:pt x="17260" y="103068"/>
                      <a:pt x="14732" y="103068"/>
                    </a:cubicBezTo>
                    <a:cubicBezTo>
                      <a:pt x="13649" y="103068"/>
                      <a:pt x="12566" y="102345"/>
                      <a:pt x="12566" y="100898"/>
                    </a:cubicBezTo>
                    <a:cubicBezTo>
                      <a:pt x="12566" y="100537"/>
                      <a:pt x="12927" y="99813"/>
                      <a:pt x="12927" y="99090"/>
                    </a:cubicBezTo>
                    <a:lnTo>
                      <a:pt x="41454" y="11"/>
                    </a:lnTo>
                    <a:cubicBezTo>
                      <a:pt x="31343" y="1819"/>
                      <a:pt x="29898" y="2180"/>
                      <a:pt x="19427" y="3265"/>
                    </a:cubicBezTo>
                    <a:lnTo>
                      <a:pt x="18705" y="6158"/>
                    </a:lnTo>
                    <a:lnTo>
                      <a:pt x="20149" y="6158"/>
                    </a:lnTo>
                    <a:cubicBezTo>
                      <a:pt x="21593" y="6158"/>
                      <a:pt x="22316" y="5796"/>
                      <a:pt x="23038" y="5796"/>
                    </a:cubicBezTo>
                    <a:cubicBezTo>
                      <a:pt x="24843" y="5796"/>
                      <a:pt x="26649" y="7243"/>
                      <a:pt x="26649" y="9051"/>
                    </a:cubicBezTo>
                    <a:cubicBezTo>
                      <a:pt x="26649" y="9774"/>
                      <a:pt x="26287" y="11220"/>
                      <a:pt x="25926" y="13751"/>
                    </a:cubicBezTo>
                    <a:lnTo>
                      <a:pt x="1372" y="99090"/>
                    </a:lnTo>
                    <a:cubicBezTo>
                      <a:pt x="289" y="102345"/>
                      <a:pt x="289" y="103068"/>
                      <a:pt x="289" y="104153"/>
                    </a:cubicBezTo>
                    <a:cubicBezTo>
                      <a:pt x="289" y="108130"/>
                      <a:pt x="3177" y="111023"/>
                      <a:pt x="7149" y="111023"/>
                    </a:cubicBezTo>
                    <a:cubicBezTo>
                      <a:pt x="13288" y="111023"/>
                      <a:pt x="17621" y="107769"/>
                      <a:pt x="27732" y="95836"/>
                    </a:cubicBezTo>
                    <a:close/>
                  </a:path>
                </a:pathLst>
              </a:custGeom>
              <a:solidFill>
                <a:srgbClr val="000000"/>
              </a:solidFill>
              <a:ln w="23090" cap="flat">
                <a:noFill/>
                <a:prstDash val="solid"/>
                <a:miter/>
              </a:ln>
            </p:spPr>
            <p:txBody>
              <a:bodyPr rtlCol="0" anchor="ctr"/>
              <a:lstStyle/>
              <a:p>
                <a:endParaRPr lang="zh-CN" altLang="en-US"/>
              </a:p>
            </p:txBody>
          </p:sp>
          <p:sp>
            <p:nvSpPr>
              <p:cNvPr id="487" name="任意多边形: 形状 486"/>
              <p:cNvSpPr/>
              <p:nvPr/>
            </p:nvSpPr>
            <p:spPr>
              <a:xfrm>
                <a:off x="9366599" y="2750727"/>
                <a:ext cx="59580" cy="74490"/>
              </a:xfrm>
              <a:custGeom>
                <a:avLst/>
                <a:gdLst>
                  <a:gd name="connsiteX0" fmla="*/ 49399 w 59580"/>
                  <a:gd name="connsiteY0" fmla="*/ 55336 h 74490"/>
                  <a:gd name="connsiteX1" fmla="*/ 28456 w 59580"/>
                  <a:gd name="connsiteY1" fmla="*/ 66184 h 74490"/>
                  <a:gd name="connsiteX2" fmla="*/ 13290 w 59580"/>
                  <a:gd name="connsiteY2" fmla="*/ 49550 h 74490"/>
                  <a:gd name="connsiteX3" fmla="*/ 14012 w 59580"/>
                  <a:gd name="connsiteY3" fmla="*/ 41233 h 74490"/>
                  <a:gd name="connsiteX4" fmla="*/ 41455 w 59580"/>
                  <a:gd name="connsiteY4" fmla="*/ 35448 h 74490"/>
                  <a:gd name="connsiteX5" fmla="*/ 59871 w 59580"/>
                  <a:gd name="connsiteY5" fmla="*/ 11943 h 74490"/>
                  <a:gd name="connsiteX6" fmla="*/ 44705 w 59580"/>
                  <a:gd name="connsiteY6" fmla="*/ 11 h 74490"/>
                  <a:gd name="connsiteX7" fmla="*/ 290 w 59580"/>
                  <a:gd name="connsiteY7" fmla="*/ 50273 h 74490"/>
                  <a:gd name="connsiteX8" fmla="*/ 21595 w 59580"/>
                  <a:gd name="connsiteY8" fmla="*/ 74501 h 74490"/>
                  <a:gd name="connsiteX9" fmla="*/ 52649 w 59580"/>
                  <a:gd name="connsiteY9" fmla="*/ 57506 h 74490"/>
                  <a:gd name="connsiteX10" fmla="*/ 15095 w 59580"/>
                  <a:gd name="connsiteY10" fmla="*/ 36894 h 74490"/>
                  <a:gd name="connsiteX11" fmla="*/ 41816 w 59580"/>
                  <a:gd name="connsiteY11" fmla="*/ 4711 h 74490"/>
                  <a:gd name="connsiteX12" fmla="*/ 48316 w 59580"/>
                  <a:gd name="connsiteY12" fmla="*/ 11582 h 74490"/>
                  <a:gd name="connsiteX13" fmla="*/ 42539 w 59580"/>
                  <a:gd name="connsiteY13" fmla="*/ 25323 h 74490"/>
                  <a:gd name="connsiteX14" fmla="*/ 21595 w 59580"/>
                  <a:gd name="connsiteY14" fmla="*/ 36532 h 74490"/>
                  <a:gd name="connsiteX15" fmla="*/ 15095 w 59580"/>
                  <a:gd name="connsiteY15" fmla="*/ 36894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99" y="55336"/>
                    </a:moveTo>
                    <a:cubicBezTo>
                      <a:pt x="42539" y="62930"/>
                      <a:pt x="35678" y="66184"/>
                      <a:pt x="28456" y="66184"/>
                    </a:cubicBezTo>
                    <a:cubicBezTo>
                      <a:pt x="19790" y="66184"/>
                      <a:pt x="13290" y="59314"/>
                      <a:pt x="13290" y="49550"/>
                    </a:cubicBezTo>
                    <a:cubicBezTo>
                      <a:pt x="13290" y="47019"/>
                      <a:pt x="13651" y="44126"/>
                      <a:pt x="14012" y="41233"/>
                    </a:cubicBezTo>
                    <a:cubicBezTo>
                      <a:pt x="26650" y="40510"/>
                      <a:pt x="33872" y="39064"/>
                      <a:pt x="41455" y="35448"/>
                    </a:cubicBezTo>
                    <a:cubicBezTo>
                      <a:pt x="52649" y="30385"/>
                      <a:pt x="59871" y="20984"/>
                      <a:pt x="59871" y="11943"/>
                    </a:cubicBezTo>
                    <a:cubicBezTo>
                      <a:pt x="59871" y="5073"/>
                      <a:pt x="53371" y="11"/>
                      <a:pt x="44705" y="11"/>
                    </a:cubicBezTo>
                    <a:cubicBezTo>
                      <a:pt x="23039" y="11"/>
                      <a:pt x="290" y="26046"/>
                      <a:pt x="290" y="50273"/>
                    </a:cubicBezTo>
                    <a:cubicBezTo>
                      <a:pt x="290" y="64738"/>
                      <a:pt x="8957" y="74501"/>
                      <a:pt x="21595" y="74501"/>
                    </a:cubicBezTo>
                    <a:cubicBezTo>
                      <a:pt x="31706" y="74501"/>
                      <a:pt x="40372" y="69438"/>
                      <a:pt x="52649" y="57506"/>
                    </a:cubicBezTo>
                    <a:close/>
                    <a:moveTo>
                      <a:pt x="15095" y="36894"/>
                    </a:moveTo>
                    <a:cubicBezTo>
                      <a:pt x="20512" y="18452"/>
                      <a:pt x="32067" y="4711"/>
                      <a:pt x="41816" y="4711"/>
                    </a:cubicBezTo>
                    <a:cubicBezTo>
                      <a:pt x="45427" y="4711"/>
                      <a:pt x="48316" y="7604"/>
                      <a:pt x="48316" y="11582"/>
                    </a:cubicBezTo>
                    <a:cubicBezTo>
                      <a:pt x="48316" y="15921"/>
                      <a:pt x="46149" y="20984"/>
                      <a:pt x="42539" y="25323"/>
                    </a:cubicBezTo>
                    <a:cubicBezTo>
                      <a:pt x="37122" y="31108"/>
                      <a:pt x="30261" y="35086"/>
                      <a:pt x="21595" y="36532"/>
                    </a:cubicBezTo>
                    <a:cubicBezTo>
                      <a:pt x="20151" y="36532"/>
                      <a:pt x="17984" y="36894"/>
                      <a:pt x="15095" y="36894"/>
                    </a:cubicBezTo>
                    <a:close/>
                  </a:path>
                </a:pathLst>
              </a:custGeom>
              <a:solidFill>
                <a:srgbClr val="000000"/>
              </a:solidFill>
              <a:ln w="23090" cap="flat">
                <a:noFill/>
                <a:prstDash val="solid"/>
                <a:miter/>
              </a:ln>
            </p:spPr>
            <p:txBody>
              <a:bodyPr rtlCol="0" anchor="ctr"/>
              <a:lstStyle/>
              <a:p>
                <a:endParaRPr lang="zh-CN" altLang="en-US"/>
              </a:p>
            </p:txBody>
          </p:sp>
        </p:grpSp>
        <p:sp>
          <p:nvSpPr>
            <p:cNvPr id="260" name="任意多边形: 形状 259"/>
            <p:cNvSpPr/>
            <p:nvPr/>
          </p:nvSpPr>
          <p:spPr>
            <a:xfrm>
              <a:off x="10451961" y="3462835"/>
              <a:ext cx="125889" cy="196191"/>
            </a:xfrm>
            <a:custGeom>
              <a:avLst/>
              <a:gdLst>
                <a:gd name="connsiteX0" fmla="*/ 310 w 135050"/>
                <a:gd name="connsiteY0" fmla="*/ 60 h 187310"/>
                <a:gd name="connsiteX1" fmla="*/ 310 w 135050"/>
                <a:gd name="connsiteY1" fmla="*/ 4038 h 187310"/>
                <a:gd name="connsiteX2" fmla="*/ 5365 w 135050"/>
                <a:gd name="connsiteY2" fmla="*/ 4038 h 187310"/>
                <a:gd name="connsiteX3" fmla="*/ 19087 w 135050"/>
                <a:gd name="connsiteY3" fmla="*/ 20672 h 187310"/>
                <a:gd name="connsiteX4" fmla="*/ 19087 w 135050"/>
                <a:gd name="connsiteY4" fmla="*/ 167121 h 187310"/>
                <a:gd name="connsiteX5" fmla="*/ 5365 w 135050"/>
                <a:gd name="connsiteY5" fmla="*/ 183394 h 187310"/>
                <a:gd name="connsiteX6" fmla="*/ 671 w 135050"/>
                <a:gd name="connsiteY6" fmla="*/ 183394 h 187310"/>
                <a:gd name="connsiteX7" fmla="*/ 671 w 135050"/>
                <a:gd name="connsiteY7" fmla="*/ 187371 h 187310"/>
                <a:gd name="connsiteX8" fmla="*/ 57002 w 135050"/>
                <a:gd name="connsiteY8" fmla="*/ 187371 h 187310"/>
                <a:gd name="connsiteX9" fmla="*/ 57002 w 135050"/>
                <a:gd name="connsiteY9" fmla="*/ 183394 h 187310"/>
                <a:gd name="connsiteX10" fmla="*/ 51947 w 135050"/>
                <a:gd name="connsiteY10" fmla="*/ 183394 h 187310"/>
                <a:gd name="connsiteX11" fmla="*/ 38586 w 135050"/>
                <a:gd name="connsiteY11" fmla="*/ 167121 h 187310"/>
                <a:gd name="connsiteX12" fmla="*/ 38586 w 135050"/>
                <a:gd name="connsiteY12" fmla="*/ 20672 h 187310"/>
                <a:gd name="connsiteX13" fmla="*/ 52308 w 135050"/>
                <a:gd name="connsiteY13" fmla="*/ 4038 h 187310"/>
                <a:gd name="connsiteX14" fmla="*/ 83723 w 135050"/>
                <a:gd name="connsiteY14" fmla="*/ 4038 h 187310"/>
                <a:gd name="connsiteX15" fmla="*/ 97445 w 135050"/>
                <a:gd name="connsiteY15" fmla="*/ 20672 h 187310"/>
                <a:gd name="connsiteX16" fmla="*/ 97445 w 135050"/>
                <a:gd name="connsiteY16" fmla="*/ 167121 h 187310"/>
                <a:gd name="connsiteX17" fmla="*/ 83723 w 135050"/>
                <a:gd name="connsiteY17" fmla="*/ 183394 h 187310"/>
                <a:gd name="connsiteX18" fmla="*/ 79029 w 135050"/>
                <a:gd name="connsiteY18" fmla="*/ 183394 h 187310"/>
                <a:gd name="connsiteX19" fmla="*/ 79029 w 135050"/>
                <a:gd name="connsiteY19" fmla="*/ 187371 h 187310"/>
                <a:gd name="connsiteX20" fmla="*/ 134999 w 135050"/>
                <a:gd name="connsiteY20" fmla="*/ 187371 h 187310"/>
                <a:gd name="connsiteX21" fmla="*/ 134999 w 135050"/>
                <a:gd name="connsiteY21" fmla="*/ 183394 h 187310"/>
                <a:gd name="connsiteX22" fmla="*/ 130305 w 135050"/>
                <a:gd name="connsiteY22" fmla="*/ 183394 h 187310"/>
                <a:gd name="connsiteX23" fmla="*/ 116944 w 135050"/>
                <a:gd name="connsiteY23" fmla="*/ 167121 h 187310"/>
                <a:gd name="connsiteX24" fmla="*/ 116944 w 135050"/>
                <a:gd name="connsiteY24" fmla="*/ 20672 h 187310"/>
                <a:gd name="connsiteX25" fmla="*/ 130666 w 135050"/>
                <a:gd name="connsiteY25" fmla="*/ 4038 h 187310"/>
                <a:gd name="connsiteX26" fmla="*/ 135360 w 135050"/>
                <a:gd name="connsiteY26" fmla="*/ 4038 h 187310"/>
                <a:gd name="connsiteX27" fmla="*/ 135360 w 135050"/>
                <a:gd name="connsiteY27" fmla="*/ 60 h 1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050" h="187310">
                  <a:moveTo>
                    <a:pt x="310" y="60"/>
                  </a:moveTo>
                  <a:lnTo>
                    <a:pt x="310" y="4038"/>
                  </a:lnTo>
                  <a:lnTo>
                    <a:pt x="5365" y="4038"/>
                  </a:lnTo>
                  <a:cubicBezTo>
                    <a:pt x="17281" y="4038"/>
                    <a:pt x="19087" y="6207"/>
                    <a:pt x="19087" y="20672"/>
                  </a:cubicBezTo>
                  <a:lnTo>
                    <a:pt x="19087" y="167121"/>
                  </a:lnTo>
                  <a:cubicBezTo>
                    <a:pt x="19087" y="181585"/>
                    <a:pt x="17281" y="183394"/>
                    <a:pt x="5365" y="183394"/>
                  </a:cubicBezTo>
                  <a:lnTo>
                    <a:pt x="671" y="183394"/>
                  </a:lnTo>
                  <a:lnTo>
                    <a:pt x="671" y="187371"/>
                  </a:lnTo>
                  <a:lnTo>
                    <a:pt x="57002" y="187371"/>
                  </a:lnTo>
                  <a:lnTo>
                    <a:pt x="57002" y="183394"/>
                  </a:lnTo>
                  <a:lnTo>
                    <a:pt x="51947" y="183394"/>
                  </a:lnTo>
                  <a:cubicBezTo>
                    <a:pt x="40392" y="183394"/>
                    <a:pt x="38586" y="181224"/>
                    <a:pt x="38586" y="167121"/>
                  </a:cubicBezTo>
                  <a:lnTo>
                    <a:pt x="38586" y="20672"/>
                  </a:lnTo>
                  <a:cubicBezTo>
                    <a:pt x="38586" y="6207"/>
                    <a:pt x="40392" y="4038"/>
                    <a:pt x="52308" y="4038"/>
                  </a:cubicBezTo>
                  <a:lnTo>
                    <a:pt x="83723" y="4038"/>
                  </a:lnTo>
                  <a:cubicBezTo>
                    <a:pt x="95278" y="4038"/>
                    <a:pt x="97445" y="6207"/>
                    <a:pt x="97445" y="20672"/>
                  </a:cubicBezTo>
                  <a:lnTo>
                    <a:pt x="97445" y="167121"/>
                  </a:lnTo>
                  <a:cubicBezTo>
                    <a:pt x="97445" y="181585"/>
                    <a:pt x="95278" y="183394"/>
                    <a:pt x="83723" y="183394"/>
                  </a:cubicBezTo>
                  <a:lnTo>
                    <a:pt x="79029" y="183394"/>
                  </a:lnTo>
                  <a:lnTo>
                    <a:pt x="79029" y="187371"/>
                  </a:lnTo>
                  <a:lnTo>
                    <a:pt x="134999" y="187371"/>
                  </a:lnTo>
                  <a:lnTo>
                    <a:pt x="134999" y="183394"/>
                  </a:lnTo>
                  <a:lnTo>
                    <a:pt x="130305" y="183394"/>
                  </a:lnTo>
                  <a:cubicBezTo>
                    <a:pt x="118750" y="183394"/>
                    <a:pt x="116944" y="181224"/>
                    <a:pt x="116944" y="167121"/>
                  </a:cubicBezTo>
                  <a:lnTo>
                    <a:pt x="116944" y="20672"/>
                  </a:lnTo>
                  <a:cubicBezTo>
                    <a:pt x="116944" y="6207"/>
                    <a:pt x="118750" y="4038"/>
                    <a:pt x="130666" y="4038"/>
                  </a:cubicBezTo>
                  <a:lnTo>
                    <a:pt x="135360" y="4038"/>
                  </a:lnTo>
                  <a:lnTo>
                    <a:pt x="135360" y="60"/>
                  </a:lnTo>
                  <a:close/>
                </a:path>
              </a:pathLst>
            </a:custGeom>
            <a:solidFill>
              <a:srgbClr val="000000"/>
            </a:solidFill>
            <a:ln w="23090" cap="flat">
              <a:noFill/>
              <a:prstDash val="solid"/>
              <a:miter/>
            </a:ln>
          </p:spPr>
          <p:txBody>
            <a:bodyPr rtlCol="0" anchor="ctr"/>
            <a:lstStyle/>
            <a:p>
              <a:endParaRPr lang="zh-CN" altLang="en-US"/>
            </a:p>
          </p:txBody>
        </p:sp>
        <p:grpSp>
          <p:nvGrpSpPr>
            <p:cNvPr id="261" name="Graphic 2"/>
            <p:cNvGrpSpPr/>
            <p:nvPr/>
          </p:nvGrpSpPr>
          <p:grpSpPr>
            <a:xfrm>
              <a:off x="10603004" y="3604488"/>
              <a:ext cx="251271" cy="78779"/>
              <a:chOff x="9979425" y="3970399"/>
              <a:chExt cx="269556" cy="75213"/>
            </a:xfrm>
          </p:grpSpPr>
          <p:sp>
            <p:nvSpPr>
              <p:cNvPr id="473" name="任意多边形: 形状 472"/>
              <p:cNvSpPr/>
              <p:nvPr/>
            </p:nvSpPr>
            <p:spPr>
              <a:xfrm>
                <a:off x="9979425" y="3971484"/>
                <a:ext cx="57414" cy="73767"/>
              </a:xfrm>
              <a:custGeom>
                <a:avLst/>
                <a:gdLst>
                  <a:gd name="connsiteX0" fmla="*/ 47981 w 57414"/>
                  <a:gd name="connsiteY0" fmla="*/ 54304 h 73767"/>
                  <a:gd name="connsiteX1" fmla="*/ 27399 w 57414"/>
                  <a:gd name="connsiteY1" fmla="*/ 66960 h 73767"/>
                  <a:gd name="connsiteX2" fmla="*/ 12955 w 57414"/>
                  <a:gd name="connsiteY2" fmla="*/ 49241 h 73767"/>
                  <a:gd name="connsiteX3" fmla="*/ 42565 w 57414"/>
                  <a:gd name="connsiteY3" fmla="*/ 3679 h 73767"/>
                  <a:gd name="connsiteX4" fmla="*/ 48704 w 57414"/>
                  <a:gd name="connsiteY4" fmla="*/ 8019 h 73767"/>
                  <a:gd name="connsiteX5" fmla="*/ 46176 w 57414"/>
                  <a:gd name="connsiteY5" fmla="*/ 11996 h 73767"/>
                  <a:gd name="connsiteX6" fmla="*/ 43648 w 57414"/>
                  <a:gd name="connsiteY6" fmla="*/ 17782 h 73767"/>
                  <a:gd name="connsiteX7" fmla="*/ 49426 w 57414"/>
                  <a:gd name="connsiteY7" fmla="*/ 23206 h 73767"/>
                  <a:gd name="connsiteX8" fmla="*/ 57731 w 57414"/>
                  <a:gd name="connsiteY8" fmla="*/ 12358 h 73767"/>
                  <a:gd name="connsiteX9" fmla="*/ 43287 w 57414"/>
                  <a:gd name="connsiteY9" fmla="*/ 63 h 73767"/>
                  <a:gd name="connsiteX10" fmla="*/ 317 w 57414"/>
                  <a:gd name="connsiteY10" fmla="*/ 49965 h 73767"/>
                  <a:gd name="connsiteX11" fmla="*/ 5733 w 57414"/>
                  <a:gd name="connsiteY11" fmla="*/ 67322 h 73767"/>
                  <a:gd name="connsiteX12" fmla="*/ 20538 w 57414"/>
                  <a:gd name="connsiteY12" fmla="*/ 73831 h 73767"/>
                  <a:gd name="connsiteX13" fmla="*/ 50870 w 57414"/>
                  <a:gd name="connsiteY13" fmla="*/ 55750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414" h="73767">
                    <a:moveTo>
                      <a:pt x="47981" y="54304"/>
                    </a:moveTo>
                    <a:cubicBezTo>
                      <a:pt x="42204" y="62259"/>
                      <a:pt x="34982" y="66960"/>
                      <a:pt x="27399" y="66960"/>
                    </a:cubicBezTo>
                    <a:cubicBezTo>
                      <a:pt x="19094" y="66960"/>
                      <a:pt x="12955" y="59728"/>
                      <a:pt x="12955" y="49241"/>
                    </a:cubicBezTo>
                    <a:cubicBezTo>
                      <a:pt x="12955" y="27184"/>
                      <a:pt x="28482" y="3679"/>
                      <a:pt x="42565" y="3679"/>
                    </a:cubicBezTo>
                    <a:cubicBezTo>
                      <a:pt x="45815" y="3679"/>
                      <a:pt x="48704" y="5849"/>
                      <a:pt x="48704" y="8019"/>
                    </a:cubicBezTo>
                    <a:cubicBezTo>
                      <a:pt x="48704" y="9465"/>
                      <a:pt x="48343" y="9827"/>
                      <a:pt x="46176" y="11996"/>
                    </a:cubicBezTo>
                    <a:cubicBezTo>
                      <a:pt x="44732" y="13804"/>
                      <a:pt x="43648" y="15974"/>
                      <a:pt x="43648" y="17782"/>
                    </a:cubicBezTo>
                    <a:cubicBezTo>
                      <a:pt x="43648" y="20675"/>
                      <a:pt x="46176" y="23206"/>
                      <a:pt x="49426" y="23206"/>
                    </a:cubicBezTo>
                    <a:cubicBezTo>
                      <a:pt x="53759" y="23206"/>
                      <a:pt x="57731" y="18143"/>
                      <a:pt x="57731" y="12358"/>
                    </a:cubicBezTo>
                    <a:cubicBezTo>
                      <a:pt x="57731" y="5487"/>
                      <a:pt x="51231" y="63"/>
                      <a:pt x="43287" y="63"/>
                    </a:cubicBezTo>
                    <a:cubicBezTo>
                      <a:pt x="21983" y="63"/>
                      <a:pt x="317" y="25376"/>
                      <a:pt x="317" y="49965"/>
                    </a:cubicBezTo>
                    <a:cubicBezTo>
                      <a:pt x="317" y="57197"/>
                      <a:pt x="2122" y="63344"/>
                      <a:pt x="5733" y="67322"/>
                    </a:cubicBezTo>
                    <a:cubicBezTo>
                      <a:pt x="9705" y="71299"/>
                      <a:pt x="15483" y="73831"/>
                      <a:pt x="20538" y="73831"/>
                    </a:cubicBezTo>
                    <a:cubicBezTo>
                      <a:pt x="31371" y="73831"/>
                      <a:pt x="43287" y="66960"/>
                      <a:pt x="50870" y="55750"/>
                    </a:cubicBezTo>
                    <a:close/>
                  </a:path>
                </a:pathLst>
              </a:custGeom>
              <a:solidFill>
                <a:srgbClr val="000000"/>
              </a:solidFill>
              <a:ln w="23090" cap="flat">
                <a:noFill/>
                <a:prstDash val="solid"/>
                <a:miter/>
              </a:ln>
            </p:spPr>
            <p:txBody>
              <a:bodyPr rtlCol="0" anchor="ctr"/>
              <a:lstStyle/>
              <a:p>
                <a:endParaRPr lang="zh-CN" altLang="en-US"/>
              </a:p>
            </p:txBody>
          </p:sp>
          <p:sp>
            <p:nvSpPr>
              <p:cNvPr id="474" name="任意多边形: 形状 473"/>
              <p:cNvSpPr/>
              <p:nvPr/>
            </p:nvSpPr>
            <p:spPr>
              <a:xfrm>
                <a:off x="10041259" y="3971122"/>
                <a:ext cx="63553" cy="74128"/>
              </a:xfrm>
              <a:custGeom>
                <a:avLst/>
                <a:gdLst>
                  <a:gd name="connsiteX0" fmla="*/ 42207 w 63553"/>
                  <a:gd name="connsiteY0" fmla="*/ 63 h 74128"/>
                  <a:gd name="connsiteX1" fmla="*/ 319 w 63553"/>
                  <a:gd name="connsiteY1" fmla="*/ 48156 h 74128"/>
                  <a:gd name="connsiteX2" fmla="*/ 21985 w 63553"/>
                  <a:gd name="connsiteY2" fmla="*/ 74192 h 74128"/>
                  <a:gd name="connsiteX3" fmla="*/ 46540 w 63553"/>
                  <a:gd name="connsiteY3" fmla="*/ 62982 h 74128"/>
                  <a:gd name="connsiteX4" fmla="*/ 63872 w 63553"/>
                  <a:gd name="connsiteY4" fmla="*/ 26099 h 74128"/>
                  <a:gd name="connsiteX5" fmla="*/ 42207 w 63553"/>
                  <a:gd name="connsiteY5" fmla="*/ 63 h 74128"/>
                  <a:gd name="connsiteX6" fmla="*/ 40762 w 63553"/>
                  <a:gd name="connsiteY6" fmla="*/ 4041 h 74128"/>
                  <a:gd name="connsiteX7" fmla="*/ 51595 w 63553"/>
                  <a:gd name="connsiteY7" fmla="*/ 19590 h 74128"/>
                  <a:gd name="connsiteX8" fmla="*/ 41123 w 63553"/>
                  <a:gd name="connsiteY8" fmla="*/ 56112 h 74128"/>
                  <a:gd name="connsiteX9" fmla="*/ 23430 w 63553"/>
                  <a:gd name="connsiteY9" fmla="*/ 70214 h 74128"/>
                  <a:gd name="connsiteX10" fmla="*/ 11875 w 63553"/>
                  <a:gd name="connsiteY10" fmla="*/ 54665 h 74128"/>
                  <a:gd name="connsiteX11" fmla="*/ 23430 w 63553"/>
                  <a:gd name="connsiteY11" fmla="*/ 16335 h 74128"/>
                  <a:gd name="connsiteX12" fmla="*/ 40762 w 63553"/>
                  <a:gd name="connsiteY12" fmla="*/ 4041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553" h="74128">
                    <a:moveTo>
                      <a:pt x="42207" y="63"/>
                    </a:moveTo>
                    <a:cubicBezTo>
                      <a:pt x="21263" y="63"/>
                      <a:pt x="319" y="23929"/>
                      <a:pt x="319" y="48156"/>
                    </a:cubicBezTo>
                    <a:cubicBezTo>
                      <a:pt x="319" y="63706"/>
                      <a:pt x="8986" y="74192"/>
                      <a:pt x="21985" y="74192"/>
                    </a:cubicBezTo>
                    <a:cubicBezTo>
                      <a:pt x="29568" y="74192"/>
                      <a:pt x="38235" y="70214"/>
                      <a:pt x="46540" y="62982"/>
                    </a:cubicBezTo>
                    <a:cubicBezTo>
                      <a:pt x="57373" y="53581"/>
                      <a:pt x="63872" y="39840"/>
                      <a:pt x="63872" y="26099"/>
                    </a:cubicBezTo>
                    <a:cubicBezTo>
                      <a:pt x="63872" y="10911"/>
                      <a:pt x="54845" y="63"/>
                      <a:pt x="42207" y="63"/>
                    </a:cubicBezTo>
                    <a:close/>
                    <a:moveTo>
                      <a:pt x="40762" y="4041"/>
                    </a:moveTo>
                    <a:cubicBezTo>
                      <a:pt x="46901" y="4041"/>
                      <a:pt x="51595" y="10550"/>
                      <a:pt x="51595" y="19590"/>
                    </a:cubicBezTo>
                    <a:cubicBezTo>
                      <a:pt x="51595" y="30438"/>
                      <a:pt x="47262" y="45264"/>
                      <a:pt x="41123" y="56112"/>
                    </a:cubicBezTo>
                    <a:cubicBezTo>
                      <a:pt x="36068" y="65514"/>
                      <a:pt x="29929" y="70214"/>
                      <a:pt x="23430" y="70214"/>
                    </a:cubicBezTo>
                    <a:cubicBezTo>
                      <a:pt x="16208" y="70214"/>
                      <a:pt x="11875" y="64067"/>
                      <a:pt x="11875" y="54665"/>
                    </a:cubicBezTo>
                    <a:cubicBezTo>
                      <a:pt x="11875" y="42733"/>
                      <a:pt x="16569" y="26822"/>
                      <a:pt x="23430" y="16335"/>
                    </a:cubicBezTo>
                    <a:cubicBezTo>
                      <a:pt x="28124" y="8380"/>
                      <a:pt x="34624" y="4041"/>
                      <a:pt x="40762" y="4041"/>
                    </a:cubicBezTo>
                    <a:close/>
                  </a:path>
                </a:pathLst>
              </a:custGeom>
              <a:solidFill>
                <a:srgbClr val="000000"/>
              </a:solidFill>
              <a:ln w="23090" cap="flat">
                <a:noFill/>
                <a:prstDash val="solid"/>
                <a:miter/>
              </a:ln>
            </p:spPr>
            <p:txBody>
              <a:bodyPr rtlCol="0" anchor="ctr"/>
              <a:lstStyle/>
              <a:p>
                <a:endParaRPr lang="zh-CN" altLang="en-US"/>
              </a:p>
            </p:txBody>
          </p:sp>
          <p:sp>
            <p:nvSpPr>
              <p:cNvPr id="475" name="任意多边形: 形状 474"/>
              <p:cNvSpPr/>
              <p:nvPr/>
            </p:nvSpPr>
            <p:spPr>
              <a:xfrm>
                <a:off x="10115500" y="3971845"/>
                <a:ext cx="69330" cy="73767"/>
              </a:xfrm>
              <a:custGeom>
                <a:avLst/>
                <a:gdLst>
                  <a:gd name="connsiteX0" fmla="*/ 69653 w 69330"/>
                  <a:gd name="connsiteY0" fmla="*/ 1510 h 73767"/>
                  <a:gd name="connsiteX1" fmla="*/ 57737 w 69330"/>
                  <a:gd name="connsiteY1" fmla="*/ 1510 h 73767"/>
                  <a:gd name="connsiteX2" fmla="*/ 53765 w 69330"/>
                  <a:gd name="connsiteY2" fmla="*/ 15251 h 73767"/>
                  <a:gd name="connsiteX3" fmla="*/ 37877 w 69330"/>
                  <a:gd name="connsiteY3" fmla="*/ 48156 h 73767"/>
                  <a:gd name="connsiteX4" fmla="*/ 19100 w 69330"/>
                  <a:gd name="connsiteY4" fmla="*/ 64429 h 73767"/>
                  <a:gd name="connsiteX5" fmla="*/ 14044 w 69330"/>
                  <a:gd name="connsiteY5" fmla="*/ 59728 h 73767"/>
                  <a:gd name="connsiteX6" fmla="*/ 15128 w 69330"/>
                  <a:gd name="connsiteY6" fmla="*/ 53581 h 73767"/>
                  <a:gd name="connsiteX7" fmla="*/ 27044 w 69330"/>
                  <a:gd name="connsiteY7" fmla="*/ 12358 h 73767"/>
                  <a:gd name="connsiteX8" fmla="*/ 28127 w 69330"/>
                  <a:gd name="connsiteY8" fmla="*/ 6210 h 73767"/>
                  <a:gd name="connsiteX9" fmla="*/ 21627 w 69330"/>
                  <a:gd name="connsiteY9" fmla="*/ 63 h 73767"/>
                  <a:gd name="connsiteX10" fmla="*/ 323 w 69330"/>
                  <a:gd name="connsiteY10" fmla="*/ 16335 h 73767"/>
                  <a:gd name="connsiteX11" fmla="*/ 2128 w 69330"/>
                  <a:gd name="connsiteY11" fmla="*/ 18143 h 73767"/>
                  <a:gd name="connsiteX12" fmla="*/ 4295 w 69330"/>
                  <a:gd name="connsiteY12" fmla="*/ 15251 h 73767"/>
                  <a:gd name="connsiteX13" fmla="*/ 12961 w 69330"/>
                  <a:gd name="connsiteY13" fmla="*/ 8380 h 73767"/>
                  <a:gd name="connsiteX14" fmla="*/ 15850 w 69330"/>
                  <a:gd name="connsiteY14" fmla="*/ 10911 h 73767"/>
                  <a:gd name="connsiteX15" fmla="*/ 15128 w 69330"/>
                  <a:gd name="connsiteY15" fmla="*/ 14166 h 73767"/>
                  <a:gd name="connsiteX16" fmla="*/ 2850 w 69330"/>
                  <a:gd name="connsiteY16" fmla="*/ 57558 h 73767"/>
                  <a:gd name="connsiteX17" fmla="*/ 2128 w 69330"/>
                  <a:gd name="connsiteY17" fmla="*/ 62621 h 73767"/>
                  <a:gd name="connsiteX18" fmla="*/ 10433 w 69330"/>
                  <a:gd name="connsiteY18" fmla="*/ 73830 h 73767"/>
                  <a:gd name="connsiteX19" fmla="*/ 27405 w 69330"/>
                  <a:gd name="connsiteY19" fmla="*/ 64429 h 73767"/>
                  <a:gd name="connsiteX20" fmla="*/ 46904 w 69330"/>
                  <a:gd name="connsiteY20" fmla="*/ 39116 h 73767"/>
                  <a:gd name="connsiteX21" fmla="*/ 40765 w 69330"/>
                  <a:gd name="connsiteY21" fmla="*/ 60451 h 73767"/>
                  <a:gd name="connsiteX22" fmla="*/ 39321 w 69330"/>
                  <a:gd name="connsiteY22" fmla="*/ 68045 h 73767"/>
                  <a:gd name="connsiteX23" fmla="*/ 45460 w 69330"/>
                  <a:gd name="connsiteY23" fmla="*/ 73830 h 73767"/>
                  <a:gd name="connsiteX24" fmla="*/ 66042 w 69330"/>
                  <a:gd name="connsiteY24" fmla="*/ 59366 h 73767"/>
                  <a:gd name="connsiteX25" fmla="*/ 64598 w 69330"/>
                  <a:gd name="connsiteY25" fmla="*/ 57558 h 73767"/>
                  <a:gd name="connsiteX26" fmla="*/ 54126 w 69330"/>
                  <a:gd name="connsiteY26" fmla="*/ 65875 h 73767"/>
                  <a:gd name="connsiteX27" fmla="*/ 52321 w 69330"/>
                  <a:gd name="connsiteY27" fmla="*/ 63706 h 73767"/>
                  <a:gd name="connsiteX28" fmla="*/ 52682 w 69330"/>
                  <a:gd name="connsiteY28" fmla="*/ 62259 h 73767"/>
                  <a:gd name="connsiteX29" fmla="*/ 53404 w 69330"/>
                  <a:gd name="connsiteY29" fmla="*/ 58643 h 73767"/>
                  <a:gd name="connsiteX30" fmla="*/ 54487 w 69330"/>
                  <a:gd name="connsiteY30" fmla="*/ 5466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9330" h="73767">
                    <a:moveTo>
                      <a:pt x="69653" y="1510"/>
                    </a:moveTo>
                    <a:lnTo>
                      <a:pt x="57737" y="1510"/>
                    </a:lnTo>
                    <a:lnTo>
                      <a:pt x="53765" y="15251"/>
                    </a:lnTo>
                    <a:cubicBezTo>
                      <a:pt x="49432" y="31161"/>
                      <a:pt x="47265" y="34777"/>
                      <a:pt x="37877" y="48156"/>
                    </a:cubicBezTo>
                    <a:cubicBezTo>
                      <a:pt x="29933" y="58643"/>
                      <a:pt x="23433" y="64429"/>
                      <a:pt x="19100" y="64429"/>
                    </a:cubicBezTo>
                    <a:cubicBezTo>
                      <a:pt x="15850" y="64429"/>
                      <a:pt x="14044" y="62982"/>
                      <a:pt x="14044" y="59728"/>
                    </a:cubicBezTo>
                    <a:cubicBezTo>
                      <a:pt x="14044" y="58281"/>
                      <a:pt x="14405" y="56473"/>
                      <a:pt x="15128" y="53581"/>
                    </a:cubicBezTo>
                    <a:lnTo>
                      <a:pt x="27044" y="12358"/>
                    </a:lnTo>
                    <a:cubicBezTo>
                      <a:pt x="27405" y="10550"/>
                      <a:pt x="28127" y="7657"/>
                      <a:pt x="28127" y="6210"/>
                    </a:cubicBezTo>
                    <a:cubicBezTo>
                      <a:pt x="28127" y="2594"/>
                      <a:pt x="25238" y="63"/>
                      <a:pt x="21627" y="63"/>
                    </a:cubicBezTo>
                    <a:cubicBezTo>
                      <a:pt x="15489" y="63"/>
                      <a:pt x="10794" y="3318"/>
                      <a:pt x="323" y="16335"/>
                    </a:cubicBezTo>
                    <a:lnTo>
                      <a:pt x="2128" y="18143"/>
                    </a:lnTo>
                    <a:lnTo>
                      <a:pt x="4295" y="15251"/>
                    </a:lnTo>
                    <a:cubicBezTo>
                      <a:pt x="9350" y="9465"/>
                      <a:pt x="10794" y="8380"/>
                      <a:pt x="12961" y="8380"/>
                    </a:cubicBezTo>
                    <a:cubicBezTo>
                      <a:pt x="14405" y="8380"/>
                      <a:pt x="15850" y="9465"/>
                      <a:pt x="15850" y="10911"/>
                    </a:cubicBezTo>
                    <a:cubicBezTo>
                      <a:pt x="15850" y="11996"/>
                      <a:pt x="15489" y="12719"/>
                      <a:pt x="15128" y="14166"/>
                    </a:cubicBezTo>
                    <a:lnTo>
                      <a:pt x="2850" y="57558"/>
                    </a:lnTo>
                    <a:cubicBezTo>
                      <a:pt x="2128" y="59005"/>
                      <a:pt x="2128" y="60813"/>
                      <a:pt x="2128" y="62621"/>
                    </a:cubicBezTo>
                    <a:cubicBezTo>
                      <a:pt x="2128" y="69853"/>
                      <a:pt x="5378" y="73830"/>
                      <a:pt x="10433" y="73830"/>
                    </a:cubicBezTo>
                    <a:cubicBezTo>
                      <a:pt x="15489" y="73830"/>
                      <a:pt x="20905" y="70938"/>
                      <a:pt x="27405" y="64429"/>
                    </a:cubicBezTo>
                    <a:cubicBezTo>
                      <a:pt x="33544" y="58643"/>
                      <a:pt x="38238" y="52857"/>
                      <a:pt x="46904" y="39116"/>
                    </a:cubicBezTo>
                    <a:lnTo>
                      <a:pt x="40765" y="60451"/>
                    </a:lnTo>
                    <a:cubicBezTo>
                      <a:pt x="40043" y="63344"/>
                      <a:pt x="39321" y="66237"/>
                      <a:pt x="39321" y="68045"/>
                    </a:cubicBezTo>
                    <a:cubicBezTo>
                      <a:pt x="39321" y="71299"/>
                      <a:pt x="42210" y="73830"/>
                      <a:pt x="45460" y="73830"/>
                    </a:cubicBezTo>
                    <a:cubicBezTo>
                      <a:pt x="51598" y="73830"/>
                      <a:pt x="59542" y="68406"/>
                      <a:pt x="66042" y="59366"/>
                    </a:cubicBezTo>
                    <a:lnTo>
                      <a:pt x="64598" y="57558"/>
                    </a:lnTo>
                    <a:cubicBezTo>
                      <a:pt x="59903" y="62982"/>
                      <a:pt x="56292" y="65875"/>
                      <a:pt x="54126" y="65875"/>
                    </a:cubicBezTo>
                    <a:cubicBezTo>
                      <a:pt x="53404" y="65875"/>
                      <a:pt x="52321" y="64790"/>
                      <a:pt x="52321" y="63706"/>
                    </a:cubicBezTo>
                    <a:cubicBezTo>
                      <a:pt x="52321" y="63344"/>
                      <a:pt x="52321" y="62982"/>
                      <a:pt x="52682" y="62259"/>
                    </a:cubicBezTo>
                    <a:cubicBezTo>
                      <a:pt x="52682" y="62259"/>
                      <a:pt x="53043" y="60813"/>
                      <a:pt x="53404" y="58643"/>
                    </a:cubicBezTo>
                    <a:cubicBezTo>
                      <a:pt x="53765" y="57558"/>
                      <a:pt x="54126" y="56112"/>
                      <a:pt x="54487" y="54665"/>
                    </a:cubicBezTo>
                    <a:close/>
                  </a:path>
                </a:pathLst>
              </a:custGeom>
              <a:solidFill>
                <a:srgbClr val="000000"/>
              </a:solidFill>
              <a:ln w="23090" cap="flat">
                <a:noFill/>
                <a:prstDash val="solid"/>
                <a:miter/>
              </a:ln>
            </p:spPr>
            <p:txBody>
              <a:bodyPr rtlCol="0" anchor="ctr"/>
              <a:lstStyle/>
              <a:p>
                <a:endParaRPr lang="zh-CN" altLang="en-US"/>
              </a:p>
            </p:txBody>
          </p:sp>
          <p:sp>
            <p:nvSpPr>
              <p:cNvPr id="476" name="任意多边形: 形状 475"/>
              <p:cNvSpPr/>
              <p:nvPr/>
            </p:nvSpPr>
            <p:spPr>
              <a:xfrm>
                <a:off x="10193373" y="3970399"/>
                <a:ext cx="55608" cy="73044"/>
              </a:xfrm>
              <a:custGeom>
                <a:avLst/>
                <a:gdLst>
                  <a:gd name="connsiteX0" fmla="*/ 32464 w 55608"/>
                  <a:gd name="connsiteY0" fmla="*/ 63 h 73044"/>
                  <a:gd name="connsiteX1" fmla="*/ 9353 w 55608"/>
                  <a:gd name="connsiteY1" fmla="*/ 2956 h 73044"/>
                  <a:gd name="connsiteX2" fmla="*/ 8631 w 55608"/>
                  <a:gd name="connsiteY2" fmla="*/ 6572 h 73044"/>
                  <a:gd name="connsiteX3" fmla="*/ 12242 w 55608"/>
                  <a:gd name="connsiteY3" fmla="*/ 5849 h 73044"/>
                  <a:gd name="connsiteX4" fmla="*/ 15131 w 55608"/>
                  <a:gd name="connsiteY4" fmla="*/ 5487 h 73044"/>
                  <a:gd name="connsiteX5" fmla="*/ 18381 w 55608"/>
                  <a:gd name="connsiteY5" fmla="*/ 8742 h 73044"/>
                  <a:gd name="connsiteX6" fmla="*/ 16937 w 55608"/>
                  <a:gd name="connsiteY6" fmla="*/ 15612 h 73044"/>
                  <a:gd name="connsiteX7" fmla="*/ 326 w 55608"/>
                  <a:gd name="connsiteY7" fmla="*/ 73107 h 73044"/>
                  <a:gd name="connsiteX8" fmla="*/ 12964 w 55608"/>
                  <a:gd name="connsiteY8" fmla="*/ 73107 h 73044"/>
                  <a:gd name="connsiteX9" fmla="*/ 31019 w 55608"/>
                  <a:gd name="connsiteY9" fmla="*/ 27545 h 73044"/>
                  <a:gd name="connsiteX10" fmla="*/ 41491 w 55608"/>
                  <a:gd name="connsiteY10" fmla="*/ 13081 h 73044"/>
                  <a:gd name="connsiteX11" fmla="*/ 42935 w 55608"/>
                  <a:gd name="connsiteY11" fmla="*/ 15612 h 73044"/>
                  <a:gd name="connsiteX12" fmla="*/ 47991 w 55608"/>
                  <a:gd name="connsiteY12" fmla="*/ 19951 h 73044"/>
                  <a:gd name="connsiteX13" fmla="*/ 55935 w 55608"/>
                  <a:gd name="connsiteY13" fmla="*/ 8742 h 73044"/>
                  <a:gd name="connsiteX14" fmla="*/ 49435 w 55608"/>
                  <a:gd name="connsiteY14" fmla="*/ 63 h 73044"/>
                  <a:gd name="connsiteX15" fmla="*/ 22714 w 55608"/>
                  <a:gd name="connsiteY15" fmla="*/ 35139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64" y="63"/>
                    </a:moveTo>
                    <a:cubicBezTo>
                      <a:pt x="22353" y="1871"/>
                      <a:pt x="20909" y="1871"/>
                      <a:pt x="9353" y="2956"/>
                    </a:cubicBezTo>
                    <a:lnTo>
                      <a:pt x="8631" y="6572"/>
                    </a:lnTo>
                    <a:cubicBezTo>
                      <a:pt x="10437" y="6210"/>
                      <a:pt x="11881" y="5849"/>
                      <a:pt x="12242" y="5849"/>
                    </a:cubicBezTo>
                    <a:cubicBezTo>
                      <a:pt x="13326" y="5849"/>
                      <a:pt x="14409" y="5487"/>
                      <a:pt x="15131" y="5487"/>
                    </a:cubicBezTo>
                    <a:cubicBezTo>
                      <a:pt x="16937" y="5487"/>
                      <a:pt x="18381" y="6934"/>
                      <a:pt x="18381" y="8742"/>
                    </a:cubicBezTo>
                    <a:cubicBezTo>
                      <a:pt x="18381" y="9465"/>
                      <a:pt x="18020" y="11996"/>
                      <a:pt x="16937" y="15612"/>
                    </a:cubicBezTo>
                    <a:lnTo>
                      <a:pt x="326" y="73107"/>
                    </a:lnTo>
                    <a:lnTo>
                      <a:pt x="12964" y="73107"/>
                    </a:lnTo>
                    <a:cubicBezTo>
                      <a:pt x="16214" y="59366"/>
                      <a:pt x="22714" y="43456"/>
                      <a:pt x="31019" y="27545"/>
                    </a:cubicBezTo>
                    <a:cubicBezTo>
                      <a:pt x="34269" y="21036"/>
                      <a:pt x="40408" y="13081"/>
                      <a:pt x="41491" y="13081"/>
                    </a:cubicBezTo>
                    <a:cubicBezTo>
                      <a:pt x="42213" y="13081"/>
                      <a:pt x="42574" y="13804"/>
                      <a:pt x="42935" y="15612"/>
                    </a:cubicBezTo>
                    <a:cubicBezTo>
                      <a:pt x="43297" y="18143"/>
                      <a:pt x="45102" y="19951"/>
                      <a:pt x="47991" y="19951"/>
                    </a:cubicBezTo>
                    <a:cubicBezTo>
                      <a:pt x="51963" y="19951"/>
                      <a:pt x="55935" y="14166"/>
                      <a:pt x="55935" y="8742"/>
                    </a:cubicBezTo>
                    <a:cubicBezTo>
                      <a:pt x="55935" y="3679"/>
                      <a:pt x="53407" y="63"/>
                      <a:pt x="49435" y="63"/>
                    </a:cubicBezTo>
                    <a:cubicBezTo>
                      <a:pt x="42574" y="63"/>
                      <a:pt x="32103" y="13804"/>
                      <a:pt x="22714" y="35139"/>
                    </a:cubicBezTo>
                    <a:close/>
                  </a:path>
                </a:pathLst>
              </a:custGeom>
              <a:solidFill>
                <a:srgbClr val="000000"/>
              </a:solidFill>
              <a:ln w="23090" cap="flat">
                <a:noFill/>
                <a:prstDash val="solid"/>
                <a:miter/>
              </a:ln>
            </p:spPr>
            <p:txBody>
              <a:bodyPr rtlCol="0" anchor="ctr"/>
              <a:lstStyle/>
              <a:p>
                <a:endParaRPr lang="zh-CN" altLang="en-US"/>
              </a:p>
            </p:txBody>
          </p:sp>
        </p:grpSp>
        <p:grpSp>
          <p:nvGrpSpPr>
            <p:cNvPr id="262" name="Graphic 2"/>
            <p:cNvGrpSpPr/>
            <p:nvPr/>
          </p:nvGrpSpPr>
          <p:grpSpPr>
            <a:xfrm>
              <a:off x="10848766" y="3566991"/>
              <a:ext cx="583935" cy="136349"/>
              <a:chOff x="10243071" y="3934600"/>
              <a:chExt cx="626429" cy="130177"/>
            </a:xfrm>
          </p:grpSpPr>
          <p:sp>
            <p:nvSpPr>
              <p:cNvPr id="461" name="任意多边形: 形状 460"/>
              <p:cNvSpPr/>
              <p:nvPr/>
            </p:nvSpPr>
            <p:spPr>
              <a:xfrm>
                <a:off x="10243071" y="3971122"/>
                <a:ext cx="54525" cy="74490"/>
              </a:xfrm>
              <a:custGeom>
                <a:avLst/>
                <a:gdLst>
                  <a:gd name="connsiteX0" fmla="*/ 54854 w 54525"/>
                  <a:gd name="connsiteY0" fmla="*/ 786 h 74490"/>
                  <a:gd name="connsiteX1" fmla="*/ 52326 w 54525"/>
                  <a:gd name="connsiteY1" fmla="*/ 786 h 74490"/>
                  <a:gd name="connsiteX2" fmla="*/ 47632 w 54525"/>
                  <a:gd name="connsiteY2" fmla="*/ 4402 h 74490"/>
                  <a:gd name="connsiteX3" fmla="*/ 44743 w 54525"/>
                  <a:gd name="connsiteY3" fmla="*/ 3318 h 74490"/>
                  <a:gd name="connsiteX4" fmla="*/ 33549 w 54525"/>
                  <a:gd name="connsiteY4" fmla="*/ 63 h 74490"/>
                  <a:gd name="connsiteX5" fmla="*/ 15494 w 54525"/>
                  <a:gd name="connsiteY5" fmla="*/ 18143 h 74490"/>
                  <a:gd name="connsiteX6" fmla="*/ 25966 w 54525"/>
                  <a:gd name="connsiteY6" fmla="*/ 39840 h 74490"/>
                  <a:gd name="connsiteX7" fmla="*/ 35355 w 54525"/>
                  <a:gd name="connsiteY7" fmla="*/ 57197 h 74490"/>
                  <a:gd name="connsiteX8" fmla="*/ 22355 w 54525"/>
                  <a:gd name="connsiteY8" fmla="*/ 70576 h 74490"/>
                  <a:gd name="connsiteX9" fmla="*/ 7550 w 54525"/>
                  <a:gd name="connsiteY9" fmla="*/ 49603 h 74490"/>
                  <a:gd name="connsiteX10" fmla="*/ 5023 w 54525"/>
                  <a:gd name="connsiteY10" fmla="*/ 49603 h 74490"/>
                  <a:gd name="connsiteX11" fmla="*/ 328 w 54525"/>
                  <a:gd name="connsiteY11" fmla="*/ 74192 h 74490"/>
                  <a:gd name="connsiteX12" fmla="*/ 3578 w 54525"/>
                  <a:gd name="connsiteY12" fmla="*/ 74192 h 74490"/>
                  <a:gd name="connsiteX13" fmla="*/ 7911 w 54525"/>
                  <a:gd name="connsiteY13" fmla="*/ 70938 h 74490"/>
                  <a:gd name="connsiteX14" fmla="*/ 11161 w 54525"/>
                  <a:gd name="connsiteY14" fmla="*/ 71661 h 74490"/>
                  <a:gd name="connsiteX15" fmla="*/ 24522 w 54525"/>
                  <a:gd name="connsiteY15" fmla="*/ 74554 h 74490"/>
                  <a:gd name="connsiteX16" fmla="*/ 46188 w 54525"/>
                  <a:gd name="connsiteY16" fmla="*/ 53581 h 74490"/>
                  <a:gd name="connsiteX17" fmla="*/ 34633 w 54525"/>
                  <a:gd name="connsiteY17" fmla="*/ 30799 h 74490"/>
                  <a:gd name="connsiteX18" fmla="*/ 25605 w 54525"/>
                  <a:gd name="connsiteY18" fmla="*/ 14166 h 74490"/>
                  <a:gd name="connsiteX19" fmla="*/ 34994 w 54525"/>
                  <a:gd name="connsiteY19" fmla="*/ 4402 h 74490"/>
                  <a:gd name="connsiteX20" fmla="*/ 48354 w 54525"/>
                  <a:gd name="connsiteY20" fmla="*/ 20675 h 74490"/>
                  <a:gd name="connsiteX21" fmla="*/ 47993 w 54525"/>
                  <a:gd name="connsiteY21" fmla="*/ 23929 h 74490"/>
                  <a:gd name="connsiteX22" fmla="*/ 50882 w 54525"/>
                  <a:gd name="connsiteY22" fmla="*/ 23929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525" h="74490">
                    <a:moveTo>
                      <a:pt x="54854" y="786"/>
                    </a:moveTo>
                    <a:lnTo>
                      <a:pt x="52326" y="786"/>
                    </a:lnTo>
                    <a:cubicBezTo>
                      <a:pt x="50882" y="3318"/>
                      <a:pt x="49437" y="4402"/>
                      <a:pt x="47632" y="4402"/>
                    </a:cubicBezTo>
                    <a:cubicBezTo>
                      <a:pt x="47271" y="4402"/>
                      <a:pt x="46188" y="4041"/>
                      <a:pt x="44743" y="3318"/>
                    </a:cubicBezTo>
                    <a:cubicBezTo>
                      <a:pt x="40771" y="1148"/>
                      <a:pt x="37160" y="63"/>
                      <a:pt x="33549" y="63"/>
                    </a:cubicBezTo>
                    <a:cubicBezTo>
                      <a:pt x="23439" y="63"/>
                      <a:pt x="15494" y="8380"/>
                      <a:pt x="15494" y="18143"/>
                    </a:cubicBezTo>
                    <a:cubicBezTo>
                      <a:pt x="15494" y="25376"/>
                      <a:pt x="17661" y="29715"/>
                      <a:pt x="25966" y="39840"/>
                    </a:cubicBezTo>
                    <a:cubicBezTo>
                      <a:pt x="32466" y="47433"/>
                      <a:pt x="35355" y="52496"/>
                      <a:pt x="35355" y="57197"/>
                    </a:cubicBezTo>
                    <a:cubicBezTo>
                      <a:pt x="35355" y="64429"/>
                      <a:pt x="29216" y="70576"/>
                      <a:pt x="22355" y="70576"/>
                    </a:cubicBezTo>
                    <a:cubicBezTo>
                      <a:pt x="13689" y="70576"/>
                      <a:pt x="7550" y="62259"/>
                      <a:pt x="7550" y="49603"/>
                    </a:cubicBezTo>
                    <a:lnTo>
                      <a:pt x="5023" y="49603"/>
                    </a:lnTo>
                    <a:lnTo>
                      <a:pt x="328" y="74192"/>
                    </a:lnTo>
                    <a:lnTo>
                      <a:pt x="3578" y="74192"/>
                    </a:lnTo>
                    <a:cubicBezTo>
                      <a:pt x="4662" y="72022"/>
                      <a:pt x="6106" y="70938"/>
                      <a:pt x="7911" y="70938"/>
                    </a:cubicBezTo>
                    <a:cubicBezTo>
                      <a:pt x="8995" y="70938"/>
                      <a:pt x="10078" y="71299"/>
                      <a:pt x="11161" y="71661"/>
                    </a:cubicBezTo>
                    <a:cubicBezTo>
                      <a:pt x="18744" y="74192"/>
                      <a:pt x="20189" y="74554"/>
                      <a:pt x="24522" y="74554"/>
                    </a:cubicBezTo>
                    <a:cubicBezTo>
                      <a:pt x="36438" y="74554"/>
                      <a:pt x="46188" y="65152"/>
                      <a:pt x="46188" y="53581"/>
                    </a:cubicBezTo>
                    <a:cubicBezTo>
                      <a:pt x="46188" y="46349"/>
                      <a:pt x="43660" y="41286"/>
                      <a:pt x="34633" y="30799"/>
                    </a:cubicBezTo>
                    <a:cubicBezTo>
                      <a:pt x="27411" y="22121"/>
                      <a:pt x="25605" y="18867"/>
                      <a:pt x="25605" y="14166"/>
                    </a:cubicBezTo>
                    <a:cubicBezTo>
                      <a:pt x="25605" y="8742"/>
                      <a:pt x="29577" y="4402"/>
                      <a:pt x="34994" y="4402"/>
                    </a:cubicBezTo>
                    <a:cubicBezTo>
                      <a:pt x="42577" y="4402"/>
                      <a:pt x="48354" y="11635"/>
                      <a:pt x="48354" y="20675"/>
                    </a:cubicBezTo>
                    <a:cubicBezTo>
                      <a:pt x="48354" y="21398"/>
                      <a:pt x="48354" y="22483"/>
                      <a:pt x="47993" y="23929"/>
                    </a:cubicBezTo>
                    <a:lnTo>
                      <a:pt x="50882" y="23929"/>
                    </a:lnTo>
                    <a:close/>
                  </a:path>
                </a:pathLst>
              </a:custGeom>
              <a:solidFill>
                <a:srgbClr val="000000"/>
              </a:solidFill>
              <a:ln w="23090" cap="flat">
                <a:noFill/>
                <a:prstDash val="solid"/>
                <a:miter/>
              </a:ln>
            </p:spPr>
            <p:txBody>
              <a:bodyPr rtlCol="0" anchor="ctr"/>
              <a:lstStyle/>
              <a:p>
                <a:endParaRPr lang="zh-CN" altLang="en-US"/>
              </a:p>
            </p:txBody>
          </p:sp>
          <p:sp>
            <p:nvSpPr>
              <p:cNvPr id="462" name="任意多边形: 形状 461"/>
              <p:cNvSpPr/>
              <p:nvPr/>
            </p:nvSpPr>
            <p:spPr>
              <a:xfrm>
                <a:off x="10304547" y="3971122"/>
                <a:ext cx="59580" cy="74490"/>
              </a:xfrm>
              <a:custGeom>
                <a:avLst/>
                <a:gdLst>
                  <a:gd name="connsiteX0" fmla="*/ 49440 w 59580"/>
                  <a:gd name="connsiteY0" fmla="*/ 55389 h 74490"/>
                  <a:gd name="connsiteX1" fmla="*/ 28496 w 59580"/>
                  <a:gd name="connsiteY1" fmla="*/ 66237 h 74490"/>
                  <a:gd name="connsiteX2" fmla="*/ 13330 w 59580"/>
                  <a:gd name="connsiteY2" fmla="*/ 49603 h 74490"/>
                  <a:gd name="connsiteX3" fmla="*/ 14053 w 59580"/>
                  <a:gd name="connsiteY3" fmla="*/ 41286 h 74490"/>
                  <a:gd name="connsiteX4" fmla="*/ 41496 w 59580"/>
                  <a:gd name="connsiteY4" fmla="*/ 35500 h 74490"/>
                  <a:gd name="connsiteX5" fmla="*/ 59912 w 59580"/>
                  <a:gd name="connsiteY5" fmla="*/ 11996 h 74490"/>
                  <a:gd name="connsiteX6" fmla="*/ 44746 w 59580"/>
                  <a:gd name="connsiteY6" fmla="*/ 63 h 74490"/>
                  <a:gd name="connsiteX7" fmla="*/ 331 w 59580"/>
                  <a:gd name="connsiteY7" fmla="*/ 50326 h 74490"/>
                  <a:gd name="connsiteX8" fmla="*/ 21636 w 59580"/>
                  <a:gd name="connsiteY8" fmla="*/ 74554 h 74490"/>
                  <a:gd name="connsiteX9" fmla="*/ 52690 w 59580"/>
                  <a:gd name="connsiteY9" fmla="*/ 57558 h 74490"/>
                  <a:gd name="connsiteX10" fmla="*/ 15136 w 59580"/>
                  <a:gd name="connsiteY10" fmla="*/ 36947 h 74490"/>
                  <a:gd name="connsiteX11" fmla="*/ 41857 w 59580"/>
                  <a:gd name="connsiteY11" fmla="*/ 4764 h 74490"/>
                  <a:gd name="connsiteX12" fmla="*/ 48357 w 59580"/>
                  <a:gd name="connsiteY12" fmla="*/ 11635 h 74490"/>
                  <a:gd name="connsiteX13" fmla="*/ 42579 w 59580"/>
                  <a:gd name="connsiteY13" fmla="*/ 25376 h 74490"/>
                  <a:gd name="connsiteX14" fmla="*/ 21636 w 59580"/>
                  <a:gd name="connsiteY14" fmla="*/ 36585 h 74490"/>
                  <a:gd name="connsiteX15" fmla="*/ 15136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40" y="55389"/>
                    </a:moveTo>
                    <a:cubicBezTo>
                      <a:pt x="42579" y="62982"/>
                      <a:pt x="35718" y="66237"/>
                      <a:pt x="28496" y="66237"/>
                    </a:cubicBezTo>
                    <a:cubicBezTo>
                      <a:pt x="19830" y="66237"/>
                      <a:pt x="13330" y="59366"/>
                      <a:pt x="13330" y="49603"/>
                    </a:cubicBezTo>
                    <a:cubicBezTo>
                      <a:pt x="13330" y="47072"/>
                      <a:pt x="13691" y="44179"/>
                      <a:pt x="14053" y="41286"/>
                    </a:cubicBezTo>
                    <a:cubicBezTo>
                      <a:pt x="26691" y="40563"/>
                      <a:pt x="33913" y="39116"/>
                      <a:pt x="41496" y="35500"/>
                    </a:cubicBezTo>
                    <a:cubicBezTo>
                      <a:pt x="52690" y="30438"/>
                      <a:pt x="59912" y="21036"/>
                      <a:pt x="59912" y="11996"/>
                    </a:cubicBezTo>
                    <a:cubicBezTo>
                      <a:pt x="59912" y="5126"/>
                      <a:pt x="53412" y="63"/>
                      <a:pt x="44746" y="63"/>
                    </a:cubicBezTo>
                    <a:cubicBezTo>
                      <a:pt x="23080" y="63"/>
                      <a:pt x="331" y="26099"/>
                      <a:pt x="331" y="50326"/>
                    </a:cubicBezTo>
                    <a:cubicBezTo>
                      <a:pt x="331" y="64790"/>
                      <a:pt x="8997" y="74554"/>
                      <a:pt x="21636" y="74554"/>
                    </a:cubicBezTo>
                    <a:cubicBezTo>
                      <a:pt x="31746" y="74554"/>
                      <a:pt x="40413" y="69491"/>
                      <a:pt x="52690" y="57558"/>
                    </a:cubicBezTo>
                    <a:close/>
                    <a:moveTo>
                      <a:pt x="15136" y="36947"/>
                    </a:moveTo>
                    <a:cubicBezTo>
                      <a:pt x="20552" y="18505"/>
                      <a:pt x="32107" y="4764"/>
                      <a:pt x="41857" y="4764"/>
                    </a:cubicBezTo>
                    <a:cubicBezTo>
                      <a:pt x="45468" y="4764"/>
                      <a:pt x="48357" y="7657"/>
                      <a:pt x="48357" y="11635"/>
                    </a:cubicBezTo>
                    <a:cubicBezTo>
                      <a:pt x="48357" y="15974"/>
                      <a:pt x="46190" y="21036"/>
                      <a:pt x="42579" y="25376"/>
                    </a:cubicBezTo>
                    <a:cubicBezTo>
                      <a:pt x="37163" y="31161"/>
                      <a:pt x="30302" y="35139"/>
                      <a:pt x="21636" y="36585"/>
                    </a:cubicBezTo>
                    <a:cubicBezTo>
                      <a:pt x="20191" y="36585"/>
                      <a:pt x="18025" y="36947"/>
                      <a:pt x="15136" y="36947"/>
                    </a:cubicBezTo>
                    <a:close/>
                  </a:path>
                </a:pathLst>
              </a:custGeom>
              <a:solidFill>
                <a:srgbClr val="000000"/>
              </a:solidFill>
              <a:ln w="23090" cap="flat">
                <a:noFill/>
                <a:prstDash val="solid"/>
                <a:miter/>
              </a:ln>
            </p:spPr>
            <p:txBody>
              <a:bodyPr rtlCol="0" anchor="ctr"/>
              <a:lstStyle/>
              <a:p>
                <a:endParaRPr lang="zh-CN" altLang="en-US"/>
              </a:p>
            </p:txBody>
          </p:sp>
          <p:sp>
            <p:nvSpPr>
              <p:cNvPr id="463" name="任意多边形: 形状 462"/>
              <p:cNvSpPr/>
              <p:nvPr/>
            </p:nvSpPr>
            <p:spPr>
              <a:xfrm>
                <a:off x="10375282" y="4057546"/>
                <a:ext cx="73663" cy="7232"/>
              </a:xfrm>
              <a:custGeom>
                <a:avLst/>
                <a:gdLst>
                  <a:gd name="connsiteX0" fmla="*/ 334 w 73663"/>
                  <a:gd name="connsiteY0" fmla="*/ 63 h 7232"/>
                  <a:gd name="connsiteX1" fmla="*/ 334 w 73663"/>
                  <a:gd name="connsiteY1" fmla="*/ 7295 h 7232"/>
                  <a:gd name="connsiteX2" fmla="*/ 73997 w 73663"/>
                  <a:gd name="connsiteY2" fmla="*/ 7295 h 7232"/>
                  <a:gd name="connsiteX3" fmla="*/ 73997 w 73663"/>
                  <a:gd name="connsiteY3" fmla="*/ 63 h 7232"/>
                </a:gdLst>
                <a:ahLst/>
                <a:cxnLst>
                  <a:cxn ang="0">
                    <a:pos x="connsiteX0" y="connsiteY0"/>
                  </a:cxn>
                  <a:cxn ang="0">
                    <a:pos x="connsiteX1" y="connsiteY1"/>
                  </a:cxn>
                  <a:cxn ang="0">
                    <a:pos x="connsiteX2" y="connsiteY2"/>
                  </a:cxn>
                  <a:cxn ang="0">
                    <a:pos x="connsiteX3" y="connsiteY3"/>
                  </a:cxn>
                </a:cxnLst>
                <a:rect l="l" t="t" r="r" b="b"/>
                <a:pathLst>
                  <a:path w="73663" h="7232">
                    <a:moveTo>
                      <a:pt x="334" y="63"/>
                    </a:moveTo>
                    <a:lnTo>
                      <a:pt x="334" y="7295"/>
                    </a:lnTo>
                    <a:lnTo>
                      <a:pt x="73997" y="7295"/>
                    </a:lnTo>
                    <a:lnTo>
                      <a:pt x="73997" y="63"/>
                    </a:lnTo>
                    <a:close/>
                  </a:path>
                </a:pathLst>
              </a:custGeom>
              <a:solidFill>
                <a:srgbClr val="000000"/>
              </a:solidFill>
              <a:ln w="23090" cap="flat">
                <a:noFill/>
                <a:prstDash val="solid"/>
                <a:miter/>
              </a:ln>
            </p:spPr>
            <p:txBody>
              <a:bodyPr rtlCol="0" anchor="ctr"/>
              <a:lstStyle/>
              <a:p>
                <a:endParaRPr lang="zh-CN" altLang="en-US"/>
              </a:p>
            </p:txBody>
          </p:sp>
          <p:sp>
            <p:nvSpPr>
              <p:cNvPr id="464" name="任意多边形: 形状 463"/>
              <p:cNvSpPr/>
              <p:nvPr/>
            </p:nvSpPr>
            <p:spPr>
              <a:xfrm>
                <a:off x="10452556" y="3943640"/>
                <a:ext cx="36831" cy="102333"/>
              </a:xfrm>
              <a:custGeom>
                <a:avLst/>
                <a:gdLst>
                  <a:gd name="connsiteX0" fmla="*/ 26697 w 36831"/>
                  <a:gd name="connsiteY0" fmla="*/ 82871 h 102333"/>
                  <a:gd name="connsiteX1" fmla="*/ 15142 w 36831"/>
                  <a:gd name="connsiteY1" fmla="*/ 93719 h 102333"/>
                  <a:gd name="connsiteX2" fmla="*/ 12976 w 36831"/>
                  <a:gd name="connsiteY2" fmla="*/ 91549 h 102333"/>
                  <a:gd name="connsiteX3" fmla="*/ 13337 w 36831"/>
                  <a:gd name="connsiteY3" fmla="*/ 89018 h 102333"/>
                  <a:gd name="connsiteX4" fmla="*/ 31030 w 36831"/>
                  <a:gd name="connsiteY4" fmla="*/ 27183 h 102333"/>
                  <a:gd name="connsiteX5" fmla="*/ 7198 w 36831"/>
                  <a:gd name="connsiteY5" fmla="*/ 31161 h 102333"/>
                  <a:gd name="connsiteX6" fmla="*/ 6476 w 36831"/>
                  <a:gd name="connsiteY6" fmla="*/ 34415 h 102333"/>
                  <a:gd name="connsiteX7" fmla="*/ 11531 w 36831"/>
                  <a:gd name="connsiteY7" fmla="*/ 33692 h 102333"/>
                  <a:gd name="connsiteX8" fmla="*/ 15864 w 36831"/>
                  <a:gd name="connsiteY8" fmla="*/ 37670 h 102333"/>
                  <a:gd name="connsiteX9" fmla="*/ 14781 w 36831"/>
                  <a:gd name="connsiteY9" fmla="*/ 44540 h 102333"/>
                  <a:gd name="connsiteX10" fmla="*/ 1421 w 36831"/>
                  <a:gd name="connsiteY10" fmla="*/ 90464 h 102333"/>
                  <a:gd name="connsiteX11" fmla="*/ 337 w 36831"/>
                  <a:gd name="connsiteY11" fmla="*/ 96250 h 102333"/>
                  <a:gd name="connsiteX12" fmla="*/ 7198 w 36831"/>
                  <a:gd name="connsiteY12" fmla="*/ 102397 h 102333"/>
                  <a:gd name="connsiteX13" fmla="*/ 27781 w 36831"/>
                  <a:gd name="connsiteY13" fmla="*/ 86487 h 102333"/>
                  <a:gd name="connsiteX14" fmla="*/ 29225 w 36831"/>
                  <a:gd name="connsiteY14" fmla="*/ 63 h 102333"/>
                  <a:gd name="connsiteX15" fmla="*/ 20559 w 36831"/>
                  <a:gd name="connsiteY15" fmla="*/ 8019 h 102333"/>
                  <a:gd name="connsiteX16" fmla="*/ 28864 w 36831"/>
                  <a:gd name="connsiteY16" fmla="*/ 16335 h 102333"/>
                  <a:gd name="connsiteX17" fmla="*/ 37169 w 36831"/>
                  <a:gd name="connsiteY17" fmla="*/ 8019 h 102333"/>
                  <a:gd name="connsiteX18" fmla="*/ 2922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697" y="82871"/>
                    </a:moveTo>
                    <a:cubicBezTo>
                      <a:pt x="22725" y="89018"/>
                      <a:pt x="17670" y="93719"/>
                      <a:pt x="15142" y="93719"/>
                    </a:cubicBezTo>
                    <a:cubicBezTo>
                      <a:pt x="14059" y="93719"/>
                      <a:pt x="12976" y="92634"/>
                      <a:pt x="12976" y="91549"/>
                    </a:cubicBezTo>
                    <a:cubicBezTo>
                      <a:pt x="12976" y="90826"/>
                      <a:pt x="12976" y="90103"/>
                      <a:pt x="13337" y="89018"/>
                    </a:cubicBezTo>
                    <a:lnTo>
                      <a:pt x="31030" y="27183"/>
                    </a:lnTo>
                    <a:cubicBezTo>
                      <a:pt x="23086" y="29353"/>
                      <a:pt x="14420" y="30799"/>
                      <a:pt x="7198" y="31161"/>
                    </a:cubicBezTo>
                    <a:lnTo>
                      <a:pt x="6476" y="34415"/>
                    </a:lnTo>
                    <a:cubicBezTo>
                      <a:pt x="9004" y="34054"/>
                      <a:pt x="10448" y="33692"/>
                      <a:pt x="11531" y="33692"/>
                    </a:cubicBezTo>
                    <a:cubicBezTo>
                      <a:pt x="14781" y="33692"/>
                      <a:pt x="15864" y="34777"/>
                      <a:pt x="15864" y="37670"/>
                    </a:cubicBezTo>
                    <a:cubicBezTo>
                      <a:pt x="15864" y="39116"/>
                      <a:pt x="15503" y="40924"/>
                      <a:pt x="14781" y="44540"/>
                    </a:cubicBezTo>
                    <a:lnTo>
                      <a:pt x="1421" y="90464"/>
                    </a:lnTo>
                    <a:cubicBezTo>
                      <a:pt x="698" y="92634"/>
                      <a:pt x="337" y="94803"/>
                      <a:pt x="337" y="96250"/>
                    </a:cubicBezTo>
                    <a:cubicBezTo>
                      <a:pt x="337" y="99504"/>
                      <a:pt x="3587" y="102397"/>
                      <a:pt x="7198" y="102397"/>
                    </a:cubicBezTo>
                    <a:cubicBezTo>
                      <a:pt x="12253" y="102397"/>
                      <a:pt x="19475" y="96611"/>
                      <a:pt x="27781" y="86487"/>
                    </a:cubicBezTo>
                    <a:close/>
                    <a:moveTo>
                      <a:pt x="29225" y="63"/>
                    </a:moveTo>
                    <a:cubicBezTo>
                      <a:pt x="24531" y="63"/>
                      <a:pt x="20559" y="3679"/>
                      <a:pt x="20559" y="8019"/>
                    </a:cubicBezTo>
                    <a:cubicBezTo>
                      <a:pt x="20559" y="12719"/>
                      <a:pt x="24531" y="16335"/>
                      <a:pt x="28864" y="16335"/>
                    </a:cubicBezTo>
                    <a:cubicBezTo>
                      <a:pt x="33558" y="16335"/>
                      <a:pt x="37169" y="12719"/>
                      <a:pt x="37169" y="8019"/>
                    </a:cubicBezTo>
                    <a:cubicBezTo>
                      <a:pt x="37169" y="3679"/>
                      <a:pt x="33558" y="63"/>
                      <a:pt x="29225" y="63"/>
                    </a:cubicBezTo>
                    <a:close/>
                  </a:path>
                </a:pathLst>
              </a:custGeom>
              <a:solidFill>
                <a:srgbClr val="000000"/>
              </a:solidFill>
              <a:ln w="23090" cap="flat">
                <a:noFill/>
                <a:prstDash val="solid"/>
                <a:miter/>
              </a:ln>
            </p:spPr>
            <p:txBody>
              <a:bodyPr rtlCol="0" anchor="ctr"/>
              <a:lstStyle/>
              <a:p>
                <a:endParaRPr lang="zh-CN" altLang="en-US"/>
              </a:p>
            </p:txBody>
          </p:sp>
          <p:sp>
            <p:nvSpPr>
              <p:cNvPr id="465" name="任意多边形: 形状 464"/>
              <p:cNvSpPr/>
              <p:nvPr/>
            </p:nvSpPr>
            <p:spPr>
              <a:xfrm>
                <a:off x="10490309" y="3934600"/>
                <a:ext cx="80524" cy="111374"/>
              </a:xfrm>
              <a:custGeom>
                <a:avLst/>
                <a:gdLst>
                  <a:gd name="connsiteX0" fmla="*/ 43310 w 80524"/>
                  <a:gd name="connsiteY0" fmla="*/ 93357 h 111374"/>
                  <a:gd name="connsiteX1" fmla="*/ 41143 w 80524"/>
                  <a:gd name="connsiteY1" fmla="*/ 104567 h 111374"/>
                  <a:gd name="connsiteX2" fmla="*/ 46920 w 80524"/>
                  <a:gd name="connsiteY2" fmla="*/ 111437 h 111374"/>
                  <a:gd name="connsiteX3" fmla="*/ 69669 w 80524"/>
                  <a:gd name="connsiteY3" fmla="*/ 94442 h 111374"/>
                  <a:gd name="connsiteX4" fmla="*/ 67142 w 80524"/>
                  <a:gd name="connsiteY4" fmla="*/ 92634 h 111374"/>
                  <a:gd name="connsiteX5" fmla="*/ 54503 w 80524"/>
                  <a:gd name="connsiteY5" fmla="*/ 102759 h 111374"/>
                  <a:gd name="connsiteX6" fmla="*/ 51615 w 80524"/>
                  <a:gd name="connsiteY6" fmla="*/ 100589 h 111374"/>
                  <a:gd name="connsiteX7" fmla="*/ 52698 w 80524"/>
                  <a:gd name="connsiteY7" fmla="*/ 95165 h 111374"/>
                  <a:gd name="connsiteX8" fmla="*/ 80864 w 80524"/>
                  <a:gd name="connsiteY8" fmla="*/ 63 h 111374"/>
                  <a:gd name="connsiteX9" fmla="*/ 58114 w 80524"/>
                  <a:gd name="connsiteY9" fmla="*/ 3318 h 111374"/>
                  <a:gd name="connsiteX10" fmla="*/ 57392 w 80524"/>
                  <a:gd name="connsiteY10" fmla="*/ 6211 h 111374"/>
                  <a:gd name="connsiteX11" fmla="*/ 59198 w 80524"/>
                  <a:gd name="connsiteY11" fmla="*/ 6211 h 111374"/>
                  <a:gd name="connsiteX12" fmla="*/ 62447 w 80524"/>
                  <a:gd name="connsiteY12" fmla="*/ 5849 h 111374"/>
                  <a:gd name="connsiteX13" fmla="*/ 66781 w 80524"/>
                  <a:gd name="connsiteY13" fmla="*/ 9465 h 111374"/>
                  <a:gd name="connsiteX14" fmla="*/ 66058 w 80524"/>
                  <a:gd name="connsiteY14" fmla="*/ 13081 h 111374"/>
                  <a:gd name="connsiteX15" fmla="*/ 58114 w 80524"/>
                  <a:gd name="connsiteY15" fmla="*/ 42009 h 111374"/>
                  <a:gd name="connsiteX16" fmla="*/ 46920 w 80524"/>
                  <a:gd name="connsiteY16" fmla="*/ 36947 h 111374"/>
                  <a:gd name="connsiteX17" fmla="*/ 339 w 80524"/>
                  <a:gd name="connsiteY17" fmla="*/ 90826 h 111374"/>
                  <a:gd name="connsiteX18" fmla="*/ 14422 w 80524"/>
                  <a:gd name="connsiteY18" fmla="*/ 111076 h 111374"/>
                  <a:gd name="connsiteX19" fmla="*/ 30671 w 80524"/>
                  <a:gd name="connsiteY19" fmla="*/ 104205 h 111374"/>
                  <a:gd name="connsiteX20" fmla="*/ 44393 w 80524"/>
                  <a:gd name="connsiteY20" fmla="*/ 88295 h 111374"/>
                  <a:gd name="connsiteX21" fmla="*/ 45476 w 80524"/>
                  <a:gd name="connsiteY21" fmla="*/ 41286 h 111374"/>
                  <a:gd name="connsiteX22" fmla="*/ 54142 w 80524"/>
                  <a:gd name="connsiteY22" fmla="*/ 49965 h 111374"/>
                  <a:gd name="connsiteX23" fmla="*/ 42226 w 80524"/>
                  <a:gd name="connsiteY23" fmla="*/ 83594 h 111374"/>
                  <a:gd name="connsiteX24" fmla="*/ 22005 w 80524"/>
                  <a:gd name="connsiteY24" fmla="*/ 101312 h 111374"/>
                  <a:gd name="connsiteX25" fmla="*/ 14422 w 80524"/>
                  <a:gd name="connsiteY25" fmla="*/ 89380 h 111374"/>
                  <a:gd name="connsiteX26" fmla="*/ 24893 w 80524"/>
                  <a:gd name="connsiteY26" fmla="*/ 57558 h 111374"/>
                  <a:gd name="connsiteX27" fmla="*/ 45476 w 80524"/>
                  <a:gd name="connsiteY27" fmla="*/ 41286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310" y="93357"/>
                    </a:moveTo>
                    <a:cubicBezTo>
                      <a:pt x="41143" y="102036"/>
                      <a:pt x="41143" y="102036"/>
                      <a:pt x="41143" y="104567"/>
                    </a:cubicBezTo>
                    <a:cubicBezTo>
                      <a:pt x="41143" y="108545"/>
                      <a:pt x="43310" y="111437"/>
                      <a:pt x="46920" y="111437"/>
                    </a:cubicBezTo>
                    <a:cubicBezTo>
                      <a:pt x="53781" y="111437"/>
                      <a:pt x="60642" y="106375"/>
                      <a:pt x="69669" y="94442"/>
                    </a:cubicBezTo>
                    <a:lnTo>
                      <a:pt x="67142" y="92634"/>
                    </a:lnTo>
                    <a:cubicBezTo>
                      <a:pt x="61364" y="99866"/>
                      <a:pt x="58114" y="102759"/>
                      <a:pt x="54503" y="102759"/>
                    </a:cubicBezTo>
                    <a:cubicBezTo>
                      <a:pt x="52698" y="102759"/>
                      <a:pt x="51615" y="101674"/>
                      <a:pt x="51615" y="100589"/>
                    </a:cubicBezTo>
                    <a:cubicBezTo>
                      <a:pt x="51615" y="99504"/>
                      <a:pt x="51976" y="97335"/>
                      <a:pt x="52698" y="95165"/>
                    </a:cubicBezTo>
                    <a:lnTo>
                      <a:pt x="80864" y="63"/>
                    </a:lnTo>
                    <a:cubicBezTo>
                      <a:pt x="71114" y="2233"/>
                      <a:pt x="69308" y="2595"/>
                      <a:pt x="58114" y="3318"/>
                    </a:cubicBezTo>
                    <a:lnTo>
                      <a:pt x="57392" y="6211"/>
                    </a:lnTo>
                    <a:lnTo>
                      <a:pt x="59198" y="6211"/>
                    </a:lnTo>
                    <a:cubicBezTo>
                      <a:pt x="60642" y="6211"/>
                      <a:pt x="61725" y="5849"/>
                      <a:pt x="62447" y="5849"/>
                    </a:cubicBezTo>
                    <a:cubicBezTo>
                      <a:pt x="64614" y="5849"/>
                      <a:pt x="66781" y="7657"/>
                      <a:pt x="66781" y="9465"/>
                    </a:cubicBezTo>
                    <a:cubicBezTo>
                      <a:pt x="66781" y="10188"/>
                      <a:pt x="66420" y="11273"/>
                      <a:pt x="66058" y="13081"/>
                    </a:cubicBezTo>
                    <a:lnTo>
                      <a:pt x="58114" y="42009"/>
                    </a:lnTo>
                    <a:cubicBezTo>
                      <a:pt x="54142" y="38032"/>
                      <a:pt x="51254" y="36947"/>
                      <a:pt x="46920" y="36947"/>
                    </a:cubicBezTo>
                    <a:cubicBezTo>
                      <a:pt x="25616" y="36947"/>
                      <a:pt x="339" y="66237"/>
                      <a:pt x="339" y="90826"/>
                    </a:cubicBezTo>
                    <a:cubicBezTo>
                      <a:pt x="339" y="102759"/>
                      <a:pt x="6116" y="111076"/>
                      <a:pt x="14422" y="111076"/>
                    </a:cubicBezTo>
                    <a:cubicBezTo>
                      <a:pt x="19116" y="111076"/>
                      <a:pt x="25616" y="108183"/>
                      <a:pt x="30671" y="104205"/>
                    </a:cubicBezTo>
                    <a:cubicBezTo>
                      <a:pt x="35365" y="100228"/>
                      <a:pt x="38615" y="96250"/>
                      <a:pt x="44393" y="88295"/>
                    </a:cubicBezTo>
                    <a:close/>
                    <a:moveTo>
                      <a:pt x="45476" y="41286"/>
                    </a:moveTo>
                    <a:cubicBezTo>
                      <a:pt x="50892" y="41286"/>
                      <a:pt x="54142" y="44541"/>
                      <a:pt x="54142" y="49965"/>
                    </a:cubicBezTo>
                    <a:cubicBezTo>
                      <a:pt x="54142" y="57558"/>
                      <a:pt x="48726" y="73107"/>
                      <a:pt x="42226" y="83594"/>
                    </a:cubicBezTo>
                    <a:cubicBezTo>
                      <a:pt x="36449" y="93357"/>
                      <a:pt x="27060" y="101312"/>
                      <a:pt x="22005" y="101312"/>
                    </a:cubicBezTo>
                    <a:cubicBezTo>
                      <a:pt x="17310" y="101312"/>
                      <a:pt x="14422" y="96973"/>
                      <a:pt x="14422" y="89380"/>
                    </a:cubicBezTo>
                    <a:cubicBezTo>
                      <a:pt x="14422" y="80339"/>
                      <a:pt x="18394" y="68406"/>
                      <a:pt x="24893" y="57558"/>
                    </a:cubicBezTo>
                    <a:cubicBezTo>
                      <a:pt x="31754" y="47072"/>
                      <a:pt x="38976" y="41286"/>
                      <a:pt x="45476" y="41286"/>
                    </a:cubicBezTo>
                    <a:close/>
                  </a:path>
                </a:pathLst>
              </a:custGeom>
              <a:solidFill>
                <a:srgbClr val="000000"/>
              </a:solidFill>
              <a:ln w="23090" cap="flat">
                <a:noFill/>
                <a:prstDash val="solid"/>
                <a:miter/>
              </a:ln>
            </p:spPr>
            <p:txBody>
              <a:bodyPr rtlCol="0" anchor="ctr"/>
              <a:lstStyle/>
              <a:p>
                <a:endParaRPr lang="zh-CN" altLang="en-US"/>
              </a:p>
            </p:txBody>
          </p:sp>
          <p:sp>
            <p:nvSpPr>
              <p:cNvPr id="466" name="任意多边形: 形状 465"/>
              <p:cNvSpPr/>
              <p:nvPr/>
            </p:nvSpPr>
            <p:spPr>
              <a:xfrm>
                <a:off x="10560128" y="4028617"/>
                <a:ext cx="23471" cy="33629"/>
              </a:xfrm>
              <a:custGeom>
                <a:avLst/>
                <a:gdLst>
                  <a:gd name="connsiteX0" fmla="*/ 3231 w 23471"/>
                  <a:gd name="connsiteY0" fmla="*/ 33692 h 33629"/>
                  <a:gd name="connsiteX1" fmla="*/ 23814 w 23471"/>
                  <a:gd name="connsiteY1" fmla="*/ 9465 h 33629"/>
                  <a:gd name="connsiteX2" fmla="*/ 15508 w 23471"/>
                  <a:gd name="connsiteY2" fmla="*/ 63 h 33629"/>
                  <a:gd name="connsiteX3" fmla="*/ 7564 w 23471"/>
                  <a:gd name="connsiteY3" fmla="*/ 8019 h 33629"/>
                  <a:gd name="connsiteX4" fmla="*/ 9731 w 23471"/>
                  <a:gd name="connsiteY4" fmla="*/ 12719 h 33629"/>
                  <a:gd name="connsiteX5" fmla="*/ 12981 w 23471"/>
                  <a:gd name="connsiteY5" fmla="*/ 18143 h 33629"/>
                  <a:gd name="connsiteX6" fmla="*/ 342 w 23471"/>
                  <a:gd name="connsiteY6" fmla="*/ 30076 h 3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1" h="33629">
                    <a:moveTo>
                      <a:pt x="3231" y="33692"/>
                    </a:moveTo>
                    <a:cubicBezTo>
                      <a:pt x="15869" y="27907"/>
                      <a:pt x="23814" y="18505"/>
                      <a:pt x="23814" y="9465"/>
                    </a:cubicBezTo>
                    <a:cubicBezTo>
                      <a:pt x="23814" y="4402"/>
                      <a:pt x="19841" y="63"/>
                      <a:pt x="15508" y="63"/>
                    </a:cubicBezTo>
                    <a:cubicBezTo>
                      <a:pt x="11175" y="63"/>
                      <a:pt x="7564" y="4041"/>
                      <a:pt x="7564" y="8019"/>
                    </a:cubicBezTo>
                    <a:cubicBezTo>
                      <a:pt x="7564" y="9827"/>
                      <a:pt x="8286" y="11635"/>
                      <a:pt x="9731" y="12719"/>
                    </a:cubicBezTo>
                    <a:cubicBezTo>
                      <a:pt x="12258" y="15251"/>
                      <a:pt x="12981" y="16335"/>
                      <a:pt x="12981" y="18143"/>
                    </a:cubicBezTo>
                    <a:cubicBezTo>
                      <a:pt x="12981" y="22121"/>
                      <a:pt x="8647" y="26099"/>
                      <a:pt x="342" y="30076"/>
                    </a:cubicBezTo>
                    <a:close/>
                  </a:path>
                </a:pathLst>
              </a:custGeom>
              <a:solidFill>
                <a:srgbClr val="000000"/>
              </a:solidFill>
              <a:ln w="23090" cap="flat">
                <a:noFill/>
                <a:prstDash val="solid"/>
                <a:miter/>
              </a:ln>
            </p:spPr>
            <p:txBody>
              <a:bodyPr rtlCol="0" anchor="ctr"/>
              <a:lstStyle/>
              <a:p>
                <a:endParaRPr lang="zh-CN" altLang="en-US"/>
              </a:p>
            </p:txBody>
          </p:sp>
          <p:sp>
            <p:nvSpPr>
              <p:cNvPr id="467" name="任意多边形: 形状 466"/>
              <p:cNvSpPr/>
              <p:nvPr/>
            </p:nvSpPr>
            <p:spPr>
              <a:xfrm>
                <a:off x="10598396" y="4043443"/>
                <a:ext cx="23110" cy="23142"/>
              </a:xfrm>
              <a:custGeom>
                <a:avLst/>
                <a:gdLst/>
                <a:ahLst/>
                <a:cxnLst/>
                <a:rect l="l" t="t" r="r" b="b"/>
                <a:pathLst>
                  <a:path w="23110" h="23142"/>
                </a:pathLst>
              </a:custGeom>
              <a:solidFill>
                <a:srgbClr val="000000"/>
              </a:solidFill>
              <a:ln w="23090" cap="flat">
                <a:noFill/>
                <a:prstDash val="solid"/>
                <a:miter/>
              </a:ln>
            </p:spPr>
            <p:txBody>
              <a:bodyPr rtlCol="0" anchor="ctr"/>
              <a:lstStyle/>
              <a:p>
                <a:endParaRPr lang="zh-CN" altLang="en-US"/>
              </a:p>
            </p:txBody>
          </p:sp>
          <p:sp>
            <p:nvSpPr>
              <p:cNvPr id="468" name="任意多边形: 形状 467"/>
              <p:cNvSpPr/>
              <p:nvPr/>
            </p:nvSpPr>
            <p:spPr>
              <a:xfrm>
                <a:off x="10645338" y="3955212"/>
                <a:ext cx="39720" cy="90400"/>
              </a:xfrm>
              <a:custGeom>
                <a:avLst/>
                <a:gdLst>
                  <a:gd name="connsiteX0" fmla="*/ 28150 w 39720"/>
                  <a:gd name="connsiteY0" fmla="*/ 22844 h 90400"/>
                  <a:gd name="connsiteX1" fmla="*/ 38622 w 39720"/>
                  <a:gd name="connsiteY1" fmla="*/ 22844 h 90400"/>
                  <a:gd name="connsiteX2" fmla="*/ 40066 w 39720"/>
                  <a:gd name="connsiteY2" fmla="*/ 17782 h 90400"/>
                  <a:gd name="connsiteX3" fmla="*/ 29594 w 39720"/>
                  <a:gd name="connsiteY3" fmla="*/ 17782 h 90400"/>
                  <a:gd name="connsiteX4" fmla="*/ 34650 w 39720"/>
                  <a:gd name="connsiteY4" fmla="*/ 63 h 90400"/>
                  <a:gd name="connsiteX5" fmla="*/ 31039 w 39720"/>
                  <a:gd name="connsiteY5" fmla="*/ 63 h 90400"/>
                  <a:gd name="connsiteX6" fmla="*/ 6484 w 39720"/>
                  <a:gd name="connsiteY6" fmla="*/ 17782 h 90400"/>
                  <a:gd name="connsiteX7" fmla="*/ 5401 w 39720"/>
                  <a:gd name="connsiteY7" fmla="*/ 22844 h 90400"/>
                  <a:gd name="connsiteX8" fmla="*/ 16595 w 39720"/>
                  <a:gd name="connsiteY8" fmla="*/ 22844 h 90400"/>
                  <a:gd name="connsiteX9" fmla="*/ 2512 w 39720"/>
                  <a:gd name="connsiteY9" fmla="*/ 71661 h 90400"/>
                  <a:gd name="connsiteX10" fmla="*/ 346 w 39720"/>
                  <a:gd name="connsiteY10" fmla="*/ 82509 h 90400"/>
                  <a:gd name="connsiteX11" fmla="*/ 8290 w 39720"/>
                  <a:gd name="connsiteY11" fmla="*/ 90464 h 90400"/>
                  <a:gd name="connsiteX12" fmla="*/ 28872 w 39720"/>
                  <a:gd name="connsiteY12" fmla="*/ 73830 h 90400"/>
                  <a:gd name="connsiteX13" fmla="*/ 27067 w 39720"/>
                  <a:gd name="connsiteY13" fmla="*/ 71661 h 90400"/>
                  <a:gd name="connsiteX14" fmla="*/ 14789 w 39720"/>
                  <a:gd name="connsiteY14" fmla="*/ 82509 h 90400"/>
                  <a:gd name="connsiteX15" fmla="*/ 12262 w 39720"/>
                  <a:gd name="connsiteY15" fmla="*/ 80339 h 90400"/>
                  <a:gd name="connsiteX16" fmla="*/ 14067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0" y="22844"/>
                    </a:moveTo>
                    <a:lnTo>
                      <a:pt x="38622" y="22844"/>
                    </a:lnTo>
                    <a:lnTo>
                      <a:pt x="40066" y="17782"/>
                    </a:lnTo>
                    <a:lnTo>
                      <a:pt x="29594" y="17782"/>
                    </a:lnTo>
                    <a:lnTo>
                      <a:pt x="34650" y="63"/>
                    </a:lnTo>
                    <a:lnTo>
                      <a:pt x="31039" y="63"/>
                    </a:lnTo>
                    <a:cubicBezTo>
                      <a:pt x="22372" y="11273"/>
                      <a:pt x="16234" y="15612"/>
                      <a:pt x="6484" y="17782"/>
                    </a:cubicBezTo>
                    <a:lnTo>
                      <a:pt x="5401" y="22844"/>
                    </a:lnTo>
                    <a:lnTo>
                      <a:pt x="16595" y="22844"/>
                    </a:lnTo>
                    <a:lnTo>
                      <a:pt x="2512" y="71661"/>
                    </a:lnTo>
                    <a:cubicBezTo>
                      <a:pt x="1429" y="75638"/>
                      <a:pt x="346" y="80339"/>
                      <a:pt x="346" y="82509"/>
                    </a:cubicBezTo>
                    <a:cubicBezTo>
                      <a:pt x="346" y="87210"/>
                      <a:pt x="3595" y="90464"/>
                      <a:pt x="8290" y="90464"/>
                    </a:cubicBezTo>
                    <a:cubicBezTo>
                      <a:pt x="14428" y="90464"/>
                      <a:pt x="20928" y="85040"/>
                      <a:pt x="28872" y="73830"/>
                    </a:cubicBezTo>
                    <a:lnTo>
                      <a:pt x="27067" y="71661"/>
                    </a:lnTo>
                    <a:cubicBezTo>
                      <a:pt x="22011" y="78170"/>
                      <a:pt x="17317" y="82509"/>
                      <a:pt x="14789" y="82509"/>
                    </a:cubicBezTo>
                    <a:cubicBezTo>
                      <a:pt x="13706" y="82509"/>
                      <a:pt x="12262" y="81424"/>
                      <a:pt x="12262" y="80339"/>
                    </a:cubicBezTo>
                    <a:cubicBezTo>
                      <a:pt x="12262" y="79255"/>
                      <a:pt x="12262" y="79255"/>
                      <a:pt x="14067" y="72746"/>
                    </a:cubicBezTo>
                    <a:close/>
                  </a:path>
                </a:pathLst>
              </a:custGeom>
              <a:solidFill>
                <a:srgbClr val="000000"/>
              </a:solidFill>
              <a:ln w="23090" cap="flat">
                <a:noFill/>
                <a:prstDash val="solid"/>
                <a:miter/>
              </a:ln>
            </p:spPr>
            <p:txBody>
              <a:bodyPr rtlCol="0" anchor="ctr"/>
              <a:lstStyle/>
              <a:p>
                <a:endParaRPr lang="zh-CN" altLang="en-US"/>
              </a:p>
            </p:txBody>
          </p:sp>
          <p:sp>
            <p:nvSpPr>
              <p:cNvPr id="469" name="任意多边形: 形状 468"/>
              <p:cNvSpPr/>
              <p:nvPr/>
            </p:nvSpPr>
            <p:spPr>
              <a:xfrm>
                <a:off x="10687609" y="3943640"/>
                <a:ext cx="36831" cy="102333"/>
              </a:xfrm>
              <a:custGeom>
                <a:avLst/>
                <a:gdLst>
                  <a:gd name="connsiteX0" fmla="*/ 26707 w 36831"/>
                  <a:gd name="connsiteY0" fmla="*/ 82871 h 102333"/>
                  <a:gd name="connsiteX1" fmla="*/ 15152 w 36831"/>
                  <a:gd name="connsiteY1" fmla="*/ 93719 h 102333"/>
                  <a:gd name="connsiteX2" fmla="*/ 12986 w 36831"/>
                  <a:gd name="connsiteY2" fmla="*/ 91549 h 102333"/>
                  <a:gd name="connsiteX3" fmla="*/ 13347 w 36831"/>
                  <a:gd name="connsiteY3" fmla="*/ 89018 h 102333"/>
                  <a:gd name="connsiteX4" fmla="*/ 31041 w 36831"/>
                  <a:gd name="connsiteY4" fmla="*/ 27183 h 102333"/>
                  <a:gd name="connsiteX5" fmla="*/ 7208 w 36831"/>
                  <a:gd name="connsiteY5" fmla="*/ 31161 h 102333"/>
                  <a:gd name="connsiteX6" fmla="*/ 6486 w 36831"/>
                  <a:gd name="connsiteY6" fmla="*/ 34415 h 102333"/>
                  <a:gd name="connsiteX7" fmla="*/ 11541 w 36831"/>
                  <a:gd name="connsiteY7" fmla="*/ 33692 h 102333"/>
                  <a:gd name="connsiteX8" fmla="*/ 15875 w 36831"/>
                  <a:gd name="connsiteY8" fmla="*/ 37670 h 102333"/>
                  <a:gd name="connsiteX9" fmla="*/ 14791 w 36831"/>
                  <a:gd name="connsiteY9" fmla="*/ 44540 h 102333"/>
                  <a:gd name="connsiteX10" fmla="*/ 1431 w 36831"/>
                  <a:gd name="connsiteY10" fmla="*/ 90464 h 102333"/>
                  <a:gd name="connsiteX11" fmla="*/ 347 w 36831"/>
                  <a:gd name="connsiteY11" fmla="*/ 96250 h 102333"/>
                  <a:gd name="connsiteX12" fmla="*/ 7208 w 36831"/>
                  <a:gd name="connsiteY12" fmla="*/ 102397 h 102333"/>
                  <a:gd name="connsiteX13" fmla="*/ 27791 w 36831"/>
                  <a:gd name="connsiteY13" fmla="*/ 86487 h 102333"/>
                  <a:gd name="connsiteX14" fmla="*/ 29235 w 36831"/>
                  <a:gd name="connsiteY14" fmla="*/ 63 h 102333"/>
                  <a:gd name="connsiteX15" fmla="*/ 20569 w 36831"/>
                  <a:gd name="connsiteY15" fmla="*/ 8019 h 102333"/>
                  <a:gd name="connsiteX16" fmla="*/ 28874 w 36831"/>
                  <a:gd name="connsiteY16" fmla="*/ 16335 h 102333"/>
                  <a:gd name="connsiteX17" fmla="*/ 37179 w 36831"/>
                  <a:gd name="connsiteY17" fmla="*/ 8019 h 102333"/>
                  <a:gd name="connsiteX18" fmla="*/ 29235 w 36831"/>
                  <a:gd name="connsiteY18" fmla="*/ 63 h 10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831" h="102333">
                    <a:moveTo>
                      <a:pt x="26707" y="82871"/>
                    </a:moveTo>
                    <a:cubicBezTo>
                      <a:pt x="22735" y="89018"/>
                      <a:pt x="17680" y="93719"/>
                      <a:pt x="15152" y="93719"/>
                    </a:cubicBezTo>
                    <a:cubicBezTo>
                      <a:pt x="14069" y="93719"/>
                      <a:pt x="12986" y="92634"/>
                      <a:pt x="12986" y="91549"/>
                    </a:cubicBezTo>
                    <a:cubicBezTo>
                      <a:pt x="12986" y="90826"/>
                      <a:pt x="12986" y="90103"/>
                      <a:pt x="13347" y="89018"/>
                    </a:cubicBezTo>
                    <a:lnTo>
                      <a:pt x="31041" y="27183"/>
                    </a:lnTo>
                    <a:cubicBezTo>
                      <a:pt x="23096" y="29353"/>
                      <a:pt x="14430" y="30799"/>
                      <a:pt x="7208" y="31161"/>
                    </a:cubicBezTo>
                    <a:lnTo>
                      <a:pt x="6486" y="34415"/>
                    </a:lnTo>
                    <a:cubicBezTo>
                      <a:pt x="9014" y="34054"/>
                      <a:pt x="10458" y="33692"/>
                      <a:pt x="11541" y="33692"/>
                    </a:cubicBezTo>
                    <a:cubicBezTo>
                      <a:pt x="14791" y="33692"/>
                      <a:pt x="15875" y="34777"/>
                      <a:pt x="15875" y="37670"/>
                    </a:cubicBezTo>
                    <a:cubicBezTo>
                      <a:pt x="15875" y="39116"/>
                      <a:pt x="15513" y="40924"/>
                      <a:pt x="14791" y="44540"/>
                    </a:cubicBezTo>
                    <a:lnTo>
                      <a:pt x="1431" y="90464"/>
                    </a:lnTo>
                    <a:cubicBezTo>
                      <a:pt x="708" y="92634"/>
                      <a:pt x="347" y="94803"/>
                      <a:pt x="347" y="96250"/>
                    </a:cubicBezTo>
                    <a:cubicBezTo>
                      <a:pt x="347" y="99504"/>
                      <a:pt x="3597" y="102397"/>
                      <a:pt x="7208" y="102397"/>
                    </a:cubicBezTo>
                    <a:cubicBezTo>
                      <a:pt x="12264" y="102397"/>
                      <a:pt x="19485" y="96611"/>
                      <a:pt x="27791" y="86487"/>
                    </a:cubicBezTo>
                    <a:close/>
                    <a:moveTo>
                      <a:pt x="29235" y="63"/>
                    </a:moveTo>
                    <a:cubicBezTo>
                      <a:pt x="24541" y="63"/>
                      <a:pt x="20569" y="3679"/>
                      <a:pt x="20569" y="8019"/>
                    </a:cubicBezTo>
                    <a:cubicBezTo>
                      <a:pt x="20569" y="12719"/>
                      <a:pt x="24541" y="16335"/>
                      <a:pt x="28874" y="16335"/>
                    </a:cubicBezTo>
                    <a:cubicBezTo>
                      <a:pt x="33568" y="16335"/>
                      <a:pt x="37179" y="12719"/>
                      <a:pt x="37179" y="8019"/>
                    </a:cubicBezTo>
                    <a:cubicBezTo>
                      <a:pt x="37179" y="3679"/>
                      <a:pt x="33568" y="63"/>
                      <a:pt x="29235" y="63"/>
                    </a:cubicBezTo>
                    <a:close/>
                  </a:path>
                </a:pathLst>
              </a:custGeom>
              <a:solidFill>
                <a:srgbClr val="000000"/>
              </a:solidFill>
              <a:ln w="23090" cap="flat">
                <a:noFill/>
                <a:prstDash val="solid"/>
                <a:miter/>
              </a:ln>
            </p:spPr>
            <p:txBody>
              <a:bodyPr rtlCol="0" anchor="ctr"/>
              <a:lstStyle/>
              <a:p>
                <a:endParaRPr lang="zh-CN" altLang="en-US"/>
              </a:p>
            </p:txBody>
          </p:sp>
          <p:sp>
            <p:nvSpPr>
              <p:cNvPr id="470" name="任意多边形: 形状 469"/>
              <p:cNvSpPr/>
              <p:nvPr/>
            </p:nvSpPr>
            <p:spPr>
              <a:xfrm>
                <a:off x="10728974" y="3955212"/>
                <a:ext cx="39720" cy="90400"/>
              </a:xfrm>
              <a:custGeom>
                <a:avLst/>
                <a:gdLst>
                  <a:gd name="connsiteX0" fmla="*/ 28154 w 39720"/>
                  <a:gd name="connsiteY0" fmla="*/ 22844 h 90400"/>
                  <a:gd name="connsiteX1" fmla="*/ 38625 w 39720"/>
                  <a:gd name="connsiteY1" fmla="*/ 22844 h 90400"/>
                  <a:gd name="connsiteX2" fmla="*/ 40070 w 39720"/>
                  <a:gd name="connsiteY2" fmla="*/ 17782 h 90400"/>
                  <a:gd name="connsiteX3" fmla="*/ 29598 w 39720"/>
                  <a:gd name="connsiteY3" fmla="*/ 17782 h 90400"/>
                  <a:gd name="connsiteX4" fmla="*/ 34653 w 39720"/>
                  <a:gd name="connsiteY4" fmla="*/ 63 h 90400"/>
                  <a:gd name="connsiteX5" fmla="*/ 31042 w 39720"/>
                  <a:gd name="connsiteY5" fmla="*/ 63 h 90400"/>
                  <a:gd name="connsiteX6" fmla="*/ 6488 w 39720"/>
                  <a:gd name="connsiteY6" fmla="*/ 17782 h 90400"/>
                  <a:gd name="connsiteX7" fmla="*/ 5404 w 39720"/>
                  <a:gd name="connsiteY7" fmla="*/ 22844 h 90400"/>
                  <a:gd name="connsiteX8" fmla="*/ 16598 w 39720"/>
                  <a:gd name="connsiteY8" fmla="*/ 22844 h 90400"/>
                  <a:gd name="connsiteX9" fmla="*/ 2516 w 39720"/>
                  <a:gd name="connsiteY9" fmla="*/ 71661 h 90400"/>
                  <a:gd name="connsiteX10" fmla="*/ 349 w 39720"/>
                  <a:gd name="connsiteY10" fmla="*/ 82509 h 90400"/>
                  <a:gd name="connsiteX11" fmla="*/ 8293 w 39720"/>
                  <a:gd name="connsiteY11" fmla="*/ 90464 h 90400"/>
                  <a:gd name="connsiteX12" fmla="*/ 28876 w 39720"/>
                  <a:gd name="connsiteY12" fmla="*/ 73830 h 90400"/>
                  <a:gd name="connsiteX13" fmla="*/ 27070 w 39720"/>
                  <a:gd name="connsiteY13" fmla="*/ 71661 h 90400"/>
                  <a:gd name="connsiteX14" fmla="*/ 14793 w 39720"/>
                  <a:gd name="connsiteY14" fmla="*/ 82509 h 90400"/>
                  <a:gd name="connsiteX15" fmla="*/ 12265 w 39720"/>
                  <a:gd name="connsiteY15" fmla="*/ 80339 h 90400"/>
                  <a:gd name="connsiteX16" fmla="*/ 14071 w 39720"/>
                  <a:gd name="connsiteY16" fmla="*/ 72746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154" y="22844"/>
                    </a:moveTo>
                    <a:lnTo>
                      <a:pt x="38625" y="22844"/>
                    </a:lnTo>
                    <a:lnTo>
                      <a:pt x="40070" y="17782"/>
                    </a:lnTo>
                    <a:lnTo>
                      <a:pt x="29598" y="17782"/>
                    </a:lnTo>
                    <a:lnTo>
                      <a:pt x="34653" y="63"/>
                    </a:lnTo>
                    <a:lnTo>
                      <a:pt x="31042" y="63"/>
                    </a:lnTo>
                    <a:cubicBezTo>
                      <a:pt x="22376" y="11273"/>
                      <a:pt x="16237" y="15612"/>
                      <a:pt x="6488" y="17782"/>
                    </a:cubicBezTo>
                    <a:lnTo>
                      <a:pt x="5404" y="22844"/>
                    </a:lnTo>
                    <a:lnTo>
                      <a:pt x="16598" y="22844"/>
                    </a:lnTo>
                    <a:lnTo>
                      <a:pt x="2516" y="71661"/>
                    </a:lnTo>
                    <a:cubicBezTo>
                      <a:pt x="1432" y="75638"/>
                      <a:pt x="349" y="80339"/>
                      <a:pt x="349" y="82509"/>
                    </a:cubicBezTo>
                    <a:cubicBezTo>
                      <a:pt x="349" y="87210"/>
                      <a:pt x="3599" y="90464"/>
                      <a:pt x="8293" y="90464"/>
                    </a:cubicBezTo>
                    <a:cubicBezTo>
                      <a:pt x="14432" y="90464"/>
                      <a:pt x="20932" y="85040"/>
                      <a:pt x="28876" y="73830"/>
                    </a:cubicBezTo>
                    <a:lnTo>
                      <a:pt x="27070" y="71661"/>
                    </a:lnTo>
                    <a:cubicBezTo>
                      <a:pt x="22015" y="78170"/>
                      <a:pt x="17321" y="82509"/>
                      <a:pt x="14793" y="82509"/>
                    </a:cubicBezTo>
                    <a:cubicBezTo>
                      <a:pt x="13710" y="82509"/>
                      <a:pt x="12265" y="81424"/>
                      <a:pt x="12265" y="80339"/>
                    </a:cubicBezTo>
                    <a:cubicBezTo>
                      <a:pt x="12265" y="79255"/>
                      <a:pt x="12265" y="79255"/>
                      <a:pt x="14071" y="72746"/>
                    </a:cubicBezTo>
                    <a:close/>
                  </a:path>
                </a:pathLst>
              </a:custGeom>
              <a:solidFill>
                <a:srgbClr val="000000"/>
              </a:solidFill>
              <a:ln w="23090" cap="flat">
                <a:noFill/>
                <a:prstDash val="solid"/>
                <a:miter/>
              </a:ln>
            </p:spPr>
            <p:txBody>
              <a:bodyPr rtlCol="0" anchor="ctr"/>
              <a:lstStyle/>
              <a:p>
                <a:endParaRPr lang="zh-CN" altLang="en-US"/>
              </a:p>
            </p:txBody>
          </p:sp>
          <p:sp>
            <p:nvSpPr>
              <p:cNvPr id="471" name="任意多边形: 形状 470"/>
              <p:cNvSpPr/>
              <p:nvPr/>
            </p:nvSpPr>
            <p:spPr>
              <a:xfrm>
                <a:off x="10770884" y="3934600"/>
                <a:ext cx="41164" cy="111012"/>
              </a:xfrm>
              <a:custGeom>
                <a:avLst/>
                <a:gdLst>
                  <a:gd name="connsiteX0" fmla="*/ 25989 w 41164"/>
                  <a:gd name="connsiteY0" fmla="*/ 93719 h 111012"/>
                  <a:gd name="connsiteX1" fmla="*/ 14795 w 41164"/>
                  <a:gd name="connsiteY1" fmla="*/ 103120 h 111012"/>
                  <a:gd name="connsiteX2" fmla="*/ 12628 w 41164"/>
                  <a:gd name="connsiteY2" fmla="*/ 100951 h 111012"/>
                  <a:gd name="connsiteX3" fmla="*/ 12989 w 41164"/>
                  <a:gd name="connsiteY3" fmla="*/ 99143 h 111012"/>
                  <a:gd name="connsiteX4" fmla="*/ 41516 w 41164"/>
                  <a:gd name="connsiteY4" fmla="*/ 63 h 111012"/>
                  <a:gd name="connsiteX5" fmla="*/ 19489 w 41164"/>
                  <a:gd name="connsiteY5" fmla="*/ 3318 h 111012"/>
                  <a:gd name="connsiteX6" fmla="*/ 18767 w 41164"/>
                  <a:gd name="connsiteY6" fmla="*/ 6211 h 111012"/>
                  <a:gd name="connsiteX7" fmla="*/ 20211 w 41164"/>
                  <a:gd name="connsiteY7" fmla="*/ 6211 h 111012"/>
                  <a:gd name="connsiteX8" fmla="*/ 23100 w 41164"/>
                  <a:gd name="connsiteY8" fmla="*/ 5849 h 111012"/>
                  <a:gd name="connsiteX9" fmla="*/ 26711 w 41164"/>
                  <a:gd name="connsiteY9" fmla="*/ 9103 h 111012"/>
                  <a:gd name="connsiteX10" fmla="*/ 25989 w 41164"/>
                  <a:gd name="connsiteY10" fmla="*/ 13804 h 111012"/>
                  <a:gd name="connsiteX11" fmla="*/ 1434 w 41164"/>
                  <a:gd name="connsiteY11" fmla="*/ 99143 h 111012"/>
                  <a:gd name="connsiteX12" fmla="*/ 351 w 41164"/>
                  <a:gd name="connsiteY12" fmla="*/ 104205 h 111012"/>
                  <a:gd name="connsiteX13" fmla="*/ 7212 w 41164"/>
                  <a:gd name="connsiteY13" fmla="*/ 111076 h 111012"/>
                  <a:gd name="connsiteX14" fmla="*/ 27794 w 41164"/>
                  <a:gd name="connsiteY14" fmla="*/ 95888 h 1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64" h="111012">
                    <a:moveTo>
                      <a:pt x="25989" y="93719"/>
                    </a:moveTo>
                    <a:cubicBezTo>
                      <a:pt x="18767" y="102397"/>
                      <a:pt x="17323" y="103120"/>
                      <a:pt x="14795" y="103120"/>
                    </a:cubicBezTo>
                    <a:cubicBezTo>
                      <a:pt x="13712" y="103120"/>
                      <a:pt x="12628" y="102397"/>
                      <a:pt x="12628" y="100951"/>
                    </a:cubicBezTo>
                    <a:cubicBezTo>
                      <a:pt x="12628" y="100589"/>
                      <a:pt x="12989" y="99866"/>
                      <a:pt x="12989" y="99143"/>
                    </a:cubicBezTo>
                    <a:lnTo>
                      <a:pt x="41516" y="63"/>
                    </a:lnTo>
                    <a:cubicBezTo>
                      <a:pt x="31405" y="1871"/>
                      <a:pt x="29961" y="2233"/>
                      <a:pt x="19489" y="3318"/>
                    </a:cubicBezTo>
                    <a:lnTo>
                      <a:pt x="18767" y="6211"/>
                    </a:lnTo>
                    <a:lnTo>
                      <a:pt x="20211" y="6211"/>
                    </a:lnTo>
                    <a:cubicBezTo>
                      <a:pt x="21656" y="6211"/>
                      <a:pt x="22378" y="5849"/>
                      <a:pt x="23100" y="5849"/>
                    </a:cubicBezTo>
                    <a:cubicBezTo>
                      <a:pt x="24906" y="5849"/>
                      <a:pt x="26711" y="7295"/>
                      <a:pt x="26711" y="9103"/>
                    </a:cubicBezTo>
                    <a:cubicBezTo>
                      <a:pt x="26711" y="9827"/>
                      <a:pt x="26350" y="11273"/>
                      <a:pt x="25989" y="13804"/>
                    </a:cubicBezTo>
                    <a:lnTo>
                      <a:pt x="1434" y="99143"/>
                    </a:lnTo>
                    <a:cubicBezTo>
                      <a:pt x="351" y="102397"/>
                      <a:pt x="351" y="103120"/>
                      <a:pt x="351" y="104205"/>
                    </a:cubicBezTo>
                    <a:cubicBezTo>
                      <a:pt x="351" y="108183"/>
                      <a:pt x="3240" y="111076"/>
                      <a:pt x="7212" y="111076"/>
                    </a:cubicBezTo>
                    <a:cubicBezTo>
                      <a:pt x="13350" y="111076"/>
                      <a:pt x="17684" y="107821"/>
                      <a:pt x="27794" y="95888"/>
                    </a:cubicBezTo>
                    <a:close/>
                  </a:path>
                </a:pathLst>
              </a:custGeom>
              <a:solidFill>
                <a:srgbClr val="000000"/>
              </a:solidFill>
              <a:ln w="23090" cap="flat">
                <a:noFill/>
                <a:prstDash val="solid"/>
                <a:miter/>
              </a:ln>
            </p:spPr>
            <p:txBody>
              <a:bodyPr rtlCol="0" anchor="ctr"/>
              <a:lstStyle/>
              <a:p>
                <a:endParaRPr lang="zh-CN" altLang="en-US"/>
              </a:p>
            </p:txBody>
          </p:sp>
          <p:sp>
            <p:nvSpPr>
              <p:cNvPr id="472" name="任意多边形: 形状 471"/>
              <p:cNvSpPr/>
              <p:nvPr/>
            </p:nvSpPr>
            <p:spPr>
              <a:xfrm>
                <a:off x="10809920" y="3971122"/>
                <a:ext cx="59580" cy="74490"/>
              </a:xfrm>
              <a:custGeom>
                <a:avLst/>
                <a:gdLst>
                  <a:gd name="connsiteX0" fmla="*/ 49462 w 59580"/>
                  <a:gd name="connsiteY0" fmla="*/ 55389 h 74490"/>
                  <a:gd name="connsiteX1" fmla="*/ 28518 w 59580"/>
                  <a:gd name="connsiteY1" fmla="*/ 66237 h 74490"/>
                  <a:gd name="connsiteX2" fmla="*/ 13352 w 59580"/>
                  <a:gd name="connsiteY2" fmla="*/ 49603 h 74490"/>
                  <a:gd name="connsiteX3" fmla="*/ 14074 w 59580"/>
                  <a:gd name="connsiteY3" fmla="*/ 41286 h 74490"/>
                  <a:gd name="connsiteX4" fmla="*/ 41518 w 59580"/>
                  <a:gd name="connsiteY4" fmla="*/ 35500 h 74490"/>
                  <a:gd name="connsiteX5" fmla="*/ 59934 w 59580"/>
                  <a:gd name="connsiteY5" fmla="*/ 11996 h 74490"/>
                  <a:gd name="connsiteX6" fmla="*/ 44768 w 59580"/>
                  <a:gd name="connsiteY6" fmla="*/ 63 h 74490"/>
                  <a:gd name="connsiteX7" fmla="*/ 353 w 59580"/>
                  <a:gd name="connsiteY7" fmla="*/ 50326 h 74490"/>
                  <a:gd name="connsiteX8" fmla="*/ 21657 w 59580"/>
                  <a:gd name="connsiteY8" fmla="*/ 74554 h 74490"/>
                  <a:gd name="connsiteX9" fmla="*/ 52712 w 59580"/>
                  <a:gd name="connsiteY9" fmla="*/ 57558 h 74490"/>
                  <a:gd name="connsiteX10" fmla="*/ 15158 w 59580"/>
                  <a:gd name="connsiteY10" fmla="*/ 36947 h 74490"/>
                  <a:gd name="connsiteX11" fmla="*/ 41879 w 59580"/>
                  <a:gd name="connsiteY11" fmla="*/ 4764 h 74490"/>
                  <a:gd name="connsiteX12" fmla="*/ 48379 w 59580"/>
                  <a:gd name="connsiteY12" fmla="*/ 11635 h 74490"/>
                  <a:gd name="connsiteX13" fmla="*/ 42601 w 59580"/>
                  <a:gd name="connsiteY13" fmla="*/ 25376 h 74490"/>
                  <a:gd name="connsiteX14" fmla="*/ 21657 w 59580"/>
                  <a:gd name="connsiteY14" fmla="*/ 36585 h 74490"/>
                  <a:gd name="connsiteX15" fmla="*/ 15158 w 59580"/>
                  <a:gd name="connsiteY15" fmla="*/ 36947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462" y="55389"/>
                    </a:moveTo>
                    <a:cubicBezTo>
                      <a:pt x="42601" y="62982"/>
                      <a:pt x="35740" y="66237"/>
                      <a:pt x="28518" y="66237"/>
                    </a:cubicBezTo>
                    <a:cubicBezTo>
                      <a:pt x="19852" y="66237"/>
                      <a:pt x="13352" y="59366"/>
                      <a:pt x="13352" y="49603"/>
                    </a:cubicBezTo>
                    <a:cubicBezTo>
                      <a:pt x="13352" y="47072"/>
                      <a:pt x="13713" y="44179"/>
                      <a:pt x="14074" y="41286"/>
                    </a:cubicBezTo>
                    <a:cubicBezTo>
                      <a:pt x="26713" y="40563"/>
                      <a:pt x="33935" y="39116"/>
                      <a:pt x="41518" y="35500"/>
                    </a:cubicBezTo>
                    <a:cubicBezTo>
                      <a:pt x="52712" y="30438"/>
                      <a:pt x="59934" y="21036"/>
                      <a:pt x="59934" y="11996"/>
                    </a:cubicBezTo>
                    <a:cubicBezTo>
                      <a:pt x="59934" y="5126"/>
                      <a:pt x="53434" y="63"/>
                      <a:pt x="44768" y="63"/>
                    </a:cubicBezTo>
                    <a:cubicBezTo>
                      <a:pt x="23102" y="63"/>
                      <a:pt x="353" y="26099"/>
                      <a:pt x="353" y="50326"/>
                    </a:cubicBezTo>
                    <a:cubicBezTo>
                      <a:pt x="353" y="64790"/>
                      <a:pt x="9019" y="74554"/>
                      <a:pt x="21657" y="74554"/>
                    </a:cubicBezTo>
                    <a:cubicBezTo>
                      <a:pt x="31768" y="74554"/>
                      <a:pt x="40434" y="69491"/>
                      <a:pt x="52712" y="57558"/>
                    </a:cubicBezTo>
                    <a:close/>
                    <a:moveTo>
                      <a:pt x="15158" y="36947"/>
                    </a:moveTo>
                    <a:cubicBezTo>
                      <a:pt x="20574" y="18505"/>
                      <a:pt x="32129" y="4764"/>
                      <a:pt x="41879" y="4764"/>
                    </a:cubicBezTo>
                    <a:cubicBezTo>
                      <a:pt x="45490" y="4764"/>
                      <a:pt x="48379" y="7657"/>
                      <a:pt x="48379" y="11635"/>
                    </a:cubicBezTo>
                    <a:cubicBezTo>
                      <a:pt x="48379" y="15974"/>
                      <a:pt x="46212" y="21036"/>
                      <a:pt x="42601" y="25376"/>
                    </a:cubicBezTo>
                    <a:cubicBezTo>
                      <a:pt x="37185" y="31161"/>
                      <a:pt x="30324" y="35139"/>
                      <a:pt x="21657" y="36585"/>
                    </a:cubicBezTo>
                    <a:cubicBezTo>
                      <a:pt x="20213" y="36585"/>
                      <a:pt x="18046" y="36947"/>
                      <a:pt x="15158" y="36947"/>
                    </a:cubicBezTo>
                    <a:close/>
                  </a:path>
                </a:pathLst>
              </a:custGeom>
              <a:solidFill>
                <a:srgbClr val="000000"/>
              </a:solidFill>
              <a:ln w="23090" cap="flat">
                <a:noFill/>
                <a:prstDash val="solid"/>
                <a:miter/>
              </a:ln>
            </p:spPr>
            <p:txBody>
              <a:bodyPr rtlCol="0" anchor="ctr"/>
              <a:lstStyle/>
              <a:p>
                <a:endParaRPr lang="zh-CN" altLang="en-US"/>
              </a:p>
            </p:txBody>
          </p:sp>
        </p:grpSp>
        <p:sp>
          <p:nvSpPr>
            <p:cNvPr id="263" name="任意多边形: 形状 262"/>
            <p:cNvSpPr/>
            <p:nvPr/>
          </p:nvSpPr>
          <p:spPr>
            <a:xfrm>
              <a:off x="8483100" y="5618031"/>
              <a:ext cx="72032" cy="104534"/>
            </a:xfrm>
            <a:custGeom>
              <a:avLst/>
              <a:gdLst>
                <a:gd name="connsiteX0" fmla="*/ 41074 w 77274"/>
                <a:gd name="connsiteY0" fmla="*/ 10211 h 99802"/>
                <a:gd name="connsiteX1" fmla="*/ 37463 w 77274"/>
                <a:gd name="connsiteY1" fmla="*/ 86 h 99802"/>
                <a:gd name="connsiteX2" fmla="*/ 15797 w 77274"/>
                <a:gd name="connsiteY2" fmla="*/ 5149 h 99802"/>
                <a:gd name="connsiteX3" fmla="*/ 15074 w 77274"/>
                <a:gd name="connsiteY3" fmla="*/ 7680 h 99802"/>
                <a:gd name="connsiteX4" fmla="*/ 19769 w 77274"/>
                <a:gd name="connsiteY4" fmla="*/ 6957 h 99802"/>
                <a:gd name="connsiteX5" fmla="*/ 30241 w 77274"/>
                <a:gd name="connsiteY5" fmla="*/ 25037 h 99802"/>
                <a:gd name="connsiteX6" fmla="*/ 33490 w 77274"/>
                <a:gd name="connsiteY6" fmla="*/ 73854 h 99802"/>
                <a:gd name="connsiteX7" fmla="*/ 13630 w 77274"/>
                <a:gd name="connsiteY7" fmla="*/ 91572 h 99802"/>
                <a:gd name="connsiteX8" fmla="*/ 12908 w 77274"/>
                <a:gd name="connsiteY8" fmla="*/ 90126 h 99802"/>
                <a:gd name="connsiteX9" fmla="*/ 7853 w 77274"/>
                <a:gd name="connsiteY9" fmla="*/ 86510 h 99802"/>
                <a:gd name="connsiteX10" fmla="*/ 270 w 77274"/>
                <a:gd name="connsiteY10" fmla="*/ 93742 h 99802"/>
                <a:gd name="connsiteX11" fmla="*/ 6769 w 77274"/>
                <a:gd name="connsiteY11" fmla="*/ 99889 h 99802"/>
                <a:gd name="connsiteX12" fmla="*/ 47934 w 77274"/>
                <a:gd name="connsiteY12" fmla="*/ 61921 h 99802"/>
                <a:gd name="connsiteX13" fmla="*/ 77544 w 77274"/>
                <a:gd name="connsiteY13" fmla="*/ 10935 h 99802"/>
                <a:gd name="connsiteX14" fmla="*/ 69600 w 77274"/>
                <a:gd name="connsiteY14" fmla="*/ 448 h 99802"/>
                <a:gd name="connsiteX15" fmla="*/ 63100 w 77274"/>
                <a:gd name="connsiteY15" fmla="*/ 6957 h 99802"/>
                <a:gd name="connsiteX16" fmla="*/ 67795 w 77274"/>
                <a:gd name="connsiteY16" fmla="*/ 13827 h 99802"/>
                <a:gd name="connsiteX17" fmla="*/ 71406 w 77274"/>
                <a:gd name="connsiteY17" fmla="*/ 17443 h 99802"/>
                <a:gd name="connsiteX18" fmla="*/ 43601 w 77274"/>
                <a:gd name="connsiteY18" fmla="*/ 61559 h 9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74" h="99802">
                  <a:moveTo>
                    <a:pt x="41074" y="10211"/>
                  </a:moveTo>
                  <a:cubicBezTo>
                    <a:pt x="40351" y="5149"/>
                    <a:pt x="39629" y="2618"/>
                    <a:pt x="37463" y="86"/>
                  </a:cubicBezTo>
                  <a:lnTo>
                    <a:pt x="15797" y="5149"/>
                  </a:lnTo>
                  <a:lnTo>
                    <a:pt x="15074" y="7680"/>
                  </a:lnTo>
                  <a:cubicBezTo>
                    <a:pt x="17241" y="7319"/>
                    <a:pt x="18324" y="6957"/>
                    <a:pt x="19769" y="6957"/>
                  </a:cubicBezTo>
                  <a:cubicBezTo>
                    <a:pt x="26991" y="6957"/>
                    <a:pt x="29518" y="11296"/>
                    <a:pt x="30241" y="25037"/>
                  </a:cubicBezTo>
                  <a:lnTo>
                    <a:pt x="33490" y="73854"/>
                  </a:lnTo>
                  <a:cubicBezTo>
                    <a:pt x="21935" y="87233"/>
                    <a:pt x="16880" y="91572"/>
                    <a:pt x="13630" y="91572"/>
                  </a:cubicBezTo>
                  <a:cubicBezTo>
                    <a:pt x="13269" y="91572"/>
                    <a:pt x="12908" y="91572"/>
                    <a:pt x="12908" y="90126"/>
                  </a:cubicBezTo>
                  <a:cubicBezTo>
                    <a:pt x="12547" y="87956"/>
                    <a:pt x="10380" y="86510"/>
                    <a:pt x="7853" y="86510"/>
                  </a:cubicBezTo>
                  <a:cubicBezTo>
                    <a:pt x="4242" y="86510"/>
                    <a:pt x="270" y="90126"/>
                    <a:pt x="270" y="93742"/>
                  </a:cubicBezTo>
                  <a:cubicBezTo>
                    <a:pt x="270" y="96997"/>
                    <a:pt x="3158" y="99889"/>
                    <a:pt x="6769" y="99889"/>
                  </a:cubicBezTo>
                  <a:cubicBezTo>
                    <a:pt x="14352" y="99889"/>
                    <a:pt x="27352" y="87956"/>
                    <a:pt x="47934" y="61921"/>
                  </a:cubicBezTo>
                  <a:cubicBezTo>
                    <a:pt x="66711" y="38055"/>
                    <a:pt x="77544" y="19252"/>
                    <a:pt x="77544" y="10935"/>
                  </a:cubicBezTo>
                  <a:cubicBezTo>
                    <a:pt x="77544" y="4787"/>
                    <a:pt x="74294" y="448"/>
                    <a:pt x="69600" y="448"/>
                  </a:cubicBezTo>
                  <a:cubicBezTo>
                    <a:pt x="65628" y="448"/>
                    <a:pt x="63100" y="2979"/>
                    <a:pt x="63100" y="6957"/>
                  </a:cubicBezTo>
                  <a:cubicBezTo>
                    <a:pt x="63100" y="9850"/>
                    <a:pt x="64906" y="13104"/>
                    <a:pt x="67795" y="13827"/>
                  </a:cubicBezTo>
                  <a:cubicBezTo>
                    <a:pt x="71406" y="15636"/>
                    <a:pt x="71406" y="15636"/>
                    <a:pt x="71406" y="17443"/>
                  </a:cubicBezTo>
                  <a:cubicBezTo>
                    <a:pt x="71406" y="23229"/>
                    <a:pt x="59489" y="42394"/>
                    <a:pt x="43601" y="61559"/>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264" name="Graphic 2"/>
            <p:cNvGrpSpPr/>
            <p:nvPr/>
          </p:nvGrpSpPr>
          <p:grpSpPr>
            <a:xfrm>
              <a:off x="8557150" y="5617653"/>
              <a:ext cx="292555" cy="79158"/>
              <a:chOff x="8952627" y="4507480"/>
              <a:chExt cx="313844" cy="75575"/>
            </a:xfrm>
            <a:solidFill>
              <a:schemeClr val="tx1"/>
            </a:solidFill>
          </p:grpSpPr>
          <p:sp>
            <p:nvSpPr>
              <p:cNvPr id="455" name="任意多边形: 形状 454"/>
              <p:cNvSpPr/>
              <p:nvPr/>
            </p:nvSpPr>
            <p:spPr>
              <a:xfrm>
                <a:off x="8952627" y="4508203"/>
                <a:ext cx="59580" cy="74490"/>
              </a:xfrm>
              <a:custGeom>
                <a:avLst/>
                <a:gdLst>
                  <a:gd name="connsiteX0" fmla="*/ 49382 w 59580"/>
                  <a:gd name="connsiteY0" fmla="*/ 55412 h 74490"/>
                  <a:gd name="connsiteX1" fmla="*/ 28438 w 59580"/>
                  <a:gd name="connsiteY1" fmla="*/ 66260 h 74490"/>
                  <a:gd name="connsiteX2" fmla="*/ 13272 w 59580"/>
                  <a:gd name="connsiteY2" fmla="*/ 49626 h 74490"/>
                  <a:gd name="connsiteX3" fmla="*/ 13994 w 59580"/>
                  <a:gd name="connsiteY3" fmla="*/ 41309 h 74490"/>
                  <a:gd name="connsiteX4" fmla="*/ 41437 w 59580"/>
                  <a:gd name="connsiteY4" fmla="*/ 35524 h 74490"/>
                  <a:gd name="connsiteX5" fmla="*/ 59853 w 59580"/>
                  <a:gd name="connsiteY5" fmla="*/ 12019 h 74490"/>
                  <a:gd name="connsiteX6" fmla="*/ 44687 w 59580"/>
                  <a:gd name="connsiteY6" fmla="*/ 86 h 74490"/>
                  <a:gd name="connsiteX7" fmla="*/ 272 w 59580"/>
                  <a:gd name="connsiteY7" fmla="*/ 50349 h 74490"/>
                  <a:gd name="connsiteX8" fmla="*/ 21577 w 59580"/>
                  <a:gd name="connsiteY8" fmla="*/ 74577 h 74490"/>
                  <a:gd name="connsiteX9" fmla="*/ 52631 w 59580"/>
                  <a:gd name="connsiteY9" fmla="*/ 57581 h 74490"/>
                  <a:gd name="connsiteX10" fmla="*/ 15077 w 59580"/>
                  <a:gd name="connsiteY10" fmla="*/ 36970 h 74490"/>
                  <a:gd name="connsiteX11" fmla="*/ 41798 w 59580"/>
                  <a:gd name="connsiteY11" fmla="*/ 4787 h 74490"/>
                  <a:gd name="connsiteX12" fmla="*/ 48298 w 59580"/>
                  <a:gd name="connsiteY12" fmla="*/ 11658 h 74490"/>
                  <a:gd name="connsiteX13" fmla="*/ 42521 w 59580"/>
                  <a:gd name="connsiteY13" fmla="*/ 25399 h 74490"/>
                  <a:gd name="connsiteX14" fmla="*/ 21577 w 59580"/>
                  <a:gd name="connsiteY14" fmla="*/ 36608 h 74490"/>
                  <a:gd name="connsiteX15" fmla="*/ 15077 w 59580"/>
                  <a:gd name="connsiteY15" fmla="*/ 36970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82" y="55412"/>
                    </a:moveTo>
                    <a:cubicBezTo>
                      <a:pt x="42521" y="63006"/>
                      <a:pt x="35660" y="66260"/>
                      <a:pt x="28438" y="66260"/>
                    </a:cubicBezTo>
                    <a:cubicBezTo>
                      <a:pt x="19772" y="66260"/>
                      <a:pt x="13272" y="59389"/>
                      <a:pt x="13272" y="49626"/>
                    </a:cubicBezTo>
                    <a:cubicBezTo>
                      <a:pt x="13272" y="47095"/>
                      <a:pt x="13633" y="44202"/>
                      <a:pt x="13994" y="41309"/>
                    </a:cubicBezTo>
                    <a:cubicBezTo>
                      <a:pt x="26632" y="40586"/>
                      <a:pt x="33854" y="39140"/>
                      <a:pt x="41437" y="35524"/>
                    </a:cubicBezTo>
                    <a:cubicBezTo>
                      <a:pt x="52631" y="30461"/>
                      <a:pt x="59853" y="21059"/>
                      <a:pt x="59853" y="12019"/>
                    </a:cubicBezTo>
                    <a:cubicBezTo>
                      <a:pt x="59853" y="5149"/>
                      <a:pt x="53354" y="86"/>
                      <a:pt x="44687" y="86"/>
                    </a:cubicBezTo>
                    <a:cubicBezTo>
                      <a:pt x="23021" y="86"/>
                      <a:pt x="272" y="26122"/>
                      <a:pt x="272" y="50349"/>
                    </a:cubicBezTo>
                    <a:cubicBezTo>
                      <a:pt x="272" y="64814"/>
                      <a:pt x="8939" y="74577"/>
                      <a:pt x="21577" y="74577"/>
                    </a:cubicBezTo>
                    <a:cubicBezTo>
                      <a:pt x="31688" y="74577"/>
                      <a:pt x="40354" y="69514"/>
                      <a:pt x="52631" y="57581"/>
                    </a:cubicBezTo>
                    <a:close/>
                    <a:moveTo>
                      <a:pt x="15077" y="36970"/>
                    </a:moveTo>
                    <a:cubicBezTo>
                      <a:pt x="20494" y="18528"/>
                      <a:pt x="32049" y="4787"/>
                      <a:pt x="41798" y="4787"/>
                    </a:cubicBezTo>
                    <a:cubicBezTo>
                      <a:pt x="45409" y="4787"/>
                      <a:pt x="48298" y="7680"/>
                      <a:pt x="48298" y="11658"/>
                    </a:cubicBezTo>
                    <a:cubicBezTo>
                      <a:pt x="48298" y="15997"/>
                      <a:pt x="46132" y="21059"/>
                      <a:pt x="42521" y="25399"/>
                    </a:cubicBezTo>
                    <a:cubicBezTo>
                      <a:pt x="37104" y="31184"/>
                      <a:pt x="30243" y="35162"/>
                      <a:pt x="21577" y="36608"/>
                    </a:cubicBezTo>
                    <a:cubicBezTo>
                      <a:pt x="20133" y="36608"/>
                      <a:pt x="17966" y="36970"/>
                      <a:pt x="15077" y="36970"/>
                    </a:cubicBezTo>
                    <a:close/>
                  </a:path>
                </a:pathLst>
              </a:custGeom>
              <a:grpFill/>
              <a:ln w="3175" cap="flat">
                <a:solidFill>
                  <a:schemeClr val="tx1"/>
                </a:solidFill>
                <a:prstDash val="solid"/>
                <a:miter/>
              </a:ln>
            </p:spPr>
            <p:txBody>
              <a:bodyPr rtlCol="0" anchor="ctr"/>
              <a:lstStyle/>
              <a:p>
                <a:endParaRPr lang="zh-CN" altLang="en-US"/>
              </a:p>
            </p:txBody>
          </p:sp>
          <p:sp>
            <p:nvSpPr>
              <p:cNvPr id="456" name="任意多边形: 形状 455"/>
              <p:cNvSpPr/>
              <p:nvPr/>
            </p:nvSpPr>
            <p:spPr>
              <a:xfrm>
                <a:off x="9017222" y="4508926"/>
                <a:ext cx="70413" cy="74128"/>
              </a:xfrm>
              <a:custGeom>
                <a:avLst/>
                <a:gdLst>
                  <a:gd name="connsiteX0" fmla="*/ 66717 w 70413"/>
                  <a:gd name="connsiteY0" fmla="*/ 55050 h 74128"/>
                  <a:gd name="connsiteX1" fmla="*/ 54801 w 70413"/>
                  <a:gd name="connsiteY1" fmla="*/ 65537 h 74128"/>
                  <a:gd name="connsiteX2" fmla="*/ 52995 w 70413"/>
                  <a:gd name="connsiteY2" fmla="*/ 63729 h 74128"/>
                  <a:gd name="connsiteX3" fmla="*/ 54079 w 70413"/>
                  <a:gd name="connsiteY3" fmla="*/ 59389 h 74128"/>
                  <a:gd name="connsiteX4" fmla="*/ 70689 w 70413"/>
                  <a:gd name="connsiteY4" fmla="*/ 810 h 74128"/>
                  <a:gd name="connsiteX5" fmla="*/ 58412 w 70413"/>
                  <a:gd name="connsiteY5" fmla="*/ 2256 h 74128"/>
                  <a:gd name="connsiteX6" fmla="*/ 56245 w 70413"/>
                  <a:gd name="connsiteY6" fmla="*/ 10935 h 74128"/>
                  <a:gd name="connsiteX7" fmla="*/ 44329 w 70413"/>
                  <a:gd name="connsiteY7" fmla="*/ 86 h 74128"/>
                  <a:gd name="connsiteX8" fmla="*/ 275 w 70413"/>
                  <a:gd name="connsiteY8" fmla="*/ 56135 h 74128"/>
                  <a:gd name="connsiteX9" fmla="*/ 14358 w 70413"/>
                  <a:gd name="connsiteY9" fmla="*/ 73492 h 74128"/>
                  <a:gd name="connsiteX10" fmla="*/ 30246 w 70413"/>
                  <a:gd name="connsiteY10" fmla="*/ 67345 h 74128"/>
                  <a:gd name="connsiteX11" fmla="*/ 43968 w 70413"/>
                  <a:gd name="connsiteY11" fmla="*/ 52519 h 74128"/>
                  <a:gd name="connsiteX12" fmla="*/ 43246 w 70413"/>
                  <a:gd name="connsiteY12" fmla="*/ 56135 h 74128"/>
                  <a:gd name="connsiteX13" fmla="*/ 41079 w 70413"/>
                  <a:gd name="connsiteY13" fmla="*/ 66983 h 74128"/>
                  <a:gd name="connsiteX14" fmla="*/ 47579 w 70413"/>
                  <a:gd name="connsiteY14" fmla="*/ 74215 h 74128"/>
                  <a:gd name="connsiteX15" fmla="*/ 68883 w 70413"/>
                  <a:gd name="connsiteY15" fmla="*/ 57220 h 74128"/>
                  <a:gd name="connsiteX16" fmla="*/ 44690 w 70413"/>
                  <a:gd name="connsiteY16" fmla="*/ 4787 h 74128"/>
                  <a:gd name="connsiteX17" fmla="*/ 53356 w 70413"/>
                  <a:gd name="connsiteY17" fmla="*/ 14912 h 74128"/>
                  <a:gd name="connsiteX18" fmla="*/ 36746 w 70413"/>
                  <a:gd name="connsiteY18" fmla="*/ 55050 h 74128"/>
                  <a:gd name="connsiteX19" fmla="*/ 21580 w 70413"/>
                  <a:gd name="connsiteY19" fmla="*/ 64090 h 74128"/>
                  <a:gd name="connsiteX20" fmla="*/ 12914 w 70413"/>
                  <a:gd name="connsiteY20" fmla="*/ 53242 h 74128"/>
                  <a:gd name="connsiteX21" fmla="*/ 26274 w 70413"/>
                  <a:gd name="connsiteY21" fmla="*/ 18167 h 74128"/>
                  <a:gd name="connsiteX22" fmla="*/ 44690 w 70413"/>
                  <a:gd name="connsiteY22" fmla="*/ 4787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717" y="55050"/>
                    </a:moveTo>
                    <a:cubicBezTo>
                      <a:pt x="62023" y="61921"/>
                      <a:pt x="58051" y="65537"/>
                      <a:pt x="54801" y="65537"/>
                    </a:cubicBezTo>
                    <a:cubicBezTo>
                      <a:pt x="53717" y="65537"/>
                      <a:pt x="52995" y="64814"/>
                      <a:pt x="52995" y="63729"/>
                    </a:cubicBezTo>
                    <a:cubicBezTo>
                      <a:pt x="52995" y="63006"/>
                      <a:pt x="52995" y="62644"/>
                      <a:pt x="54079" y="59389"/>
                    </a:cubicBezTo>
                    <a:lnTo>
                      <a:pt x="70689" y="810"/>
                    </a:lnTo>
                    <a:lnTo>
                      <a:pt x="58412" y="2256"/>
                    </a:lnTo>
                    <a:lnTo>
                      <a:pt x="56245" y="10935"/>
                    </a:lnTo>
                    <a:cubicBezTo>
                      <a:pt x="54801" y="4064"/>
                      <a:pt x="50468" y="86"/>
                      <a:pt x="44329" y="86"/>
                    </a:cubicBezTo>
                    <a:cubicBezTo>
                      <a:pt x="25191" y="86"/>
                      <a:pt x="275" y="31546"/>
                      <a:pt x="275" y="56135"/>
                    </a:cubicBezTo>
                    <a:cubicBezTo>
                      <a:pt x="275" y="66622"/>
                      <a:pt x="6053" y="73492"/>
                      <a:pt x="14358" y="73492"/>
                    </a:cubicBezTo>
                    <a:cubicBezTo>
                      <a:pt x="19052" y="73492"/>
                      <a:pt x="25191" y="71322"/>
                      <a:pt x="30246" y="67345"/>
                    </a:cubicBezTo>
                    <a:cubicBezTo>
                      <a:pt x="34940" y="64090"/>
                      <a:pt x="37829" y="60836"/>
                      <a:pt x="43968" y="52519"/>
                    </a:cubicBezTo>
                    <a:cubicBezTo>
                      <a:pt x="43968" y="53965"/>
                      <a:pt x="43246" y="55773"/>
                      <a:pt x="43246" y="56135"/>
                    </a:cubicBezTo>
                    <a:cubicBezTo>
                      <a:pt x="41079" y="64452"/>
                      <a:pt x="41079" y="64452"/>
                      <a:pt x="41079" y="66983"/>
                    </a:cubicBezTo>
                    <a:cubicBezTo>
                      <a:pt x="41079" y="71322"/>
                      <a:pt x="43607" y="74215"/>
                      <a:pt x="47579" y="74215"/>
                    </a:cubicBezTo>
                    <a:cubicBezTo>
                      <a:pt x="54079" y="74215"/>
                      <a:pt x="60578" y="68791"/>
                      <a:pt x="68883" y="57220"/>
                    </a:cubicBezTo>
                    <a:close/>
                    <a:moveTo>
                      <a:pt x="44690" y="4787"/>
                    </a:moveTo>
                    <a:cubicBezTo>
                      <a:pt x="50106" y="4787"/>
                      <a:pt x="53356" y="8765"/>
                      <a:pt x="53356" y="14912"/>
                    </a:cubicBezTo>
                    <a:cubicBezTo>
                      <a:pt x="53356" y="26845"/>
                      <a:pt x="46135" y="44564"/>
                      <a:pt x="36746" y="55050"/>
                    </a:cubicBezTo>
                    <a:cubicBezTo>
                      <a:pt x="31691" y="60836"/>
                      <a:pt x="25913" y="64090"/>
                      <a:pt x="21580" y="64090"/>
                    </a:cubicBezTo>
                    <a:cubicBezTo>
                      <a:pt x="15802" y="64090"/>
                      <a:pt x="12914" y="60474"/>
                      <a:pt x="12914" y="53242"/>
                    </a:cubicBezTo>
                    <a:cubicBezTo>
                      <a:pt x="12914" y="43479"/>
                      <a:pt x="17608" y="30823"/>
                      <a:pt x="26274" y="18167"/>
                    </a:cubicBezTo>
                    <a:cubicBezTo>
                      <a:pt x="32413" y="9488"/>
                      <a:pt x="38551" y="4787"/>
                      <a:pt x="44690" y="4787"/>
                    </a:cubicBezTo>
                    <a:close/>
                  </a:path>
                </a:pathLst>
              </a:custGeom>
              <a:grpFill/>
              <a:ln w="3175" cap="flat">
                <a:solidFill>
                  <a:schemeClr val="tx1"/>
                </a:solidFill>
                <a:prstDash val="solid"/>
                <a:miter/>
              </a:ln>
            </p:spPr>
            <p:txBody>
              <a:bodyPr rtlCol="0" anchor="ctr"/>
              <a:lstStyle/>
              <a:p>
                <a:endParaRPr lang="zh-CN" altLang="en-US"/>
              </a:p>
            </p:txBody>
          </p:sp>
          <p:sp>
            <p:nvSpPr>
              <p:cNvPr id="457" name="任意多边形: 形状 456"/>
              <p:cNvSpPr/>
              <p:nvPr/>
            </p:nvSpPr>
            <p:spPr>
              <a:xfrm>
                <a:off x="9096080" y="4507480"/>
                <a:ext cx="55608" cy="73044"/>
              </a:xfrm>
              <a:custGeom>
                <a:avLst/>
                <a:gdLst>
                  <a:gd name="connsiteX0" fmla="*/ 32416 w 55608"/>
                  <a:gd name="connsiteY0" fmla="*/ 86 h 73044"/>
                  <a:gd name="connsiteX1" fmla="*/ 9306 w 55608"/>
                  <a:gd name="connsiteY1" fmla="*/ 2979 h 73044"/>
                  <a:gd name="connsiteX2" fmla="*/ 8584 w 55608"/>
                  <a:gd name="connsiteY2" fmla="*/ 6595 h 73044"/>
                  <a:gd name="connsiteX3" fmla="*/ 12195 w 55608"/>
                  <a:gd name="connsiteY3" fmla="*/ 5872 h 73044"/>
                  <a:gd name="connsiteX4" fmla="*/ 15084 w 55608"/>
                  <a:gd name="connsiteY4" fmla="*/ 5510 h 73044"/>
                  <a:gd name="connsiteX5" fmla="*/ 18333 w 55608"/>
                  <a:gd name="connsiteY5" fmla="*/ 8765 h 73044"/>
                  <a:gd name="connsiteX6" fmla="*/ 16889 w 55608"/>
                  <a:gd name="connsiteY6" fmla="*/ 15635 h 73044"/>
                  <a:gd name="connsiteX7" fmla="*/ 279 w 55608"/>
                  <a:gd name="connsiteY7" fmla="*/ 73130 h 73044"/>
                  <a:gd name="connsiteX8" fmla="*/ 12917 w 55608"/>
                  <a:gd name="connsiteY8" fmla="*/ 73130 h 73044"/>
                  <a:gd name="connsiteX9" fmla="*/ 30972 w 55608"/>
                  <a:gd name="connsiteY9" fmla="*/ 27568 h 73044"/>
                  <a:gd name="connsiteX10" fmla="*/ 41444 w 55608"/>
                  <a:gd name="connsiteY10" fmla="*/ 13104 h 73044"/>
                  <a:gd name="connsiteX11" fmla="*/ 42888 w 55608"/>
                  <a:gd name="connsiteY11" fmla="*/ 15635 h 73044"/>
                  <a:gd name="connsiteX12" fmla="*/ 47943 w 55608"/>
                  <a:gd name="connsiteY12" fmla="*/ 19975 h 73044"/>
                  <a:gd name="connsiteX13" fmla="*/ 55887 w 55608"/>
                  <a:gd name="connsiteY13" fmla="*/ 8765 h 73044"/>
                  <a:gd name="connsiteX14" fmla="*/ 49388 w 55608"/>
                  <a:gd name="connsiteY14" fmla="*/ 86 h 73044"/>
                  <a:gd name="connsiteX15" fmla="*/ 22667 w 55608"/>
                  <a:gd name="connsiteY15" fmla="*/ 35162 h 7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608" h="73044">
                    <a:moveTo>
                      <a:pt x="32416" y="86"/>
                    </a:moveTo>
                    <a:cubicBezTo>
                      <a:pt x="22306" y="1894"/>
                      <a:pt x="20861" y="1894"/>
                      <a:pt x="9306" y="2979"/>
                    </a:cubicBezTo>
                    <a:lnTo>
                      <a:pt x="8584" y="6595"/>
                    </a:lnTo>
                    <a:cubicBezTo>
                      <a:pt x="10389" y="6234"/>
                      <a:pt x="11834" y="5872"/>
                      <a:pt x="12195" y="5872"/>
                    </a:cubicBezTo>
                    <a:cubicBezTo>
                      <a:pt x="13278" y="5872"/>
                      <a:pt x="14361" y="5510"/>
                      <a:pt x="15084" y="5510"/>
                    </a:cubicBezTo>
                    <a:cubicBezTo>
                      <a:pt x="16889" y="5510"/>
                      <a:pt x="18333" y="6957"/>
                      <a:pt x="18333" y="8765"/>
                    </a:cubicBezTo>
                    <a:cubicBezTo>
                      <a:pt x="18333" y="9488"/>
                      <a:pt x="17972" y="12019"/>
                      <a:pt x="16889" y="15635"/>
                    </a:cubicBezTo>
                    <a:lnTo>
                      <a:pt x="279" y="73130"/>
                    </a:lnTo>
                    <a:lnTo>
                      <a:pt x="12917" y="73130"/>
                    </a:lnTo>
                    <a:cubicBezTo>
                      <a:pt x="16167" y="59389"/>
                      <a:pt x="22667" y="43479"/>
                      <a:pt x="30972" y="27568"/>
                    </a:cubicBezTo>
                    <a:cubicBezTo>
                      <a:pt x="34222" y="21059"/>
                      <a:pt x="40360" y="13104"/>
                      <a:pt x="41444" y="13104"/>
                    </a:cubicBezTo>
                    <a:cubicBezTo>
                      <a:pt x="42166" y="13104"/>
                      <a:pt x="42527" y="13827"/>
                      <a:pt x="42888" y="15635"/>
                    </a:cubicBezTo>
                    <a:cubicBezTo>
                      <a:pt x="43249" y="18167"/>
                      <a:pt x="45055" y="19975"/>
                      <a:pt x="47943" y="19975"/>
                    </a:cubicBezTo>
                    <a:cubicBezTo>
                      <a:pt x="51915" y="19975"/>
                      <a:pt x="55887" y="14189"/>
                      <a:pt x="55887" y="8765"/>
                    </a:cubicBezTo>
                    <a:cubicBezTo>
                      <a:pt x="55887" y="3702"/>
                      <a:pt x="53360" y="86"/>
                      <a:pt x="49388" y="86"/>
                    </a:cubicBezTo>
                    <a:cubicBezTo>
                      <a:pt x="42527" y="86"/>
                      <a:pt x="32055" y="13827"/>
                      <a:pt x="22667" y="35162"/>
                    </a:cubicBezTo>
                    <a:close/>
                  </a:path>
                </a:pathLst>
              </a:custGeom>
              <a:grpFill/>
              <a:ln w="3175" cap="flat">
                <a:solidFill>
                  <a:schemeClr val="tx1"/>
                </a:solidFill>
                <a:prstDash val="solid"/>
                <a:miter/>
              </a:ln>
            </p:spPr>
            <p:txBody>
              <a:bodyPr rtlCol="0" anchor="ctr"/>
              <a:lstStyle/>
              <a:p>
                <a:endParaRPr lang="zh-CN" altLang="en-US"/>
              </a:p>
            </p:txBody>
          </p:sp>
          <p:sp>
            <p:nvSpPr>
              <p:cNvPr id="458" name="任意多边形: 形状 457"/>
              <p:cNvSpPr/>
              <p:nvPr/>
            </p:nvSpPr>
            <p:spPr>
              <a:xfrm>
                <a:off x="9147309"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459" name="任意多边形: 形状 458"/>
              <p:cNvSpPr/>
              <p:nvPr/>
            </p:nvSpPr>
            <p:spPr>
              <a:xfrm>
                <a:off x="9198585" y="4511819"/>
                <a:ext cx="67886" cy="29289"/>
              </a:xfrm>
              <a:custGeom>
                <a:avLst/>
                <a:gdLst>
                  <a:gd name="connsiteX0" fmla="*/ 283 w 67886"/>
                  <a:gd name="connsiteY0" fmla="*/ 86 h 29289"/>
                  <a:gd name="connsiteX1" fmla="*/ 283 w 67886"/>
                  <a:gd name="connsiteY1" fmla="*/ 8042 h 29289"/>
                  <a:gd name="connsiteX2" fmla="*/ 68169 w 67886"/>
                  <a:gd name="connsiteY2" fmla="*/ 8042 h 29289"/>
                  <a:gd name="connsiteX3" fmla="*/ 68169 w 67886"/>
                  <a:gd name="connsiteY3" fmla="*/ 86 h 29289"/>
                  <a:gd name="connsiteX4" fmla="*/ 283 w 67886"/>
                  <a:gd name="connsiteY4" fmla="*/ 21783 h 29289"/>
                  <a:gd name="connsiteX5" fmla="*/ 283 w 67886"/>
                  <a:gd name="connsiteY5" fmla="*/ 29376 h 29289"/>
                  <a:gd name="connsiteX6" fmla="*/ 68169 w 67886"/>
                  <a:gd name="connsiteY6" fmla="*/ 29376 h 29289"/>
                  <a:gd name="connsiteX7" fmla="*/ 68169 w 67886"/>
                  <a:gd name="connsiteY7" fmla="*/ 21783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83" y="86"/>
                    </a:moveTo>
                    <a:lnTo>
                      <a:pt x="283" y="8042"/>
                    </a:lnTo>
                    <a:lnTo>
                      <a:pt x="68169" y="8042"/>
                    </a:lnTo>
                    <a:lnTo>
                      <a:pt x="68169" y="86"/>
                    </a:lnTo>
                    <a:close/>
                    <a:moveTo>
                      <a:pt x="283" y="21783"/>
                    </a:moveTo>
                    <a:lnTo>
                      <a:pt x="283" y="29376"/>
                    </a:lnTo>
                    <a:lnTo>
                      <a:pt x="68169" y="29376"/>
                    </a:lnTo>
                    <a:lnTo>
                      <a:pt x="68169" y="21783"/>
                    </a:lnTo>
                    <a:close/>
                  </a:path>
                </a:pathLst>
              </a:custGeom>
              <a:grpFill/>
              <a:ln w="3175" cap="flat">
                <a:solidFill>
                  <a:schemeClr val="tx1"/>
                </a:solidFill>
                <a:prstDash val="solid"/>
                <a:miter/>
              </a:ln>
            </p:spPr>
            <p:txBody>
              <a:bodyPr rtlCol="0" anchor="ctr"/>
              <a:lstStyle/>
              <a:p>
                <a:endParaRPr lang="zh-CN" altLang="en-US"/>
              </a:p>
            </p:txBody>
          </p:sp>
          <p:sp>
            <p:nvSpPr>
              <p:cNvPr id="460" name="任意多边形: 形状 459"/>
              <p:cNvSpPr/>
              <p:nvPr/>
            </p:nvSpPr>
            <p:spPr>
              <a:xfrm>
                <a:off x="9266211" y="4580524"/>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265" name="Graphic 2"/>
            <p:cNvGrpSpPr/>
            <p:nvPr/>
          </p:nvGrpSpPr>
          <p:grpSpPr>
            <a:xfrm>
              <a:off x="8894209" y="5579777"/>
              <a:ext cx="138342" cy="115518"/>
              <a:chOff x="9314214" y="4471319"/>
              <a:chExt cx="148410" cy="110289"/>
            </a:xfrm>
            <a:solidFill>
              <a:schemeClr val="tx1"/>
            </a:solidFill>
          </p:grpSpPr>
          <p:sp>
            <p:nvSpPr>
              <p:cNvPr id="453" name="任意多边形: 形状 452"/>
              <p:cNvSpPr/>
              <p:nvPr/>
            </p:nvSpPr>
            <p:spPr>
              <a:xfrm>
                <a:off x="9314214" y="4471319"/>
                <a:ext cx="66441" cy="109204"/>
              </a:xfrm>
              <a:custGeom>
                <a:avLst/>
                <a:gdLst>
                  <a:gd name="connsiteX0" fmla="*/ 58786 w 66441"/>
                  <a:gd name="connsiteY0" fmla="*/ 109291 h 109204"/>
                  <a:gd name="connsiteX1" fmla="*/ 66730 w 66441"/>
                  <a:gd name="connsiteY1" fmla="*/ 90126 h 109204"/>
                  <a:gd name="connsiteX2" fmla="*/ 63841 w 66441"/>
                  <a:gd name="connsiteY2" fmla="*/ 90126 h 109204"/>
                  <a:gd name="connsiteX3" fmla="*/ 43980 w 66441"/>
                  <a:gd name="connsiteY3" fmla="*/ 97720 h 109204"/>
                  <a:gd name="connsiteX4" fmla="*/ 15815 w 66441"/>
                  <a:gd name="connsiteY4" fmla="*/ 97720 h 109204"/>
                  <a:gd name="connsiteX5" fmla="*/ 60230 w 66441"/>
                  <a:gd name="connsiteY5" fmla="*/ 29015 h 109204"/>
                  <a:gd name="connsiteX6" fmla="*/ 32064 w 66441"/>
                  <a:gd name="connsiteY6" fmla="*/ 86 h 109204"/>
                  <a:gd name="connsiteX7" fmla="*/ 11482 w 66441"/>
                  <a:gd name="connsiteY7" fmla="*/ 9850 h 109204"/>
                  <a:gd name="connsiteX8" fmla="*/ 3538 w 66441"/>
                  <a:gd name="connsiteY8" fmla="*/ 29738 h 109204"/>
                  <a:gd name="connsiteX9" fmla="*/ 6427 w 66441"/>
                  <a:gd name="connsiteY9" fmla="*/ 29738 h 109204"/>
                  <a:gd name="connsiteX10" fmla="*/ 27009 w 66441"/>
                  <a:gd name="connsiteY10" fmla="*/ 12019 h 109204"/>
                  <a:gd name="connsiteX11" fmla="*/ 47953 w 66441"/>
                  <a:gd name="connsiteY11" fmla="*/ 35524 h 109204"/>
                  <a:gd name="connsiteX12" fmla="*/ 16176 w 66441"/>
                  <a:gd name="connsiteY12" fmla="*/ 90849 h 109204"/>
                  <a:gd name="connsiteX13" fmla="*/ 3899 w 66441"/>
                  <a:gd name="connsiteY13" fmla="*/ 103144 h 109204"/>
                  <a:gd name="connsiteX14" fmla="*/ 288 w 66441"/>
                  <a:gd name="connsiteY14" fmla="*/ 107121 h 109204"/>
                  <a:gd name="connsiteX15" fmla="*/ 288 w 66441"/>
                  <a:gd name="connsiteY15" fmla="*/ 109291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41" h="109204">
                    <a:moveTo>
                      <a:pt x="58786" y="109291"/>
                    </a:moveTo>
                    <a:cubicBezTo>
                      <a:pt x="62757" y="100974"/>
                      <a:pt x="63119" y="99528"/>
                      <a:pt x="66730" y="90126"/>
                    </a:cubicBezTo>
                    <a:lnTo>
                      <a:pt x="63841" y="90126"/>
                    </a:lnTo>
                    <a:cubicBezTo>
                      <a:pt x="59147" y="96273"/>
                      <a:pt x="55536" y="97720"/>
                      <a:pt x="43980" y="97720"/>
                    </a:cubicBezTo>
                    <a:lnTo>
                      <a:pt x="15815" y="97720"/>
                    </a:lnTo>
                    <a:cubicBezTo>
                      <a:pt x="48675" y="65898"/>
                      <a:pt x="60230" y="48180"/>
                      <a:pt x="60230" y="29015"/>
                    </a:cubicBezTo>
                    <a:cubicBezTo>
                      <a:pt x="60230" y="12381"/>
                      <a:pt x="48314" y="86"/>
                      <a:pt x="32064" y="86"/>
                    </a:cubicBezTo>
                    <a:cubicBezTo>
                      <a:pt x="23759" y="86"/>
                      <a:pt x="16898" y="3341"/>
                      <a:pt x="11482" y="9850"/>
                    </a:cubicBezTo>
                    <a:cubicBezTo>
                      <a:pt x="7149" y="14912"/>
                      <a:pt x="4982" y="19975"/>
                      <a:pt x="3538" y="29738"/>
                    </a:cubicBezTo>
                    <a:lnTo>
                      <a:pt x="6427" y="29738"/>
                    </a:lnTo>
                    <a:cubicBezTo>
                      <a:pt x="10037" y="18167"/>
                      <a:pt x="16898" y="12019"/>
                      <a:pt x="27009" y="12019"/>
                    </a:cubicBezTo>
                    <a:cubicBezTo>
                      <a:pt x="38203" y="12019"/>
                      <a:pt x="47953" y="22867"/>
                      <a:pt x="47953" y="35524"/>
                    </a:cubicBezTo>
                    <a:cubicBezTo>
                      <a:pt x="47953" y="50711"/>
                      <a:pt x="36398" y="70599"/>
                      <a:pt x="16176" y="90849"/>
                    </a:cubicBezTo>
                    <a:lnTo>
                      <a:pt x="3899" y="103144"/>
                    </a:lnTo>
                    <a:cubicBezTo>
                      <a:pt x="2816" y="104590"/>
                      <a:pt x="1732" y="106036"/>
                      <a:pt x="288" y="107121"/>
                    </a:cubicBezTo>
                    <a:lnTo>
                      <a:pt x="288" y="109291"/>
                    </a:lnTo>
                    <a:close/>
                  </a:path>
                </a:pathLst>
              </a:custGeom>
              <a:grpFill/>
              <a:ln w="3175" cap="flat">
                <a:solidFill>
                  <a:schemeClr val="tx1"/>
                </a:solidFill>
                <a:prstDash val="solid"/>
                <a:miter/>
              </a:ln>
            </p:spPr>
            <p:txBody>
              <a:bodyPr rtlCol="0" anchor="ctr"/>
              <a:lstStyle/>
              <a:p>
                <a:endParaRPr lang="zh-CN" altLang="en-US"/>
              </a:p>
            </p:txBody>
          </p:sp>
          <p:sp>
            <p:nvSpPr>
              <p:cNvPr id="454" name="任意多边形: 形状 453"/>
              <p:cNvSpPr/>
              <p:nvPr/>
            </p:nvSpPr>
            <p:spPr>
              <a:xfrm>
                <a:off x="9393294" y="4471319"/>
                <a:ext cx="69330" cy="110289"/>
              </a:xfrm>
              <a:custGeom>
                <a:avLst/>
                <a:gdLst>
                  <a:gd name="connsiteX0" fmla="*/ 35318 w 69330"/>
                  <a:gd name="connsiteY0" fmla="*/ 86 h 110289"/>
                  <a:gd name="connsiteX1" fmla="*/ 291 w 69330"/>
                  <a:gd name="connsiteY1" fmla="*/ 55050 h 110289"/>
                  <a:gd name="connsiteX2" fmla="*/ 10041 w 69330"/>
                  <a:gd name="connsiteY2" fmla="*/ 95550 h 110289"/>
                  <a:gd name="connsiteX3" fmla="*/ 34234 w 69330"/>
                  <a:gd name="connsiteY3" fmla="*/ 110376 h 110289"/>
                  <a:gd name="connsiteX4" fmla="*/ 69622 w 69330"/>
                  <a:gd name="connsiteY4" fmla="*/ 55050 h 110289"/>
                  <a:gd name="connsiteX5" fmla="*/ 35318 w 69330"/>
                  <a:gd name="connsiteY5" fmla="*/ 86 h 110289"/>
                  <a:gd name="connsiteX6" fmla="*/ 34957 w 69330"/>
                  <a:gd name="connsiteY6" fmla="*/ 6234 h 110289"/>
                  <a:gd name="connsiteX7" fmla="*/ 49400 w 69330"/>
                  <a:gd name="connsiteY7" fmla="*/ 17805 h 110289"/>
                  <a:gd name="connsiteX8" fmla="*/ 54095 w 69330"/>
                  <a:gd name="connsiteY8" fmla="*/ 55412 h 110289"/>
                  <a:gd name="connsiteX9" fmla="*/ 34596 w 69330"/>
                  <a:gd name="connsiteY9" fmla="*/ 104228 h 110289"/>
                  <a:gd name="connsiteX10" fmla="*/ 15818 w 69330"/>
                  <a:gd name="connsiteY10" fmla="*/ 55050 h 110289"/>
                  <a:gd name="connsiteX11" fmla="*/ 34957 w 69330"/>
                  <a:gd name="connsiteY11" fmla="*/ 6234 h 11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330" h="110289">
                    <a:moveTo>
                      <a:pt x="35318" y="86"/>
                    </a:moveTo>
                    <a:cubicBezTo>
                      <a:pt x="14374" y="86"/>
                      <a:pt x="291" y="22506"/>
                      <a:pt x="291" y="55050"/>
                    </a:cubicBezTo>
                    <a:cubicBezTo>
                      <a:pt x="291" y="72046"/>
                      <a:pt x="3902" y="85425"/>
                      <a:pt x="10041" y="95550"/>
                    </a:cubicBezTo>
                    <a:cubicBezTo>
                      <a:pt x="16541" y="105313"/>
                      <a:pt x="24846" y="110376"/>
                      <a:pt x="34234" y="110376"/>
                    </a:cubicBezTo>
                    <a:cubicBezTo>
                      <a:pt x="55539" y="110376"/>
                      <a:pt x="69622" y="88318"/>
                      <a:pt x="69622" y="55050"/>
                    </a:cubicBezTo>
                    <a:cubicBezTo>
                      <a:pt x="69622" y="22867"/>
                      <a:pt x="55539" y="86"/>
                      <a:pt x="35318" y="86"/>
                    </a:cubicBezTo>
                    <a:close/>
                    <a:moveTo>
                      <a:pt x="34957" y="6234"/>
                    </a:moveTo>
                    <a:cubicBezTo>
                      <a:pt x="41095" y="6234"/>
                      <a:pt x="46151" y="10573"/>
                      <a:pt x="49400" y="17805"/>
                    </a:cubicBezTo>
                    <a:cubicBezTo>
                      <a:pt x="52289" y="25037"/>
                      <a:pt x="54095" y="38416"/>
                      <a:pt x="54095" y="55412"/>
                    </a:cubicBezTo>
                    <a:cubicBezTo>
                      <a:pt x="54095" y="88679"/>
                      <a:pt x="47956" y="104228"/>
                      <a:pt x="34596" y="104228"/>
                    </a:cubicBezTo>
                    <a:cubicBezTo>
                      <a:pt x="21957" y="104228"/>
                      <a:pt x="15818" y="87956"/>
                      <a:pt x="15818" y="55050"/>
                    </a:cubicBezTo>
                    <a:cubicBezTo>
                      <a:pt x="15818" y="22144"/>
                      <a:pt x="21957" y="6234"/>
                      <a:pt x="34957" y="6234"/>
                    </a:cubicBezTo>
                    <a:close/>
                  </a:path>
                </a:pathLst>
              </a:custGeom>
              <a:grpFill/>
              <a:ln w="3175" cap="flat">
                <a:solidFill>
                  <a:schemeClr val="tx1"/>
                </a:solidFill>
                <a:prstDash val="solid"/>
                <a:miter/>
              </a:ln>
            </p:spPr>
            <p:txBody>
              <a:bodyPr rtlCol="0" anchor="ctr"/>
              <a:lstStyle/>
              <a:p>
                <a:endParaRPr lang="zh-CN" altLang="en-US"/>
              </a:p>
            </p:txBody>
          </p:sp>
        </p:grpSp>
        <p:sp>
          <p:nvSpPr>
            <p:cNvPr id="266" name="任意多边形: 形状 265"/>
            <p:cNvSpPr/>
            <p:nvPr/>
          </p:nvSpPr>
          <p:spPr>
            <a:xfrm>
              <a:off x="9065632" y="5581596"/>
              <a:ext cx="38035" cy="114382"/>
            </a:xfrm>
            <a:custGeom>
              <a:avLst/>
              <a:gdLst>
                <a:gd name="connsiteX0" fmla="*/ 27738 w 40803"/>
                <a:gd name="connsiteY0" fmla="*/ 86 h 109204"/>
                <a:gd name="connsiteX1" fmla="*/ 24849 w 40803"/>
                <a:gd name="connsiteY1" fmla="*/ 86 h 109204"/>
                <a:gd name="connsiteX2" fmla="*/ 22682 w 40803"/>
                <a:gd name="connsiteY2" fmla="*/ 1533 h 109204"/>
                <a:gd name="connsiteX3" fmla="*/ 16905 w 40803"/>
                <a:gd name="connsiteY3" fmla="*/ 4426 h 109204"/>
                <a:gd name="connsiteX4" fmla="*/ 7155 w 40803"/>
                <a:gd name="connsiteY4" fmla="*/ 9488 h 109204"/>
                <a:gd name="connsiteX5" fmla="*/ 294 w 40803"/>
                <a:gd name="connsiteY5" fmla="*/ 12742 h 109204"/>
                <a:gd name="connsiteX6" fmla="*/ 1378 w 40803"/>
                <a:gd name="connsiteY6" fmla="*/ 15635 h 109204"/>
                <a:gd name="connsiteX7" fmla="*/ 3544 w 40803"/>
                <a:gd name="connsiteY7" fmla="*/ 14551 h 109204"/>
                <a:gd name="connsiteX8" fmla="*/ 9322 w 40803"/>
                <a:gd name="connsiteY8" fmla="*/ 13104 h 109204"/>
                <a:gd name="connsiteX9" fmla="*/ 13294 w 40803"/>
                <a:gd name="connsiteY9" fmla="*/ 15274 h 109204"/>
                <a:gd name="connsiteX10" fmla="*/ 14377 w 40803"/>
                <a:gd name="connsiteY10" fmla="*/ 28653 h 109204"/>
                <a:gd name="connsiteX11" fmla="*/ 14377 w 40803"/>
                <a:gd name="connsiteY11" fmla="*/ 92295 h 109204"/>
                <a:gd name="connsiteX12" fmla="*/ 3183 w 40803"/>
                <a:gd name="connsiteY12" fmla="*/ 106398 h 109204"/>
                <a:gd name="connsiteX13" fmla="*/ 1378 w 40803"/>
                <a:gd name="connsiteY13" fmla="*/ 106398 h 109204"/>
                <a:gd name="connsiteX14" fmla="*/ 1378 w 40803"/>
                <a:gd name="connsiteY14" fmla="*/ 109291 h 109204"/>
                <a:gd name="connsiteX15" fmla="*/ 41098 w 40803"/>
                <a:gd name="connsiteY15" fmla="*/ 109291 h 109204"/>
                <a:gd name="connsiteX16" fmla="*/ 41098 w 40803"/>
                <a:gd name="connsiteY16" fmla="*/ 106398 h 109204"/>
                <a:gd name="connsiteX17" fmla="*/ 38932 w 40803"/>
                <a:gd name="connsiteY17" fmla="*/ 106398 h 109204"/>
                <a:gd name="connsiteX18" fmla="*/ 27738 w 40803"/>
                <a:gd name="connsiteY18" fmla="*/ 92295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803" h="109204">
                  <a:moveTo>
                    <a:pt x="27738" y="86"/>
                  </a:moveTo>
                  <a:lnTo>
                    <a:pt x="24849" y="86"/>
                  </a:lnTo>
                  <a:cubicBezTo>
                    <a:pt x="23766" y="810"/>
                    <a:pt x="22682" y="1171"/>
                    <a:pt x="22682" y="1533"/>
                  </a:cubicBezTo>
                  <a:cubicBezTo>
                    <a:pt x="20516" y="2618"/>
                    <a:pt x="18710" y="3341"/>
                    <a:pt x="16905" y="4426"/>
                  </a:cubicBezTo>
                  <a:cubicBezTo>
                    <a:pt x="16544" y="4787"/>
                    <a:pt x="12572" y="6595"/>
                    <a:pt x="7155" y="9488"/>
                  </a:cubicBezTo>
                  <a:cubicBezTo>
                    <a:pt x="5711" y="10211"/>
                    <a:pt x="3183" y="11296"/>
                    <a:pt x="294" y="12742"/>
                  </a:cubicBezTo>
                  <a:lnTo>
                    <a:pt x="1378" y="15635"/>
                  </a:lnTo>
                  <a:lnTo>
                    <a:pt x="3544" y="14551"/>
                  </a:lnTo>
                  <a:cubicBezTo>
                    <a:pt x="5711" y="13827"/>
                    <a:pt x="7516" y="13104"/>
                    <a:pt x="9322" y="13104"/>
                  </a:cubicBezTo>
                  <a:cubicBezTo>
                    <a:pt x="10766" y="13104"/>
                    <a:pt x="12211" y="14189"/>
                    <a:pt x="13294" y="15274"/>
                  </a:cubicBezTo>
                  <a:cubicBezTo>
                    <a:pt x="14016" y="17082"/>
                    <a:pt x="14377" y="17805"/>
                    <a:pt x="14377" y="28653"/>
                  </a:cubicBezTo>
                  <a:lnTo>
                    <a:pt x="14377" y="92295"/>
                  </a:lnTo>
                  <a:cubicBezTo>
                    <a:pt x="14377" y="102420"/>
                    <a:pt x="11489" y="106398"/>
                    <a:pt x="3183" y="106398"/>
                  </a:cubicBezTo>
                  <a:lnTo>
                    <a:pt x="1378" y="106398"/>
                  </a:lnTo>
                  <a:lnTo>
                    <a:pt x="1378" y="109291"/>
                  </a:lnTo>
                  <a:lnTo>
                    <a:pt x="41098" y="109291"/>
                  </a:lnTo>
                  <a:lnTo>
                    <a:pt x="41098" y="106398"/>
                  </a:lnTo>
                  <a:lnTo>
                    <a:pt x="38932" y="106398"/>
                  </a:lnTo>
                  <a:cubicBezTo>
                    <a:pt x="30988" y="106398"/>
                    <a:pt x="27738" y="102420"/>
                    <a:pt x="27738" y="92295"/>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267" name="任意多边形: 形状 266"/>
            <p:cNvSpPr/>
            <p:nvPr/>
          </p:nvSpPr>
          <p:spPr>
            <a:xfrm>
              <a:off x="9116039" y="5582733"/>
              <a:ext cx="58568" cy="114382"/>
            </a:xfrm>
            <a:custGeom>
              <a:avLst/>
              <a:gdLst>
                <a:gd name="connsiteX0" fmla="*/ 20158 w 62830"/>
                <a:gd name="connsiteY0" fmla="*/ 106760 h 109204"/>
                <a:gd name="connsiteX1" fmla="*/ 29546 w 62830"/>
                <a:gd name="connsiteY1" fmla="*/ 109291 h 109204"/>
                <a:gd name="connsiteX2" fmla="*/ 63128 w 62830"/>
                <a:gd name="connsiteY2" fmla="*/ 86 h 109204"/>
                <a:gd name="connsiteX3" fmla="*/ 10047 w 62830"/>
                <a:gd name="connsiteY3" fmla="*/ 86 h 109204"/>
                <a:gd name="connsiteX4" fmla="*/ 297 w 62830"/>
                <a:gd name="connsiteY4" fmla="*/ 23591 h 109204"/>
                <a:gd name="connsiteX5" fmla="*/ 2464 w 62830"/>
                <a:gd name="connsiteY5" fmla="*/ 25399 h 109204"/>
                <a:gd name="connsiteX6" fmla="*/ 8964 w 62830"/>
                <a:gd name="connsiteY6" fmla="*/ 16359 h 109204"/>
                <a:gd name="connsiteX7" fmla="*/ 26657 w 62830"/>
                <a:gd name="connsiteY7" fmla="*/ 12019 h 109204"/>
                <a:gd name="connsiteX8" fmla="*/ 49768 w 62830"/>
                <a:gd name="connsiteY8" fmla="*/ 12019 h 10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30" h="109204">
                  <a:moveTo>
                    <a:pt x="20158" y="106760"/>
                  </a:moveTo>
                  <a:cubicBezTo>
                    <a:pt x="24491" y="107845"/>
                    <a:pt x="25213" y="107845"/>
                    <a:pt x="29546" y="109291"/>
                  </a:cubicBezTo>
                  <a:lnTo>
                    <a:pt x="63128" y="86"/>
                  </a:lnTo>
                  <a:lnTo>
                    <a:pt x="10047" y="86"/>
                  </a:lnTo>
                  <a:lnTo>
                    <a:pt x="297" y="23591"/>
                  </a:lnTo>
                  <a:lnTo>
                    <a:pt x="2464" y="25399"/>
                  </a:lnTo>
                  <a:cubicBezTo>
                    <a:pt x="4631" y="21421"/>
                    <a:pt x="6436" y="18890"/>
                    <a:pt x="8964" y="16359"/>
                  </a:cubicBezTo>
                  <a:cubicBezTo>
                    <a:pt x="12575" y="12381"/>
                    <a:pt x="14019" y="12019"/>
                    <a:pt x="26657" y="12019"/>
                  </a:cubicBezTo>
                  <a:lnTo>
                    <a:pt x="49768" y="12019"/>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268" name="任意多边形: 形状 267"/>
            <p:cNvSpPr/>
            <p:nvPr/>
          </p:nvSpPr>
          <p:spPr>
            <a:xfrm>
              <a:off x="6519358" y="5462653"/>
              <a:ext cx="91219" cy="101883"/>
            </a:xfrm>
            <a:custGeom>
              <a:avLst/>
              <a:gdLst>
                <a:gd name="connsiteX0" fmla="*/ 98051 w 97857"/>
                <a:gd name="connsiteY0" fmla="*/ 84 h 97271"/>
                <a:gd name="connsiteX1" fmla="*/ 57247 w 97857"/>
                <a:gd name="connsiteY1" fmla="*/ 84 h 97271"/>
                <a:gd name="connsiteX2" fmla="*/ 24026 w 97857"/>
                <a:gd name="connsiteY2" fmla="*/ 7317 h 97271"/>
                <a:gd name="connsiteX3" fmla="*/ 194 w 97857"/>
                <a:gd name="connsiteY3" fmla="*/ 51071 h 97271"/>
                <a:gd name="connsiteX4" fmla="*/ 42803 w 97857"/>
                <a:gd name="connsiteY4" fmla="*/ 97356 h 97271"/>
                <a:gd name="connsiteX5" fmla="*/ 88302 w 97857"/>
                <a:gd name="connsiteY5" fmla="*/ 51794 h 97271"/>
                <a:gd name="connsiteX6" fmla="*/ 64469 w 97857"/>
                <a:gd name="connsiteY6" fmla="*/ 13825 h 97271"/>
                <a:gd name="connsiteX7" fmla="*/ 98051 w 97857"/>
                <a:gd name="connsiteY7" fmla="*/ 13825 h 97271"/>
                <a:gd name="connsiteX8" fmla="*/ 53998 w 97857"/>
                <a:gd name="connsiteY8" fmla="*/ 13825 h 97271"/>
                <a:gd name="connsiteX9" fmla="*/ 69886 w 97857"/>
                <a:gd name="connsiteY9" fmla="*/ 53240 h 97271"/>
                <a:gd name="connsiteX10" fmla="*/ 44248 w 97857"/>
                <a:gd name="connsiteY10" fmla="*/ 89762 h 97271"/>
                <a:gd name="connsiteX11" fmla="*/ 18610 w 97857"/>
                <a:gd name="connsiteY11" fmla="*/ 50348 h 97271"/>
                <a:gd name="connsiteX12" fmla="*/ 42442 w 97857"/>
                <a:gd name="connsiteY12" fmla="*/ 14549 h 97271"/>
                <a:gd name="connsiteX13" fmla="*/ 53998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051" y="84"/>
                  </a:moveTo>
                  <a:lnTo>
                    <a:pt x="57247" y="84"/>
                  </a:lnTo>
                  <a:cubicBezTo>
                    <a:pt x="42442" y="84"/>
                    <a:pt x="32332" y="2254"/>
                    <a:pt x="24026" y="7317"/>
                  </a:cubicBezTo>
                  <a:cubicBezTo>
                    <a:pt x="9221" y="15995"/>
                    <a:pt x="194" y="32267"/>
                    <a:pt x="194" y="51071"/>
                  </a:cubicBezTo>
                  <a:cubicBezTo>
                    <a:pt x="194" y="77468"/>
                    <a:pt x="18610" y="97356"/>
                    <a:pt x="42803" y="97356"/>
                  </a:cubicBezTo>
                  <a:cubicBezTo>
                    <a:pt x="67719" y="97356"/>
                    <a:pt x="88302" y="76745"/>
                    <a:pt x="88302" y="51794"/>
                  </a:cubicBezTo>
                  <a:cubicBezTo>
                    <a:pt x="88302" y="34437"/>
                    <a:pt x="78913" y="19250"/>
                    <a:pt x="64469" y="13825"/>
                  </a:cubicBezTo>
                  <a:lnTo>
                    <a:pt x="98051" y="13825"/>
                  </a:lnTo>
                  <a:close/>
                  <a:moveTo>
                    <a:pt x="53998" y="13825"/>
                  </a:moveTo>
                  <a:cubicBezTo>
                    <a:pt x="64830" y="24312"/>
                    <a:pt x="69886" y="36607"/>
                    <a:pt x="69886" y="53240"/>
                  </a:cubicBezTo>
                  <a:cubicBezTo>
                    <a:pt x="69886" y="74575"/>
                    <a:pt x="59414" y="89762"/>
                    <a:pt x="44248" y="89762"/>
                  </a:cubicBezTo>
                  <a:cubicBezTo>
                    <a:pt x="29443" y="89762"/>
                    <a:pt x="18610" y="73129"/>
                    <a:pt x="18610" y="50348"/>
                  </a:cubicBezTo>
                  <a:cubicBezTo>
                    <a:pt x="18610" y="31544"/>
                    <a:pt x="27999" y="17441"/>
                    <a:pt x="42442" y="14549"/>
                  </a:cubicBezTo>
                  <a:cubicBezTo>
                    <a:pt x="45331" y="14187"/>
                    <a:pt x="49664" y="13825"/>
                    <a:pt x="53998"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269" name="Graphic 2"/>
            <p:cNvGrpSpPr/>
            <p:nvPr/>
          </p:nvGrpSpPr>
          <p:grpSpPr>
            <a:xfrm>
              <a:off x="6613228" y="5521739"/>
              <a:ext cx="193627" cy="142410"/>
              <a:chOff x="7246846" y="4494824"/>
              <a:chExt cx="207717" cy="135963"/>
            </a:xfrm>
            <a:solidFill>
              <a:schemeClr val="tx1"/>
            </a:solidFill>
          </p:grpSpPr>
          <p:sp>
            <p:nvSpPr>
              <p:cNvPr id="450" name="任意多边形: 形状 449"/>
              <p:cNvSpPr/>
              <p:nvPr/>
            </p:nvSpPr>
            <p:spPr>
              <a:xfrm>
                <a:off x="7246846" y="4494824"/>
                <a:ext cx="80524" cy="111374"/>
              </a:xfrm>
              <a:custGeom>
                <a:avLst/>
                <a:gdLst>
                  <a:gd name="connsiteX0" fmla="*/ 43169 w 80524"/>
                  <a:gd name="connsiteY0" fmla="*/ 93381 h 111374"/>
                  <a:gd name="connsiteX1" fmla="*/ 41003 w 80524"/>
                  <a:gd name="connsiteY1" fmla="*/ 104591 h 111374"/>
                  <a:gd name="connsiteX2" fmla="*/ 46780 w 80524"/>
                  <a:gd name="connsiteY2" fmla="*/ 111462 h 111374"/>
                  <a:gd name="connsiteX3" fmla="*/ 69529 w 80524"/>
                  <a:gd name="connsiteY3" fmla="*/ 94466 h 111374"/>
                  <a:gd name="connsiteX4" fmla="*/ 67002 w 80524"/>
                  <a:gd name="connsiteY4" fmla="*/ 92658 h 111374"/>
                  <a:gd name="connsiteX5" fmla="*/ 54363 w 80524"/>
                  <a:gd name="connsiteY5" fmla="*/ 102783 h 111374"/>
                  <a:gd name="connsiteX6" fmla="*/ 51474 w 80524"/>
                  <a:gd name="connsiteY6" fmla="*/ 100613 h 111374"/>
                  <a:gd name="connsiteX7" fmla="*/ 52558 w 80524"/>
                  <a:gd name="connsiteY7" fmla="*/ 95189 h 111374"/>
                  <a:gd name="connsiteX8" fmla="*/ 80723 w 80524"/>
                  <a:gd name="connsiteY8" fmla="*/ 87 h 111374"/>
                  <a:gd name="connsiteX9" fmla="*/ 57974 w 80524"/>
                  <a:gd name="connsiteY9" fmla="*/ 3342 h 111374"/>
                  <a:gd name="connsiteX10" fmla="*/ 57252 w 80524"/>
                  <a:gd name="connsiteY10" fmla="*/ 6235 h 111374"/>
                  <a:gd name="connsiteX11" fmla="*/ 59057 w 80524"/>
                  <a:gd name="connsiteY11" fmla="*/ 6235 h 111374"/>
                  <a:gd name="connsiteX12" fmla="*/ 62307 w 80524"/>
                  <a:gd name="connsiteY12" fmla="*/ 5873 h 111374"/>
                  <a:gd name="connsiteX13" fmla="*/ 66640 w 80524"/>
                  <a:gd name="connsiteY13" fmla="*/ 9489 h 111374"/>
                  <a:gd name="connsiteX14" fmla="*/ 65918 w 80524"/>
                  <a:gd name="connsiteY14" fmla="*/ 13105 h 111374"/>
                  <a:gd name="connsiteX15" fmla="*/ 57974 w 80524"/>
                  <a:gd name="connsiteY15" fmla="*/ 42033 h 111374"/>
                  <a:gd name="connsiteX16" fmla="*/ 46780 w 80524"/>
                  <a:gd name="connsiteY16" fmla="*/ 36971 h 111374"/>
                  <a:gd name="connsiteX17" fmla="*/ 199 w 80524"/>
                  <a:gd name="connsiteY17" fmla="*/ 90850 h 111374"/>
                  <a:gd name="connsiteX18" fmla="*/ 14281 w 80524"/>
                  <a:gd name="connsiteY18" fmla="*/ 111100 h 111374"/>
                  <a:gd name="connsiteX19" fmla="*/ 30531 w 80524"/>
                  <a:gd name="connsiteY19" fmla="*/ 104229 h 111374"/>
                  <a:gd name="connsiteX20" fmla="*/ 44252 w 80524"/>
                  <a:gd name="connsiteY20" fmla="*/ 88319 h 111374"/>
                  <a:gd name="connsiteX21" fmla="*/ 45336 w 80524"/>
                  <a:gd name="connsiteY21" fmla="*/ 41310 h 111374"/>
                  <a:gd name="connsiteX22" fmla="*/ 54002 w 80524"/>
                  <a:gd name="connsiteY22" fmla="*/ 49989 h 111374"/>
                  <a:gd name="connsiteX23" fmla="*/ 42086 w 80524"/>
                  <a:gd name="connsiteY23" fmla="*/ 83618 h 111374"/>
                  <a:gd name="connsiteX24" fmla="*/ 21864 w 80524"/>
                  <a:gd name="connsiteY24" fmla="*/ 101337 h 111374"/>
                  <a:gd name="connsiteX25" fmla="*/ 14281 w 80524"/>
                  <a:gd name="connsiteY25" fmla="*/ 89404 h 111374"/>
                  <a:gd name="connsiteX26" fmla="*/ 24753 w 80524"/>
                  <a:gd name="connsiteY26" fmla="*/ 57583 h 111374"/>
                  <a:gd name="connsiteX27" fmla="*/ 45336 w 80524"/>
                  <a:gd name="connsiteY27" fmla="*/ 41310 h 1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24" h="111374">
                    <a:moveTo>
                      <a:pt x="43169" y="93381"/>
                    </a:moveTo>
                    <a:cubicBezTo>
                      <a:pt x="41003" y="102060"/>
                      <a:pt x="41003" y="102060"/>
                      <a:pt x="41003" y="104591"/>
                    </a:cubicBezTo>
                    <a:cubicBezTo>
                      <a:pt x="41003" y="108569"/>
                      <a:pt x="43169" y="111462"/>
                      <a:pt x="46780" y="111462"/>
                    </a:cubicBezTo>
                    <a:cubicBezTo>
                      <a:pt x="53641" y="111462"/>
                      <a:pt x="60502" y="106399"/>
                      <a:pt x="69529" y="94466"/>
                    </a:cubicBezTo>
                    <a:lnTo>
                      <a:pt x="67002" y="92658"/>
                    </a:lnTo>
                    <a:cubicBezTo>
                      <a:pt x="61224" y="99890"/>
                      <a:pt x="57974" y="102783"/>
                      <a:pt x="54363" y="102783"/>
                    </a:cubicBezTo>
                    <a:cubicBezTo>
                      <a:pt x="52558" y="102783"/>
                      <a:pt x="51474" y="101698"/>
                      <a:pt x="51474" y="100613"/>
                    </a:cubicBezTo>
                    <a:cubicBezTo>
                      <a:pt x="51474" y="99529"/>
                      <a:pt x="51835" y="97359"/>
                      <a:pt x="52558" y="95189"/>
                    </a:cubicBezTo>
                    <a:lnTo>
                      <a:pt x="80723" y="87"/>
                    </a:lnTo>
                    <a:cubicBezTo>
                      <a:pt x="70973" y="2257"/>
                      <a:pt x="69168" y="2619"/>
                      <a:pt x="57974" y="3342"/>
                    </a:cubicBezTo>
                    <a:lnTo>
                      <a:pt x="57252" y="6235"/>
                    </a:lnTo>
                    <a:lnTo>
                      <a:pt x="59057" y="6235"/>
                    </a:lnTo>
                    <a:cubicBezTo>
                      <a:pt x="60502" y="6235"/>
                      <a:pt x="61585" y="5873"/>
                      <a:pt x="62307" y="5873"/>
                    </a:cubicBezTo>
                    <a:cubicBezTo>
                      <a:pt x="64474" y="5873"/>
                      <a:pt x="66640" y="7681"/>
                      <a:pt x="66640" y="9489"/>
                    </a:cubicBezTo>
                    <a:cubicBezTo>
                      <a:pt x="66640" y="10212"/>
                      <a:pt x="66279" y="11297"/>
                      <a:pt x="65918" y="13105"/>
                    </a:cubicBezTo>
                    <a:lnTo>
                      <a:pt x="57974" y="42033"/>
                    </a:lnTo>
                    <a:cubicBezTo>
                      <a:pt x="54002" y="38056"/>
                      <a:pt x="51113" y="36971"/>
                      <a:pt x="46780" y="36971"/>
                    </a:cubicBezTo>
                    <a:cubicBezTo>
                      <a:pt x="25475" y="36971"/>
                      <a:pt x="199" y="66261"/>
                      <a:pt x="199" y="90850"/>
                    </a:cubicBezTo>
                    <a:cubicBezTo>
                      <a:pt x="199" y="102783"/>
                      <a:pt x="5976" y="111100"/>
                      <a:pt x="14281" y="111100"/>
                    </a:cubicBezTo>
                    <a:cubicBezTo>
                      <a:pt x="18976" y="111100"/>
                      <a:pt x="25475" y="108207"/>
                      <a:pt x="30531" y="104229"/>
                    </a:cubicBezTo>
                    <a:cubicBezTo>
                      <a:pt x="35225" y="100252"/>
                      <a:pt x="38475" y="96274"/>
                      <a:pt x="44252" y="88319"/>
                    </a:cubicBezTo>
                    <a:close/>
                    <a:moveTo>
                      <a:pt x="45336" y="41310"/>
                    </a:moveTo>
                    <a:cubicBezTo>
                      <a:pt x="50752" y="41310"/>
                      <a:pt x="54002" y="44565"/>
                      <a:pt x="54002" y="49989"/>
                    </a:cubicBezTo>
                    <a:cubicBezTo>
                      <a:pt x="54002" y="57583"/>
                      <a:pt x="48585" y="73131"/>
                      <a:pt x="42086" y="83618"/>
                    </a:cubicBezTo>
                    <a:cubicBezTo>
                      <a:pt x="36308" y="93381"/>
                      <a:pt x="26920" y="101337"/>
                      <a:pt x="21864" y="101337"/>
                    </a:cubicBezTo>
                    <a:cubicBezTo>
                      <a:pt x="17170" y="101337"/>
                      <a:pt x="14281" y="96997"/>
                      <a:pt x="14281" y="89404"/>
                    </a:cubicBezTo>
                    <a:cubicBezTo>
                      <a:pt x="14281" y="80364"/>
                      <a:pt x="18253" y="68431"/>
                      <a:pt x="24753" y="57583"/>
                    </a:cubicBezTo>
                    <a:cubicBezTo>
                      <a:pt x="31614" y="47096"/>
                      <a:pt x="38836" y="41310"/>
                      <a:pt x="45336" y="41310"/>
                    </a:cubicBezTo>
                    <a:close/>
                  </a:path>
                </a:pathLst>
              </a:custGeom>
              <a:grpFill/>
              <a:ln w="3175" cap="flat">
                <a:solidFill>
                  <a:schemeClr val="tx1"/>
                </a:solidFill>
                <a:prstDash val="solid"/>
                <a:miter/>
              </a:ln>
            </p:spPr>
            <p:txBody>
              <a:bodyPr rtlCol="0" anchor="ctr"/>
              <a:lstStyle/>
              <a:p>
                <a:endParaRPr lang="zh-CN" altLang="en-US"/>
              </a:p>
            </p:txBody>
          </p:sp>
          <p:sp>
            <p:nvSpPr>
              <p:cNvPr id="451" name="任意多边形: 形状 450"/>
              <p:cNvSpPr/>
              <p:nvPr/>
            </p:nvSpPr>
            <p:spPr>
              <a:xfrm>
                <a:off x="7324609" y="4531346"/>
                <a:ext cx="59580" cy="74490"/>
              </a:xfrm>
              <a:custGeom>
                <a:avLst/>
                <a:gdLst>
                  <a:gd name="connsiteX0" fmla="*/ 49311 w 59580"/>
                  <a:gd name="connsiteY0" fmla="*/ 55413 h 74490"/>
                  <a:gd name="connsiteX1" fmla="*/ 28368 w 59580"/>
                  <a:gd name="connsiteY1" fmla="*/ 66261 h 74490"/>
                  <a:gd name="connsiteX2" fmla="*/ 13201 w 59580"/>
                  <a:gd name="connsiteY2" fmla="*/ 49627 h 74490"/>
                  <a:gd name="connsiteX3" fmla="*/ 13924 w 59580"/>
                  <a:gd name="connsiteY3" fmla="*/ 41310 h 74490"/>
                  <a:gd name="connsiteX4" fmla="*/ 41367 w 59580"/>
                  <a:gd name="connsiteY4" fmla="*/ 35525 h 74490"/>
                  <a:gd name="connsiteX5" fmla="*/ 59783 w 59580"/>
                  <a:gd name="connsiteY5" fmla="*/ 12020 h 74490"/>
                  <a:gd name="connsiteX6" fmla="*/ 44617 w 59580"/>
                  <a:gd name="connsiteY6" fmla="*/ 87 h 74490"/>
                  <a:gd name="connsiteX7" fmla="*/ 202 w 59580"/>
                  <a:gd name="connsiteY7" fmla="*/ 50350 h 74490"/>
                  <a:gd name="connsiteX8" fmla="*/ 21507 w 59580"/>
                  <a:gd name="connsiteY8" fmla="*/ 74578 h 74490"/>
                  <a:gd name="connsiteX9" fmla="*/ 52561 w 59580"/>
                  <a:gd name="connsiteY9" fmla="*/ 57582 h 74490"/>
                  <a:gd name="connsiteX10" fmla="*/ 15007 w 59580"/>
                  <a:gd name="connsiteY10" fmla="*/ 36971 h 74490"/>
                  <a:gd name="connsiteX11" fmla="*/ 41728 w 59580"/>
                  <a:gd name="connsiteY11" fmla="*/ 4788 h 74490"/>
                  <a:gd name="connsiteX12" fmla="*/ 48228 w 59580"/>
                  <a:gd name="connsiteY12" fmla="*/ 11659 h 74490"/>
                  <a:gd name="connsiteX13" fmla="*/ 42450 w 59580"/>
                  <a:gd name="connsiteY13" fmla="*/ 25400 h 74490"/>
                  <a:gd name="connsiteX14" fmla="*/ 21507 w 59580"/>
                  <a:gd name="connsiteY14" fmla="*/ 36609 h 74490"/>
                  <a:gd name="connsiteX15" fmla="*/ 15007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11" y="55413"/>
                    </a:moveTo>
                    <a:cubicBezTo>
                      <a:pt x="42450" y="63007"/>
                      <a:pt x="35589" y="66261"/>
                      <a:pt x="28368" y="66261"/>
                    </a:cubicBezTo>
                    <a:cubicBezTo>
                      <a:pt x="19701" y="66261"/>
                      <a:pt x="13201" y="59390"/>
                      <a:pt x="13201" y="49627"/>
                    </a:cubicBezTo>
                    <a:cubicBezTo>
                      <a:pt x="13201" y="47096"/>
                      <a:pt x="13562" y="44203"/>
                      <a:pt x="13924" y="41310"/>
                    </a:cubicBezTo>
                    <a:cubicBezTo>
                      <a:pt x="26562" y="40587"/>
                      <a:pt x="33784" y="39141"/>
                      <a:pt x="41367" y="35525"/>
                    </a:cubicBezTo>
                    <a:cubicBezTo>
                      <a:pt x="52561" y="30462"/>
                      <a:pt x="59783" y="21060"/>
                      <a:pt x="59783" y="12020"/>
                    </a:cubicBezTo>
                    <a:cubicBezTo>
                      <a:pt x="59783" y="5150"/>
                      <a:pt x="53283" y="87"/>
                      <a:pt x="44617" y="87"/>
                    </a:cubicBezTo>
                    <a:cubicBezTo>
                      <a:pt x="22951" y="87"/>
                      <a:pt x="202" y="26123"/>
                      <a:pt x="202" y="50350"/>
                    </a:cubicBezTo>
                    <a:cubicBezTo>
                      <a:pt x="202" y="64815"/>
                      <a:pt x="8868" y="74578"/>
                      <a:pt x="21507" y="74578"/>
                    </a:cubicBezTo>
                    <a:cubicBezTo>
                      <a:pt x="31617" y="74578"/>
                      <a:pt x="40284" y="69515"/>
                      <a:pt x="52561" y="57582"/>
                    </a:cubicBezTo>
                    <a:close/>
                    <a:moveTo>
                      <a:pt x="15007" y="36971"/>
                    </a:moveTo>
                    <a:cubicBezTo>
                      <a:pt x="20423" y="18529"/>
                      <a:pt x="31979" y="4788"/>
                      <a:pt x="41728" y="4788"/>
                    </a:cubicBezTo>
                    <a:cubicBezTo>
                      <a:pt x="45339" y="4788"/>
                      <a:pt x="48228" y="7681"/>
                      <a:pt x="48228" y="11659"/>
                    </a:cubicBezTo>
                    <a:cubicBezTo>
                      <a:pt x="48228" y="15998"/>
                      <a:pt x="46061" y="21060"/>
                      <a:pt x="42450" y="25400"/>
                    </a:cubicBezTo>
                    <a:cubicBezTo>
                      <a:pt x="37034" y="31185"/>
                      <a:pt x="30173" y="35163"/>
                      <a:pt x="21507" y="36609"/>
                    </a:cubicBezTo>
                    <a:cubicBezTo>
                      <a:pt x="20062" y="36609"/>
                      <a:pt x="17896" y="36971"/>
                      <a:pt x="15007" y="36971"/>
                    </a:cubicBezTo>
                    <a:close/>
                  </a:path>
                </a:pathLst>
              </a:custGeom>
              <a:grpFill/>
              <a:ln w="3175" cap="flat">
                <a:solidFill>
                  <a:schemeClr val="tx1"/>
                </a:solidFill>
                <a:prstDash val="solid"/>
                <a:miter/>
              </a:ln>
            </p:spPr>
            <p:txBody>
              <a:bodyPr rtlCol="0" anchor="ctr"/>
              <a:lstStyle/>
              <a:p>
                <a:endParaRPr lang="zh-CN" altLang="en-US"/>
              </a:p>
            </p:txBody>
          </p:sp>
          <p:sp>
            <p:nvSpPr>
              <p:cNvPr id="452" name="任意多边形: 形状 451"/>
              <p:cNvSpPr/>
              <p:nvPr/>
            </p:nvSpPr>
            <p:spPr>
              <a:xfrm>
                <a:off x="7372594" y="4532069"/>
                <a:ext cx="81968" cy="98717"/>
              </a:xfrm>
              <a:custGeom>
                <a:avLst/>
                <a:gdLst>
                  <a:gd name="connsiteX0" fmla="*/ 29454 w 81968"/>
                  <a:gd name="connsiteY0" fmla="*/ 70600 h 98717"/>
                  <a:gd name="connsiteX1" fmla="*/ 39925 w 81968"/>
                  <a:gd name="connsiteY1" fmla="*/ 73493 h 98717"/>
                  <a:gd name="connsiteX2" fmla="*/ 82174 w 81968"/>
                  <a:gd name="connsiteY2" fmla="*/ 21422 h 98717"/>
                  <a:gd name="connsiteX3" fmla="*/ 66646 w 81968"/>
                  <a:gd name="connsiteY3" fmla="*/ 87 h 98717"/>
                  <a:gd name="connsiteX4" fmla="*/ 44981 w 81968"/>
                  <a:gd name="connsiteY4" fmla="*/ 15636 h 98717"/>
                  <a:gd name="connsiteX5" fmla="*/ 49675 w 81968"/>
                  <a:gd name="connsiteY5" fmla="*/ 87 h 98717"/>
                  <a:gd name="connsiteX6" fmla="*/ 27287 w 81968"/>
                  <a:gd name="connsiteY6" fmla="*/ 3342 h 98717"/>
                  <a:gd name="connsiteX7" fmla="*/ 26565 w 81968"/>
                  <a:gd name="connsiteY7" fmla="*/ 6235 h 98717"/>
                  <a:gd name="connsiteX8" fmla="*/ 30898 w 81968"/>
                  <a:gd name="connsiteY8" fmla="*/ 5511 h 98717"/>
                  <a:gd name="connsiteX9" fmla="*/ 34870 w 81968"/>
                  <a:gd name="connsiteY9" fmla="*/ 10212 h 98717"/>
                  <a:gd name="connsiteX10" fmla="*/ 33787 w 81968"/>
                  <a:gd name="connsiteY10" fmla="*/ 15636 h 98717"/>
                  <a:gd name="connsiteX11" fmla="*/ 15371 w 81968"/>
                  <a:gd name="connsiteY11" fmla="*/ 80725 h 98717"/>
                  <a:gd name="connsiteX12" fmla="*/ 5260 w 81968"/>
                  <a:gd name="connsiteY12" fmla="*/ 95913 h 98717"/>
                  <a:gd name="connsiteX13" fmla="*/ 927 w 81968"/>
                  <a:gd name="connsiteY13" fmla="*/ 95913 h 98717"/>
                  <a:gd name="connsiteX14" fmla="*/ 205 w 81968"/>
                  <a:gd name="connsiteY14" fmla="*/ 98805 h 98717"/>
                  <a:gd name="connsiteX15" fmla="*/ 34509 w 81968"/>
                  <a:gd name="connsiteY15" fmla="*/ 98805 h 98717"/>
                  <a:gd name="connsiteX16" fmla="*/ 35231 w 81968"/>
                  <a:gd name="connsiteY16" fmla="*/ 95913 h 98717"/>
                  <a:gd name="connsiteX17" fmla="*/ 27648 w 81968"/>
                  <a:gd name="connsiteY17" fmla="*/ 95913 h 98717"/>
                  <a:gd name="connsiteX18" fmla="*/ 23315 w 81968"/>
                  <a:gd name="connsiteY18" fmla="*/ 92658 h 98717"/>
                  <a:gd name="connsiteX19" fmla="*/ 24398 w 81968"/>
                  <a:gd name="connsiteY19" fmla="*/ 88319 h 98717"/>
                  <a:gd name="connsiteX20" fmla="*/ 39203 w 81968"/>
                  <a:gd name="connsiteY20" fmla="*/ 35525 h 98717"/>
                  <a:gd name="connsiteX21" fmla="*/ 48592 w 81968"/>
                  <a:gd name="connsiteY21" fmla="*/ 15636 h 98717"/>
                  <a:gd name="connsiteX22" fmla="*/ 61591 w 81968"/>
                  <a:gd name="connsiteY22" fmla="*/ 8043 h 98717"/>
                  <a:gd name="connsiteX23" fmla="*/ 69535 w 81968"/>
                  <a:gd name="connsiteY23" fmla="*/ 21060 h 98717"/>
                  <a:gd name="connsiteX24" fmla="*/ 40287 w 81968"/>
                  <a:gd name="connsiteY24" fmla="*/ 69877 h 98717"/>
                  <a:gd name="connsiteX25" fmla="*/ 30898 w 81968"/>
                  <a:gd name="connsiteY25" fmla="*/ 65176 h 9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68" h="98717">
                    <a:moveTo>
                      <a:pt x="29454" y="70600"/>
                    </a:moveTo>
                    <a:cubicBezTo>
                      <a:pt x="33426" y="72770"/>
                      <a:pt x="35953" y="73493"/>
                      <a:pt x="39925" y="73493"/>
                    </a:cubicBezTo>
                    <a:cubicBezTo>
                      <a:pt x="60147" y="73493"/>
                      <a:pt x="82174" y="46734"/>
                      <a:pt x="82174" y="21422"/>
                    </a:cubicBezTo>
                    <a:cubicBezTo>
                      <a:pt x="82174" y="8766"/>
                      <a:pt x="76035" y="87"/>
                      <a:pt x="66646" y="87"/>
                    </a:cubicBezTo>
                    <a:cubicBezTo>
                      <a:pt x="59064" y="87"/>
                      <a:pt x="53286" y="4427"/>
                      <a:pt x="44981" y="15636"/>
                    </a:cubicBezTo>
                    <a:lnTo>
                      <a:pt x="49675" y="87"/>
                    </a:lnTo>
                    <a:cubicBezTo>
                      <a:pt x="36314" y="2257"/>
                      <a:pt x="35231" y="2257"/>
                      <a:pt x="27287" y="3342"/>
                    </a:cubicBezTo>
                    <a:lnTo>
                      <a:pt x="26565" y="6235"/>
                    </a:lnTo>
                    <a:cubicBezTo>
                      <a:pt x="29092" y="5873"/>
                      <a:pt x="29815" y="5511"/>
                      <a:pt x="30898" y="5511"/>
                    </a:cubicBezTo>
                    <a:cubicBezTo>
                      <a:pt x="33787" y="5511"/>
                      <a:pt x="34870" y="7320"/>
                      <a:pt x="34870" y="10212"/>
                    </a:cubicBezTo>
                    <a:cubicBezTo>
                      <a:pt x="34870" y="12020"/>
                      <a:pt x="34870" y="12020"/>
                      <a:pt x="33787" y="15636"/>
                    </a:cubicBezTo>
                    <a:lnTo>
                      <a:pt x="15371" y="80725"/>
                    </a:lnTo>
                    <a:cubicBezTo>
                      <a:pt x="11038" y="94828"/>
                      <a:pt x="10315" y="95913"/>
                      <a:pt x="5260" y="95913"/>
                    </a:cubicBezTo>
                    <a:lnTo>
                      <a:pt x="927" y="95913"/>
                    </a:lnTo>
                    <a:lnTo>
                      <a:pt x="205" y="98805"/>
                    </a:lnTo>
                    <a:lnTo>
                      <a:pt x="34509" y="98805"/>
                    </a:lnTo>
                    <a:lnTo>
                      <a:pt x="35231" y="95913"/>
                    </a:lnTo>
                    <a:lnTo>
                      <a:pt x="27648" y="95913"/>
                    </a:lnTo>
                    <a:cubicBezTo>
                      <a:pt x="25481" y="95913"/>
                      <a:pt x="23315" y="94104"/>
                      <a:pt x="23315" y="92658"/>
                    </a:cubicBezTo>
                    <a:cubicBezTo>
                      <a:pt x="23315" y="91935"/>
                      <a:pt x="23676" y="90488"/>
                      <a:pt x="24398" y="88319"/>
                    </a:cubicBezTo>
                    <a:close/>
                    <a:moveTo>
                      <a:pt x="39203" y="35525"/>
                    </a:moveTo>
                    <a:cubicBezTo>
                      <a:pt x="42092" y="26484"/>
                      <a:pt x="44981" y="20337"/>
                      <a:pt x="48592" y="15636"/>
                    </a:cubicBezTo>
                    <a:cubicBezTo>
                      <a:pt x="52564" y="10936"/>
                      <a:pt x="57619" y="8043"/>
                      <a:pt x="61591" y="8043"/>
                    </a:cubicBezTo>
                    <a:cubicBezTo>
                      <a:pt x="66285" y="8043"/>
                      <a:pt x="69535" y="13467"/>
                      <a:pt x="69535" y="21060"/>
                    </a:cubicBezTo>
                    <a:cubicBezTo>
                      <a:pt x="69535" y="43841"/>
                      <a:pt x="54008" y="69877"/>
                      <a:pt x="40287" y="69877"/>
                    </a:cubicBezTo>
                    <a:cubicBezTo>
                      <a:pt x="36314" y="69877"/>
                      <a:pt x="33426" y="68431"/>
                      <a:pt x="30898" y="65176"/>
                    </a:cubicBezTo>
                    <a:close/>
                  </a:path>
                </a:pathLst>
              </a:custGeom>
              <a:grpFill/>
              <a:ln w="3175" cap="flat">
                <a:solidFill>
                  <a:schemeClr val="tx1"/>
                </a:solidFill>
                <a:prstDash val="solid"/>
                <a:miter/>
              </a:ln>
            </p:spPr>
            <p:txBody>
              <a:bodyPr rtlCol="0" anchor="ctr"/>
              <a:lstStyle/>
              <a:p>
                <a:endParaRPr lang="zh-CN" altLang="en-US"/>
              </a:p>
            </p:txBody>
          </p:sp>
        </p:grpSp>
        <p:grpSp>
          <p:nvGrpSpPr>
            <p:cNvPr id="270" name="Graphic 2"/>
            <p:cNvGrpSpPr/>
            <p:nvPr/>
          </p:nvGrpSpPr>
          <p:grpSpPr>
            <a:xfrm>
              <a:off x="6815174" y="5543327"/>
              <a:ext cx="541879" cy="114761"/>
              <a:chOff x="7463487" y="4515435"/>
              <a:chExt cx="581312" cy="109566"/>
            </a:xfrm>
            <a:solidFill>
              <a:schemeClr val="tx1"/>
            </a:solidFill>
          </p:grpSpPr>
          <p:sp>
            <p:nvSpPr>
              <p:cNvPr id="441" name="任意多边形: 形状 440"/>
              <p:cNvSpPr/>
              <p:nvPr/>
            </p:nvSpPr>
            <p:spPr>
              <a:xfrm>
                <a:off x="7463487" y="4515435"/>
                <a:ext cx="39720" cy="90400"/>
              </a:xfrm>
              <a:custGeom>
                <a:avLst/>
                <a:gdLst>
                  <a:gd name="connsiteX0" fmla="*/ 28012 w 39720"/>
                  <a:gd name="connsiteY0" fmla="*/ 22868 h 90400"/>
                  <a:gd name="connsiteX1" fmla="*/ 38484 w 39720"/>
                  <a:gd name="connsiteY1" fmla="*/ 22868 h 90400"/>
                  <a:gd name="connsiteX2" fmla="*/ 39928 w 39720"/>
                  <a:gd name="connsiteY2" fmla="*/ 17806 h 90400"/>
                  <a:gd name="connsiteX3" fmla="*/ 29457 w 39720"/>
                  <a:gd name="connsiteY3" fmla="*/ 17806 h 90400"/>
                  <a:gd name="connsiteX4" fmla="*/ 34512 w 39720"/>
                  <a:gd name="connsiteY4" fmla="*/ 87 h 90400"/>
                  <a:gd name="connsiteX5" fmla="*/ 30901 w 39720"/>
                  <a:gd name="connsiteY5" fmla="*/ 87 h 90400"/>
                  <a:gd name="connsiteX6" fmla="*/ 6346 w 39720"/>
                  <a:gd name="connsiteY6" fmla="*/ 17806 h 90400"/>
                  <a:gd name="connsiteX7" fmla="*/ 5263 w 39720"/>
                  <a:gd name="connsiteY7" fmla="*/ 22868 h 90400"/>
                  <a:gd name="connsiteX8" fmla="*/ 16457 w 39720"/>
                  <a:gd name="connsiteY8" fmla="*/ 22868 h 90400"/>
                  <a:gd name="connsiteX9" fmla="*/ 2374 w 39720"/>
                  <a:gd name="connsiteY9" fmla="*/ 71685 h 90400"/>
                  <a:gd name="connsiteX10" fmla="*/ 208 w 39720"/>
                  <a:gd name="connsiteY10" fmla="*/ 82533 h 90400"/>
                  <a:gd name="connsiteX11" fmla="*/ 8152 w 39720"/>
                  <a:gd name="connsiteY11" fmla="*/ 90488 h 90400"/>
                  <a:gd name="connsiteX12" fmla="*/ 28735 w 39720"/>
                  <a:gd name="connsiteY12" fmla="*/ 73855 h 90400"/>
                  <a:gd name="connsiteX13" fmla="*/ 26929 w 39720"/>
                  <a:gd name="connsiteY13" fmla="*/ 71685 h 90400"/>
                  <a:gd name="connsiteX14" fmla="*/ 14652 w 39720"/>
                  <a:gd name="connsiteY14" fmla="*/ 82533 h 90400"/>
                  <a:gd name="connsiteX15" fmla="*/ 12124 w 39720"/>
                  <a:gd name="connsiteY15" fmla="*/ 80364 h 90400"/>
                  <a:gd name="connsiteX16" fmla="*/ 13929 w 39720"/>
                  <a:gd name="connsiteY16" fmla="*/ 72770 h 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20" h="90400">
                    <a:moveTo>
                      <a:pt x="28012" y="22868"/>
                    </a:moveTo>
                    <a:lnTo>
                      <a:pt x="38484" y="22868"/>
                    </a:lnTo>
                    <a:lnTo>
                      <a:pt x="39928" y="17806"/>
                    </a:lnTo>
                    <a:lnTo>
                      <a:pt x="29457" y="17806"/>
                    </a:lnTo>
                    <a:lnTo>
                      <a:pt x="34512" y="87"/>
                    </a:lnTo>
                    <a:lnTo>
                      <a:pt x="30901" y="87"/>
                    </a:lnTo>
                    <a:cubicBezTo>
                      <a:pt x="22235" y="11297"/>
                      <a:pt x="16096" y="15636"/>
                      <a:pt x="6346" y="17806"/>
                    </a:cubicBezTo>
                    <a:lnTo>
                      <a:pt x="5263" y="22868"/>
                    </a:lnTo>
                    <a:lnTo>
                      <a:pt x="16457" y="22868"/>
                    </a:lnTo>
                    <a:lnTo>
                      <a:pt x="2374" y="71685"/>
                    </a:lnTo>
                    <a:cubicBezTo>
                      <a:pt x="1291" y="75663"/>
                      <a:pt x="208" y="80364"/>
                      <a:pt x="208" y="82533"/>
                    </a:cubicBezTo>
                    <a:cubicBezTo>
                      <a:pt x="208" y="87234"/>
                      <a:pt x="3458" y="90488"/>
                      <a:pt x="8152" y="90488"/>
                    </a:cubicBezTo>
                    <a:cubicBezTo>
                      <a:pt x="14291" y="90488"/>
                      <a:pt x="20790" y="85064"/>
                      <a:pt x="28735" y="73855"/>
                    </a:cubicBezTo>
                    <a:lnTo>
                      <a:pt x="26929" y="71685"/>
                    </a:lnTo>
                    <a:cubicBezTo>
                      <a:pt x="21874" y="78194"/>
                      <a:pt x="17179" y="82533"/>
                      <a:pt x="14652" y="82533"/>
                    </a:cubicBezTo>
                    <a:cubicBezTo>
                      <a:pt x="13568" y="82533"/>
                      <a:pt x="12124" y="81448"/>
                      <a:pt x="12124" y="80364"/>
                    </a:cubicBezTo>
                    <a:cubicBezTo>
                      <a:pt x="12124" y="79279"/>
                      <a:pt x="12124" y="79279"/>
                      <a:pt x="13929" y="72770"/>
                    </a:cubicBezTo>
                    <a:close/>
                  </a:path>
                </a:pathLst>
              </a:custGeom>
              <a:grpFill/>
              <a:ln w="3175" cap="flat">
                <a:solidFill>
                  <a:schemeClr val="tx1"/>
                </a:solidFill>
                <a:prstDash val="solid"/>
                <a:miter/>
              </a:ln>
            </p:spPr>
            <p:txBody>
              <a:bodyPr rtlCol="0" anchor="ctr"/>
              <a:lstStyle/>
              <a:p>
                <a:endParaRPr lang="zh-CN" altLang="en-US"/>
              </a:p>
            </p:txBody>
          </p:sp>
          <p:sp>
            <p:nvSpPr>
              <p:cNvPr id="442" name="任意多边形: 形状 441"/>
              <p:cNvSpPr/>
              <p:nvPr/>
            </p:nvSpPr>
            <p:spPr>
              <a:xfrm>
                <a:off x="7509369" y="4617769"/>
                <a:ext cx="73663" cy="7232"/>
              </a:xfrm>
              <a:custGeom>
                <a:avLst/>
                <a:gdLst>
                  <a:gd name="connsiteX0" fmla="*/ 210 w 73663"/>
                  <a:gd name="connsiteY0" fmla="*/ 87 h 7232"/>
                  <a:gd name="connsiteX1" fmla="*/ 210 w 73663"/>
                  <a:gd name="connsiteY1" fmla="*/ 7320 h 7232"/>
                  <a:gd name="connsiteX2" fmla="*/ 73873 w 73663"/>
                  <a:gd name="connsiteY2" fmla="*/ 7320 h 7232"/>
                  <a:gd name="connsiteX3" fmla="*/ 73873 w 73663"/>
                  <a:gd name="connsiteY3" fmla="*/ 87 h 7232"/>
                </a:gdLst>
                <a:ahLst/>
                <a:cxnLst>
                  <a:cxn ang="0">
                    <a:pos x="connsiteX0" y="connsiteY0"/>
                  </a:cxn>
                  <a:cxn ang="0">
                    <a:pos x="connsiteX1" y="connsiteY1"/>
                  </a:cxn>
                  <a:cxn ang="0">
                    <a:pos x="connsiteX2" y="connsiteY2"/>
                  </a:cxn>
                  <a:cxn ang="0">
                    <a:pos x="connsiteX3" y="connsiteY3"/>
                  </a:cxn>
                </a:cxnLst>
                <a:rect l="l" t="t" r="r" b="b"/>
                <a:pathLst>
                  <a:path w="73663" h="7232">
                    <a:moveTo>
                      <a:pt x="210" y="87"/>
                    </a:moveTo>
                    <a:lnTo>
                      <a:pt x="210" y="7320"/>
                    </a:lnTo>
                    <a:lnTo>
                      <a:pt x="73873" y="7320"/>
                    </a:lnTo>
                    <a:lnTo>
                      <a:pt x="73873" y="87"/>
                    </a:lnTo>
                    <a:close/>
                  </a:path>
                </a:pathLst>
              </a:custGeom>
              <a:grpFill/>
              <a:ln w="3175" cap="flat">
                <a:solidFill>
                  <a:schemeClr val="tx1"/>
                </a:solidFill>
                <a:prstDash val="solid"/>
                <a:miter/>
              </a:ln>
            </p:spPr>
            <p:txBody>
              <a:bodyPr rtlCol="0" anchor="ctr"/>
              <a:lstStyle/>
              <a:p>
                <a:endParaRPr lang="zh-CN" altLang="en-US"/>
              </a:p>
            </p:txBody>
          </p:sp>
          <p:sp>
            <p:nvSpPr>
              <p:cNvPr id="443" name="任意多边形: 形状 442"/>
              <p:cNvSpPr/>
              <p:nvPr/>
            </p:nvSpPr>
            <p:spPr>
              <a:xfrm>
                <a:off x="7584477" y="4531346"/>
                <a:ext cx="69330" cy="74128"/>
              </a:xfrm>
              <a:custGeom>
                <a:avLst/>
                <a:gdLst>
                  <a:gd name="connsiteX0" fmla="*/ 33795 w 69330"/>
                  <a:gd name="connsiteY0" fmla="*/ 87 h 74128"/>
                  <a:gd name="connsiteX1" fmla="*/ 11768 w 69330"/>
                  <a:gd name="connsiteY1" fmla="*/ 2257 h 74128"/>
                  <a:gd name="connsiteX2" fmla="*/ 10685 w 69330"/>
                  <a:gd name="connsiteY2" fmla="*/ 5511 h 74128"/>
                  <a:gd name="connsiteX3" fmla="*/ 12490 w 69330"/>
                  <a:gd name="connsiteY3" fmla="*/ 5150 h 74128"/>
                  <a:gd name="connsiteX4" fmla="*/ 15379 w 69330"/>
                  <a:gd name="connsiteY4" fmla="*/ 4788 h 74128"/>
                  <a:gd name="connsiteX5" fmla="*/ 18990 w 69330"/>
                  <a:gd name="connsiteY5" fmla="*/ 8043 h 74128"/>
                  <a:gd name="connsiteX6" fmla="*/ 17546 w 69330"/>
                  <a:gd name="connsiteY6" fmla="*/ 14913 h 74128"/>
                  <a:gd name="connsiteX7" fmla="*/ 213 w 69330"/>
                  <a:gd name="connsiteY7" fmla="*/ 72408 h 74128"/>
                  <a:gd name="connsiteX8" fmla="*/ 12129 w 69330"/>
                  <a:gd name="connsiteY8" fmla="*/ 72408 h 74128"/>
                  <a:gd name="connsiteX9" fmla="*/ 17185 w 69330"/>
                  <a:gd name="connsiteY9" fmla="*/ 53605 h 74128"/>
                  <a:gd name="connsiteX10" fmla="*/ 32351 w 69330"/>
                  <a:gd name="connsiteY10" fmla="*/ 26846 h 74128"/>
                  <a:gd name="connsiteX11" fmla="*/ 52572 w 69330"/>
                  <a:gd name="connsiteY11" fmla="*/ 9851 h 74128"/>
                  <a:gd name="connsiteX12" fmla="*/ 56544 w 69330"/>
                  <a:gd name="connsiteY12" fmla="*/ 14552 h 74128"/>
                  <a:gd name="connsiteX13" fmla="*/ 55461 w 69330"/>
                  <a:gd name="connsiteY13" fmla="*/ 22145 h 74128"/>
                  <a:gd name="connsiteX14" fmla="*/ 42823 w 69330"/>
                  <a:gd name="connsiteY14" fmla="*/ 63007 h 74128"/>
                  <a:gd name="connsiteX15" fmla="*/ 41739 w 69330"/>
                  <a:gd name="connsiteY15" fmla="*/ 67707 h 74128"/>
                  <a:gd name="connsiteX16" fmla="*/ 48600 w 69330"/>
                  <a:gd name="connsiteY16" fmla="*/ 74216 h 74128"/>
                  <a:gd name="connsiteX17" fmla="*/ 69544 w 69330"/>
                  <a:gd name="connsiteY17" fmla="*/ 58667 h 74128"/>
                  <a:gd name="connsiteX18" fmla="*/ 68099 w 69330"/>
                  <a:gd name="connsiteY18" fmla="*/ 57221 h 74128"/>
                  <a:gd name="connsiteX19" fmla="*/ 56905 w 69330"/>
                  <a:gd name="connsiteY19" fmla="*/ 66623 h 74128"/>
                  <a:gd name="connsiteX20" fmla="*/ 54739 w 69330"/>
                  <a:gd name="connsiteY20" fmla="*/ 64453 h 74128"/>
                  <a:gd name="connsiteX21" fmla="*/ 55461 w 69330"/>
                  <a:gd name="connsiteY21" fmla="*/ 60837 h 74128"/>
                  <a:gd name="connsiteX22" fmla="*/ 67016 w 69330"/>
                  <a:gd name="connsiteY22" fmla="*/ 20337 h 74128"/>
                  <a:gd name="connsiteX23" fmla="*/ 68460 w 69330"/>
                  <a:gd name="connsiteY23" fmla="*/ 10936 h 74128"/>
                  <a:gd name="connsiteX24" fmla="*/ 59794 w 69330"/>
                  <a:gd name="connsiteY24" fmla="*/ 811 h 74128"/>
                  <a:gd name="connsiteX25" fmla="*/ 22962 w 69330"/>
                  <a:gd name="connsiteY25" fmla="*/ 3407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330" h="74128">
                    <a:moveTo>
                      <a:pt x="33795" y="87"/>
                    </a:moveTo>
                    <a:cubicBezTo>
                      <a:pt x="23684" y="1534"/>
                      <a:pt x="21879" y="1534"/>
                      <a:pt x="11768" y="2257"/>
                    </a:cubicBezTo>
                    <a:lnTo>
                      <a:pt x="10685" y="5511"/>
                    </a:lnTo>
                    <a:lnTo>
                      <a:pt x="12490" y="5150"/>
                    </a:lnTo>
                    <a:cubicBezTo>
                      <a:pt x="13574" y="5150"/>
                      <a:pt x="14657" y="4788"/>
                      <a:pt x="15379" y="4788"/>
                    </a:cubicBezTo>
                    <a:cubicBezTo>
                      <a:pt x="17185" y="4788"/>
                      <a:pt x="18990" y="6596"/>
                      <a:pt x="18990" y="8043"/>
                    </a:cubicBezTo>
                    <a:cubicBezTo>
                      <a:pt x="18990" y="8766"/>
                      <a:pt x="18629" y="11659"/>
                      <a:pt x="17546" y="14913"/>
                    </a:cubicBezTo>
                    <a:lnTo>
                      <a:pt x="213" y="72408"/>
                    </a:lnTo>
                    <a:lnTo>
                      <a:pt x="12129" y="72408"/>
                    </a:lnTo>
                    <a:lnTo>
                      <a:pt x="17185" y="53605"/>
                    </a:lnTo>
                    <a:cubicBezTo>
                      <a:pt x="20073" y="44565"/>
                      <a:pt x="24046" y="37333"/>
                      <a:pt x="32351" y="26846"/>
                    </a:cubicBezTo>
                    <a:cubicBezTo>
                      <a:pt x="42100" y="14913"/>
                      <a:pt x="47878" y="9851"/>
                      <a:pt x="52572" y="9851"/>
                    </a:cubicBezTo>
                    <a:cubicBezTo>
                      <a:pt x="54739" y="9851"/>
                      <a:pt x="56544" y="12020"/>
                      <a:pt x="56544" y="14552"/>
                    </a:cubicBezTo>
                    <a:cubicBezTo>
                      <a:pt x="56544" y="16360"/>
                      <a:pt x="56183" y="19614"/>
                      <a:pt x="55461" y="22145"/>
                    </a:cubicBezTo>
                    <a:lnTo>
                      <a:pt x="42823" y="63007"/>
                    </a:lnTo>
                    <a:cubicBezTo>
                      <a:pt x="42100" y="64453"/>
                      <a:pt x="41739" y="66623"/>
                      <a:pt x="41739" y="67707"/>
                    </a:cubicBezTo>
                    <a:cubicBezTo>
                      <a:pt x="41739" y="71323"/>
                      <a:pt x="44628" y="74216"/>
                      <a:pt x="48600" y="74216"/>
                    </a:cubicBezTo>
                    <a:cubicBezTo>
                      <a:pt x="54739" y="74216"/>
                      <a:pt x="61961" y="69154"/>
                      <a:pt x="69544" y="58667"/>
                    </a:cubicBezTo>
                    <a:lnTo>
                      <a:pt x="68099" y="57221"/>
                    </a:lnTo>
                    <a:cubicBezTo>
                      <a:pt x="63766" y="63007"/>
                      <a:pt x="59072" y="66623"/>
                      <a:pt x="56905" y="66623"/>
                    </a:cubicBezTo>
                    <a:cubicBezTo>
                      <a:pt x="55822" y="66623"/>
                      <a:pt x="54739" y="65538"/>
                      <a:pt x="54739" y="64453"/>
                    </a:cubicBezTo>
                    <a:cubicBezTo>
                      <a:pt x="54739" y="63368"/>
                      <a:pt x="55100" y="62283"/>
                      <a:pt x="55461" y="60837"/>
                    </a:cubicBezTo>
                    <a:lnTo>
                      <a:pt x="67016" y="20337"/>
                    </a:lnTo>
                    <a:cubicBezTo>
                      <a:pt x="68099" y="17083"/>
                      <a:pt x="68460" y="14190"/>
                      <a:pt x="68460" y="10936"/>
                    </a:cubicBezTo>
                    <a:cubicBezTo>
                      <a:pt x="68460" y="4788"/>
                      <a:pt x="65211" y="811"/>
                      <a:pt x="59794" y="811"/>
                    </a:cubicBezTo>
                    <a:cubicBezTo>
                      <a:pt x="50045" y="811"/>
                      <a:pt x="39573" y="10212"/>
                      <a:pt x="22962" y="34078"/>
                    </a:cubicBezTo>
                    <a:close/>
                  </a:path>
                </a:pathLst>
              </a:custGeom>
              <a:grpFill/>
              <a:ln w="3175" cap="flat">
                <a:solidFill>
                  <a:schemeClr val="tx1"/>
                </a:solidFill>
                <a:prstDash val="solid"/>
                <a:miter/>
              </a:ln>
            </p:spPr>
            <p:txBody>
              <a:bodyPr rtlCol="0" anchor="ctr"/>
              <a:lstStyle/>
              <a:p>
                <a:endParaRPr lang="zh-CN" altLang="en-US"/>
              </a:p>
            </p:txBody>
          </p:sp>
          <p:sp>
            <p:nvSpPr>
              <p:cNvPr id="444" name="任意多边形: 形状 443"/>
              <p:cNvSpPr/>
              <p:nvPr/>
            </p:nvSpPr>
            <p:spPr>
              <a:xfrm>
                <a:off x="7664354" y="4532069"/>
                <a:ext cx="70413" cy="74128"/>
              </a:xfrm>
              <a:custGeom>
                <a:avLst/>
                <a:gdLst>
                  <a:gd name="connsiteX0" fmla="*/ 66658 w 70413"/>
                  <a:gd name="connsiteY0" fmla="*/ 55051 h 74128"/>
                  <a:gd name="connsiteX1" fmla="*/ 54742 w 70413"/>
                  <a:gd name="connsiteY1" fmla="*/ 65538 h 74128"/>
                  <a:gd name="connsiteX2" fmla="*/ 52937 w 70413"/>
                  <a:gd name="connsiteY2" fmla="*/ 63730 h 74128"/>
                  <a:gd name="connsiteX3" fmla="*/ 54020 w 70413"/>
                  <a:gd name="connsiteY3" fmla="*/ 59390 h 74128"/>
                  <a:gd name="connsiteX4" fmla="*/ 70631 w 70413"/>
                  <a:gd name="connsiteY4" fmla="*/ 811 h 74128"/>
                  <a:gd name="connsiteX5" fmla="*/ 58353 w 70413"/>
                  <a:gd name="connsiteY5" fmla="*/ 2257 h 74128"/>
                  <a:gd name="connsiteX6" fmla="*/ 56187 w 70413"/>
                  <a:gd name="connsiteY6" fmla="*/ 10936 h 74128"/>
                  <a:gd name="connsiteX7" fmla="*/ 44270 w 70413"/>
                  <a:gd name="connsiteY7" fmla="*/ 87 h 74128"/>
                  <a:gd name="connsiteX8" fmla="*/ 217 w 70413"/>
                  <a:gd name="connsiteY8" fmla="*/ 56136 h 74128"/>
                  <a:gd name="connsiteX9" fmla="*/ 14299 w 70413"/>
                  <a:gd name="connsiteY9" fmla="*/ 73493 h 74128"/>
                  <a:gd name="connsiteX10" fmla="*/ 30188 w 70413"/>
                  <a:gd name="connsiteY10" fmla="*/ 67346 h 74128"/>
                  <a:gd name="connsiteX11" fmla="*/ 43909 w 70413"/>
                  <a:gd name="connsiteY11" fmla="*/ 52520 h 74128"/>
                  <a:gd name="connsiteX12" fmla="*/ 43187 w 70413"/>
                  <a:gd name="connsiteY12" fmla="*/ 56136 h 74128"/>
                  <a:gd name="connsiteX13" fmla="*/ 41021 w 70413"/>
                  <a:gd name="connsiteY13" fmla="*/ 66984 h 74128"/>
                  <a:gd name="connsiteX14" fmla="*/ 47520 w 70413"/>
                  <a:gd name="connsiteY14" fmla="*/ 74216 h 74128"/>
                  <a:gd name="connsiteX15" fmla="*/ 68825 w 70413"/>
                  <a:gd name="connsiteY15" fmla="*/ 57221 h 74128"/>
                  <a:gd name="connsiteX16" fmla="*/ 44632 w 70413"/>
                  <a:gd name="connsiteY16" fmla="*/ 4788 h 74128"/>
                  <a:gd name="connsiteX17" fmla="*/ 53298 w 70413"/>
                  <a:gd name="connsiteY17" fmla="*/ 14913 h 74128"/>
                  <a:gd name="connsiteX18" fmla="*/ 36688 w 70413"/>
                  <a:gd name="connsiteY18" fmla="*/ 55051 h 74128"/>
                  <a:gd name="connsiteX19" fmla="*/ 21521 w 70413"/>
                  <a:gd name="connsiteY19" fmla="*/ 64091 h 74128"/>
                  <a:gd name="connsiteX20" fmla="*/ 12855 w 70413"/>
                  <a:gd name="connsiteY20" fmla="*/ 53243 h 74128"/>
                  <a:gd name="connsiteX21" fmla="*/ 26216 w 70413"/>
                  <a:gd name="connsiteY21" fmla="*/ 18168 h 74128"/>
                  <a:gd name="connsiteX22" fmla="*/ 44632 w 70413"/>
                  <a:gd name="connsiteY22" fmla="*/ 4788 h 7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13" h="74128">
                    <a:moveTo>
                      <a:pt x="66658" y="55051"/>
                    </a:moveTo>
                    <a:cubicBezTo>
                      <a:pt x="61964" y="61922"/>
                      <a:pt x="57992" y="65538"/>
                      <a:pt x="54742" y="65538"/>
                    </a:cubicBezTo>
                    <a:cubicBezTo>
                      <a:pt x="53659" y="65538"/>
                      <a:pt x="52937" y="64815"/>
                      <a:pt x="52937" y="63730"/>
                    </a:cubicBezTo>
                    <a:cubicBezTo>
                      <a:pt x="52937" y="63007"/>
                      <a:pt x="52937" y="62645"/>
                      <a:pt x="54020" y="59390"/>
                    </a:cubicBezTo>
                    <a:lnTo>
                      <a:pt x="70631" y="811"/>
                    </a:lnTo>
                    <a:lnTo>
                      <a:pt x="58353" y="2257"/>
                    </a:lnTo>
                    <a:lnTo>
                      <a:pt x="56187" y="10936"/>
                    </a:lnTo>
                    <a:cubicBezTo>
                      <a:pt x="54742" y="4065"/>
                      <a:pt x="50409" y="87"/>
                      <a:pt x="44270" y="87"/>
                    </a:cubicBezTo>
                    <a:cubicBezTo>
                      <a:pt x="25132" y="87"/>
                      <a:pt x="217" y="31547"/>
                      <a:pt x="217" y="56136"/>
                    </a:cubicBezTo>
                    <a:cubicBezTo>
                      <a:pt x="217" y="66623"/>
                      <a:pt x="5994" y="73493"/>
                      <a:pt x="14299" y="73493"/>
                    </a:cubicBezTo>
                    <a:cubicBezTo>
                      <a:pt x="18994" y="73493"/>
                      <a:pt x="25132" y="71323"/>
                      <a:pt x="30188" y="67346"/>
                    </a:cubicBezTo>
                    <a:cubicBezTo>
                      <a:pt x="34882" y="64091"/>
                      <a:pt x="37771" y="60837"/>
                      <a:pt x="43909" y="52520"/>
                    </a:cubicBezTo>
                    <a:cubicBezTo>
                      <a:pt x="43909" y="53966"/>
                      <a:pt x="43187" y="55774"/>
                      <a:pt x="43187" y="56136"/>
                    </a:cubicBezTo>
                    <a:cubicBezTo>
                      <a:pt x="41021" y="64453"/>
                      <a:pt x="41021" y="64453"/>
                      <a:pt x="41021" y="66984"/>
                    </a:cubicBezTo>
                    <a:cubicBezTo>
                      <a:pt x="41021" y="71323"/>
                      <a:pt x="43548" y="74216"/>
                      <a:pt x="47520" y="74216"/>
                    </a:cubicBezTo>
                    <a:cubicBezTo>
                      <a:pt x="54020" y="74216"/>
                      <a:pt x="60520" y="68792"/>
                      <a:pt x="68825" y="57221"/>
                    </a:cubicBezTo>
                    <a:close/>
                    <a:moveTo>
                      <a:pt x="44632" y="4788"/>
                    </a:moveTo>
                    <a:cubicBezTo>
                      <a:pt x="50048" y="4788"/>
                      <a:pt x="53298" y="8766"/>
                      <a:pt x="53298" y="14913"/>
                    </a:cubicBezTo>
                    <a:cubicBezTo>
                      <a:pt x="53298" y="26846"/>
                      <a:pt x="46076" y="44565"/>
                      <a:pt x="36688" y="55051"/>
                    </a:cubicBezTo>
                    <a:cubicBezTo>
                      <a:pt x="31632" y="60837"/>
                      <a:pt x="25855" y="64091"/>
                      <a:pt x="21521" y="64091"/>
                    </a:cubicBezTo>
                    <a:cubicBezTo>
                      <a:pt x="15744" y="64091"/>
                      <a:pt x="12855" y="60475"/>
                      <a:pt x="12855" y="53243"/>
                    </a:cubicBezTo>
                    <a:cubicBezTo>
                      <a:pt x="12855" y="43480"/>
                      <a:pt x="17549" y="30824"/>
                      <a:pt x="26216" y="18168"/>
                    </a:cubicBezTo>
                    <a:cubicBezTo>
                      <a:pt x="32354" y="9489"/>
                      <a:pt x="38493" y="4788"/>
                      <a:pt x="44632" y="4788"/>
                    </a:cubicBezTo>
                    <a:close/>
                  </a:path>
                </a:pathLst>
              </a:custGeom>
              <a:grpFill/>
              <a:ln w="3175" cap="flat">
                <a:solidFill>
                  <a:schemeClr val="tx1"/>
                </a:solidFill>
                <a:prstDash val="solid"/>
                <a:miter/>
              </a:ln>
            </p:spPr>
            <p:txBody>
              <a:bodyPr rtlCol="0" anchor="ctr"/>
              <a:lstStyle/>
              <a:p>
                <a:endParaRPr lang="zh-CN" altLang="en-US"/>
              </a:p>
            </p:txBody>
          </p:sp>
          <p:sp>
            <p:nvSpPr>
              <p:cNvPr id="445" name="任意多边形: 形状 444"/>
              <p:cNvSpPr/>
              <p:nvPr/>
            </p:nvSpPr>
            <p:spPr>
              <a:xfrm>
                <a:off x="7743212" y="4530622"/>
                <a:ext cx="109412" cy="73767"/>
              </a:xfrm>
              <a:custGeom>
                <a:avLst/>
                <a:gdLst>
                  <a:gd name="connsiteX0" fmla="*/ 33080 w 109412"/>
                  <a:gd name="connsiteY0" fmla="*/ 87 h 73767"/>
                  <a:gd name="connsiteX1" fmla="*/ 11053 w 109412"/>
                  <a:gd name="connsiteY1" fmla="*/ 2980 h 73767"/>
                  <a:gd name="connsiteX2" fmla="*/ 10331 w 109412"/>
                  <a:gd name="connsiteY2" fmla="*/ 6235 h 73767"/>
                  <a:gd name="connsiteX3" fmla="*/ 12136 w 109412"/>
                  <a:gd name="connsiteY3" fmla="*/ 5873 h 73767"/>
                  <a:gd name="connsiteX4" fmla="*/ 14664 w 109412"/>
                  <a:gd name="connsiteY4" fmla="*/ 5511 h 73767"/>
                  <a:gd name="connsiteX5" fmla="*/ 18275 w 109412"/>
                  <a:gd name="connsiteY5" fmla="*/ 8766 h 73767"/>
                  <a:gd name="connsiteX6" fmla="*/ 17553 w 109412"/>
                  <a:gd name="connsiteY6" fmla="*/ 13467 h 73767"/>
                  <a:gd name="connsiteX7" fmla="*/ 220 w 109412"/>
                  <a:gd name="connsiteY7" fmla="*/ 73131 h 73767"/>
                  <a:gd name="connsiteX8" fmla="*/ 12136 w 109412"/>
                  <a:gd name="connsiteY8" fmla="*/ 73131 h 73767"/>
                  <a:gd name="connsiteX9" fmla="*/ 17192 w 109412"/>
                  <a:gd name="connsiteY9" fmla="*/ 54690 h 73767"/>
                  <a:gd name="connsiteX10" fmla="*/ 32719 w 109412"/>
                  <a:gd name="connsiteY10" fmla="*/ 26484 h 73767"/>
                  <a:gd name="connsiteX11" fmla="*/ 52579 w 109412"/>
                  <a:gd name="connsiteY11" fmla="*/ 9489 h 73767"/>
                  <a:gd name="connsiteX12" fmla="*/ 56551 w 109412"/>
                  <a:gd name="connsiteY12" fmla="*/ 13828 h 73767"/>
                  <a:gd name="connsiteX13" fmla="*/ 55829 w 109412"/>
                  <a:gd name="connsiteY13" fmla="*/ 18891 h 73767"/>
                  <a:gd name="connsiteX14" fmla="*/ 40302 w 109412"/>
                  <a:gd name="connsiteY14" fmla="*/ 73131 h 73767"/>
                  <a:gd name="connsiteX15" fmla="*/ 52218 w 109412"/>
                  <a:gd name="connsiteY15" fmla="*/ 73131 h 73767"/>
                  <a:gd name="connsiteX16" fmla="*/ 57634 w 109412"/>
                  <a:gd name="connsiteY16" fmla="*/ 54328 h 73767"/>
                  <a:gd name="connsiteX17" fmla="*/ 71717 w 109412"/>
                  <a:gd name="connsiteY17" fmla="*/ 27569 h 73767"/>
                  <a:gd name="connsiteX18" fmla="*/ 92300 w 109412"/>
                  <a:gd name="connsiteY18" fmla="*/ 9489 h 73767"/>
                  <a:gd name="connsiteX19" fmla="*/ 96633 w 109412"/>
                  <a:gd name="connsiteY19" fmla="*/ 14190 h 73767"/>
                  <a:gd name="connsiteX20" fmla="*/ 95911 w 109412"/>
                  <a:gd name="connsiteY20" fmla="*/ 18891 h 73767"/>
                  <a:gd name="connsiteX21" fmla="*/ 83272 w 109412"/>
                  <a:gd name="connsiteY21" fmla="*/ 62283 h 73767"/>
                  <a:gd name="connsiteX22" fmla="*/ 82189 w 109412"/>
                  <a:gd name="connsiteY22" fmla="*/ 66984 h 73767"/>
                  <a:gd name="connsiteX23" fmla="*/ 89050 w 109412"/>
                  <a:gd name="connsiteY23" fmla="*/ 73855 h 73767"/>
                  <a:gd name="connsiteX24" fmla="*/ 109632 w 109412"/>
                  <a:gd name="connsiteY24" fmla="*/ 58306 h 73767"/>
                  <a:gd name="connsiteX25" fmla="*/ 107827 w 109412"/>
                  <a:gd name="connsiteY25" fmla="*/ 56498 h 73767"/>
                  <a:gd name="connsiteX26" fmla="*/ 96633 w 109412"/>
                  <a:gd name="connsiteY26" fmla="*/ 65899 h 73767"/>
                  <a:gd name="connsiteX27" fmla="*/ 94827 w 109412"/>
                  <a:gd name="connsiteY27" fmla="*/ 63730 h 73767"/>
                  <a:gd name="connsiteX28" fmla="*/ 95549 w 109412"/>
                  <a:gd name="connsiteY28" fmla="*/ 60475 h 73767"/>
                  <a:gd name="connsiteX29" fmla="*/ 106382 w 109412"/>
                  <a:gd name="connsiteY29" fmla="*/ 22507 h 73767"/>
                  <a:gd name="connsiteX30" fmla="*/ 108549 w 109412"/>
                  <a:gd name="connsiteY30" fmla="*/ 9851 h 73767"/>
                  <a:gd name="connsiteX31" fmla="*/ 99883 w 109412"/>
                  <a:gd name="connsiteY31" fmla="*/ 87 h 73767"/>
                  <a:gd name="connsiteX32" fmla="*/ 63412 w 109412"/>
                  <a:gd name="connsiteY32" fmla="*/ 33716 h 73767"/>
                  <a:gd name="connsiteX33" fmla="*/ 67745 w 109412"/>
                  <a:gd name="connsiteY33" fmla="*/ 18891 h 73767"/>
                  <a:gd name="connsiteX34" fmla="*/ 69190 w 109412"/>
                  <a:gd name="connsiteY34" fmla="*/ 9851 h 73767"/>
                  <a:gd name="connsiteX35" fmla="*/ 60523 w 109412"/>
                  <a:gd name="connsiteY35" fmla="*/ 87 h 73767"/>
                  <a:gd name="connsiteX36" fmla="*/ 22969 w 109412"/>
                  <a:gd name="connsiteY36" fmla="*/ 35525 h 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9412" h="73767">
                    <a:moveTo>
                      <a:pt x="33080" y="87"/>
                    </a:moveTo>
                    <a:cubicBezTo>
                      <a:pt x="22969" y="1895"/>
                      <a:pt x="21525" y="1895"/>
                      <a:pt x="11053" y="2980"/>
                    </a:cubicBezTo>
                    <a:lnTo>
                      <a:pt x="10331" y="6235"/>
                    </a:lnTo>
                    <a:lnTo>
                      <a:pt x="12136" y="5873"/>
                    </a:lnTo>
                    <a:cubicBezTo>
                      <a:pt x="13220" y="5873"/>
                      <a:pt x="13942" y="5511"/>
                      <a:pt x="14664" y="5511"/>
                    </a:cubicBezTo>
                    <a:cubicBezTo>
                      <a:pt x="16830" y="5511"/>
                      <a:pt x="18275" y="6958"/>
                      <a:pt x="18275" y="8766"/>
                    </a:cubicBezTo>
                    <a:cubicBezTo>
                      <a:pt x="18275" y="9489"/>
                      <a:pt x="18275" y="11297"/>
                      <a:pt x="17553" y="13467"/>
                    </a:cubicBezTo>
                    <a:lnTo>
                      <a:pt x="220" y="73131"/>
                    </a:lnTo>
                    <a:lnTo>
                      <a:pt x="12136" y="73131"/>
                    </a:lnTo>
                    <a:lnTo>
                      <a:pt x="17192" y="54690"/>
                    </a:lnTo>
                    <a:cubicBezTo>
                      <a:pt x="20080" y="44926"/>
                      <a:pt x="24052" y="37694"/>
                      <a:pt x="32719" y="26484"/>
                    </a:cubicBezTo>
                    <a:cubicBezTo>
                      <a:pt x="41746" y="15275"/>
                      <a:pt x="48246" y="9489"/>
                      <a:pt x="52579" y="9489"/>
                    </a:cubicBezTo>
                    <a:cubicBezTo>
                      <a:pt x="55107" y="9489"/>
                      <a:pt x="56551" y="11297"/>
                      <a:pt x="56551" y="13828"/>
                    </a:cubicBezTo>
                    <a:cubicBezTo>
                      <a:pt x="56551" y="15275"/>
                      <a:pt x="56190" y="17444"/>
                      <a:pt x="55829" y="18891"/>
                    </a:cubicBezTo>
                    <a:lnTo>
                      <a:pt x="40302" y="73131"/>
                    </a:lnTo>
                    <a:lnTo>
                      <a:pt x="52218" y="73131"/>
                    </a:lnTo>
                    <a:lnTo>
                      <a:pt x="57634" y="54328"/>
                    </a:lnTo>
                    <a:cubicBezTo>
                      <a:pt x="60884" y="43480"/>
                      <a:pt x="63051" y="39141"/>
                      <a:pt x="71717" y="27569"/>
                    </a:cubicBezTo>
                    <a:cubicBezTo>
                      <a:pt x="82189" y="14190"/>
                      <a:pt x="87605" y="9489"/>
                      <a:pt x="92300" y="9489"/>
                    </a:cubicBezTo>
                    <a:cubicBezTo>
                      <a:pt x="94466" y="9489"/>
                      <a:pt x="96633" y="11659"/>
                      <a:pt x="96633" y="14190"/>
                    </a:cubicBezTo>
                    <a:cubicBezTo>
                      <a:pt x="96633" y="15636"/>
                      <a:pt x="96272" y="16721"/>
                      <a:pt x="95911" y="18891"/>
                    </a:cubicBezTo>
                    <a:lnTo>
                      <a:pt x="83272" y="62283"/>
                    </a:lnTo>
                    <a:cubicBezTo>
                      <a:pt x="82550" y="64815"/>
                      <a:pt x="82189" y="65899"/>
                      <a:pt x="82189" y="66984"/>
                    </a:cubicBezTo>
                    <a:cubicBezTo>
                      <a:pt x="82189" y="70962"/>
                      <a:pt x="85078" y="73855"/>
                      <a:pt x="89050" y="73855"/>
                    </a:cubicBezTo>
                    <a:cubicBezTo>
                      <a:pt x="95549" y="73855"/>
                      <a:pt x="102410" y="68792"/>
                      <a:pt x="109632" y="58306"/>
                    </a:cubicBezTo>
                    <a:lnTo>
                      <a:pt x="107827" y="56498"/>
                    </a:lnTo>
                    <a:cubicBezTo>
                      <a:pt x="103855" y="61922"/>
                      <a:pt x="99160" y="65899"/>
                      <a:pt x="96633" y="65899"/>
                    </a:cubicBezTo>
                    <a:cubicBezTo>
                      <a:pt x="95911" y="65899"/>
                      <a:pt x="94827" y="64815"/>
                      <a:pt x="94827" y="63730"/>
                    </a:cubicBezTo>
                    <a:cubicBezTo>
                      <a:pt x="94827" y="63007"/>
                      <a:pt x="95188" y="61922"/>
                      <a:pt x="95549" y="60475"/>
                    </a:cubicBezTo>
                    <a:lnTo>
                      <a:pt x="106382" y="22507"/>
                    </a:lnTo>
                    <a:cubicBezTo>
                      <a:pt x="107827" y="17444"/>
                      <a:pt x="108549" y="12743"/>
                      <a:pt x="108549" y="9851"/>
                    </a:cubicBezTo>
                    <a:cubicBezTo>
                      <a:pt x="108549" y="4427"/>
                      <a:pt x="104938" y="87"/>
                      <a:pt x="99883" y="87"/>
                    </a:cubicBezTo>
                    <a:cubicBezTo>
                      <a:pt x="89772" y="87"/>
                      <a:pt x="78939" y="10212"/>
                      <a:pt x="63412" y="33716"/>
                    </a:cubicBezTo>
                    <a:lnTo>
                      <a:pt x="67745" y="18891"/>
                    </a:lnTo>
                    <a:cubicBezTo>
                      <a:pt x="68828" y="15636"/>
                      <a:pt x="69190" y="12382"/>
                      <a:pt x="69190" y="9851"/>
                    </a:cubicBezTo>
                    <a:cubicBezTo>
                      <a:pt x="69190" y="4427"/>
                      <a:pt x="65217" y="87"/>
                      <a:pt x="60523" y="87"/>
                    </a:cubicBezTo>
                    <a:cubicBezTo>
                      <a:pt x="50413" y="87"/>
                      <a:pt x="38496" y="11297"/>
                      <a:pt x="22969" y="35525"/>
                    </a:cubicBezTo>
                    <a:close/>
                  </a:path>
                </a:pathLst>
              </a:custGeom>
              <a:grpFill/>
              <a:ln w="3175" cap="flat">
                <a:solidFill>
                  <a:schemeClr val="tx1"/>
                </a:solidFill>
                <a:prstDash val="solid"/>
                <a:miter/>
              </a:ln>
            </p:spPr>
            <p:txBody>
              <a:bodyPr rtlCol="0" anchor="ctr"/>
              <a:lstStyle/>
              <a:p>
                <a:endParaRPr lang="zh-CN" altLang="en-US"/>
              </a:p>
            </p:txBody>
          </p:sp>
          <p:sp>
            <p:nvSpPr>
              <p:cNvPr id="446" name="任意多边形: 形状 445"/>
              <p:cNvSpPr/>
              <p:nvPr/>
            </p:nvSpPr>
            <p:spPr>
              <a:xfrm>
                <a:off x="7863931" y="4531346"/>
                <a:ext cx="59580" cy="74490"/>
              </a:xfrm>
              <a:custGeom>
                <a:avLst/>
                <a:gdLst>
                  <a:gd name="connsiteX0" fmla="*/ 49334 w 59580"/>
                  <a:gd name="connsiteY0" fmla="*/ 55413 h 74490"/>
                  <a:gd name="connsiteX1" fmla="*/ 28391 w 59580"/>
                  <a:gd name="connsiteY1" fmla="*/ 66261 h 74490"/>
                  <a:gd name="connsiteX2" fmla="*/ 13225 w 59580"/>
                  <a:gd name="connsiteY2" fmla="*/ 49627 h 74490"/>
                  <a:gd name="connsiteX3" fmla="*/ 13947 w 59580"/>
                  <a:gd name="connsiteY3" fmla="*/ 41310 h 74490"/>
                  <a:gd name="connsiteX4" fmla="*/ 41390 w 59580"/>
                  <a:gd name="connsiteY4" fmla="*/ 35525 h 74490"/>
                  <a:gd name="connsiteX5" fmla="*/ 59806 w 59580"/>
                  <a:gd name="connsiteY5" fmla="*/ 12020 h 74490"/>
                  <a:gd name="connsiteX6" fmla="*/ 44640 w 59580"/>
                  <a:gd name="connsiteY6" fmla="*/ 87 h 74490"/>
                  <a:gd name="connsiteX7" fmla="*/ 225 w 59580"/>
                  <a:gd name="connsiteY7" fmla="*/ 50350 h 74490"/>
                  <a:gd name="connsiteX8" fmla="*/ 21530 w 59580"/>
                  <a:gd name="connsiteY8" fmla="*/ 74578 h 74490"/>
                  <a:gd name="connsiteX9" fmla="*/ 52584 w 59580"/>
                  <a:gd name="connsiteY9" fmla="*/ 57582 h 74490"/>
                  <a:gd name="connsiteX10" fmla="*/ 15030 w 59580"/>
                  <a:gd name="connsiteY10" fmla="*/ 36971 h 74490"/>
                  <a:gd name="connsiteX11" fmla="*/ 41751 w 59580"/>
                  <a:gd name="connsiteY11" fmla="*/ 4788 h 74490"/>
                  <a:gd name="connsiteX12" fmla="*/ 48251 w 59580"/>
                  <a:gd name="connsiteY12" fmla="*/ 11659 h 74490"/>
                  <a:gd name="connsiteX13" fmla="*/ 42474 w 59580"/>
                  <a:gd name="connsiteY13" fmla="*/ 25400 h 74490"/>
                  <a:gd name="connsiteX14" fmla="*/ 21530 w 59580"/>
                  <a:gd name="connsiteY14" fmla="*/ 36609 h 74490"/>
                  <a:gd name="connsiteX15" fmla="*/ 15030 w 59580"/>
                  <a:gd name="connsiteY15" fmla="*/ 36971 h 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80" h="74490">
                    <a:moveTo>
                      <a:pt x="49334" y="55413"/>
                    </a:moveTo>
                    <a:cubicBezTo>
                      <a:pt x="42474" y="63007"/>
                      <a:pt x="35613" y="66261"/>
                      <a:pt x="28391" y="66261"/>
                    </a:cubicBezTo>
                    <a:cubicBezTo>
                      <a:pt x="19725" y="66261"/>
                      <a:pt x="13225" y="59390"/>
                      <a:pt x="13225" y="49627"/>
                    </a:cubicBezTo>
                    <a:cubicBezTo>
                      <a:pt x="13225" y="47096"/>
                      <a:pt x="13586" y="44203"/>
                      <a:pt x="13947" y="41310"/>
                    </a:cubicBezTo>
                    <a:cubicBezTo>
                      <a:pt x="26585" y="40587"/>
                      <a:pt x="33807" y="39141"/>
                      <a:pt x="41390" y="35525"/>
                    </a:cubicBezTo>
                    <a:cubicBezTo>
                      <a:pt x="52584" y="30462"/>
                      <a:pt x="59806" y="21060"/>
                      <a:pt x="59806" y="12020"/>
                    </a:cubicBezTo>
                    <a:cubicBezTo>
                      <a:pt x="59806" y="5150"/>
                      <a:pt x="53306" y="87"/>
                      <a:pt x="44640" y="87"/>
                    </a:cubicBezTo>
                    <a:cubicBezTo>
                      <a:pt x="22974" y="87"/>
                      <a:pt x="225" y="26123"/>
                      <a:pt x="225" y="50350"/>
                    </a:cubicBezTo>
                    <a:cubicBezTo>
                      <a:pt x="225" y="64815"/>
                      <a:pt x="8892" y="74578"/>
                      <a:pt x="21530" y="74578"/>
                    </a:cubicBezTo>
                    <a:cubicBezTo>
                      <a:pt x="31641" y="74578"/>
                      <a:pt x="40307" y="69515"/>
                      <a:pt x="52584" y="57582"/>
                    </a:cubicBezTo>
                    <a:close/>
                    <a:moveTo>
                      <a:pt x="15030" y="36971"/>
                    </a:moveTo>
                    <a:cubicBezTo>
                      <a:pt x="20447" y="18529"/>
                      <a:pt x="32002" y="4788"/>
                      <a:pt x="41751" y="4788"/>
                    </a:cubicBezTo>
                    <a:cubicBezTo>
                      <a:pt x="45362" y="4788"/>
                      <a:pt x="48251" y="7681"/>
                      <a:pt x="48251" y="11659"/>
                    </a:cubicBezTo>
                    <a:cubicBezTo>
                      <a:pt x="48251" y="15998"/>
                      <a:pt x="46084" y="21060"/>
                      <a:pt x="42474" y="25400"/>
                    </a:cubicBezTo>
                    <a:cubicBezTo>
                      <a:pt x="37057" y="31185"/>
                      <a:pt x="30196" y="35163"/>
                      <a:pt x="21530" y="36609"/>
                    </a:cubicBezTo>
                    <a:cubicBezTo>
                      <a:pt x="20086" y="36609"/>
                      <a:pt x="17919" y="36971"/>
                      <a:pt x="15030" y="36971"/>
                    </a:cubicBezTo>
                    <a:close/>
                  </a:path>
                </a:pathLst>
              </a:custGeom>
              <a:grpFill/>
              <a:ln w="3175" cap="flat">
                <a:solidFill>
                  <a:schemeClr val="tx1"/>
                </a:solidFill>
                <a:prstDash val="solid"/>
                <a:miter/>
              </a:ln>
            </p:spPr>
            <p:txBody>
              <a:bodyPr rtlCol="0" anchor="ctr"/>
              <a:lstStyle/>
              <a:p>
                <a:endParaRPr lang="zh-CN" altLang="en-US"/>
              </a:p>
            </p:txBody>
          </p:sp>
          <p:sp>
            <p:nvSpPr>
              <p:cNvPr id="447" name="任意多边形: 形状 446"/>
              <p:cNvSpPr/>
              <p:nvPr/>
            </p:nvSpPr>
            <p:spPr>
              <a:xfrm>
                <a:off x="7925638"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sp>
            <p:nvSpPr>
              <p:cNvPr id="448" name="任意多边形: 形状 447"/>
              <p:cNvSpPr/>
              <p:nvPr/>
            </p:nvSpPr>
            <p:spPr>
              <a:xfrm>
                <a:off x="7976913" y="4534962"/>
                <a:ext cx="67886" cy="29289"/>
              </a:xfrm>
              <a:custGeom>
                <a:avLst/>
                <a:gdLst>
                  <a:gd name="connsiteX0" fmla="*/ 230 w 67886"/>
                  <a:gd name="connsiteY0" fmla="*/ 87 h 29289"/>
                  <a:gd name="connsiteX1" fmla="*/ 230 w 67886"/>
                  <a:gd name="connsiteY1" fmla="*/ 8043 h 29289"/>
                  <a:gd name="connsiteX2" fmla="*/ 68116 w 67886"/>
                  <a:gd name="connsiteY2" fmla="*/ 8043 h 29289"/>
                  <a:gd name="connsiteX3" fmla="*/ 68116 w 67886"/>
                  <a:gd name="connsiteY3" fmla="*/ 87 h 29289"/>
                  <a:gd name="connsiteX4" fmla="*/ 230 w 67886"/>
                  <a:gd name="connsiteY4" fmla="*/ 21784 h 29289"/>
                  <a:gd name="connsiteX5" fmla="*/ 230 w 67886"/>
                  <a:gd name="connsiteY5" fmla="*/ 29377 h 29289"/>
                  <a:gd name="connsiteX6" fmla="*/ 68116 w 67886"/>
                  <a:gd name="connsiteY6" fmla="*/ 29377 h 29289"/>
                  <a:gd name="connsiteX7" fmla="*/ 68116 w 67886"/>
                  <a:gd name="connsiteY7" fmla="*/ 21784 h 2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86" h="29289">
                    <a:moveTo>
                      <a:pt x="230" y="87"/>
                    </a:moveTo>
                    <a:lnTo>
                      <a:pt x="230" y="8043"/>
                    </a:lnTo>
                    <a:lnTo>
                      <a:pt x="68116" y="8043"/>
                    </a:lnTo>
                    <a:lnTo>
                      <a:pt x="68116" y="87"/>
                    </a:lnTo>
                    <a:close/>
                    <a:moveTo>
                      <a:pt x="230" y="21784"/>
                    </a:moveTo>
                    <a:lnTo>
                      <a:pt x="230" y="29377"/>
                    </a:lnTo>
                    <a:lnTo>
                      <a:pt x="68116" y="29377"/>
                    </a:lnTo>
                    <a:lnTo>
                      <a:pt x="68116" y="21784"/>
                    </a:lnTo>
                    <a:close/>
                  </a:path>
                </a:pathLst>
              </a:custGeom>
              <a:grpFill/>
              <a:ln w="3175" cap="flat">
                <a:solidFill>
                  <a:schemeClr val="tx1"/>
                </a:solidFill>
                <a:prstDash val="solid"/>
                <a:miter/>
              </a:ln>
            </p:spPr>
            <p:txBody>
              <a:bodyPr rtlCol="0" anchor="ctr"/>
              <a:lstStyle/>
              <a:p>
                <a:endParaRPr lang="zh-CN" altLang="en-US"/>
              </a:p>
            </p:txBody>
          </p:sp>
          <p:sp>
            <p:nvSpPr>
              <p:cNvPr id="449" name="任意多边形: 形状 448"/>
              <p:cNvSpPr/>
              <p:nvPr/>
            </p:nvSpPr>
            <p:spPr>
              <a:xfrm>
                <a:off x="8044539" y="4603666"/>
                <a:ext cx="23110" cy="23142"/>
              </a:xfrm>
              <a:custGeom>
                <a:avLst/>
                <a:gdLst/>
                <a:ahLst/>
                <a:cxnLst/>
                <a:rect l="l" t="t" r="r" b="b"/>
                <a:pathLst>
                  <a:path w="23110" h="23142"/>
                </a:pathLst>
              </a:custGeom>
              <a:grpFill/>
              <a:ln w="3175" cap="flat">
                <a:solidFill>
                  <a:schemeClr val="tx1"/>
                </a:solidFill>
                <a:prstDash val="solid"/>
                <a:miter/>
              </a:ln>
            </p:spPr>
            <p:txBody>
              <a:bodyPr rtlCol="0" anchor="ctr"/>
              <a:lstStyle/>
              <a:p>
                <a:endParaRPr lang="zh-CN" altLang="en-US"/>
              </a:p>
            </p:txBody>
          </p:sp>
        </p:grpSp>
        <p:grpSp>
          <p:nvGrpSpPr>
            <p:cNvPr id="271" name="Graphic 2"/>
            <p:cNvGrpSpPr/>
            <p:nvPr/>
          </p:nvGrpSpPr>
          <p:grpSpPr>
            <a:xfrm>
              <a:off x="7398213" y="5522497"/>
              <a:ext cx="360916" cy="114761"/>
              <a:chOff x="8088954" y="4495547"/>
              <a:chExt cx="387181" cy="109566"/>
            </a:xfrm>
            <a:solidFill>
              <a:schemeClr val="tx1"/>
            </a:solidFill>
          </p:grpSpPr>
          <p:sp>
            <p:nvSpPr>
              <p:cNvPr id="436" name="任意多边形: 形状 435"/>
              <p:cNvSpPr/>
              <p:nvPr/>
            </p:nvSpPr>
            <p:spPr>
              <a:xfrm>
                <a:off x="8088954" y="4495547"/>
                <a:ext cx="134327" cy="108119"/>
              </a:xfrm>
              <a:custGeom>
                <a:avLst/>
                <a:gdLst>
                  <a:gd name="connsiteX0" fmla="*/ 61982 w 134327"/>
                  <a:gd name="connsiteY0" fmla="*/ 108207 h 108119"/>
                  <a:gd name="connsiteX1" fmla="*/ 64510 w 134327"/>
                  <a:gd name="connsiteY1" fmla="*/ 108207 h 108119"/>
                  <a:gd name="connsiteX2" fmla="*/ 103147 w 134327"/>
                  <a:gd name="connsiteY2" fmla="*/ 21422 h 108119"/>
                  <a:gd name="connsiteX3" fmla="*/ 103147 w 134327"/>
                  <a:gd name="connsiteY3" fmla="*/ 91212 h 108119"/>
                  <a:gd name="connsiteX4" fmla="*/ 91954 w 134327"/>
                  <a:gd name="connsiteY4" fmla="*/ 104953 h 108119"/>
                  <a:gd name="connsiteX5" fmla="*/ 88704 w 134327"/>
                  <a:gd name="connsiteY5" fmla="*/ 105314 h 108119"/>
                  <a:gd name="connsiteX6" fmla="*/ 88704 w 134327"/>
                  <a:gd name="connsiteY6" fmla="*/ 108207 h 108119"/>
                  <a:gd name="connsiteX7" fmla="*/ 134563 w 134327"/>
                  <a:gd name="connsiteY7" fmla="*/ 108207 h 108119"/>
                  <a:gd name="connsiteX8" fmla="*/ 134563 w 134327"/>
                  <a:gd name="connsiteY8" fmla="*/ 105314 h 108119"/>
                  <a:gd name="connsiteX9" fmla="*/ 131313 w 134327"/>
                  <a:gd name="connsiteY9" fmla="*/ 104953 h 108119"/>
                  <a:gd name="connsiteX10" fmla="*/ 120119 w 134327"/>
                  <a:gd name="connsiteY10" fmla="*/ 91212 h 108119"/>
                  <a:gd name="connsiteX11" fmla="*/ 120119 w 134327"/>
                  <a:gd name="connsiteY11" fmla="*/ 17083 h 108119"/>
                  <a:gd name="connsiteX12" fmla="*/ 131313 w 134327"/>
                  <a:gd name="connsiteY12" fmla="*/ 3342 h 108119"/>
                  <a:gd name="connsiteX13" fmla="*/ 134563 w 134327"/>
                  <a:gd name="connsiteY13" fmla="*/ 2980 h 108119"/>
                  <a:gd name="connsiteX14" fmla="*/ 134563 w 134327"/>
                  <a:gd name="connsiteY14" fmla="*/ 87 h 108119"/>
                  <a:gd name="connsiteX15" fmla="*/ 103147 w 134327"/>
                  <a:gd name="connsiteY15" fmla="*/ 87 h 108119"/>
                  <a:gd name="connsiteX16" fmla="*/ 68121 w 134327"/>
                  <a:gd name="connsiteY16" fmla="*/ 80364 h 108119"/>
                  <a:gd name="connsiteX17" fmla="*/ 31289 w 134327"/>
                  <a:gd name="connsiteY17" fmla="*/ 87 h 108119"/>
                  <a:gd name="connsiteX18" fmla="*/ 235 w 134327"/>
                  <a:gd name="connsiteY18" fmla="*/ 87 h 108119"/>
                  <a:gd name="connsiteX19" fmla="*/ 235 w 134327"/>
                  <a:gd name="connsiteY19" fmla="*/ 2980 h 108119"/>
                  <a:gd name="connsiteX20" fmla="*/ 3846 w 134327"/>
                  <a:gd name="connsiteY20" fmla="*/ 3342 h 108119"/>
                  <a:gd name="connsiteX21" fmla="*/ 15040 w 134327"/>
                  <a:gd name="connsiteY21" fmla="*/ 17083 h 108119"/>
                  <a:gd name="connsiteX22" fmla="*/ 15040 w 134327"/>
                  <a:gd name="connsiteY22" fmla="*/ 91212 h 108119"/>
                  <a:gd name="connsiteX23" fmla="*/ 3846 w 134327"/>
                  <a:gd name="connsiteY23" fmla="*/ 104953 h 108119"/>
                  <a:gd name="connsiteX24" fmla="*/ 235 w 134327"/>
                  <a:gd name="connsiteY24" fmla="*/ 105314 h 108119"/>
                  <a:gd name="connsiteX25" fmla="*/ 235 w 134327"/>
                  <a:gd name="connsiteY25" fmla="*/ 108207 h 108119"/>
                  <a:gd name="connsiteX26" fmla="*/ 38150 w 134327"/>
                  <a:gd name="connsiteY26" fmla="*/ 108207 h 108119"/>
                  <a:gd name="connsiteX27" fmla="*/ 38150 w 134327"/>
                  <a:gd name="connsiteY27" fmla="*/ 105314 h 108119"/>
                  <a:gd name="connsiteX28" fmla="*/ 34178 w 134327"/>
                  <a:gd name="connsiteY28" fmla="*/ 104953 h 108119"/>
                  <a:gd name="connsiteX29" fmla="*/ 22984 w 134327"/>
                  <a:gd name="connsiteY29" fmla="*/ 91212 h 108119"/>
                  <a:gd name="connsiteX30" fmla="*/ 22984 w 134327"/>
                  <a:gd name="connsiteY30" fmla="*/ 2250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327" h="108119">
                    <a:moveTo>
                      <a:pt x="61982" y="108207"/>
                    </a:moveTo>
                    <a:lnTo>
                      <a:pt x="64510" y="108207"/>
                    </a:lnTo>
                    <a:lnTo>
                      <a:pt x="103147" y="21422"/>
                    </a:lnTo>
                    <a:lnTo>
                      <a:pt x="103147" y="91212"/>
                    </a:lnTo>
                    <a:cubicBezTo>
                      <a:pt x="103147" y="101698"/>
                      <a:pt x="100620" y="104953"/>
                      <a:pt x="91954" y="104953"/>
                    </a:cubicBezTo>
                    <a:lnTo>
                      <a:pt x="88704" y="105314"/>
                    </a:lnTo>
                    <a:lnTo>
                      <a:pt x="88704" y="108207"/>
                    </a:lnTo>
                    <a:lnTo>
                      <a:pt x="134563" y="108207"/>
                    </a:lnTo>
                    <a:lnTo>
                      <a:pt x="134563" y="105314"/>
                    </a:lnTo>
                    <a:lnTo>
                      <a:pt x="131313" y="104953"/>
                    </a:lnTo>
                    <a:cubicBezTo>
                      <a:pt x="122647" y="104953"/>
                      <a:pt x="120119" y="101698"/>
                      <a:pt x="120119" y="91212"/>
                    </a:cubicBezTo>
                    <a:lnTo>
                      <a:pt x="120119" y="17083"/>
                    </a:lnTo>
                    <a:cubicBezTo>
                      <a:pt x="120119" y="6596"/>
                      <a:pt x="122647" y="3342"/>
                      <a:pt x="131313" y="3342"/>
                    </a:cubicBezTo>
                    <a:lnTo>
                      <a:pt x="134563" y="2980"/>
                    </a:lnTo>
                    <a:lnTo>
                      <a:pt x="134563" y="87"/>
                    </a:lnTo>
                    <a:lnTo>
                      <a:pt x="103147" y="87"/>
                    </a:lnTo>
                    <a:lnTo>
                      <a:pt x="68121" y="80364"/>
                    </a:lnTo>
                    <a:lnTo>
                      <a:pt x="31289" y="87"/>
                    </a:lnTo>
                    <a:lnTo>
                      <a:pt x="235" y="87"/>
                    </a:lnTo>
                    <a:lnTo>
                      <a:pt x="235" y="2980"/>
                    </a:lnTo>
                    <a:lnTo>
                      <a:pt x="3846" y="3342"/>
                    </a:lnTo>
                    <a:cubicBezTo>
                      <a:pt x="12512" y="3342"/>
                      <a:pt x="15040" y="6596"/>
                      <a:pt x="15040" y="17083"/>
                    </a:cubicBezTo>
                    <a:lnTo>
                      <a:pt x="15040" y="91212"/>
                    </a:lnTo>
                    <a:cubicBezTo>
                      <a:pt x="15040" y="101698"/>
                      <a:pt x="12512" y="104953"/>
                      <a:pt x="3846" y="104953"/>
                    </a:cubicBezTo>
                    <a:lnTo>
                      <a:pt x="235" y="105314"/>
                    </a:lnTo>
                    <a:lnTo>
                      <a:pt x="235" y="108207"/>
                    </a:lnTo>
                    <a:lnTo>
                      <a:pt x="38150" y="108207"/>
                    </a:lnTo>
                    <a:lnTo>
                      <a:pt x="38150" y="105314"/>
                    </a:lnTo>
                    <a:lnTo>
                      <a:pt x="34178" y="104953"/>
                    </a:lnTo>
                    <a:cubicBezTo>
                      <a:pt x="25512" y="104953"/>
                      <a:pt x="22984" y="101698"/>
                      <a:pt x="22984" y="91212"/>
                    </a:cubicBezTo>
                    <a:lnTo>
                      <a:pt x="22984" y="22507"/>
                    </a:lnTo>
                    <a:close/>
                  </a:path>
                </a:pathLst>
              </a:custGeom>
              <a:grpFill/>
              <a:ln w="3175" cap="flat">
                <a:solidFill>
                  <a:schemeClr val="tx1"/>
                </a:solidFill>
                <a:prstDash val="solid"/>
                <a:miter/>
              </a:ln>
            </p:spPr>
            <p:txBody>
              <a:bodyPr rtlCol="0" anchor="ctr"/>
              <a:lstStyle/>
              <a:p>
                <a:endParaRPr lang="zh-CN" altLang="en-US"/>
              </a:p>
            </p:txBody>
          </p:sp>
          <p:sp>
            <p:nvSpPr>
              <p:cNvPr id="437" name="任意多边形: 形状 436"/>
              <p:cNvSpPr/>
              <p:nvPr/>
            </p:nvSpPr>
            <p:spPr>
              <a:xfrm>
                <a:off x="8227502" y="4529176"/>
                <a:ext cx="78357" cy="75936"/>
              </a:xfrm>
              <a:custGeom>
                <a:avLst/>
                <a:gdLst>
                  <a:gd name="connsiteX0" fmla="*/ 66683 w 78357"/>
                  <a:gd name="connsiteY0" fmla="*/ 87 h 75936"/>
                  <a:gd name="connsiteX1" fmla="*/ 40684 w 78357"/>
                  <a:gd name="connsiteY1" fmla="*/ 87 h 75936"/>
                  <a:gd name="connsiteX2" fmla="*/ 40684 w 78357"/>
                  <a:gd name="connsiteY2" fmla="*/ 2980 h 75936"/>
                  <a:gd name="connsiteX3" fmla="*/ 44656 w 78357"/>
                  <a:gd name="connsiteY3" fmla="*/ 2980 h 75936"/>
                  <a:gd name="connsiteX4" fmla="*/ 54045 w 78357"/>
                  <a:gd name="connsiteY4" fmla="*/ 19976 h 75936"/>
                  <a:gd name="connsiteX5" fmla="*/ 54045 w 78357"/>
                  <a:gd name="connsiteY5" fmla="*/ 55413 h 75936"/>
                  <a:gd name="connsiteX6" fmla="*/ 35990 w 78357"/>
                  <a:gd name="connsiteY6" fmla="*/ 65176 h 75936"/>
                  <a:gd name="connsiteX7" fmla="*/ 24796 w 78357"/>
                  <a:gd name="connsiteY7" fmla="*/ 47096 h 75936"/>
                  <a:gd name="connsiteX8" fmla="*/ 24796 w 78357"/>
                  <a:gd name="connsiteY8" fmla="*/ 87 h 75936"/>
                  <a:gd name="connsiteX9" fmla="*/ 241 w 78357"/>
                  <a:gd name="connsiteY9" fmla="*/ 87 h 75936"/>
                  <a:gd name="connsiteX10" fmla="*/ 241 w 78357"/>
                  <a:gd name="connsiteY10" fmla="*/ 2980 h 75936"/>
                  <a:gd name="connsiteX11" fmla="*/ 2769 w 78357"/>
                  <a:gd name="connsiteY11" fmla="*/ 2980 h 75936"/>
                  <a:gd name="connsiteX12" fmla="*/ 11796 w 78357"/>
                  <a:gd name="connsiteY12" fmla="*/ 19976 h 75936"/>
                  <a:gd name="connsiteX13" fmla="*/ 11796 w 78357"/>
                  <a:gd name="connsiteY13" fmla="*/ 47457 h 75936"/>
                  <a:gd name="connsiteX14" fmla="*/ 14324 w 78357"/>
                  <a:gd name="connsiteY14" fmla="*/ 65538 h 75936"/>
                  <a:gd name="connsiteX15" fmla="*/ 29851 w 78357"/>
                  <a:gd name="connsiteY15" fmla="*/ 75663 h 75936"/>
                  <a:gd name="connsiteX16" fmla="*/ 45739 w 78357"/>
                  <a:gd name="connsiteY16" fmla="*/ 69515 h 75936"/>
                  <a:gd name="connsiteX17" fmla="*/ 54045 w 78357"/>
                  <a:gd name="connsiteY17" fmla="*/ 60837 h 75936"/>
                  <a:gd name="connsiteX18" fmla="*/ 54045 w 78357"/>
                  <a:gd name="connsiteY18" fmla="*/ 76024 h 75936"/>
                  <a:gd name="connsiteX19" fmla="*/ 78599 w 78357"/>
                  <a:gd name="connsiteY19" fmla="*/ 66984 h 75936"/>
                  <a:gd name="connsiteX20" fmla="*/ 77877 w 78357"/>
                  <a:gd name="connsiteY20" fmla="*/ 64091 h 75936"/>
                  <a:gd name="connsiteX21" fmla="*/ 73183 w 78357"/>
                  <a:gd name="connsiteY21" fmla="*/ 65176 h 75936"/>
                  <a:gd name="connsiteX22" fmla="*/ 66683 w 78357"/>
                  <a:gd name="connsiteY22" fmla="*/ 46011 h 7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357" h="75936">
                    <a:moveTo>
                      <a:pt x="66683" y="87"/>
                    </a:moveTo>
                    <a:lnTo>
                      <a:pt x="40684" y="87"/>
                    </a:lnTo>
                    <a:lnTo>
                      <a:pt x="40684" y="2980"/>
                    </a:lnTo>
                    <a:lnTo>
                      <a:pt x="44656" y="2980"/>
                    </a:lnTo>
                    <a:cubicBezTo>
                      <a:pt x="52600" y="2980"/>
                      <a:pt x="54045" y="5511"/>
                      <a:pt x="54045" y="19976"/>
                    </a:cubicBezTo>
                    <a:lnTo>
                      <a:pt x="54045" y="55413"/>
                    </a:lnTo>
                    <a:cubicBezTo>
                      <a:pt x="44656" y="63730"/>
                      <a:pt x="41767" y="65176"/>
                      <a:pt x="35990" y="65176"/>
                    </a:cubicBezTo>
                    <a:cubicBezTo>
                      <a:pt x="28046" y="65176"/>
                      <a:pt x="24796" y="60114"/>
                      <a:pt x="24796" y="47096"/>
                    </a:cubicBezTo>
                    <a:lnTo>
                      <a:pt x="24796" y="87"/>
                    </a:lnTo>
                    <a:lnTo>
                      <a:pt x="241" y="87"/>
                    </a:lnTo>
                    <a:lnTo>
                      <a:pt x="241" y="2980"/>
                    </a:lnTo>
                    <a:lnTo>
                      <a:pt x="2769" y="2980"/>
                    </a:lnTo>
                    <a:cubicBezTo>
                      <a:pt x="10352" y="2980"/>
                      <a:pt x="11796" y="5511"/>
                      <a:pt x="11796" y="19976"/>
                    </a:cubicBezTo>
                    <a:lnTo>
                      <a:pt x="11796" y="47457"/>
                    </a:lnTo>
                    <a:cubicBezTo>
                      <a:pt x="11796" y="56498"/>
                      <a:pt x="12518" y="61199"/>
                      <a:pt x="14324" y="65538"/>
                    </a:cubicBezTo>
                    <a:cubicBezTo>
                      <a:pt x="17213" y="72047"/>
                      <a:pt x="22629" y="75663"/>
                      <a:pt x="29851" y="75663"/>
                    </a:cubicBezTo>
                    <a:cubicBezTo>
                      <a:pt x="35629" y="75663"/>
                      <a:pt x="41045" y="73493"/>
                      <a:pt x="45739" y="69515"/>
                    </a:cubicBezTo>
                    <a:cubicBezTo>
                      <a:pt x="48267" y="66984"/>
                      <a:pt x="49350" y="65899"/>
                      <a:pt x="54045" y="60837"/>
                    </a:cubicBezTo>
                    <a:lnTo>
                      <a:pt x="54045" y="76024"/>
                    </a:lnTo>
                    <a:cubicBezTo>
                      <a:pt x="65238" y="71323"/>
                      <a:pt x="67044" y="70962"/>
                      <a:pt x="78599" y="66984"/>
                    </a:cubicBezTo>
                    <a:lnTo>
                      <a:pt x="77877" y="64091"/>
                    </a:lnTo>
                    <a:cubicBezTo>
                      <a:pt x="75710" y="64815"/>
                      <a:pt x="74627" y="65176"/>
                      <a:pt x="73183" y="65176"/>
                    </a:cubicBezTo>
                    <a:cubicBezTo>
                      <a:pt x="67766" y="65176"/>
                      <a:pt x="66683" y="61922"/>
                      <a:pt x="66683" y="46011"/>
                    </a:cubicBezTo>
                    <a:close/>
                  </a:path>
                </a:pathLst>
              </a:custGeom>
              <a:grpFill/>
              <a:ln w="3175" cap="flat">
                <a:solidFill>
                  <a:schemeClr val="tx1"/>
                </a:solidFill>
                <a:prstDash val="solid"/>
                <a:miter/>
              </a:ln>
            </p:spPr>
            <p:txBody>
              <a:bodyPr rtlCol="0" anchor="ctr"/>
              <a:lstStyle/>
              <a:p>
                <a:endParaRPr lang="zh-CN" altLang="en-US"/>
              </a:p>
            </p:txBody>
          </p:sp>
          <p:sp>
            <p:nvSpPr>
              <p:cNvPr id="438" name="任意多边形: 形状 437"/>
              <p:cNvSpPr/>
              <p:nvPr/>
            </p:nvSpPr>
            <p:spPr>
              <a:xfrm>
                <a:off x="8314801" y="4528091"/>
                <a:ext cx="48025" cy="76660"/>
              </a:xfrm>
              <a:custGeom>
                <a:avLst/>
                <a:gdLst>
                  <a:gd name="connsiteX0" fmla="*/ 4939 w 48025"/>
                  <a:gd name="connsiteY0" fmla="*/ 76024 h 76660"/>
                  <a:gd name="connsiteX1" fmla="*/ 7467 w 48025"/>
                  <a:gd name="connsiteY1" fmla="*/ 73855 h 76660"/>
                  <a:gd name="connsiteX2" fmla="*/ 9994 w 48025"/>
                  <a:gd name="connsiteY2" fmla="*/ 74216 h 76660"/>
                  <a:gd name="connsiteX3" fmla="*/ 25521 w 48025"/>
                  <a:gd name="connsiteY3" fmla="*/ 76748 h 76660"/>
                  <a:gd name="connsiteX4" fmla="*/ 48271 w 48025"/>
                  <a:gd name="connsiteY4" fmla="*/ 55775 h 76660"/>
                  <a:gd name="connsiteX5" fmla="*/ 31299 w 48025"/>
                  <a:gd name="connsiteY5" fmla="*/ 32994 h 76660"/>
                  <a:gd name="connsiteX6" fmla="*/ 22994 w 48025"/>
                  <a:gd name="connsiteY6" fmla="*/ 28654 h 76660"/>
                  <a:gd name="connsiteX7" fmla="*/ 11078 w 48025"/>
                  <a:gd name="connsiteY7" fmla="*/ 14913 h 76660"/>
                  <a:gd name="connsiteX8" fmla="*/ 21910 w 48025"/>
                  <a:gd name="connsiteY8" fmla="*/ 5512 h 76660"/>
                  <a:gd name="connsiteX9" fmla="*/ 39604 w 48025"/>
                  <a:gd name="connsiteY9" fmla="*/ 24315 h 76660"/>
                  <a:gd name="connsiteX10" fmla="*/ 42132 w 48025"/>
                  <a:gd name="connsiteY10" fmla="*/ 24315 h 76660"/>
                  <a:gd name="connsiteX11" fmla="*/ 42132 w 48025"/>
                  <a:gd name="connsiteY11" fmla="*/ 811 h 76660"/>
                  <a:gd name="connsiteX12" fmla="*/ 39243 w 48025"/>
                  <a:gd name="connsiteY12" fmla="*/ 811 h 76660"/>
                  <a:gd name="connsiteX13" fmla="*/ 37076 w 48025"/>
                  <a:gd name="connsiteY13" fmla="*/ 2619 h 76660"/>
                  <a:gd name="connsiteX14" fmla="*/ 35993 w 48025"/>
                  <a:gd name="connsiteY14" fmla="*/ 2619 h 76660"/>
                  <a:gd name="connsiteX15" fmla="*/ 21910 w 48025"/>
                  <a:gd name="connsiteY15" fmla="*/ 87 h 76660"/>
                  <a:gd name="connsiteX16" fmla="*/ 245 w 48025"/>
                  <a:gd name="connsiteY16" fmla="*/ 21060 h 76660"/>
                  <a:gd name="connsiteX17" fmla="*/ 7105 w 48025"/>
                  <a:gd name="connsiteY17" fmla="*/ 35886 h 76660"/>
                  <a:gd name="connsiteX18" fmla="*/ 17938 w 48025"/>
                  <a:gd name="connsiteY18" fmla="*/ 42757 h 76660"/>
                  <a:gd name="connsiteX19" fmla="*/ 24077 w 48025"/>
                  <a:gd name="connsiteY19" fmla="*/ 46011 h 76660"/>
                  <a:gd name="connsiteX20" fmla="*/ 35993 w 48025"/>
                  <a:gd name="connsiteY20" fmla="*/ 60837 h 76660"/>
                  <a:gd name="connsiteX21" fmla="*/ 24799 w 48025"/>
                  <a:gd name="connsiteY21" fmla="*/ 70962 h 76660"/>
                  <a:gd name="connsiteX22" fmla="*/ 4939 w 48025"/>
                  <a:gd name="connsiteY22" fmla="*/ 49266 h 76660"/>
                  <a:gd name="connsiteX23" fmla="*/ 2050 w 48025"/>
                  <a:gd name="connsiteY23" fmla="*/ 49266 h 76660"/>
                  <a:gd name="connsiteX24" fmla="*/ 2050 w 48025"/>
                  <a:gd name="connsiteY24" fmla="*/ 76024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25" h="76660">
                    <a:moveTo>
                      <a:pt x="4939" y="76024"/>
                    </a:moveTo>
                    <a:cubicBezTo>
                      <a:pt x="5300" y="74216"/>
                      <a:pt x="6022" y="73855"/>
                      <a:pt x="7467" y="73855"/>
                    </a:cubicBezTo>
                    <a:cubicBezTo>
                      <a:pt x="8189" y="73855"/>
                      <a:pt x="9272" y="73855"/>
                      <a:pt x="9994" y="74216"/>
                    </a:cubicBezTo>
                    <a:cubicBezTo>
                      <a:pt x="17938" y="76386"/>
                      <a:pt x="20827" y="76748"/>
                      <a:pt x="25521" y="76748"/>
                    </a:cubicBezTo>
                    <a:cubicBezTo>
                      <a:pt x="38521" y="76748"/>
                      <a:pt x="48271" y="68069"/>
                      <a:pt x="48271" y="55775"/>
                    </a:cubicBezTo>
                    <a:cubicBezTo>
                      <a:pt x="48271" y="46373"/>
                      <a:pt x="42854" y="39141"/>
                      <a:pt x="31299" y="32994"/>
                    </a:cubicBezTo>
                    <a:lnTo>
                      <a:pt x="22994" y="28654"/>
                    </a:lnTo>
                    <a:cubicBezTo>
                      <a:pt x="14688" y="23953"/>
                      <a:pt x="11078" y="19976"/>
                      <a:pt x="11078" y="14913"/>
                    </a:cubicBezTo>
                    <a:cubicBezTo>
                      <a:pt x="11078" y="9489"/>
                      <a:pt x="15772" y="5512"/>
                      <a:pt x="21910" y="5512"/>
                    </a:cubicBezTo>
                    <a:cubicBezTo>
                      <a:pt x="31299" y="5512"/>
                      <a:pt x="37438" y="11659"/>
                      <a:pt x="39604" y="24315"/>
                    </a:cubicBezTo>
                    <a:lnTo>
                      <a:pt x="42132" y="24315"/>
                    </a:lnTo>
                    <a:lnTo>
                      <a:pt x="42132" y="811"/>
                    </a:lnTo>
                    <a:lnTo>
                      <a:pt x="39243" y="811"/>
                    </a:lnTo>
                    <a:cubicBezTo>
                      <a:pt x="38521" y="1896"/>
                      <a:pt x="38160" y="2619"/>
                      <a:pt x="37076" y="2619"/>
                    </a:cubicBezTo>
                    <a:cubicBezTo>
                      <a:pt x="36715" y="2619"/>
                      <a:pt x="36354" y="2619"/>
                      <a:pt x="35993" y="2619"/>
                    </a:cubicBezTo>
                    <a:cubicBezTo>
                      <a:pt x="27327" y="87"/>
                      <a:pt x="25883" y="87"/>
                      <a:pt x="21910" y="87"/>
                    </a:cubicBezTo>
                    <a:cubicBezTo>
                      <a:pt x="9272" y="87"/>
                      <a:pt x="245" y="8766"/>
                      <a:pt x="245" y="21060"/>
                    </a:cubicBezTo>
                    <a:cubicBezTo>
                      <a:pt x="245" y="26485"/>
                      <a:pt x="2411" y="31185"/>
                      <a:pt x="7105" y="35886"/>
                    </a:cubicBezTo>
                    <a:cubicBezTo>
                      <a:pt x="9994" y="38417"/>
                      <a:pt x="10355" y="38417"/>
                      <a:pt x="17938" y="42757"/>
                    </a:cubicBezTo>
                    <a:lnTo>
                      <a:pt x="24077" y="46011"/>
                    </a:lnTo>
                    <a:cubicBezTo>
                      <a:pt x="32021" y="50712"/>
                      <a:pt x="35993" y="55413"/>
                      <a:pt x="35993" y="60837"/>
                    </a:cubicBezTo>
                    <a:cubicBezTo>
                      <a:pt x="35993" y="66623"/>
                      <a:pt x="31299" y="70962"/>
                      <a:pt x="24799" y="70962"/>
                    </a:cubicBezTo>
                    <a:cubicBezTo>
                      <a:pt x="14327" y="70962"/>
                      <a:pt x="7467" y="63368"/>
                      <a:pt x="4939" y="49266"/>
                    </a:cubicBezTo>
                    <a:lnTo>
                      <a:pt x="2050" y="49266"/>
                    </a:lnTo>
                    <a:lnTo>
                      <a:pt x="2050" y="76024"/>
                    </a:lnTo>
                    <a:close/>
                  </a:path>
                </a:pathLst>
              </a:custGeom>
              <a:grpFill/>
              <a:ln w="3175" cap="flat">
                <a:solidFill>
                  <a:schemeClr val="tx1"/>
                </a:solidFill>
                <a:prstDash val="solid"/>
                <a:miter/>
              </a:ln>
            </p:spPr>
            <p:txBody>
              <a:bodyPr rtlCol="0" anchor="ctr"/>
              <a:lstStyle/>
              <a:p>
                <a:endParaRPr lang="zh-CN" altLang="en-US"/>
              </a:p>
            </p:txBody>
          </p:sp>
          <p:sp>
            <p:nvSpPr>
              <p:cNvPr id="439" name="任意多边形: 形状 438"/>
              <p:cNvSpPr/>
              <p:nvPr/>
            </p:nvSpPr>
            <p:spPr>
              <a:xfrm>
                <a:off x="8370609" y="4495547"/>
                <a:ext cx="36831" cy="108119"/>
              </a:xfrm>
              <a:custGeom>
                <a:avLst/>
                <a:gdLst>
                  <a:gd name="connsiteX0" fmla="*/ 25163 w 36831"/>
                  <a:gd name="connsiteY0" fmla="*/ 31547 h 108119"/>
                  <a:gd name="connsiteX1" fmla="*/ 608 w 36831"/>
                  <a:gd name="connsiteY1" fmla="*/ 42757 h 108119"/>
                  <a:gd name="connsiteX2" fmla="*/ 1331 w 36831"/>
                  <a:gd name="connsiteY2" fmla="*/ 45288 h 108119"/>
                  <a:gd name="connsiteX3" fmla="*/ 3497 w 36831"/>
                  <a:gd name="connsiteY3" fmla="*/ 44565 h 108119"/>
                  <a:gd name="connsiteX4" fmla="*/ 6747 w 36831"/>
                  <a:gd name="connsiteY4" fmla="*/ 44203 h 108119"/>
                  <a:gd name="connsiteX5" fmla="*/ 12525 w 36831"/>
                  <a:gd name="connsiteY5" fmla="*/ 55413 h 108119"/>
                  <a:gd name="connsiteX6" fmla="*/ 12525 w 36831"/>
                  <a:gd name="connsiteY6" fmla="*/ 88319 h 108119"/>
                  <a:gd name="connsiteX7" fmla="*/ 11802 w 36831"/>
                  <a:gd name="connsiteY7" fmla="*/ 100252 h 108119"/>
                  <a:gd name="connsiteX8" fmla="*/ 3136 w 36831"/>
                  <a:gd name="connsiteY8" fmla="*/ 105314 h 108119"/>
                  <a:gd name="connsiteX9" fmla="*/ 247 w 36831"/>
                  <a:gd name="connsiteY9" fmla="*/ 105314 h 108119"/>
                  <a:gd name="connsiteX10" fmla="*/ 247 w 36831"/>
                  <a:gd name="connsiteY10" fmla="*/ 108207 h 108119"/>
                  <a:gd name="connsiteX11" fmla="*/ 37079 w 36831"/>
                  <a:gd name="connsiteY11" fmla="*/ 108207 h 108119"/>
                  <a:gd name="connsiteX12" fmla="*/ 37079 w 36831"/>
                  <a:gd name="connsiteY12" fmla="*/ 105314 h 108119"/>
                  <a:gd name="connsiteX13" fmla="*/ 34551 w 36831"/>
                  <a:gd name="connsiteY13" fmla="*/ 105314 h 108119"/>
                  <a:gd name="connsiteX14" fmla="*/ 25163 w 36831"/>
                  <a:gd name="connsiteY14" fmla="*/ 88319 h 108119"/>
                  <a:gd name="connsiteX15" fmla="*/ 17941 w 36831"/>
                  <a:gd name="connsiteY15" fmla="*/ 87 h 108119"/>
                  <a:gd name="connsiteX16" fmla="*/ 9275 w 36831"/>
                  <a:gd name="connsiteY16" fmla="*/ 8404 h 108119"/>
                  <a:gd name="connsiteX17" fmla="*/ 17941 w 36831"/>
                  <a:gd name="connsiteY17" fmla="*/ 17083 h 108119"/>
                  <a:gd name="connsiteX18" fmla="*/ 26246 w 36831"/>
                  <a:gd name="connsiteY18" fmla="*/ 8404 h 108119"/>
                  <a:gd name="connsiteX19" fmla="*/ 17941 w 36831"/>
                  <a:gd name="connsiteY19" fmla="*/ 87 h 10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831" h="108119">
                    <a:moveTo>
                      <a:pt x="25163" y="31547"/>
                    </a:moveTo>
                    <a:cubicBezTo>
                      <a:pt x="14330" y="36971"/>
                      <a:pt x="12525" y="38056"/>
                      <a:pt x="608" y="42757"/>
                    </a:cubicBezTo>
                    <a:lnTo>
                      <a:pt x="1331" y="45288"/>
                    </a:lnTo>
                    <a:lnTo>
                      <a:pt x="3497" y="44565"/>
                    </a:lnTo>
                    <a:cubicBezTo>
                      <a:pt x="4219" y="44203"/>
                      <a:pt x="5664" y="44203"/>
                      <a:pt x="6747" y="44203"/>
                    </a:cubicBezTo>
                    <a:cubicBezTo>
                      <a:pt x="11441" y="44203"/>
                      <a:pt x="12525" y="46373"/>
                      <a:pt x="12525" y="55413"/>
                    </a:cubicBezTo>
                    <a:lnTo>
                      <a:pt x="12525" y="88319"/>
                    </a:lnTo>
                    <a:cubicBezTo>
                      <a:pt x="12163" y="98805"/>
                      <a:pt x="12163" y="98805"/>
                      <a:pt x="11802" y="100252"/>
                    </a:cubicBezTo>
                    <a:cubicBezTo>
                      <a:pt x="10358" y="103868"/>
                      <a:pt x="8191" y="105314"/>
                      <a:pt x="3136" y="105314"/>
                    </a:cubicBezTo>
                    <a:lnTo>
                      <a:pt x="247" y="105314"/>
                    </a:lnTo>
                    <a:lnTo>
                      <a:pt x="247" y="108207"/>
                    </a:lnTo>
                    <a:lnTo>
                      <a:pt x="37079" y="108207"/>
                    </a:lnTo>
                    <a:lnTo>
                      <a:pt x="37079" y="105314"/>
                    </a:lnTo>
                    <a:lnTo>
                      <a:pt x="34551" y="105314"/>
                    </a:lnTo>
                    <a:cubicBezTo>
                      <a:pt x="26607" y="105314"/>
                      <a:pt x="25163" y="102783"/>
                      <a:pt x="25163" y="88319"/>
                    </a:cubicBezTo>
                    <a:close/>
                    <a:moveTo>
                      <a:pt x="17941" y="87"/>
                    </a:moveTo>
                    <a:cubicBezTo>
                      <a:pt x="13247" y="87"/>
                      <a:pt x="9275" y="3703"/>
                      <a:pt x="9275" y="8404"/>
                    </a:cubicBezTo>
                    <a:cubicBezTo>
                      <a:pt x="9275" y="13105"/>
                      <a:pt x="13247" y="17083"/>
                      <a:pt x="17941" y="17083"/>
                    </a:cubicBezTo>
                    <a:cubicBezTo>
                      <a:pt x="22274" y="17083"/>
                      <a:pt x="26246" y="13105"/>
                      <a:pt x="26246" y="8404"/>
                    </a:cubicBezTo>
                    <a:cubicBezTo>
                      <a:pt x="26246" y="4065"/>
                      <a:pt x="22635" y="87"/>
                      <a:pt x="17941" y="87"/>
                    </a:cubicBezTo>
                    <a:close/>
                  </a:path>
                </a:pathLst>
              </a:custGeom>
              <a:grpFill/>
              <a:ln w="3175" cap="flat">
                <a:solidFill>
                  <a:schemeClr val="tx1"/>
                </a:solidFill>
                <a:prstDash val="solid"/>
                <a:miter/>
              </a:ln>
            </p:spPr>
            <p:txBody>
              <a:bodyPr rtlCol="0" anchor="ctr"/>
              <a:lstStyle/>
              <a:p>
                <a:endParaRPr lang="zh-CN" altLang="en-US"/>
              </a:p>
            </p:txBody>
          </p:sp>
          <p:sp>
            <p:nvSpPr>
              <p:cNvPr id="440" name="任意多边形: 形状 439"/>
              <p:cNvSpPr/>
              <p:nvPr/>
            </p:nvSpPr>
            <p:spPr>
              <a:xfrm>
                <a:off x="8415111" y="4528091"/>
                <a:ext cx="61025" cy="76660"/>
              </a:xfrm>
              <a:custGeom>
                <a:avLst/>
                <a:gdLst>
                  <a:gd name="connsiteX0" fmla="*/ 58386 w 61025"/>
                  <a:gd name="connsiteY0" fmla="*/ 45650 h 76660"/>
                  <a:gd name="connsiteX1" fmla="*/ 35998 w 61025"/>
                  <a:gd name="connsiteY1" fmla="*/ 63368 h 76660"/>
                  <a:gd name="connsiteX2" fmla="*/ 13610 w 61025"/>
                  <a:gd name="connsiteY2" fmla="*/ 34078 h 76660"/>
                  <a:gd name="connsiteX3" fmla="*/ 32025 w 61025"/>
                  <a:gd name="connsiteY3" fmla="*/ 6235 h 76660"/>
                  <a:gd name="connsiteX4" fmla="*/ 42136 w 61025"/>
                  <a:gd name="connsiteY4" fmla="*/ 15637 h 76660"/>
                  <a:gd name="connsiteX5" fmla="*/ 50802 w 61025"/>
                  <a:gd name="connsiteY5" fmla="*/ 24315 h 76660"/>
                  <a:gd name="connsiteX6" fmla="*/ 58747 w 61025"/>
                  <a:gd name="connsiteY6" fmla="*/ 17083 h 76660"/>
                  <a:gd name="connsiteX7" fmla="*/ 34192 w 61025"/>
                  <a:gd name="connsiteY7" fmla="*/ 87 h 76660"/>
                  <a:gd name="connsiteX8" fmla="*/ 249 w 61025"/>
                  <a:gd name="connsiteY8" fmla="*/ 39141 h 76660"/>
                  <a:gd name="connsiteX9" fmla="*/ 7832 w 61025"/>
                  <a:gd name="connsiteY9" fmla="*/ 64815 h 76660"/>
                  <a:gd name="connsiteX10" fmla="*/ 31303 w 61025"/>
                  <a:gd name="connsiteY10" fmla="*/ 76748 h 76660"/>
                  <a:gd name="connsiteX11" fmla="*/ 61274 w 61025"/>
                  <a:gd name="connsiteY11" fmla="*/ 47096 h 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5" h="76660">
                    <a:moveTo>
                      <a:pt x="58386" y="45650"/>
                    </a:moveTo>
                    <a:cubicBezTo>
                      <a:pt x="54413" y="57221"/>
                      <a:pt x="46469" y="63368"/>
                      <a:pt x="35998" y="63368"/>
                    </a:cubicBezTo>
                    <a:cubicBezTo>
                      <a:pt x="22637" y="63368"/>
                      <a:pt x="13610" y="52158"/>
                      <a:pt x="13610" y="34078"/>
                    </a:cubicBezTo>
                    <a:cubicBezTo>
                      <a:pt x="13610" y="17083"/>
                      <a:pt x="20832" y="6235"/>
                      <a:pt x="32025" y="6235"/>
                    </a:cubicBezTo>
                    <a:cubicBezTo>
                      <a:pt x="38164" y="6235"/>
                      <a:pt x="41053" y="8766"/>
                      <a:pt x="42136" y="15637"/>
                    </a:cubicBezTo>
                    <a:cubicBezTo>
                      <a:pt x="42858" y="21422"/>
                      <a:pt x="45747" y="24315"/>
                      <a:pt x="50802" y="24315"/>
                    </a:cubicBezTo>
                    <a:cubicBezTo>
                      <a:pt x="55497" y="24315"/>
                      <a:pt x="58747" y="21060"/>
                      <a:pt x="58747" y="17083"/>
                    </a:cubicBezTo>
                    <a:cubicBezTo>
                      <a:pt x="58747" y="7681"/>
                      <a:pt x="47553" y="87"/>
                      <a:pt x="34192" y="87"/>
                    </a:cubicBezTo>
                    <a:cubicBezTo>
                      <a:pt x="14332" y="87"/>
                      <a:pt x="249" y="16360"/>
                      <a:pt x="249" y="39141"/>
                    </a:cubicBezTo>
                    <a:cubicBezTo>
                      <a:pt x="249" y="49266"/>
                      <a:pt x="2777" y="58306"/>
                      <a:pt x="7832" y="64815"/>
                    </a:cubicBezTo>
                    <a:cubicBezTo>
                      <a:pt x="13610" y="72047"/>
                      <a:pt x="22637" y="76748"/>
                      <a:pt x="31303" y="76748"/>
                    </a:cubicBezTo>
                    <a:cubicBezTo>
                      <a:pt x="45025" y="76748"/>
                      <a:pt x="55497" y="66623"/>
                      <a:pt x="61274" y="47096"/>
                    </a:cubicBezTo>
                    <a:close/>
                  </a:path>
                </a:pathLst>
              </a:custGeom>
              <a:grpFill/>
              <a:ln w="3175" cap="flat">
                <a:solidFill>
                  <a:schemeClr val="tx1"/>
                </a:solidFill>
                <a:prstDash val="solid"/>
                <a:miter/>
              </a:ln>
            </p:spPr>
            <p:txBody>
              <a:bodyPr rtlCol="0" anchor="ctr"/>
              <a:lstStyle/>
              <a:p>
                <a:endParaRPr lang="zh-CN" altLang="en-US"/>
              </a:p>
            </p:txBody>
          </p:sp>
        </p:grpSp>
        <p:sp>
          <p:nvSpPr>
            <p:cNvPr id="272" name="任意多边形: 形状 271"/>
            <p:cNvSpPr/>
            <p:nvPr/>
          </p:nvSpPr>
          <p:spPr>
            <a:xfrm>
              <a:off x="8378512" y="5526875"/>
              <a:ext cx="91219" cy="101883"/>
            </a:xfrm>
            <a:custGeom>
              <a:avLst/>
              <a:gdLst>
                <a:gd name="connsiteX0" fmla="*/ 98121 w 97857"/>
                <a:gd name="connsiteY0" fmla="*/ 84 h 97271"/>
                <a:gd name="connsiteX1" fmla="*/ 57317 w 97857"/>
                <a:gd name="connsiteY1" fmla="*/ 84 h 97271"/>
                <a:gd name="connsiteX2" fmla="*/ 24096 w 97857"/>
                <a:gd name="connsiteY2" fmla="*/ 7316 h 97271"/>
                <a:gd name="connsiteX3" fmla="*/ 264 w 97857"/>
                <a:gd name="connsiteY3" fmla="*/ 51070 h 97271"/>
                <a:gd name="connsiteX4" fmla="*/ 42873 w 97857"/>
                <a:gd name="connsiteY4" fmla="*/ 97355 h 97271"/>
                <a:gd name="connsiteX5" fmla="*/ 88371 w 97857"/>
                <a:gd name="connsiteY5" fmla="*/ 51793 h 97271"/>
                <a:gd name="connsiteX6" fmla="*/ 64539 w 97857"/>
                <a:gd name="connsiteY6" fmla="*/ 13825 h 97271"/>
                <a:gd name="connsiteX7" fmla="*/ 98121 w 97857"/>
                <a:gd name="connsiteY7" fmla="*/ 13825 h 97271"/>
                <a:gd name="connsiteX8" fmla="*/ 54067 w 97857"/>
                <a:gd name="connsiteY8" fmla="*/ 13825 h 97271"/>
                <a:gd name="connsiteX9" fmla="*/ 69956 w 97857"/>
                <a:gd name="connsiteY9" fmla="*/ 53240 h 97271"/>
                <a:gd name="connsiteX10" fmla="*/ 44318 w 97857"/>
                <a:gd name="connsiteY10" fmla="*/ 89762 h 97271"/>
                <a:gd name="connsiteX11" fmla="*/ 18680 w 97857"/>
                <a:gd name="connsiteY11" fmla="*/ 50347 h 97271"/>
                <a:gd name="connsiteX12" fmla="*/ 42512 w 97857"/>
                <a:gd name="connsiteY12" fmla="*/ 14548 h 97271"/>
                <a:gd name="connsiteX13" fmla="*/ 54067 w 97857"/>
                <a:gd name="connsiteY13" fmla="*/ 13825 h 9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57" h="97271">
                  <a:moveTo>
                    <a:pt x="98121" y="84"/>
                  </a:moveTo>
                  <a:lnTo>
                    <a:pt x="57317" y="84"/>
                  </a:lnTo>
                  <a:cubicBezTo>
                    <a:pt x="42512" y="84"/>
                    <a:pt x="32402" y="2253"/>
                    <a:pt x="24096" y="7316"/>
                  </a:cubicBezTo>
                  <a:cubicBezTo>
                    <a:pt x="9291" y="15994"/>
                    <a:pt x="264" y="32267"/>
                    <a:pt x="264" y="51070"/>
                  </a:cubicBezTo>
                  <a:cubicBezTo>
                    <a:pt x="264" y="77467"/>
                    <a:pt x="18680" y="97355"/>
                    <a:pt x="42873" y="97355"/>
                  </a:cubicBezTo>
                  <a:cubicBezTo>
                    <a:pt x="67789" y="97355"/>
                    <a:pt x="88371" y="76744"/>
                    <a:pt x="88371" y="51793"/>
                  </a:cubicBezTo>
                  <a:cubicBezTo>
                    <a:pt x="88371" y="34436"/>
                    <a:pt x="78983" y="19249"/>
                    <a:pt x="64539" y="13825"/>
                  </a:cubicBezTo>
                  <a:lnTo>
                    <a:pt x="98121" y="13825"/>
                  </a:lnTo>
                  <a:close/>
                  <a:moveTo>
                    <a:pt x="54067" y="13825"/>
                  </a:moveTo>
                  <a:cubicBezTo>
                    <a:pt x="64900" y="24311"/>
                    <a:pt x="69956" y="36606"/>
                    <a:pt x="69956" y="53240"/>
                  </a:cubicBezTo>
                  <a:cubicBezTo>
                    <a:pt x="69956" y="74574"/>
                    <a:pt x="59484" y="89762"/>
                    <a:pt x="44318" y="89762"/>
                  </a:cubicBezTo>
                  <a:cubicBezTo>
                    <a:pt x="29513" y="89762"/>
                    <a:pt x="18680" y="73128"/>
                    <a:pt x="18680" y="50347"/>
                  </a:cubicBezTo>
                  <a:cubicBezTo>
                    <a:pt x="18680" y="31543"/>
                    <a:pt x="28068" y="17441"/>
                    <a:pt x="42512" y="14548"/>
                  </a:cubicBezTo>
                  <a:cubicBezTo>
                    <a:pt x="45401" y="14186"/>
                    <a:pt x="49734" y="13825"/>
                    <a:pt x="54067" y="13825"/>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273" name="Graphic 2"/>
            <p:cNvGrpSpPr/>
            <p:nvPr/>
          </p:nvGrpSpPr>
          <p:grpSpPr>
            <a:xfrm>
              <a:off x="6781035" y="6126249"/>
              <a:ext cx="202001" cy="137864"/>
              <a:chOff x="6822070" y="5095682"/>
              <a:chExt cx="216701" cy="131623"/>
            </a:xfrm>
            <a:solidFill>
              <a:schemeClr val="tx1"/>
            </a:solidFill>
          </p:grpSpPr>
          <p:sp>
            <p:nvSpPr>
              <p:cNvPr id="433" name="任意多边形: 形状 432"/>
              <p:cNvSpPr/>
              <p:nvPr/>
            </p:nvSpPr>
            <p:spPr>
              <a:xfrm>
                <a:off x="6822070" y="5095682"/>
                <a:ext cx="46942" cy="131623"/>
              </a:xfrm>
              <a:custGeom>
                <a:avLst/>
                <a:gdLst>
                  <a:gd name="connsiteX0" fmla="*/ 33762 w 46942"/>
                  <a:gd name="connsiteY0" fmla="*/ 106788 h 131623"/>
                  <a:gd name="connsiteX1" fmla="*/ 19318 w 46942"/>
                  <a:gd name="connsiteY1" fmla="*/ 120528 h 131623"/>
                  <a:gd name="connsiteX2" fmla="*/ 16068 w 46942"/>
                  <a:gd name="connsiteY2" fmla="*/ 117636 h 131623"/>
                  <a:gd name="connsiteX3" fmla="*/ 16790 w 46942"/>
                  <a:gd name="connsiteY3" fmla="*/ 114743 h 131623"/>
                  <a:gd name="connsiteX4" fmla="*/ 39178 w 46942"/>
                  <a:gd name="connsiteY4" fmla="*/ 35190 h 131623"/>
                  <a:gd name="connsiteX5" fmla="*/ 8846 w 46942"/>
                  <a:gd name="connsiteY5" fmla="*/ 40252 h 131623"/>
                  <a:gd name="connsiteX6" fmla="*/ 7763 w 46942"/>
                  <a:gd name="connsiteY6" fmla="*/ 44230 h 131623"/>
                  <a:gd name="connsiteX7" fmla="*/ 14263 w 46942"/>
                  <a:gd name="connsiteY7" fmla="*/ 43507 h 131623"/>
                  <a:gd name="connsiteX8" fmla="*/ 20040 w 46942"/>
                  <a:gd name="connsiteY8" fmla="*/ 48208 h 131623"/>
                  <a:gd name="connsiteX9" fmla="*/ 18235 w 46942"/>
                  <a:gd name="connsiteY9" fmla="*/ 57248 h 131623"/>
                  <a:gd name="connsiteX10" fmla="*/ 1263 w 46942"/>
                  <a:gd name="connsiteY10" fmla="*/ 116551 h 131623"/>
                  <a:gd name="connsiteX11" fmla="*/ 180 w 46942"/>
                  <a:gd name="connsiteY11" fmla="*/ 123783 h 131623"/>
                  <a:gd name="connsiteX12" fmla="*/ 8846 w 46942"/>
                  <a:gd name="connsiteY12" fmla="*/ 131738 h 131623"/>
                  <a:gd name="connsiteX13" fmla="*/ 35206 w 46942"/>
                  <a:gd name="connsiteY13" fmla="*/ 111127 h 131623"/>
                  <a:gd name="connsiteX14" fmla="*/ 37012 w 46942"/>
                  <a:gd name="connsiteY14" fmla="*/ 114 h 131623"/>
                  <a:gd name="connsiteX15" fmla="*/ 26179 w 46942"/>
                  <a:gd name="connsiteY15" fmla="*/ 10601 h 131623"/>
                  <a:gd name="connsiteX16" fmla="*/ 36651 w 46942"/>
                  <a:gd name="connsiteY16" fmla="*/ 21087 h 131623"/>
                  <a:gd name="connsiteX17" fmla="*/ 47123 w 46942"/>
                  <a:gd name="connsiteY17" fmla="*/ 10601 h 131623"/>
                  <a:gd name="connsiteX18" fmla="*/ 37012 w 46942"/>
                  <a:gd name="connsiteY18" fmla="*/ 114 h 13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942" h="131623">
                    <a:moveTo>
                      <a:pt x="33762" y="106788"/>
                    </a:moveTo>
                    <a:cubicBezTo>
                      <a:pt x="28346" y="114743"/>
                      <a:pt x="22207" y="120528"/>
                      <a:pt x="19318" y="120528"/>
                    </a:cubicBezTo>
                    <a:cubicBezTo>
                      <a:pt x="17513" y="120528"/>
                      <a:pt x="16068" y="119082"/>
                      <a:pt x="16068" y="117636"/>
                    </a:cubicBezTo>
                    <a:cubicBezTo>
                      <a:pt x="16068" y="116912"/>
                      <a:pt x="16429" y="115828"/>
                      <a:pt x="16790" y="114743"/>
                    </a:cubicBezTo>
                    <a:lnTo>
                      <a:pt x="39178" y="35190"/>
                    </a:lnTo>
                    <a:cubicBezTo>
                      <a:pt x="29068" y="37721"/>
                      <a:pt x="17874" y="39891"/>
                      <a:pt x="8846" y="40252"/>
                    </a:cubicBezTo>
                    <a:lnTo>
                      <a:pt x="7763" y="44230"/>
                    </a:lnTo>
                    <a:cubicBezTo>
                      <a:pt x="11013" y="43868"/>
                      <a:pt x="12818" y="43507"/>
                      <a:pt x="14263" y="43507"/>
                    </a:cubicBezTo>
                    <a:cubicBezTo>
                      <a:pt x="18235" y="43507"/>
                      <a:pt x="20040" y="44953"/>
                      <a:pt x="20040" y="48208"/>
                    </a:cubicBezTo>
                    <a:cubicBezTo>
                      <a:pt x="20040" y="50739"/>
                      <a:pt x="19679" y="52547"/>
                      <a:pt x="18235" y="57248"/>
                    </a:cubicBezTo>
                    <a:lnTo>
                      <a:pt x="1263" y="116551"/>
                    </a:lnTo>
                    <a:cubicBezTo>
                      <a:pt x="541" y="119444"/>
                      <a:pt x="180" y="121975"/>
                      <a:pt x="180" y="123783"/>
                    </a:cubicBezTo>
                    <a:cubicBezTo>
                      <a:pt x="180" y="127761"/>
                      <a:pt x="4152" y="131738"/>
                      <a:pt x="8846" y="131738"/>
                    </a:cubicBezTo>
                    <a:cubicBezTo>
                      <a:pt x="15346" y="131738"/>
                      <a:pt x="24374" y="124506"/>
                      <a:pt x="35206" y="111127"/>
                    </a:cubicBezTo>
                    <a:close/>
                    <a:moveTo>
                      <a:pt x="37012" y="114"/>
                    </a:moveTo>
                    <a:cubicBezTo>
                      <a:pt x="30873" y="114"/>
                      <a:pt x="26179" y="4815"/>
                      <a:pt x="26179" y="10601"/>
                    </a:cubicBezTo>
                    <a:cubicBezTo>
                      <a:pt x="26179" y="16387"/>
                      <a:pt x="30873" y="21087"/>
                      <a:pt x="36651" y="21087"/>
                    </a:cubicBezTo>
                    <a:cubicBezTo>
                      <a:pt x="42428" y="21087"/>
                      <a:pt x="47123" y="16387"/>
                      <a:pt x="47123" y="10601"/>
                    </a:cubicBezTo>
                    <a:cubicBezTo>
                      <a:pt x="47123" y="4815"/>
                      <a:pt x="42428" y="114"/>
                      <a:pt x="37012" y="114"/>
                    </a:cubicBezTo>
                    <a:close/>
                  </a:path>
                </a:pathLst>
              </a:custGeom>
              <a:grpFill/>
              <a:ln w="3175" cap="flat">
                <a:solidFill>
                  <a:schemeClr val="tx1"/>
                </a:solidFill>
                <a:prstDash val="solid"/>
                <a:miter/>
              </a:ln>
            </p:spPr>
            <p:txBody>
              <a:bodyPr rtlCol="0" anchor="ctr"/>
              <a:lstStyle/>
              <a:p>
                <a:endParaRPr lang="zh-CN" altLang="en-US"/>
              </a:p>
            </p:txBody>
          </p:sp>
          <p:sp>
            <p:nvSpPr>
              <p:cNvPr id="434" name="任意多边形: 形状 433"/>
              <p:cNvSpPr/>
              <p:nvPr/>
            </p:nvSpPr>
            <p:spPr>
              <a:xfrm>
                <a:off x="6870971" y="5131119"/>
                <a:ext cx="88829" cy="95101"/>
              </a:xfrm>
              <a:custGeom>
                <a:avLst/>
                <a:gdLst>
                  <a:gd name="connsiteX0" fmla="*/ 43153 w 88829"/>
                  <a:gd name="connsiteY0" fmla="*/ 114 h 95101"/>
                  <a:gd name="connsiteX1" fmla="*/ 14626 w 88829"/>
                  <a:gd name="connsiteY1" fmla="*/ 3007 h 95101"/>
                  <a:gd name="connsiteX2" fmla="*/ 13543 w 88829"/>
                  <a:gd name="connsiteY2" fmla="*/ 6985 h 95101"/>
                  <a:gd name="connsiteX3" fmla="*/ 15709 w 88829"/>
                  <a:gd name="connsiteY3" fmla="*/ 6623 h 95101"/>
                  <a:gd name="connsiteX4" fmla="*/ 19320 w 88829"/>
                  <a:gd name="connsiteY4" fmla="*/ 6262 h 95101"/>
                  <a:gd name="connsiteX5" fmla="*/ 24376 w 88829"/>
                  <a:gd name="connsiteY5" fmla="*/ 10239 h 95101"/>
                  <a:gd name="connsiteX6" fmla="*/ 22209 w 88829"/>
                  <a:gd name="connsiteY6" fmla="*/ 19279 h 95101"/>
                  <a:gd name="connsiteX7" fmla="*/ 182 w 88829"/>
                  <a:gd name="connsiteY7" fmla="*/ 93047 h 95101"/>
                  <a:gd name="connsiteX8" fmla="*/ 15348 w 88829"/>
                  <a:gd name="connsiteY8" fmla="*/ 93047 h 95101"/>
                  <a:gd name="connsiteX9" fmla="*/ 22209 w 88829"/>
                  <a:gd name="connsiteY9" fmla="*/ 69181 h 95101"/>
                  <a:gd name="connsiteX10" fmla="*/ 41347 w 88829"/>
                  <a:gd name="connsiteY10" fmla="*/ 34467 h 95101"/>
                  <a:gd name="connsiteX11" fmla="*/ 67346 w 88829"/>
                  <a:gd name="connsiteY11" fmla="*/ 12770 h 95101"/>
                  <a:gd name="connsiteX12" fmla="*/ 72763 w 88829"/>
                  <a:gd name="connsiteY12" fmla="*/ 18556 h 95101"/>
                  <a:gd name="connsiteX13" fmla="*/ 70957 w 88829"/>
                  <a:gd name="connsiteY13" fmla="*/ 28319 h 95101"/>
                  <a:gd name="connsiteX14" fmla="*/ 54708 w 88829"/>
                  <a:gd name="connsiteY14" fmla="*/ 80752 h 95101"/>
                  <a:gd name="connsiteX15" fmla="*/ 53625 w 88829"/>
                  <a:gd name="connsiteY15" fmla="*/ 86899 h 95101"/>
                  <a:gd name="connsiteX16" fmla="*/ 62291 w 88829"/>
                  <a:gd name="connsiteY16" fmla="*/ 95216 h 95101"/>
                  <a:gd name="connsiteX17" fmla="*/ 89012 w 88829"/>
                  <a:gd name="connsiteY17" fmla="*/ 75690 h 95101"/>
                  <a:gd name="connsiteX18" fmla="*/ 87207 w 88829"/>
                  <a:gd name="connsiteY18" fmla="*/ 73520 h 95101"/>
                  <a:gd name="connsiteX19" fmla="*/ 73124 w 88829"/>
                  <a:gd name="connsiteY19" fmla="*/ 85453 h 95101"/>
                  <a:gd name="connsiteX20" fmla="*/ 70235 w 88829"/>
                  <a:gd name="connsiteY20" fmla="*/ 82560 h 95101"/>
                  <a:gd name="connsiteX21" fmla="*/ 71318 w 88829"/>
                  <a:gd name="connsiteY21" fmla="*/ 78221 h 95101"/>
                  <a:gd name="connsiteX22" fmla="*/ 86123 w 88829"/>
                  <a:gd name="connsiteY22" fmla="*/ 26150 h 95101"/>
                  <a:gd name="connsiteX23" fmla="*/ 87929 w 88829"/>
                  <a:gd name="connsiteY23" fmla="*/ 14217 h 95101"/>
                  <a:gd name="connsiteX24" fmla="*/ 76374 w 88829"/>
                  <a:gd name="connsiteY24" fmla="*/ 837 h 95101"/>
                  <a:gd name="connsiteX25" fmla="*/ 29431 w 88829"/>
                  <a:gd name="connsiteY25" fmla="*/ 4386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829" h="95101">
                    <a:moveTo>
                      <a:pt x="43153" y="114"/>
                    </a:moveTo>
                    <a:cubicBezTo>
                      <a:pt x="30153" y="1922"/>
                      <a:pt x="27987" y="1922"/>
                      <a:pt x="14626" y="3007"/>
                    </a:cubicBezTo>
                    <a:lnTo>
                      <a:pt x="13543" y="6985"/>
                    </a:lnTo>
                    <a:lnTo>
                      <a:pt x="15709" y="6623"/>
                    </a:lnTo>
                    <a:cubicBezTo>
                      <a:pt x="17154" y="6262"/>
                      <a:pt x="18598" y="6262"/>
                      <a:pt x="19320" y="6262"/>
                    </a:cubicBezTo>
                    <a:cubicBezTo>
                      <a:pt x="22209" y="6262"/>
                      <a:pt x="24376" y="8431"/>
                      <a:pt x="24376" y="10239"/>
                    </a:cubicBezTo>
                    <a:cubicBezTo>
                      <a:pt x="24376" y="11324"/>
                      <a:pt x="23654" y="14578"/>
                      <a:pt x="22209" y="19279"/>
                    </a:cubicBezTo>
                    <a:lnTo>
                      <a:pt x="182" y="93047"/>
                    </a:lnTo>
                    <a:lnTo>
                      <a:pt x="15348" y="93047"/>
                    </a:lnTo>
                    <a:lnTo>
                      <a:pt x="22209" y="69181"/>
                    </a:lnTo>
                    <a:cubicBezTo>
                      <a:pt x="25459" y="57609"/>
                      <a:pt x="30876" y="47846"/>
                      <a:pt x="41347" y="34467"/>
                    </a:cubicBezTo>
                    <a:cubicBezTo>
                      <a:pt x="53625" y="19279"/>
                      <a:pt x="61208" y="12770"/>
                      <a:pt x="67346" y="12770"/>
                    </a:cubicBezTo>
                    <a:cubicBezTo>
                      <a:pt x="70235" y="12770"/>
                      <a:pt x="72763" y="15302"/>
                      <a:pt x="72763" y="18556"/>
                    </a:cubicBezTo>
                    <a:cubicBezTo>
                      <a:pt x="72763" y="21087"/>
                      <a:pt x="72041" y="25065"/>
                      <a:pt x="70957" y="28319"/>
                    </a:cubicBezTo>
                    <a:lnTo>
                      <a:pt x="54708" y="80752"/>
                    </a:lnTo>
                    <a:cubicBezTo>
                      <a:pt x="53986" y="82922"/>
                      <a:pt x="53625" y="85453"/>
                      <a:pt x="53625" y="86899"/>
                    </a:cubicBezTo>
                    <a:cubicBezTo>
                      <a:pt x="53625" y="91962"/>
                      <a:pt x="57235" y="95216"/>
                      <a:pt x="62291" y="95216"/>
                    </a:cubicBezTo>
                    <a:cubicBezTo>
                      <a:pt x="70235" y="95216"/>
                      <a:pt x="79262" y="88707"/>
                      <a:pt x="89012" y="75690"/>
                    </a:cubicBezTo>
                    <a:lnTo>
                      <a:pt x="87207" y="73520"/>
                    </a:lnTo>
                    <a:cubicBezTo>
                      <a:pt x="81429" y="80752"/>
                      <a:pt x="76012" y="85453"/>
                      <a:pt x="73124" y="85453"/>
                    </a:cubicBezTo>
                    <a:cubicBezTo>
                      <a:pt x="71679" y="85453"/>
                      <a:pt x="70235" y="84006"/>
                      <a:pt x="70235" y="82560"/>
                    </a:cubicBezTo>
                    <a:cubicBezTo>
                      <a:pt x="70235" y="81475"/>
                      <a:pt x="70596" y="80029"/>
                      <a:pt x="71318" y="78221"/>
                    </a:cubicBezTo>
                    <a:lnTo>
                      <a:pt x="86123" y="26150"/>
                    </a:lnTo>
                    <a:cubicBezTo>
                      <a:pt x="87207" y="22172"/>
                      <a:pt x="87929" y="18194"/>
                      <a:pt x="87929" y="14217"/>
                    </a:cubicBezTo>
                    <a:cubicBezTo>
                      <a:pt x="87929" y="5900"/>
                      <a:pt x="83596" y="837"/>
                      <a:pt x="76374" y="837"/>
                    </a:cubicBezTo>
                    <a:cubicBezTo>
                      <a:pt x="64096" y="837"/>
                      <a:pt x="50736" y="13132"/>
                      <a:pt x="29431" y="43868"/>
                    </a:cubicBezTo>
                    <a:close/>
                  </a:path>
                </a:pathLst>
              </a:custGeom>
              <a:grpFill/>
              <a:ln w="3175" cap="flat">
                <a:solidFill>
                  <a:schemeClr val="tx1"/>
                </a:solidFill>
                <a:prstDash val="solid"/>
                <a:miter/>
              </a:ln>
            </p:spPr>
            <p:txBody>
              <a:bodyPr rtlCol="0" anchor="ctr"/>
              <a:lstStyle/>
              <a:p>
                <a:endParaRPr lang="zh-CN" altLang="en-US"/>
              </a:p>
            </p:txBody>
          </p:sp>
          <p:sp>
            <p:nvSpPr>
              <p:cNvPr id="435" name="任意多边形: 形状 434"/>
              <p:cNvSpPr/>
              <p:nvPr/>
            </p:nvSpPr>
            <p:spPr>
              <a:xfrm>
                <a:off x="6969080" y="5131119"/>
                <a:ext cx="69691" cy="95463"/>
              </a:xfrm>
              <a:custGeom>
                <a:avLst/>
                <a:gdLst>
                  <a:gd name="connsiteX0" fmla="*/ 69878 w 69691"/>
                  <a:gd name="connsiteY0" fmla="*/ 837 h 95463"/>
                  <a:gd name="connsiteX1" fmla="*/ 66990 w 69691"/>
                  <a:gd name="connsiteY1" fmla="*/ 837 h 95463"/>
                  <a:gd name="connsiteX2" fmla="*/ 60851 w 69691"/>
                  <a:gd name="connsiteY2" fmla="*/ 5538 h 95463"/>
                  <a:gd name="connsiteX3" fmla="*/ 57240 w 69691"/>
                  <a:gd name="connsiteY3" fmla="*/ 4453 h 95463"/>
                  <a:gd name="connsiteX4" fmla="*/ 42435 w 69691"/>
                  <a:gd name="connsiteY4" fmla="*/ 114 h 95463"/>
                  <a:gd name="connsiteX5" fmla="*/ 19325 w 69691"/>
                  <a:gd name="connsiteY5" fmla="*/ 23619 h 95463"/>
                  <a:gd name="connsiteX6" fmla="*/ 33047 w 69691"/>
                  <a:gd name="connsiteY6" fmla="*/ 51101 h 95463"/>
                  <a:gd name="connsiteX7" fmla="*/ 44963 w 69691"/>
                  <a:gd name="connsiteY7" fmla="*/ 73520 h 95463"/>
                  <a:gd name="connsiteX8" fmla="*/ 27991 w 69691"/>
                  <a:gd name="connsiteY8" fmla="*/ 90877 h 95463"/>
                  <a:gd name="connsiteX9" fmla="*/ 9214 w 69691"/>
                  <a:gd name="connsiteY9" fmla="*/ 63757 h 95463"/>
                  <a:gd name="connsiteX10" fmla="*/ 5964 w 69691"/>
                  <a:gd name="connsiteY10" fmla="*/ 63757 h 95463"/>
                  <a:gd name="connsiteX11" fmla="*/ 187 w 69691"/>
                  <a:gd name="connsiteY11" fmla="*/ 95578 h 95463"/>
                  <a:gd name="connsiteX12" fmla="*/ 4159 w 69691"/>
                  <a:gd name="connsiteY12" fmla="*/ 95578 h 95463"/>
                  <a:gd name="connsiteX13" fmla="*/ 9936 w 69691"/>
                  <a:gd name="connsiteY13" fmla="*/ 91239 h 95463"/>
                  <a:gd name="connsiteX14" fmla="*/ 13908 w 69691"/>
                  <a:gd name="connsiteY14" fmla="*/ 92323 h 95463"/>
                  <a:gd name="connsiteX15" fmla="*/ 30880 w 69691"/>
                  <a:gd name="connsiteY15" fmla="*/ 95578 h 95463"/>
                  <a:gd name="connsiteX16" fmla="*/ 59046 w 69691"/>
                  <a:gd name="connsiteY16" fmla="*/ 68819 h 95463"/>
                  <a:gd name="connsiteX17" fmla="*/ 44240 w 69691"/>
                  <a:gd name="connsiteY17" fmla="*/ 39891 h 95463"/>
                  <a:gd name="connsiteX18" fmla="*/ 32324 w 69691"/>
                  <a:gd name="connsiteY18" fmla="*/ 18194 h 95463"/>
                  <a:gd name="connsiteX19" fmla="*/ 44240 w 69691"/>
                  <a:gd name="connsiteY19" fmla="*/ 5900 h 95463"/>
                  <a:gd name="connsiteX20" fmla="*/ 61573 w 69691"/>
                  <a:gd name="connsiteY20" fmla="*/ 26511 h 95463"/>
                  <a:gd name="connsiteX21" fmla="*/ 61573 w 69691"/>
                  <a:gd name="connsiteY21" fmla="*/ 30851 h 95463"/>
                  <a:gd name="connsiteX22" fmla="*/ 64823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878" y="837"/>
                    </a:moveTo>
                    <a:lnTo>
                      <a:pt x="66990" y="837"/>
                    </a:lnTo>
                    <a:cubicBezTo>
                      <a:pt x="64823" y="4092"/>
                      <a:pt x="63017" y="5538"/>
                      <a:pt x="60851" y="5538"/>
                    </a:cubicBezTo>
                    <a:cubicBezTo>
                      <a:pt x="60129" y="5538"/>
                      <a:pt x="58684" y="5177"/>
                      <a:pt x="57240" y="4453"/>
                    </a:cubicBezTo>
                    <a:cubicBezTo>
                      <a:pt x="52185" y="1561"/>
                      <a:pt x="47129" y="114"/>
                      <a:pt x="42435" y="114"/>
                    </a:cubicBezTo>
                    <a:cubicBezTo>
                      <a:pt x="29797" y="114"/>
                      <a:pt x="19325" y="10601"/>
                      <a:pt x="19325" y="23619"/>
                    </a:cubicBezTo>
                    <a:cubicBezTo>
                      <a:pt x="19325" y="32659"/>
                      <a:pt x="22214" y="38083"/>
                      <a:pt x="33047" y="51101"/>
                    </a:cubicBezTo>
                    <a:cubicBezTo>
                      <a:pt x="41352" y="60864"/>
                      <a:pt x="44963" y="67373"/>
                      <a:pt x="44963" y="73520"/>
                    </a:cubicBezTo>
                    <a:cubicBezTo>
                      <a:pt x="44963" y="82922"/>
                      <a:pt x="37019" y="90877"/>
                      <a:pt x="27991" y="90877"/>
                    </a:cubicBezTo>
                    <a:cubicBezTo>
                      <a:pt x="17158" y="90877"/>
                      <a:pt x="9575" y="80029"/>
                      <a:pt x="9214" y="63757"/>
                    </a:cubicBezTo>
                    <a:lnTo>
                      <a:pt x="5964" y="63757"/>
                    </a:lnTo>
                    <a:lnTo>
                      <a:pt x="187" y="95578"/>
                    </a:lnTo>
                    <a:lnTo>
                      <a:pt x="4159" y="95578"/>
                    </a:lnTo>
                    <a:cubicBezTo>
                      <a:pt x="5603" y="92323"/>
                      <a:pt x="7409" y="91239"/>
                      <a:pt x="9936" y="91239"/>
                    </a:cubicBezTo>
                    <a:cubicBezTo>
                      <a:pt x="11020" y="91239"/>
                      <a:pt x="12464" y="91600"/>
                      <a:pt x="13908" y="92323"/>
                    </a:cubicBezTo>
                    <a:cubicBezTo>
                      <a:pt x="23658" y="95216"/>
                      <a:pt x="25825" y="95578"/>
                      <a:pt x="30880" y="95578"/>
                    </a:cubicBezTo>
                    <a:cubicBezTo>
                      <a:pt x="46407" y="95578"/>
                      <a:pt x="59046" y="83645"/>
                      <a:pt x="59046" y="68819"/>
                    </a:cubicBezTo>
                    <a:cubicBezTo>
                      <a:pt x="59046" y="59779"/>
                      <a:pt x="55435" y="53270"/>
                      <a:pt x="44240" y="39891"/>
                    </a:cubicBezTo>
                    <a:cubicBezTo>
                      <a:pt x="34491" y="28319"/>
                      <a:pt x="32324" y="23980"/>
                      <a:pt x="32324" y="18194"/>
                    </a:cubicBezTo>
                    <a:cubicBezTo>
                      <a:pt x="32324" y="11324"/>
                      <a:pt x="37380" y="5900"/>
                      <a:pt x="44240" y="5900"/>
                    </a:cubicBezTo>
                    <a:cubicBezTo>
                      <a:pt x="53990" y="5900"/>
                      <a:pt x="61573" y="14578"/>
                      <a:pt x="61573" y="26511"/>
                    </a:cubicBezTo>
                    <a:cubicBezTo>
                      <a:pt x="61573" y="27596"/>
                      <a:pt x="61573" y="29043"/>
                      <a:pt x="61573" y="30851"/>
                    </a:cubicBezTo>
                    <a:lnTo>
                      <a:pt x="64823" y="30851"/>
                    </a:lnTo>
                    <a:close/>
                  </a:path>
                </a:pathLst>
              </a:custGeom>
              <a:grpFill/>
              <a:ln w="3175" cap="flat">
                <a:solidFill>
                  <a:schemeClr val="tx1"/>
                </a:solidFill>
                <a:prstDash val="solid"/>
                <a:miter/>
              </a:ln>
            </p:spPr>
            <p:txBody>
              <a:bodyPr rtlCol="0" anchor="ctr"/>
              <a:lstStyle/>
              <a:p>
                <a:endParaRPr lang="zh-CN" altLang="en-US"/>
              </a:p>
            </p:txBody>
          </p:sp>
        </p:grpSp>
        <p:grpSp>
          <p:nvGrpSpPr>
            <p:cNvPr id="274" name="Graphic 2"/>
            <p:cNvGrpSpPr/>
            <p:nvPr/>
          </p:nvGrpSpPr>
          <p:grpSpPr>
            <a:xfrm>
              <a:off x="6992549" y="6141779"/>
              <a:ext cx="114904" cy="121578"/>
              <a:chOff x="7048977" y="5110508"/>
              <a:chExt cx="123266" cy="116074"/>
            </a:xfrm>
            <a:solidFill>
              <a:schemeClr val="tx1"/>
            </a:solidFill>
          </p:grpSpPr>
          <p:sp>
            <p:nvSpPr>
              <p:cNvPr id="431" name="任意多边形: 形状 430"/>
              <p:cNvSpPr/>
              <p:nvPr/>
            </p:nvSpPr>
            <p:spPr>
              <a:xfrm>
                <a:off x="7048977" y="5110508"/>
                <a:ext cx="50914" cy="116074"/>
              </a:xfrm>
              <a:custGeom>
                <a:avLst/>
                <a:gdLst>
                  <a:gd name="connsiteX0" fmla="*/ 35577 w 50914"/>
                  <a:gd name="connsiteY0" fmla="*/ 29404 h 116074"/>
                  <a:gd name="connsiteX1" fmla="*/ 49299 w 50914"/>
                  <a:gd name="connsiteY1" fmla="*/ 29404 h 116074"/>
                  <a:gd name="connsiteX2" fmla="*/ 51104 w 50914"/>
                  <a:gd name="connsiteY2" fmla="*/ 22895 h 116074"/>
                  <a:gd name="connsiteX3" fmla="*/ 37383 w 50914"/>
                  <a:gd name="connsiteY3" fmla="*/ 22895 h 116074"/>
                  <a:gd name="connsiteX4" fmla="*/ 44244 w 50914"/>
                  <a:gd name="connsiteY4" fmla="*/ 114 h 116074"/>
                  <a:gd name="connsiteX5" fmla="*/ 39188 w 50914"/>
                  <a:gd name="connsiteY5" fmla="*/ 114 h 116074"/>
                  <a:gd name="connsiteX6" fmla="*/ 8134 w 50914"/>
                  <a:gd name="connsiteY6" fmla="*/ 22895 h 116074"/>
                  <a:gd name="connsiteX7" fmla="*/ 6328 w 50914"/>
                  <a:gd name="connsiteY7" fmla="*/ 29404 h 116074"/>
                  <a:gd name="connsiteX8" fmla="*/ 20772 w 50914"/>
                  <a:gd name="connsiteY8" fmla="*/ 29404 h 116074"/>
                  <a:gd name="connsiteX9" fmla="*/ 2717 w 50914"/>
                  <a:gd name="connsiteY9" fmla="*/ 92323 h 116074"/>
                  <a:gd name="connsiteX10" fmla="*/ 190 w 50914"/>
                  <a:gd name="connsiteY10" fmla="*/ 106064 h 116074"/>
                  <a:gd name="connsiteX11" fmla="*/ 10300 w 50914"/>
                  <a:gd name="connsiteY11" fmla="*/ 116189 h 116074"/>
                  <a:gd name="connsiteX12" fmla="*/ 36299 w 50914"/>
                  <a:gd name="connsiteY12" fmla="*/ 95216 h 116074"/>
                  <a:gd name="connsiteX13" fmla="*/ 34133 w 50914"/>
                  <a:gd name="connsiteY13" fmla="*/ 92323 h 116074"/>
                  <a:gd name="connsiteX14" fmla="*/ 18606 w 50914"/>
                  <a:gd name="connsiteY14" fmla="*/ 106426 h 116074"/>
                  <a:gd name="connsiteX15" fmla="*/ 15356 w 50914"/>
                  <a:gd name="connsiteY15" fmla="*/ 103171 h 116074"/>
                  <a:gd name="connsiteX16" fmla="*/ 17161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77" y="29404"/>
                    </a:moveTo>
                    <a:lnTo>
                      <a:pt x="49299" y="29404"/>
                    </a:lnTo>
                    <a:lnTo>
                      <a:pt x="51104" y="22895"/>
                    </a:lnTo>
                    <a:lnTo>
                      <a:pt x="37383" y="22895"/>
                    </a:lnTo>
                    <a:lnTo>
                      <a:pt x="44244" y="114"/>
                    </a:lnTo>
                    <a:lnTo>
                      <a:pt x="39188" y="114"/>
                    </a:lnTo>
                    <a:cubicBezTo>
                      <a:pt x="27994" y="14578"/>
                      <a:pt x="20411" y="20364"/>
                      <a:pt x="8134" y="22895"/>
                    </a:cubicBezTo>
                    <a:lnTo>
                      <a:pt x="6328" y="29404"/>
                    </a:lnTo>
                    <a:lnTo>
                      <a:pt x="20772" y="29404"/>
                    </a:lnTo>
                    <a:lnTo>
                      <a:pt x="2717" y="92323"/>
                    </a:lnTo>
                    <a:cubicBezTo>
                      <a:pt x="912" y="97386"/>
                      <a:pt x="190" y="103171"/>
                      <a:pt x="190" y="106064"/>
                    </a:cubicBezTo>
                    <a:cubicBezTo>
                      <a:pt x="190" y="112211"/>
                      <a:pt x="4162" y="116189"/>
                      <a:pt x="10300" y="116189"/>
                    </a:cubicBezTo>
                    <a:cubicBezTo>
                      <a:pt x="18245" y="116189"/>
                      <a:pt x="26550" y="109680"/>
                      <a:pt x="36299" y="95216"/>
                    </a:cubicBezTo>
                    <a:lnTo>
                      <a:pt x="34133" y="92323"/>
                    </a:lnTo>
                    <a:cubicBezTo>
                      <a:pt x="27994" y="100640"/>
                      <a:pt x="21856" y="106426"/>
                      <a:pt x="18606" y="106426"/>
                    </a:cubicBezTo>
                    <a:cubicBezTo>
                      <a:pt x="16800" y="106426"/>
                      <a:pt x="15356" y="104979"/>
                      <a:pt x="15356" y="103171"/>
                    </a:cubicBezTo>
                    <a:cubicBezTo>
                      <a:pt x="15356" y="102087"/>
                      <a:pt x="15356" y="102087"/>
                      <a:pt x="17161" y="93770"/>
                    </a:cubicBezTo>
                    <a:close/>
                  </a:path>
                </a:pathLst>
              </a:custGeom>
              <a:grpFill/>
              <a:ln w="3175" cap="flat">
                <a:solidFill>
                  <a:schemeClr val="tx1"/>
                </a:solidFill>
                <a:prstDash val="solid"/>
                <a:miter/>
              </a:ln>
            </p:spPr>
            <p:txBody>
              <a:bodyPr rtlCol="0" anchor="ctr"/>
              <a:lstStyle/>
              <a:p>
                <a:endParaRPr lang="zh-CN" altLang="en-US"/>
              </a:p>
            </p:txBody>
          </p:sp>
          <p:sp>
            <p:nvSpPr>
              <p:cNvPr id="432" name="任意多边形: 形状 431"/>
              <p:cNvSpPr/>
              <p:nvPr/>
            </p:nvSpPr>
            <p:spPr>
              <a:xfrm>
                <a:off x="7100747" y="5130035"/>
                <a:ext cx="71497" cy="94017"/>
              </a:xfrm>
              <a:custGeom>
                <a:avLst/>
                <a:gdLst>
                  <a:gd name="connsiteX0" fmla="*/ 41718 w 71497"/>
                  <a:gd name="connsiteY0" fmla="*/ 476 h 94017"/>
                  <a:gd name="connsiteX1" fmla="*/ 12108 w 71497"/>
                  <a:gd name="connsiteY1" fmla="*/ 4092 h 94017"/>
                  <a:gd name="connsiteX2" fmla="*/ 10664 w 71497"/>
                  <a:gd name="connsiteY2" fmla="*/ 8431 h 94017"/>
                  <a:gd name="connsiteX3" fmla="*/ 15719 w 71497"/>
                  <a:gd name="connsiteY3" fmla="*/ 7708 h 94017"/>
                  <a:gd name="connsiteX4" fmla="*/ 18969 w 71497"/>
                  <a:gd name="connsiteY4" fmla="*/ 7346 h 94017"/>
                  <a:gd name="connsiteX5" fmla="*/ 23663 w 71497"/>
                  <a:gd name="connsiteY5" fmla="*/ 11324 h 94017"/>
                  <a:gd name="connsiteX6" fmla="*/ 21497 w 71497"/>
                  <a:gd name="connsiteY6" fmla="*/ 20364 h 94017"/>
                  <a:gd name="connsiteX7" fmla="*/ 192 w 71497"/>
                  <a:gd name="connsiteY7" fmla="*/ 94131 h 94017"/>
                  <a:gd name="connsiteX8" fmla="*/ 16442 w 71497"/>
                  <a:gd name="connsiteY8" fmla="*/ 94131 h 94017"/>
                  <a:gd name="connsiteX9" fmla="*/ 39552 w 71497"/>
                  <a:gd name="connsiteY9" fmla="*/ 35551 h 94017"/>
                  <a:gd name="connsiteX10" fmla="*/ 53273 w 71497"/>
                  <a:gd name="connsiteY10" fmla="*/ 16748 h 94017"/>
                  <a:gd name="connsiteX11" fmla="*/ 54718 w 71497"/>
                  <a:gd name="connsiteY11" fmla="*/ 20002 h 94017"/>
                  <a:gd name="connsiteX12" fmla="*/ 61217 w 71497"/>
                  <a:gd name="connsiteY12" fmla="*/ 25427 h 94017"/>
                  <a:gd name="connsiteX13" fmla="*/ 71689 w 71497"/>
                  <a:gd name="connsiteY13" fmla="*/ 11324 h 94017"/>
                  <a:gd name="connsiteX14" fmla="*/ 63384 w 71497"/>
                  <a:gd name="connsiteY14" fmla="*/ 114 h 94017"/>
                  <a:gd name="connsiteX15" fmla="*/ 28719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18" y="476"/>
                    </a:moveTo>
                    <a:cubicBezTo>
                      <a:pt x="28719" y="2645"/>
                      <a:pt x="26552" y="2645"/>
                      <a:pt x="12108" y="4092"/>
                    </a:cubicBezTo>
                    <a:lnTo>
                      <a:pt x="10664" y="8431"/>
                    </a:lnTo>
                    <a:cubicBezTo>
                      <a:pt x="12831" y="8070"/>
                      <a:pt x="14997" y="7708"/>
                      <a:pt x="15719" y="7708"/>
                    </a:cubicBezTo>
                    <a:cubicBezTo>
                      <a:pt x="16803" y="7346"/>
                      <a:pt x="18247" y="7346"/>
                      <a:pt x="18969" y="7346"/>
                    </a:cubicBezTo>
                    <a:cubicBezTo>
                      <a:pt x="21136" y="7346"/>
                      <a:pt x="23663" y="9154"/>
                      <a:pt x="23663" y="11324"/>
                    </a:cubicBezTo>
                    <a:cubicBezTo>
                      <a:pt x="23663" y="12409"/>
                      <a:pt x="22580" y="15663"/>
                      <a:pt x="21497" y="20364"/>
                    </a:cubicBezTo>
                    <a:lnTo>
                      <a:pt x="192" y="94131"/>
                    </a:lnTo>
                    <a:lnTo>
                      <a:pt x="16442" y="94131"/>
                    </a:lnTo>
                    <a:cubicBezTo>
                      <a:pt x="20775" y="76774"/>
                      <a:pt x="28719" y="56163"/>
                      <a:pt x="39552" y="35551"/>
                    </a:cubicBezTo>
                    <a:cubicBezTo>
                      <a:pt x="43885" y="27234"/>
                      <a:pt x="51468" y="16748"/>
                      <a:pt x="53273" y="16748"/>
                    </a:cubicBezTo>
                    <a:cubicBezTo>
                      <a:pt x="53996" y="16748"/>
                      <a:pt x="54357" y="17833"/>
                      <a:pt x="54718" y="20002"/>
                    </a:cubicBezTo>
                    <a:cubicBezTo>
                      <a:pt x="55079" y="23618"/>
                      <a:pt x="57606" y="25427"/>
                      <a:pt x="61217" y="25427"/>
                    </a:cubicBezTo>
                    <a:cubicBezTo>
                      <a:pt x="66634" y="25427"/>
                      <a:pt x="71689" y="18556"/>
                      <a:pt x="71689" y="11324"/>
                    </a:cubicBezTo>
                    <a:cubicBezTo>
                      <a:pt x="71689" y="4815"/>
                      <a:pt x="68439" y="114"/>
                      <a:pt x="63384" y="114"/>
                    </a:cubicBezTo>
                    <a:cubicBezTo>
                      <a:pt x="54357" y="114"/>
                      <a:pt x="40996" y="17833"/>
                      <a:pt x="28719" y="45315"/>
                    </a:cubicBezTo>
                    <a:close/>
                  </a:path>
                </a:pathLst>
              </a:custGeom>
              <a:grpFill/>
              <a:ln w="3175" cap="flat">
                <a:solidFill>
                  <a:schemeClr val="tx1"/>
                </a:solidFill>
                <a:prstDash val="solid"/>
                <a:miter/>
              </a:ln>
            </p:spPr>
            <p:txBody>
              <a:bodyPr rtlCol="0" anchor="ctr"/>
              <a:lstStyle/>
              <a:p>
                <a:endParaRPr lang="zh-CN" altLang="en-US"/>
              </a:p>
            </p:txBody>
          </p:sp>
        </p:grpSp>
        <p:grpSp>
          <p:nvGrpSpPr>
            <p:cNvPr id="275" name="Graphic 2"/>
            <p:cNvGrpSpPr/>
            <p:nvPr/>
          </p:nvGrpSpPr>
          <p:grpSpPr>
            <a:xfrm>
              <a:off x="7112665" y="6141779"/>
              <a:ext cx="218169" cy="121957"/>
              <a:chOff x="7177834" y="5110508"/>
              <a:chExt cx="234045" cy="116436"/>
            </a:xfrm>
            <a:solidFill>
              <a:schemeClr val="tx1"/>
            </a:solidFill>
          </p:grpSpPr>
          <p:sp>
            <p:nvSpPr>
              <p:cNvPr id="428" name="任意多边形: 形状 427"/>
              <p:cNvSpPr/>
              <p:nvPr/>
            </p:nvSpPr>
            <p:spPr>
              <a:xfrm>
                <a:off x="7177834" y="5131842"/>
                <a:ext cx="89190" cy="95101"/>
              </a:xfrm>
              <a:custGeom>
                <a:avLst/>
                <a:gdLst>
                  <a:gd name="connsiteX0" fmla="*/ 89386 w 89190"/>
                  <a:gd name="connsiteY0" fmla="*/ 2284 h 95101"/>
                  <a:gd name="connsiteX1" fmla="*/ 73859 w 89190"/>
                  <a:gd name="connsiteY1" fmla="*/ 2284 h 95101"/>
                  <a:gd name="connsiteX2" fmla="*/ 69165 w 89190"/>
                  <a:gd name="connsiteY2" fmla="*/ 19641 h 95101"/>
                  <a:gd name="connsiteX3" fmla="*/ 48221 w 89190"/>
                  <a:gd name="connsiteY3" fmla="*/ 61949 h 95101"/>
                  <a:gd name="connsiteX4" fmla="*/ 24389 w 89190"/>
                  <a:gd name="connsiteY4" fmla="*/ 83283 h 95101"/>
                  <a:gd name="connsiteX5" fmla="*/ 17889 w 89190"/>
                  <a:gd name="connsiteY5" fmla="*/ 77136 h 95101"/>
                  <a:gd name="connsiteX6" fmla="*/ 19334 w 89190"/>
                  <a:gd name="connsiteY6" fmla="*/ 69181 h 95101"/>
                  <a:gd name="connsiteX7" fmla="*/ 34500 w 89190"/>
                  <a:gd name="connsiteY7" fmla="*/ 16025 h 95101"/>
                  <a:gd name="connsiteX8" fmla="*/ 35583 w 89190"/>
                  <a:gd name="connsiteY8" fmla="*/ 8070 h 95101"/>
                  <a:gd name="connsiteX9" fmla="*/ 27278 w 89190"/>
                  <a:gd name="connsiteY9" fmla="*/ 114 h 95101"/>
                  <a:gd name="connsiteX10" fmla="*/ 195 w 89190"/>
                  <a:gd name="connsiteY10" fmla="*/ 21087 h 95101"/>
                  <a:gd name="connsiteX11" fmla="*/ 2362 w 89190"/>
                  <a:gd name="connsiteY11" fmla="*/ 23257 h 95101"/>
                  <a:gd name="connsiteX12" fmla="*/ 5251 w 89190"/>
                  <a:gd name="connsiteY12" fmla="*/ 20003 h 95101"/>
                  <a:gd name="connsiteX13" fmla="*/ 16445 w 89190"/>
                  <a:gd name="connsiteY13" fmla="*/ 10962 h 95101"/>
                  <a:gd name="connsiteX14" fmla="*/ 20056 w 89190"/>
                  <a:gd name="connsiteY14" fmla="*/ 14217 h 95101"/>
                  <a:gd name="connsiteX15" fmla="*/ 19334 w 89190"/>
                  <a:gd name="connsiteY15" fmla="*/ 18556 h 95101"/>
                  <a:gd name="connsiteX16" fmla="*/ 3445 w 89190"/>
                  <a:gd name="connsiteY16" fmla="*/ 73882 h 95101"/>
                  <a:gd name="connsiteX17" fmla="*/ 2362 w 89190"/>
                  <a:gd name="connsiteY17" fmla="*/ 80752 h 95101"/>
                  <a:gd name="connsiteX18" fmla="*/ 13195 w 89190"/>
                  <a:gd name="connsiteY18" fmla="*/ 95216 h 95101"/>
                  <a:gd name="connsiteX19" fmla="*/ 35222 w 89190"/>
                  <a:gd name="connsiteY19" fmla="*/ 83283 h 95101"/>
                  <a:gd name="connsiteX20" fmla="*/ 60137 w 89190"/>
                  <a:gd name="connsiteY20" fmla="*/ 50739 h 95101"/>
                  <a:gd name="connsiteX21" fmla="*/ 52193 w 89190"/>
                  <a:gd name="connsiteY21" fmla="*/ 77859 h 95101"/>
                  <a:gd name="connsiteX22" fmla="*/ 50388 w 89190"/>
                  <a:gd name="connsiteY22" fmla="*/ 87623 h 95101"/>
                  <a:gd name="connsiteX23" fmla="*/ 58332 w 89190"/>
                  <a:gd name="connsiteY23" fmla="*/ 94855 h 95101"/>
                  <a:gd name="connsiteX24" fmla="*/ 84692 w 89190"/>
                  <a:gd name="connsiteY24" fmla="*/ 76774 h 95101"/>
                  <a:gd name="connsiteX25" fmla="*/ 82887 w 89190"/>
                  <a:gd name="connsiteY25" fmla="*/ 73882 h 95101"/>
                  <a:gd name="connsiteX26" fmla="*/ 69526 w 89190"/>
                  <a:gd name="connsiteY26" fmla="*/ 84730 h 95101"/>
                  <a:gd name="connsiteX27" fmla="*/ 66998 w 89190"/>
                  <a:gd name="connsiteY27" fmla="*/ 82198 h 95101"/>
                  <a:gd name="connsiteX28" fmla="*/ 67359 w 89190"/>
                  <a:gd name="connsiteY28" fmla="*/ 80390 h 95101"/>
                  <a:gd name="connsiteX29" fmla="*/ 68443 w 89190"/>
                  <a:gd name="connsiteY29" fmla="*/ 75328 h 95101"/>
                  <a:gd name="connsiteX30" fmla="*/ 69526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386" y="2284"/>
                    </a:moveTo>
                    <a:lnTo>
                      <a:pt x="73859" y="2284"/>
                    </a:lnTo>
                    <a:lnTo>
                      <a:pt x="69165" y="19641"/>
                    </a:lnTo>
                    <a:cubicBezTo>
                      <a:pt x="63026" y="39891"/>
                      <a:pt x="60860" y="44953"/>
                      <a:pt x="48221" y="61949"/>
                    </a:cubicBezTo>
                    <a:cubicBezTo>
                      <a:pt x="38472" y="75690"/>
                      <a:pt x="29805" y="83283"/>
                      <a:pt x="24389" y="83283"/>
                    </a:cubicBezTo>
                    <a:cubicBezTo>
                      <a:pt x="20056" y="83283"/>
                      <a:pt x="17889" y="81114"/>
                      <a:pt x="17889" y="77136"/>
                    </a:cubicBezTo>
                    <a:cubicBezTo>
                      <a:pt x="17889" y="75328"/>
                      <a:pt x="18250" y="72797"/>
                      <a:pt x="19334" y="69181"/>
                    </a:cubicBezTo>
                    <a:lnTo>
                      <a:pt x="34500" y="16025"/>
                    </a:lnTo>
                    <a:cubicBezTo>
                      <a:pt x="35222" y="13855"/>
                      <a:pt x="35583" y="9878"/>
                      <a:pt x="35583" y="8070"/>
                    </a:cubicBezTo>
                    <a:cubicBezTo>
                      <a:pt x="35583" y="3369"/>
                      <a:pt x="32333" y="114"/>
                      <a:pt x="27278" y="114"/>
                    </a:cubicBezTo>
                    <a:cubicBezTo>
                      <a:pt x="19334" y="114"/>
                      <a:pt x="13556" y="4815"/>
                      <a:pt x="195" y="21087"/>
                    </a:cubicBezTo>
                    <a:lnTo>
                      <a:pt x="2362" y="23257"/>
                    </a:lnTo>
                    <a:lnTo>
                      <a:pt x="5251" y="20003"/>
                    </a:lnTo>
                    <a:cubicBezTo>
                      <a:pt x="11750" y="12409"/>
                      <a:pt x="13556" y="10962"/>
                      <a:pt x="16445" y="10962"/>
                    </a:cubicBezTo>
                    <a:cubicBezTo>
                      <a:pt x="18250" y="10962"/>
                      <a:pt x="20056" y="12409"/>
                      <a:pt x="20056" y="14217"/>
                    </a:cubicBezTo>
                    <a:cubicBezTo>
                      <a:pt x="20056" y="15302"/>
                      <a:pt x="19695" y="16748"/>
                      <a:pt x="19334" y="18556"/>
                    </a:cubicBezTo>
                    <a:lnTo>
                      <a:pt x="3445" y="73882"/>
                    </a:lnTo>
                    <a:cubicBezTo>
                      <a:pt x="2723" y="76051"/>
                      <a:pt x="2362" y="78221"/>
                      <a:pt x="2362" y="80752"/>
                    </a:cubicBezTo>
                    <a:cubicBezTo>
                      <a:pt x="2362" y="89792"/>
                      <a:pt x="6695" y="95216"/>
                      <a:pt x="13195" y="95216"/>
                    </a:cubicBezTo>
                    <a:cubicBezTo>
                      <a:pt x="19334" y="95216"/>
                      <a:pt x="26556" y="91239"/>
                      <a:pt x="35222" y="83283"/>
                    </a:cubicBezTo>
                    <a:cubicBezTo>
                      <a:pt x="42805" y="75690"/>
                      <a:pt x="48943" y="68096"/>
                      <a:pt x="60137" y="50739"/>
                    </a:cubicBezTo>
                    <a:lnTo>
                      <a:pt x="52193" y="77859"/>
                    </a:lnTo>
                    <a:cubicBezTo>
                      <a:pt x="51110" y="81837"/>
                      <a:pt x="50388" y="85091"/>
                      <a:pt x="50388" y="87623"/>
                    </a:cubicBezTo>
                    <a:cubicBezTo>
                      <a:pt x="50388" y="91600"/>
                      <a:pt x="53638" y="94855"/>
                      <a:pt x="58332" y="94855"/>
                    </a:cubicBezTo>
                    <a:cubicBezTo>
                      <a:pt x="65915" y="94855"/>
                      <a:pt x="76026" y="87984"/>
                      <a:pt x="84692" y="76774"/>
                    </a:cubicBezTo>
                    <a:lnTo>
                      <a:pt x="82887" y="73882"/>
                    </a:lnTo>
                    <a:cubicBezTo>
                      <a:pt x="76748" y="81114"/>
                      <a:pt x="72415" y="84730"/>
                      <a:pt x="69526" y="84730"/>
                    </a:cubicBezTo>
                    <a:cubicBezTo>
                      <a:pt x="68081" y="84730"/>
                      <a:pt x="66998" y="83645"/>
                      <a:pt x="66998" y="82198"/>
                    </a:cubicBezTo>
                    <a:cubicBezTo>
                      <a:pt x="66998" y="81837"/>
                      <a:pt x="66998" y="81114"/>
                      <a:pt x="67359" y="80390"/>
                    </a:cubicBezTo>
                    <a:cubicBezTo>
                      <a:pt x="67359" y="80029"/>
                      <a:pt x="67720" y="78221"/>
                      <a:pt x="68443" y="75328"/>
                    </a:cubicBezTo>
                    <a:cubicBezTo>
                      <a:pt x="68804" y="74243"/>
                      <a:pt x="69165" y="72435"/>
                      <a:pt x="69526" y="70627"/>
                    </a:cubicBezTo>
                    <a:close/>
                  </a:path>
                </a:pathLst>
              </a:custGeom>
              <a:grpFill/>
              <a:ln w="3175" cap="flat">
                <a:solidFill>
                  <a:schemeClr val="tx1"/>
                </a:solidFill>
                <a:prstDash val="solid"/>
                <a:miter/>
              </a:ln>
            </p:spPr>
            <p:txBody>
              <a:bodyPr rtlCol="0" anchor="ctr"/>
              <a:lstStyle/>
              <a:p>
                <a:endParaRPr lang="zh-CN" altLang="en-US"/>
              </a:p>
            </p:txBody>
          </p:sp>
          <p:sp>
            <p:nvSpPr>
              <p:cNvPr id="429" name="任意多边形: 形状 428"/>
              <p:cNvSpPr/>
              <p:nvPr/>
            </p:nvSpPr>
            <p:spPr>
              <a:xfrm>
                <a:off x="7278678" y="5131481"/>
                <a:ext cx="74024" cy="95101"/>
              </a:xfrm>
              <a:custGeom>
                <a:avLst/>
                <a:gdLst>
                  <a:gd name="connsiteX0" fmla="*/ 61586 w 74024"/>
                  <a:gd name="connsiteY0" fmla="*/ 69904 h 95101"/>
                  <a:gd name="connsiteX1" fmla="*/ 35226 w 74024"/>
                  <a:gd name="connsiteY1" fmla="*/ 86176 h 95101"/>
                  <a:gd name="connsiteX2" fmla="*/ 16449 w 74024"/>
                  <a:gd name="connsiteY2" fmla="*/ 63395 h 95101"/>
                  <a:gd name="connsiteX3" fmla="*/ 54725 w 74024"/>
                  <a:gd name="connsiteY3" fmla="*/ 4815 h 95101"/>
                  <a:gd name="connsiteX4" fmla="*/ 62670 w 74024"/>
                  <a:gd name="connsiteY4" fmla="*/ 10601 h 95101"/>
                  <a:gd name="connsiteX5" fmla="*/ 59420 w 74024"/>
                  <a:gd name="connsiteY5" fmla="*/ 15663 h 95101"/>
                  <a:gd name="connsiteX6" fmla="*/ 56170 w 74024"/>
                  <a:gd name="connsiteY6" fmla="*/ 22895 h 95101"/>
                  <a:gd name="connsiteX7" fmla="*/ 63392 w 74024"/>
                  <a:gd name="connsiteY7" fmla="*/ 29766 h 95101"/>
                  <a:gd name="connsiteX8" fmla="*/ 74225 w 74024"/>
                  <a:gd name="connsiteY8" fmla="*/ 16025 h 95101"/>
                  <a:gd name="connsiteX9" fmla="*/ 55809 w 74024"/>
                  <a:gd name="connsiteY9" fmla="*/ 114 h 95101"/>
                  <a:gd name="connsiteX10" fmla="*/ 200 w 74024"/>
                  <a:gd name="connsiteY10" fmla="*/ 64480 h 95101"/>
                  <a:gd name="connsiteX11" fmla="*/ 7422 w 74024"/>
                  <a:gd name="connsiteY11" fmla="*/ 86538 h 95101"/>
                  <a:gd name="connsiteX12" fmla="*/ 26560 w 74024"/>
                  <a:gd name="connsiteY12" fmla="*/ 95216 h 95101"/>
                  <a:gd name="connsiteX13" fmla="*/ 65558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586" y="69904"/>
                    </a:moveTo>
                    <a:cubicBezTo>
                      <a:pt x="54364" y="80029"/>
                      <a:pt x="44976" y="86176"/>
                      <a:pt x="35226" y="86176"/>
                    </a:cubicBezTo>
                    <a:cubicBezTo>
                      <a:pt x="24393" y="86176"/>
                      <a:pt x="16449" y="76774"/>
                      <a:pt x="16449" y="63395"/>
                    </a:cubicBezTo>
                    <a:cubicBezTo>
                      <a:pt x="16449" y="35190"/>
                      <a:pt x="36310" y="4815"/>
                      <a:pt x="54725" y="4815"/>
                    </a:cubicBezTo>
                    <a:cubicBezTo>
                      <a:pt x="58698" y="4815"/>
                      <a:pt x="62670" y="7708"/>
                      <a:pt x="62670" y="10601"/>
                    </a:cubicBezTo>
                    <a:cubicBezTo>
                      <a:pt x="62670" y="12409"/>
                      <a:pt x="62309" y="12770"/>
                      <a:pt x="59420" y="15663"/>
                    </a:cubicBezTo>
                    <a:cubicBezTo>
                      <a:pt x="57253" y="17833"/>
                      <a:pt x="56170" y="20364"/>
                      <a:pt x="56170" y="22895"/>
                    </a:cubicBezTo>
                    <a:cubicBezTo>
                      <a:pt x="56170" y="26511"/>
                      <a:pt x="59420" y="29766"/>
                      <a:pt x="63392" y="29766"/>
                    </a:cubicBezTo>
                    <a:cubicBezTo>
                      <a:pt x="69169" y="29766"/>
                      <a:pt x="74225" y="23257"/>
                      <a:pt x="74225" y="16025"/>
                    </a:cubicBezTo>
                    <a:cubicBezTo>
                      <a:pt x="74225" y="7346"/>
                      <a:pt x="65919" y="114"/>
                      <a:pt x="55809" y="114"/>
                    </a:cubicBezTo>
                    <a:cubicBezTo>
                      <a:pt x="28365" y="114"/>
                      <a:pt x="200" y="32659"/>
                      <a:pt x="200" y="64480"/>
                    </a:cubicBezTo>
                    <a:cubicBezTo>
                      <a:pt x="200" y="73520"/>
                      <a:pt x="2728" y="81475"/>
                      <a:pt x="7422" y="86538"/>
                    </a:cubicBezTo>
                    <a:cubicBezTo>
                      <a:pt x="12116" y="91600"/>
                      <a:pt x="19699" y="95216"/>
                      <a:pt x="26560" y="95216"/>
                    </a:cubicBezTo>
                    <a:cubicBezTo>
                      <a:pt x="40282" y="95216"/>
                      <a:pt x="55448" y="86176"/>
                      <a:pt x="65558" y="71712"/>
                    </a:cubicBezTo>
                    <a:close/>
                  </a:path>
                </a:pathLst>
              </a:custGeom>
              <a:grpFill/>
              <a:ln w="3175" cap="flat">
                <a:solidFill>
                  <a:schemeClr val="tx1"/>
                </a:solidFill>
                <a:prstDash val="solid"/>
                <a:miter/>
              </a:ln>
            </p:spPr>
            <p:txBody>
              <a:bodyPr rtlCol="0" anchor="ctr"/>
              <a:lstStyle/>
              <a:p>
                <a:endParaRPr lang="zh-CN" altLang="en-US"/>
              </a:p>
            </p:txBody>
          </p:sp>
          <p:sp>
            <p:nvSpPr>
              <p:cNvPr id="430" name="任意多边形: 形状 429"/>
              <p:cNvSpPr/>
              <p:nvPr/>
            </p:nvSpPr>
            <p:spPr>
              <a:xfrm>
                <a:off x="7360964" y="5110508"/>
                <a:ext cx="50914" cy="116074"/>
              </a:xfrm>
              <a:custGeom>
                <a:avLst/>
                <a:gdLst>
                  <a:gd name="connsiteX0" fmla="*/ 35591 w 50914"/>
                  <a:gd name="connsiteY0" fmla="*/ 29404 h 116074"/>
                  <a:gd name="connsiteX1" fmla="*/ 49312 w 50914"/>
                  <a:gd name="connsiteY1" fmla="*/ 29404 h 116074"/>
                  <a:gd name="connsiteX2" fmla="*/ 51118 w 50914"/>
                  <a:gd name="connsiteY2" fmla="*/ 22895 h 116074"/>
                  <a:gd name="connsiteX3" fmla="*/ 37396 w 50914"/>
                  <a:gd name="connsiteY3" fmla="*/ 22895 h 116074"/>
                  <a:gd name="connsiteX4" fmla="*/ 44257 w 50914"/>
                  <a:gd name="connsiteY4" fmla="*/ 114 h 116074"/>
                  <a:gd name="connsiteX5" fmla="*/ 39202 w 50914"/>
                  <a:gd name="connsiteY5" fmla="*/ 114 h 116074"/>
                  <a:gd name="connsiteX6" fmla="*/ 8147 w 50914"/>
                  <a:gd name="connsiteY6" fmla="*/ 22895 h 116074"/>
                  <a:gd name="connsiteX7" fmla="*/ 6342 w 50914"/>
                  <a:gd name="connsiteY7" fmla="*/ 29404 h 116074"/>
                  <a:gd name="connsiteX8" fmla="*/ 20786 w 50914"/>
                  <a:gd name="connsiteY8" fmla="*/ 29404 h 116074"/>
                  <a:gd name="connsiteX9" fmla="*/ 2731 w 50914"/>
                  <a:gd name="connsiteY9" fmla="*/ 92323 h 116074"/>
                  <a:gd name="connsiteX10" fmla="*/ 203 w 50914"/>
                  <a:gd name="connsiteY10" fmla="*/ 106064 h 116074"/>
                  <a:gd name="connsiteX11" fmla="*/ 10314 w 50914"/>
                  <a:gd name="connsiteY11" fmla="*/ 116189 h 116074"/>
                  <a:gd name="connsiteX12" fmla="*/ 36313 w 50914"/>
                  <a:gd name="connsiteY12" fmla="*/ 95216 h 116074"/>
                  <a:gd name="connsiteX13" fmla="*/ 34146 w 50914"/>
                  <a:gd name="connsiteY13" fmla="*/ 92323 h 116074"/>
                  <a:gd name="connsiteX14" fmla="*/ 18619 w 50914"/>
                  <a:gd name="connsiteY14" fmla="*/ 106426 h 116074"/>
                  <a:gd name="connsiteX15" fmla="*/ 15369 w 50914"/>
                  <a:gd name="connsiteY15" fmla="*/ 103171 h 116074"/>
                  <a:gd name="connsiteX16" fmla="*/ 17175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591" y="29404"/>
                    </a:moveTo>
                    <a:lnTo>
                      <a:pt x="49312" y="29404"/>
                    </a:lnTo>
                    <a:lnTo>
                      <a:pt x="51118" y="22895"/>
                    </a:lnTo>
                    <a:lnTo>
                      <a:pt x="37396" y="22895"/>
                    </a:lnTo>
                    <a:lnTo>
                      <a:pt x="44257" y="114"/>
                    </a:lnTo>
                    <a:lnTo>
                      <a:pt x="39202" y="114"/>
                    </a:lnTo>
                    <a:cubicBezTo>
                      <a:pt x="28008" y="14578"/>
                      <a:pt x="20425" y="20364"/>
                      <a:pt x="8147" y="22895"/>
                    </a:cubicBezTo>
                    <a:lnTo>
                      <a:pt x="6342" y="29404"/>
                    </a:lnTo>
                    <a:lnTo>
                      <a:pt x="20786" y="29404"/>
                    </a:lnTo>
                    <a:lnTo>
                      <a:pt x="2731" y="92323"/>
                    </a:lnTo>
                    <a:cubicBezTo>
                      <a:pt x="925" y="97386"/>
                      <a:pt x="203" y="103171"/>
                      <a:pt x="203" y="106064"/>
                    </a:cubicBezTo>
                    <a:cubicBezTo>
                      <a:pt x="203" y="112211"/>
                      <a:pt x="4175" y="116189"/>
                      <a:pt x="10314" y="116189"/>
                    </a:cubicBezTo>
                    <a:cubicBezTo>
                      <a:pt x="18258" y="116189"/>
                      <a:pt x="26563" y="109680"/>
                      <a:pt x="36313" y="95216"/>
                    </a:cubicBezTo>
                    <a:lnTo>
                      <a:pt x="34146" y="92323"/>
                    </a:lnTo>
                    <a:cubicBezTo>
                      <a:pt x="28008" y="100640"/>
                      <a:pt x="21869" y="106426"/>
                      <a:pt x="18619" y="106426"/>
                    </a:cubicBezTo>
                    <a:cubicBezTo>
                      <a:pt x="16814" y="106426"/>
                      <a:pt x="15369" y="104979"/>
                      <a:pt x="15369" y="103171"/>
                    </a:cubicBezTo>
                    <a:cubicBezTo>
                      <a:pt x="15369" y="102087"/>
                      <a:pt x="15369" y="102087"/>
                      <a:pt x="17175" y="93770"/>
                    </a:cubicBezTo>
                    <a:close/>
                  </a:path>
                </a:pathLst>
              </a:custGeom>
              <a:grpFill/>
              <a:ln w="3175" cap="flat">
                <a:solidFill>
                  <a:schemeClr val="tx1"/>
                </a:solidFill>
                <a:prstDash val="solid"/>
                <a:miter/>
              </a:ln>
            </p:spPr>
            <p:txBody>
              <a:bodyPr rtlCol="0" anchor="ctr"/>
              <a:lstStyle/>
              <a:p>
                <a:endParaRPr lang="zh-CN" altLang="en-US"/>
              </a:p>
            </p:txBody>
          </p:sp>
        </p:grpSp>
        <p:grpSp>
          <p:nvGrpSpPr>
            <p:cNvPr id="276" name="Graphic 2"/>
            <p:cNvGrpSpPr/>
            <p:nvPr/>
          </p:nvGrpSpPr>
          <p:grpSpPr>
            <a:xfrm>
              <a:off x="7330650" y="6162232"/>
              <a:ext cx="152547" cy="100746"/>
              <a:chOff x="7411682" y="5130035"/>
              <a:chExt cx="163648" cy="96186"/>
            </a:xfrm>
            <a:solidFill>
              <a:schemeClr val="tx1"/>
            </a:solidFill>
          </p:grpSpPr>
          <p:sp>
            <p:nvSpPr>
              <p:cNvPr id="426" name="任意多边形: 形状 425"/>
              <p:cNvSpPr/>
              <p:nvPr/>
            </p:nvSpPr>
            <p:spPr>
              <a:xfrm>
                <a:off x="7411682" y="5131119"/>
                <a:ext cx="81246" cy="95101"/>
              </a:xfrm>
              <a:custGeom>
                <a:avLst/>
                <a:gdLst>
                  <a:gd name="connsiteX0" fmla="*/ 54009 w 81246"/>
                  <a:gd name="connsiteY0" fmla="*/ 114 h 95101"/>
                  <a:gd name="connsiteX1" fmla="*/ 206 w 81246"/>
                  <a:gd name="connsiteY1" fmla="*/ 61949 h 95101"/>
                  <a:gd name="connsiteX2" fmla="*/ 27649 w 81246"/>
                  <a:gd name="connsiteY2" fmla="*/ 95216 h 95101"/>
                  <a:gd name="connsiteX3" fmla="*/ 59425 w 81246"/>
                  <a:gd name="connsiteY3" fmla="*/ 81114 h 95101"/>
                  <a:gd name="connsiteX4" fmla="*/ 81452 w 81246"/>
                  <a:gd name="connsiteY4" fmla="*/ 33744 h 95101"/>
                  <a:gd name="connsiteX5" fmla="*/ 54009 w 81246"/>
                  <a:gd name="connsiteY5" fmla="*/ 114 h 95101"/>
                  <a:gd name="connsiteX6" fmla="*/ 51842 w 81246"/>
                  <a:gd name="connsiteY6" fmla="*/ 5538 h 95101"/>
                  <a:gd name="connsiteX7" fmla="*/ 65925 w 81246"/>
                  <a:gd name="connsiteY7" fmla="*/ 25427 h 95101"/>
                  <a:gd name="connsiteX8" fmla="*/ 52565 w 81246"/>
                  <a:gd name="connsiteY8" fmla="*/ 72074 h 95101"/>
                  <a:gd name="connsiteX9" fmla="*/ 29454 w 81246"/>
                  <a:gd name="connsiteY9" fmla="*/ 90154 h 95101"/>
                  <a:gd name="connsiteX10" fmla="*/ 15011 w 81246"/>
                  <a:gd name="connsiteY10" fmla="*/ 70266 h 95101"/>
                  <a:gd name="connsiteX11" fmla="*/ 29454 w 81246"/>
                  <a:gd name="connsiteY11" fmla="*/ 21087 h 95101"/>
                  <a:gd name="connsiteX12" fmla="*/ 51842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009" y="114"/>
                    </a:moveTo>
                    <a:cubicBezTo>
                      <a:pt x="27288" y="114"/>
                      <a:pt x="206" y="30851"/>
                      <a:pt x="206" y="61949"/>
                    </a:cubicBezTo>
                    <a:cubicBezTo>
                      <a:pt x="206" y="81837"/>
                      <a:pt x="11038" y="95216"/>
                      <a:pt x="27649" y="95216"/>
                    </a:cubicBezTo>
                    <a:cubicBezTo>
                      <a:pt x="37760" y="95216"/>
                      <a:pt x="48593" y="90515"/>
                      <a:pt x="59425" y="81114"/>
                    </a:cubicBezTo>
                    <a:cubicBezTo>
                      <a:pt x="73147" y="68819"/>
                      <a:pt x="81452" y="51101"/>
                      <a:pt x="81452" y="33744"/>
                    </a:cubicBezTo>
                    <a:cubicBezTo>
                      <a:pt x="81452" y="14217"/>
                      <a:pt x="69897" y="114"/>
                      <a:pt x="54009" y="114"/>
                    </a:cubicBezTo>
                    <a:close/>
                    <a:moveTo>
                      <a:pt x="51842" y="5538"/>
                    </a:moveTo>
                    <a:cubicBezTo>
                      <a:pt x="60148" y="5538"/>
                      <a:pt x="65925" y="13855"/>
                      <a:pt x="65925" y="25427"/>
                    </a:cubicBezTo>
                    <a:cubicBezTo>
                      <a:pt x="65925" y="38806"/>
                      <a:pt x="60509" y="57971"/>
                      <a:pt x="52565" y="72074"/>
                    </a:cubicBezTo>
                    <a:cubicBezTo>
                      <a:pt x="46065" y="84006"/>
                      <a:pt x="38482" y="90154"/>
                      <a:pt x="29454" y="90154"/>
                    </a:cubicBezTo>
                    <a:cubicBezTo>
                      <a:pt x="20788" y="90154"/>
                      <a:pt x="15011" y="82560"/>
                      <a:pt x="15011" y="70266"/>
                    </a:cubicBezTo>
                    <a:cubicBezTo>
                      <a:pt x="15011" y="54717"/>
                      <a:pt x="21149" y="34467"/>
                      <a:pt x="29454" y="21087"/>
                    </a:cubicBezTo>
                    <a:cubicBezTo>
                      <a:pt x="35954" y="10601"/>
                      <a:pt x="43898" y="5538"/>
                      <a:pt x="51842" y="5538"/>
                    </a:cubicBezTo>
                    <a:close/>
                  </a:path>
                </a:pathLst>
              </a:custGeom>
              <a:grpFill/>
              <a:ln w="3175" cap="flat">
                <a:solidFill>
                  <a:schemeClr val="tx1"/>
                </a:solidFill>
                <a:prstDash val="solid"/>
                <a:miter/>
              </a:ln>
            </p:spPr>
            <p:txBody>
              <a:bodyPr rtlCol="0" anchor="ctr"/>
              <a:lstStyle/>
              <a:p>
                <a:endParaRPr lang="zh-CN" altLang="en-US"/>
              </a:p>
            </p:txBody>
          </p:sp>
          <p:sp>
            <p:nvSpPr>
              <p:cNvPr id="427" name="任意多边形: 形状 426"/>
              <p:cNvSpPr/>
              <p:nvPr/>
            </p:nvSpPr>
            <p:spPr>
              <a:xfrm>
                <a:off x="7503834" y="5130035"/>
                <a:ext cx="71497" cy="94017"/>
              </a:xfrm>
              <a:custGeom>
                <a:avLst/>
                <a:gdLst>
                  <a:gd name="connsiteX0" fmla="*/ 41736 w 71497"/>
                  <a:gd name="connsiteY0" fmla="*/ 476 h 94017"/>
                  <a:gd name="connsiteX1" fmla="*/ 12126 w 71497"/>
                  <a:gd name="connsiteY1" fmla="*/ 4092 h 94017"/>
                  <a:gd name="connsiteX2" fmla="*/ 10681 w 71497"/>
                  <a:gd name="connsiteY2" fmla="*/ 8431 h 94017"/>
                  <a:gd name="connsiteX3" fmla="*/ 15737 w 71497"/>
                  <a:gd name="connsiteY3" fmla="*/ 7708 h 94017"/>
                  <a:gd name="connsiteX4" fmla="*/ 18987 w 71497"/>
                  <a:gd name="connsiteY4" fmla="*/ 7346 h 94017"/>
                  <a:gd name="connsiteX5" fmla="*/ 23681 w 71497"/>
                  <a:gd name="connsiteY5" fmla="*/ 11324 h 94017"/>
                  <a:gd name="connsiteX6" fmla="*/ 21514 w 71497"/>
                  <a:gd name="connsiteY6" fmla="*/ 20364 h 94017"/>
                  <a:gd name="connsiteX7" fmla="*/ 210 w 71497"/>
                  <a:gd name="connsiteY7" fmla="*/ 94131 h 94017"/>
                  <a:gd name="connsiteX8" fmla="*/ 16459 w 71497"/>
                  <a:gd name="connsiteY8" fmla="*/ 94131 h 94017"/>
                  <a:gd name="connsiteX9" fmla="*/ 39569 w 71497"/>
                  <a:gd name="connsiteY9" fmla="*/ 35551 h 94017"/>
                  <a:gd name="connsiteX10" fmla="*/ 53291 w 71497"/>
                  <a:gd name="connsiteY10" fmla="*/ 16748 h 94017"/>
                  <a:gd name="connsiteX11" fmla="*/ 54735 w 71497"/>
                  <a:gd name="connsiteY11" fmla="*/ 20002 h 94017"/>
                  <a:gd name="connsiteX12" fmla="*/ 61235 w 71497"/>
                  <a:gd name="connsiteY12" fmla="*/ 25427 h 94017"/>
                  <a:gd name="connsiteX13" fmla="*/ 71707 w 71497"/>
                  <a:gd name="connsiteY13" fmla="*/ 11324 h 94017"/>
                  <a:gd name="connsiteX14" fmla="*/ 63401 w 71497"/>
                  <a:gd name="connsiteY14" fmla="*/ 114 h 94017"/>
                  <a:gd name="connsiteX15" fmla="*/ 28736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736" y="476"/>
                    </a:moveTo>
                    <a:cubicBezTo>
                      <a:pt x="28736" y="2645"/>
                      <a:pt x="26570" y="2645"/>
                      <a:pt x="12126" y="4092"/>
                    </a:cubicBezTo>
                    <a:lnTo>
                      <a:pt x="10681" y="8431"/>
                    </a:lnTo>
                    <a:cubicBezTo>
                      <a:pt x="12848" y="8070"/>
                      <a:pt x="15015" y="7708"/>
                      <a:pt x="15737" y="7708"/>
                    </a:cubicBezTo>
                    <a:cubicBezTo>
                      <a:pt x="16820" y="7346"/>
                      <a:pt x="18264" y="7346"/>
                      <a:pt x="18987" y="7346"/>
                    </a:cubicBezTo>
                    <a:cubicBezTo>
                      <a:pt x="21153" y="7346"/>
                      <a:pt x="23681" y="9154"/>
                      <a:pt x="23681" y="11324"/>
                    </a:cubicBezTo>
                    <a:cubicBezTo>
                      <a:pt x="23681" y="12409"/>
                      <a:pt x="22598" y="15663"/>
                      <a:pt x="21514" y="20364"/>
                    </a:cubicBezTo>
                    <a:lnTo>
                      <a:pt x="210" y="94131"/>
                    </a:lnTo>
                    <a:lnTo>
                      <a:pt x="16459" y="94131"/>
                    </a:lnTo>
                    <a:cubicBezTo>
                      <a:pt x="20792" y="76774"/>
                      <a:pt x="28736" y="56163"/>
                      <a:pt x="39569" y="35551"/>
                    </a:cubicBezTo>
                    <a:cubicBezTo>
                      <a:pt x="43902" y="27234"/>
                      <a:pt x="51485" y="16748"/>
                      <a:pt x="53291" y="16748"/>
                    </a:cubicBezTo>
                    <a:cubicBezTo>
                      <a:pt x="54013" y="16748"/>
                      <a:pt x="54374" y="17833"/>
                      <a:pt x="54735" y="20002"/>
                    </a:cubicBezTo>
                    <a:cubicBezTo>
                      <a:pt x="55096" y="23618"/>
                      <a:pt x="57624" y="25427"/>
                      <a:pt x="61235" y="25427"/>
                    </a:cubicBezTo>
                    <a:cubicBezTo>
                      <a:pt x="66651" y="25427"/>
                      <a:pt x="71707" y="18556"/>
                      <a:pt x="71707" y="11324"/>
                    </a:cubicBezTo>
                    <a:cubicBezTo>
                      <a:pt x="71707" y="4815"/>
                      <a:pt x="68457" y="114"/>
                      <a:pt x="63401" y="114"/>
                    </a:cubicBezTo>
                    <a:cubicBezTo>
                      <a:pt x="54374" y="114"/>
                      <a:pt x="41014" y="17833"/>
                      <a:pt x="28736" y="45315"/>
                    </a:cubicBezTo>
                    <a:close/>
                  </a:path>
                </a:pathLst>
              </a:custGeom>
              <a:grpFill/>
              <a:ln w="3175" cap="flat">
                <a:solidFill>
                  <a:schemeClr val="tx1"/>
                </a:solidFill>
                <a:prstDash val="solid"/>
                <a:miter/>
              </a:ln>
            </p:spPr>
            <p:txBody>
              <a:bodyPr rtlCol="0" anchor="ctr"/>
              <a:lstStyle/>
              <a:p>
                <a:endParaRPr lang="zh-CN" altLang="en-US"/>
              </a:p>
            </p:txBody>
          </p:sp>
        </p:grpSp>
        <p:sp>
          <p:nvSpPr>
            <p:cNvPr id="277" name="任意多边形: 形状 276"/>
            <p:cNvSpPr/>
            <p:nvPr/>
          </p:nvSpPr>
          <p:spPr>
            <a:xfrm>
              <a:off x="8370159" y="6118414"/>
              <a:ext cx="47461" cy="121578"/>
            </a:xfrm>
            <a:custGeom>
              <a:avLst/>
              <a:gdLst>
                <a:gd name="connsiteX0" fmla="*/ 35641 w 50914"/>
                <a:gd name="connsiteY0" fmla="*/ 29404 h 116074"/>
                <a:gd name="connsiteX1" fmla="*/ 49363 w 50914"/>
                <a:gd name="connsiteY1" fmla="*/ 29404 h 116074"/>
                <a:gd name="connsiteX2" fmla="*/ 51169 w 50914"/>
                <a:gd name="connsiteY2" fmla="*/ 22895 h 116074"/>
                <a:gd name="connsiteX3" fmla="*/ 37447 w 50914"/>
                <a:gd name="connsiteY3" fmla="*/ 22895 h 116074"/>
                <a:gd name="connsiteX4" fmla="*/ 44308 w 50914"/>
                <a:gd name="connsiteY4" fmla="*/ 114 h 116074"/>
                <a:gd name="connsiteX5" fmla="*/ 39252 w 50914"/>
                <a:gd name="connsiteY5" fmla="*/ 114 h 116074"/>
                <a:gd name="connsiteX6" fmla="*/ 8198 w 50914"/>
                <a:gd name="connsiteY6" fmla="*/ 22895 h 116074"/>
                <a:gd name="connsiteX7" fmla="*/ 6393 w 50914"/>
                <a:gd name="connsiteY7" fmla="*/ 29404 h 116074"/>
                <a:gd name="connsiteX8" fmla="*/ 20837 w 50914"/>
                <a:gd name="connsiteY8" fmla="*/ 29404 h 116074"/>
                <a:gd name="connsiteX9" fmla="*/ 2782 w 50914"/>
                <a:gd name="connsiteY9" fmla="*/ 92323 h 116074"/>
                <a:gd name="connsiteX10" fmla="*/ 254 w 50914"/>
                <a:gd name="connsiteY10" fmla="*/ 106064 h 116074"/>
                <a:gd name="connsiteX11" fmla="*/ 10365 w 50914"/>
                <a:gd name="connsiteY11" fmla="*/ 116189 h 116074"/>
                <a:gd name="connsiteX12" fmla="*/ 36364 w 50914"/>
                <a:gd name="connsiteY12" fmla="*/ 95216 h 116074"/>
                <a:gd name="connsiteX13" fmla="*/ 34197 w 50914"/>
                <a:gd name="connsiteY13" fmla="*/ 92323 h 116074"/>
                <a:gd name="connsiteX14" fmla="*/ 18670 w 50914"/>
                <a:gd name="connsiteY14" fmla="*/ 106426 h 116074"/>
                <a:gd name="connsiteX15" fmla="*/ 15420 w 50914"/>
                <a:gd name="connsiteY15" fmla="*/ 103171 h 116074"/>
                <a:gd name="connsiteX16" fmla="*/ 17226 w 50914"/>
                <a:gd name="connsiteY16" fmla="*/ 93770 h 11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14" h="116074">
                  <a:moveTo>
                    <a:pt x="35641" y="29404"/>
                  </a:moveTo>
                  <a:lnTo>
                    <a:pt x="49363" y="29404"/>
                  </a:lnTo>
                  <a:lnTo>
                    <a:pt x="51169" y="22895"/>
                  </a:lnTo>
                  <a:lnTo>
                    <a:pt x="37447" y="22895"/>
                  </a:lnTo>
                  <a:lnTo>
                    <a:pt x="44308" y="114"/>
                  </a:lnTo>
                  <a:lnTo>
                    <a:pt x="39252" y="114"/>
                  </a:lnTo>
                  <a:cubicBezTo>
                    <a:pt x="28058" y="14578"/>
                    <a:pt x="20475" y="20364"/>
                    <a:pt x="8198" y="22895"/>
                  </a:cubicBezTo>
                  <a:lnTo>
                    <a:pt x="6393" y="29404"/>
                  </a:lnTo>
                  <a:lnTo>
                    <a:pt x="20837" y="29404"/>
                  </a:lnTo>
                  <a:lnTo>
                    <a:pt x="2782" y="92323"/>
                  </a:lnTo>
                  <a:cubicBezTo>
                    <a:pt x="976" y="97386"/>
                    <a:pt x="254" y="103171"/>
                    <a:pt x="254" y="106064"/>
                  </a:cubicBezTo>
                  <a:cubicBezTo>
                    <a:pt x="254" y="112211"/>
                    <a:pt x="4226" y="116189"/>
                    <a:pt x="10365" y="116189"/>
                  </a:cubicBezTo>
                  <a:cubicBezTo>
                    <a:pt x="18309" y="116189"/>
                    <a:pt x="26614" y="109680"/>
                    <a:pt x="36364" y="95216"/>
                  </a:cubicBezTo>
                  <a:lnTo>
                    <a:pt x="34197" y="92323"/>
                  </a:lnTo>
                  <a:cubicBezTo>
                    <a:pt x="28058" y="100640"/>
                    <a:pt x="21920" y="106426"/>
                    <a:pt x="18670" y="106426"/>
                  </a:cubicBezTo>
                  <a:cubicBezTo>
                    <a:pt x="16864" y="106426"/>
                    <a:pt x="15420" y="104979"/>
                    <a:pt x="15420" y="103171"/>
                  </a:cubicBezTo>
                  <a:cubicBezTo>
                    <a:pt x="15420" y="102087"/>
                    <a:pt x="15420" y="102087"/>
                    <a:pt x="17226" y="93770"/>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278" name="Graphic 2"/>
            <p:cNvGrpSpPr/>
            <p:nvPr/>
          </p:nvGrpSpPr>
          <p:grpSpPr>
            <a:xfrm>
              <a:off x="8416836" y="6140002"/>
              <a:ext cx="241701" cy="100746"/>
              <a:chOff x="8582191" y="5131142"/>
              <a:chExt cx="259290" cy="96186"/>
            </a:xfrm>
            <a:solidFill>
              <a:schemeClr val="tx1"/>
            </a:solidFill>
          </p:grpSpPr>
          <p:sp>
            <p:nvSpPr>
              <p:cNvPr id="423" name="任意多边形: 形状 422"/>
              <p:cNvSpPr/>
              <p:nvPr/>
            </p:nvSpPr>
            <p:spPr>
              <a:xfrm>
                <a:off x="8582191" y="5131142"/>
                <a:ext cx="76552" cy="95463"/>
              </a:xfrm>
              <a:custGeom>
                <a:avLst/>
                <a:gdLst>
                  <a:gd name="connsiteX0" fmla="*/ 63809 w 76552"/>
                  <a:gd name="connsiteY0" fmla="*/ 71350 h 95463"/>
                  <a:gd name="connsiteX1" fmla="*/ 36366 w 76552"/>
                  <a:gd name="connsiteY1" fmla="*/ 85453 h 95463"/>
                  <a:gd name="connsiteX2" fmla="*/ 17228 w 76552"/>
                  <a:gd name="connsiteY2" fmla="*/ 63757 h 95463"/>
                  <a:gd name="connsiteX3" fmla="*/ 17950 w 76552"/>
                  <a:gd name="connsiteY3" fmla="*/ 52908 h 95463"/>
                  <a:gd name="connsiteX4" fmla="*/ 53338 w 76552"/>
                  <a:gd name="connsiteY4" fmla="*/ 45676 h 95463"/>
                  <a:gd name="connsiteX5" fmla="*/ 76809 w 76552"/>
                  <a:gd name="connsiteY5" fmla="*/ 15302 h 95463"/>
                  <a:gd name="connsiteX6" fmla="*/ 57309 w 76552"/>
                  <a:gd name="connsiteY6" fmla="*/ 114 h 95463"/>
                  <a:gd name="connsiteX7" fmla="*/ 256 w 76552"/>
                  <a:gd name="connsiteY7" fmla="*/ 64480 h 95463"/>
                  <a:gd name="connsiteX8" fmla="*/ 27700 w 76552"/>
                  <a:gd name="connsiteY8" fmla="*/ 95578 h 95463"/>
                  <a:gd name="connsiteX9" fmla="*/ 67420 w 76552"/>
                  <a:gd name="connsiteY9" fmla="*/ 74243 h 95463"/>
                  <a:gd name="connsiteX10" fmla="*/ 19033 w 76552"/>
                  <a:gd name="connsiteY10" fmla="*/ 47484 h 95463"/>
                  <a:gd name="connsiteX11" fmla="*/ 53699 w 76552"/>
                  <a:gd name="connsiteY11" fmla="*/ 5900 h 95463"/>
                  <a:gd name="connsiteX12" fmla="*/ 62004 w 76552"/>
                  <a:gd name="connsiteY12" fmla="*/ 14578 h 95463"/>
                  <a:gd name="connsiteX13" fmla="*/ 54421 w 76552"/>
                  <a:gd name="connsiteY13" fmla="*/ 32297 h 95463"/>
                  <a:gd name="connsiteX14" fmla="*/ 27700 w 76552"/>
                  <a:gd name="connsiteY14" fmla="*/ 46761 h 95463"/>
                  <a:gd name="connsiteX15" fmla="*/ 19033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09" y="71350"/>
                    </a:moveTo>
                    <a:cubicBezTo>
                      <a:pt x="54421" y="80752"/>
                      <a:pt x="45754" y="85453"/>
                      <a:pt x="36366" y="85453"/>
                    </a:cubicBezTo>
                    <a:cubicBezTo>
                      <a:pt x="25172" y="85453"/>
                      <a:pt x="17228" y="76413"/>
                      <a:pt x="17228" y="63757"/>
                    </a:cubicBezTo>
                    <a:cubicBezTo>
                      <a:pt x="17228" y="60502"/>
                      <a:pt x="17589" y="56886"/>
                      <a:pt x="17950" y="52908"/>
                    </a:cubicBezTo>
                    <a:cubicBezTo>
                      <a:pt x="34199" y="52185"/>
                      <a:pt x="43588" y="50377"/>
                      <a:pt x="53338" y="45676"/>
                    </a:cubicBezTo>
                    <a:cubicBezTo>
                      <a:pt x="67420" y="39167"/>
                      <a:pt x="76809" y="26873"/>
                      <a:pt x="76809" y="15302"/>
                    </a:cubicBezTo>
                    <a:cubicBezTo>
                      <a:pt x="76809" y="6623"/>
                      <a:pt x="68504" y="114"/>
                      <a:pt x="57309" y="114"/>
                    </a:cubicBezTo>
                    <a:cubicBezTo>
                      <a:pt x="29866" y="114"/>
                      <a:pt x="256" y="33382"/>
                      <a:pt x="256" y="64480"/>
                    </a:cubicBezTo>
                    <a:cubicBezTo>
                      <a:pt x="256" y="83283"/>
                      <a:pt x="11450" y="95578"/>
                      <a:pt x="27700" y="95578"/>
                    </a:cubicBezTo>
                    <a:cubicBezTo>
                      <a:pt x="40699" y="95578"/>
                      <a:pt x="51893" y="89431"/>
                      <a:pt x="67420" y="74243"/>
                    </a:cubicBezTo>
                    <a:close/>
                    <a:moveTo>
                      <a:pt x="19033" y="47484"/>
                    </a:moveTo>
                    <a:cubicBezTo>
                      <a:pt x="26255" y="23619"/>
                      <a:pt x="41060" y="5900"/>
                      <a:pt x="53699" y="5900"/>
                    </a:cubicBezTo>
                    <a:cubicBezTo>
                      <a:pt x="58393" y="5900"/>
                      <a:pt x="62004" y="9878"/>
                      <a:pt x="62004" y="14578"/>
                    </a:cubicBezTo>
                    <a:cubicBezTo>
                      <a:pt x="62004" y="20364"/>
                      <a:pt x="59115" y="26873"/>
                      <a:pt x="54421" y="32297"/>
                    </a:cubicBezTo>
                    <a:cubicBezTo>
                      <a:pt x="47921" y="40252"/>
                      <a:pt x="38894" y="44953"/>
                      <a:pt x="27700" y="46761"/>
                    </a:cubicBezTo>
                    <a:cubicBezTo>
                      <a:pt x="25894" y="47123"/>
                      <a:pt x="23366" y="47484"/>
                      <a:pt x="19033" y="47484"/>
                    </a:cubicBezTo>
                    <a:close/>
                  </a:path>
                </a:pathLst>
              </a:custGeom>
              <a:grpFill/>
              <a:ln w="3175" cap="flat">
                <a:solidFill>
                  <a:schemeClr val="tx1"/>
                </a:solidFill>
                <a:prstDash val="solid"/>
                <a:miter/>
              </a:ln>
            </p:spPr>
            <p:txBody>
              <a:bodyPr rtlCol="0" anchor="ctr"/>
              <a:lstStyle/>
              <a:p>
                <a:endParaRPr lang="zh-CN" altLang="en-US"/>
              </a:p>
            </p:txBody>
          </p:sp>
          <p:sp>
            <p:nvSpPr>
              <p:cNvPr id="424" name="任意多边形: 形状 423"/>
              <p:cNvSpPr/>
              <p:nvPr/>
            </p:nvSpPr>
            <p:spPr>
              <a:xfrm>
                <a:off x="8665191" y="5131866"/>
                <a:ext cx="90996" cy="95463"/>
              </a:xfrm>
              <a:custGeom>
                <a:avLst/>
                <a:gdLst>
                  <a:gd name="connsiteX0" fmla="*/ 85840 w 90996"/>
                  <a:gd name="connsiteY0" fmla="*/ 70989 h 95463"/>
                  <a:gd name="connsiteX1" fmla="*/ 70674 w 90996"/>
                  <a:gd name="connsiteY1" fmla="*/ 84368 h 95463"/>
                  <a:gd name="connsiteX2" fmla="*/ 68146 w 90996"/>
                  <a:gd name="connsiteY2" fmla="*/ 81837 h 95463"/>
                  <a:gd name="connsiteX3" fmla="*/ 69590 w 90996"/>
                  <a:gd name="connsiteY3" fmla="*/ 76774 h 95463"/>
                  <a:gd name="connsiteX4" fmla="*/ 91256 w 90996"/>
                  <a:gd name="connsiteY4" fmla="*/ 1199 h 95463"/>
                  <a:gd name="connsiteX5" fmla="*/ 75368 w 90996"/>
                  <a:gd name="connsiteY5" fmla="*/ 3007 h 95463"/>
                  <a:gd name="connsiteX6" fmla="*/ 72118 w 90996"/>
                  <a:gd name="connsiteY6" fmla="*/ 14578 h 95463"/>
                  <a:gd name="connsiteX7" fmla="*/ 57313 w 90996"/>
                  <a:gd name="connsiteY7" fmla="*/ 114 h 95463"/>
                  <a:gd name="connsiteX8" fmla="*/ 260 w 90996"/>
                  <a:gd name="connsiteY8" fmla="*/ 72074 h 95463"/>
                  <a:gd name="connsiteX9" fmla="*/ 18315 w 90996"/>
                  <a:gd name="connsiteY9" fmla="*/ 94855 h 95463"/>
                  <a:gd name="connsiteX10" fmla="*/ 38897 w 90996"/>
                  <a:gd name="connsiteY10" fmla="*/ 86899 h 95463"/>
                  <a:gd name="connsiteX11" fmla="*/ 56591 w 90996"/>
                  <a:gd name="connsiteY11" fmla="*/ 67734 h 95463"/>
                  <a:gd name="connsiteX12" fmla="*/ 55869 w 90996"/>
                  <a:gd name="connsiteY12" fmla="*/ 72435 h 95463"/>
                  <a:gd name="connsiteX13" fmla="*/ 52619 w 90996"/>
                  <a:gd name="connsiteY13" fmla="*/ 86176 h 95463"/>
                  <a:gd name="connsiteX14" fmla="*/ 61285 w 90996"/>
                  <a:gd name="connsiteY14" fmla="*/ 95578 h 95463"/>
                  <a:gd name="connsiteX15" fmla="*/ 88367 w 90996"/>
                  <a:gd name="connsiteY15" fmla="*/ 73882 h 95463"/>
                  <a:gd name="connsiteX16" fmla="*/ 57674 w 90996"/>
                  <a:gd name="connsiteY16" fmla="*/ 6262 h 95463"/>
                  <a:gd name="connsiteX17" fmla="*/ 68507 w 90996"/>
                  <a:gd name="connsiteY17" fmla="*/ 19279 h 95463"/>
                  <a:gd name="connsiteX18" fmla="*/ 47564 w 90996"/>
                  <a:gd name="connsiteY18" fmla="*/ 70989 h 95463"/>
                  <a:gd name="connsiteX19" fmla="*/ 27703 w 90996"/>
                  <a:gd name="connsiteY19" fmla="*/ 82922 h 95463"/>
                  <a:gd name="connsiteX20" fmla="*/ 16509 w 90996"/>
                  <a:gd name="connsiteY20" fmla="*/ 68458 h 95463"/>
                  <a:gd name="connsiteX21" fmla="*/ 33842 w 90996"/>
                  <a:gd name="connsiteY21" fmla="*/ 23619 h 95463"/>
                  <a:gd name="connsiteX22" fmla="*/ 57674 w 90996"/>
                  <a:gd name="connsiteY22" fmla="*/ 6262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996" h="95463">
                    <a:moveTo>
                      <a:pt x="85840" y="70989"/>
                    </a:moveTo>
                    <a:cubicBezTo>
                      <a:pt x="79701" y="79667"/>
                      <a:pt x="74285" y="84368"/>
                      <a:pt x="70674" y="84368"/>
                    </a:cubicBezTo>
                    <a:cubicBezTo>
                      <a:pt x="69229" y="84368"/>
                      <a:pt x="68146" y="83645"/>
                      <a:pt x="68146" y="81837"/>
                    </a:cubicBezTo>
                    <a:cubicBezTo>
                      <a:pt x="68146" y="81114"/>
                      <a:pt x="68146" y="80752"/>
                      <a:pt x="69590" y="76774"/>
                    </a:cubicBezTo>
                    <a:lnTo>
                      <a:pt x="91256" y="1199"/>
                    </a:lnTo>
                    <a:lnTo>
                      <a:pt x="75368" y="3007"/>
                    </a:lnTo>
                    <a:lnTo>
                      <a:pt x="72118" y="14578"/>
                    </a:lnTo>
                    <a:cubicBezTo>
                      <a:pt x="70313" y="5177"/>
                      <a:pt x="64896" y="114"/>
                      <a:pt x="57313" y="114"/>
                    </a:cubicBezTo>
                    <a:cubicBezTo>
                      <a:pt x="32398" y="114"/>
                      <a:pt x="260" y="40976"/>
                      <a:pt x="260" y="72074"/>
                    </a:cubicBezTo>
                    <a:cubicBezTo>
                      <a:pt x="260" y="85815"/>
                      <a:pt x="7843" y="94855"/>
                      <a:pt x="18315" y="94855"/>
                    </a:cubicBezTo>
                    <a:cubicBezTo>
                      <a:pt x="24454" y="94855"/>
                      <a:pt x="32036" y="91600"/>
                      <a:pt x="38897" y="86899"/>
                    </a:cubicBezTo>
                    <a:cubicBezTo>
                      <a:pt x="45036" y="82922"/>
                      <a:pt x="49008" y="78221"/>
                      <a:pt x="56591" y="67734"/>
                    </a:cubicBezTo>
                    <a:cubicBezTo>
                      <a:pt x="56230" y="69542"/>
                      <a:pt x="55869" y="71712"/>
                      <a:pt x="55869" y="72435"/>
                    </a:cubicBezTo>
                    <a:cubicBezTo>
                      <a:pt x="52619" y="83283"/>
                      <a:pt x="52619" y="83283"/>
                      <a:pt x="52619" y="86176"/>
                    </a:cubicBezTo>
                    <a:cubicBezTo>
                      <a:pt x="52619" y="91962"/>
                      <a:pt x="55869" y="95578"/>
                      <a:pt x="61285" y="95578"/>
                    </a:cubicBezTo>
                    <a:cubicBezTo>
                      <a:pt x="69590" y="95578"/>
                      <a:pt x="77896" y="88707"/>
                      <a:pt x="88367" y="73882"/>
                    </a:cubicBezTo>
                    <a:close/>
                    <a:moveTo>
                      <a:pt x="57674" y="6262"/>
                    </a:moveTo>
                    <a:cubicBezTo>
                      <a:pt x="64174" y="6262"/>
                      <a:pt x="68507" y="11324"/>
                      <a:pt x="68507" y="19279"/>
                    </a:cubicBezTo>
                    <a:cubicBezTo>
                      <a:pt x="68507" y="34828"/>
                      <a:pt x="59119" y="57609"/>
                      <a:pt x="47564" y="70989"/>
                    </a:cubicBezTo>
                    <a:cubicBezTo>
                      <a:pt x="41064" y="78221"/>
                      <a:pt x="33481" y="82922"/>
                      <a:pt x="27703" y="82922"/>
                    </a:cubicBezTo>
                    <a:cubicBezTo>
                      <a:pt x="20481" y="82922"/>
                      <a:pt x="16509" y="77859"/>
                      <a:pt x="16509" y="68458"/>
                    </a:cubicBezTo>
                    <a:cubicBezTo>
                      <a:pt x="16509" y="56163"/>
                      <a:pt x="23009" y="39529"/>
                      <a:pt x="33842" y="23619"/>
                    </a:cubicBezTo>
                    <a:cubicBezTo>
                      <a:pt x="41786" y="12047"/>
                      <a:pt x="49730" y="6262"/>
                      <a:pt x="57674" y="6262"/>
                    </a:cubicBezTo>
                    <a:close/>
                  </a:path>
                </a:pathLst>
              </a:custGeom>
              <a:grpFill/>
              <a:ln w="3175" cap="flat">
                <a:solidFill>
                  <a:schemeClr val="tx1"/>
                </a:solidFill>
                <a:prstDash val="solid"/>
                <a:miter/>
              </a:ln>
            </p:spPr>
            <p:txBody>
              <a:bodyPr rtlCol="0" anchor="ctr"/>
              <a:lstStyle/>
              <a:p>
                <a:endParaRPr lang="zh-CN" altLang="en-US"/>
              </a:p>
            </p:txBody>
          </p:sp>
          <p:sp>
            <p:nvSpPr>
              <p:cNvPr id="425" name="任意多边形: 形状 424"/>
              <p:cNvSpPr/>
              <p:nvPr/>
            </p:nvSpPr>
            <p:spPr>
              <a:xfrm>
                <a:off x="8767457" y="5131504"/>
                <a:ext cx="74024" cy="95101"/>
              </a:xfrm>
              <a:custGeom>
                <a:avLst/>
                <a:gdLst>
                  <a:gd name="connsiteX0" fmla="*/ 61651 w 74024"/>
                  <a:gd name="connsiteY0" fmla="*/ 69904 h 95101"/>
                  <a:gd name="connsiteX1" fmla="*/ 35291 w 74024"/>
                  <a:gd name="connsiteY1" fmla="*/ 86176 h 95101"/>
                  <a:gd name="connsiteX2" fmla="*/ 16514 w 74024"/>
                  <a:gd name="connsiteY2" fmla="*/ 63395 h 95101"/>
                  <a:gd name="connsiteX3" fmla="*/ 54790 w 74024"/>
                  <a:gd name="connsiteY3" fmla="*/ 4815 h 95101"/>
                  <a:gd name="connsiteX4" fmla="*/ 62734 w 74024"/>
                  <a:gd name="connsiteY4" fmla="*/ 10601 h 95101"/>
                  <a:gd name="connsiteX5" fmla="*/ 59484 w 74024"/>
                  <a:gd name="connsiteY5" fmla="*/ 15663 h 95101"/>
                  <a:gd name="connsiteX6" fmla="*/ 56234 w 74024"/>
                  <a:gd name="connsiteY6" fmla="*/ 22895 h 95101"/>
                  <a:gd name="connsiteX7" fmla="*/ 63456 w 74024"/>
                  <a:gd name="connsiteY7" fmla="*/ 29766 h 95101"/>
                  <a:gd name="connsiteX8" fmla="*/ 74289 w 74024"/>
                  <a:gd name="connsiteY8" fmla="*/ 16025 h 95101"/>
                  <a:gd name="connsiteX9" fmla="*/ 55873 w 74024"/>
                  <a:gd name="connsiteY9" fmla="*/ 114 h 95101"/>
                  <a:gd name="connsiteX10" fmla="*/ 264 w 74024"/>
                  <a:gd name="connsiteY10" fmla="*/ 64480 h 95101"/>
                  <a:gd name="connsiteX11" fmla="*/ 7486 w 74024"/>
                  <a:gd name="connsiteY11" fmla="*/ 86538 h 95101"/>
                  <a:gd name="connsiteX12" fmla="*/ 26624 w 74024"/>
                  <a:gd name="connsiteY12" fmla="*/ 95216 h 95101"/>
                  <a:gd name="connsiteX13" fmla="*/ 65623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51" y="69904"/>
                    </a:moveTo>
                    <a:cubicBezTo>
                      <a:pt x="54429" y="80029"/>
                      <a:pt x="45040" y="86176"/>
                      <a:pt x="35291" y="86176"/>
                    </a:cubicBezTo>
                    <a:cubicBezTo>
                      <a:pt x="24458" y="86176"/>
                      <a:pt x="16514" y="76774"/>
                      <a:pt x="16514" y="63395"/>
                    </a:cubicBezTo>
                    <a:cubicBezTo>
                      <a:pt x="16514" y="35190"/>
                      <a:pt x="36374" y="4815"/>
                      <a:pt x="54790" y="4815"/>
                    </a:cubicBezTo>
                    <a:cubicBezTo>
                      <a:pt x="58762" y="4815"/>
                      <a:pt x="62734" y="7708"/>
                      <a:pt x="62734" y="10601"/>
                    </a:cubicBezTo>
                    <a:cubicBezTo>
                      <a:pt x="62734" y="12409"/>
                      <a:pt x="62373" y="12770"/>
                      <a:pt x="59484" y="15663"/>
                    </a:cubicBezTo>
                    <a:cubicBezTo>
                      <a:pt x="57318" y="17833"/>
                      <a:pt x="56234" y="20364"/>
                      <a:pt x="56234" y="22895"/>
                    </a:cubicBezTo>
                    <a:cubicBezTo>
                      <a:pt x="56234" y="26511"/>
                      <a:pt x="59484" y="29766"/>
                      <a:pt x="63456" y="29766"/>
                    </a:cubicBezTo>
                    <a:cubicBezTo>
                      <a:pt x="69234" y="29766"/>
                      <a:pt x="74289" y="23257"/>
                      <a:pt x="74289" y="16025"/>
                    </a:cubicBezTo>
                    <a:cubicBezTo>
                      <a:pt x="74289" y="7346"/>
                      <a:pt x="65984" y="114"/>
                      <a:pt x="55873" y="114"/>
                    </a:cubicBezTo>
                    <a:cubicBezTo>
                      <a:pt x="28430" y="114"/>
                      <a:pt x="264" y="32659"/>
                      <a:pt x="264" y="64480"/>
                    </a:cubicBezTo>
                    <a:cubicBezTo>
                      <a:pt x="264" y="73520"/>
                      <a:pt x="2792" y="81475"/>
                      <a:pt x="7486" y="86538"/>
                    </a:cubicBezTo>
                    <a:cubicBezTo>
                      <a:pt x="12180" y="91600"/>
                      <a:pt x="19764" y="95216"/>
                      <a:pt x="26624" y="95216"/>
                    </a:cubicBezTo>
                    <a:cubicBezTo>
                      <a:pt x="40346" y="95216"/>
                      <a:pt x="55512" y="86176"/>
                      <a:pt x="65623" y="71712"/>
                    </a:cubicBezTo>
                    <a:close/>
                  </a:path>
                </a:pathLst>
              </a:custGeom>
              <a:grpFill/>
              <a:ln w="3175" cap="flat">
                <a:solidFill>
                  <a:schemeClr val="tx1"/>
                </a:solidFill>
                <a:prstDash val="solid"/>
                <a:miter/>
              </a:ln>
            </p:spPr>
            <p:txBody>
              <a:bodyPr rtlCol="0" anchor="ctr"/>
              <a:lstStyle/>
              <a:p>
                <a:endParaRPr lang="zh-CN" altLang="en-US"/>
              </a:p>
            </p:txBody>
          </p:sp>
        </p:grpSp>
        <p:grpSp>
          <p:nvGrpSpPr>
            <p:cNvPr id="279" name="Graphic 2"/>
            <p:cNvGrpSpPr/>
            <p:nvPr/>
          </p:nvGrpSpPr>
          <p:grpSpPr>
            <a:xfrm>
              <a:off x="8658985" y="6091144"/>
              <a:ext cx="235224" cy="149985"/>
              <a:chOff x="8841961" y="5084496"/>
              <a:chExt cx="252342" cy="143195"/>
            </a:xfrm>
            <a:solidFill>
              <a:schemeClr val="tx1"/>
            </a:solidFill>
          </p:grpSpPr>
          <p:sp>
            <p:nvSpPr>
              <p:cNvPr id="420" name="任意多边形: 形状 419"/>
              <p:cNvSpPr/>
              <p:nvPr/>
            </p:nvSpPr>
            <p:spPr>
              <a:xfrm>
                <a:off x="8841961" y="5084496"/>
                <a:ext cx="89190" cy="143195"/>
              </a:xfrm>
              <a:custGeom>
                <a:avLst/>
                <a:gdLst>
                  <a:gd name="connsiteX0" fmla="*/ 56599 w 89190"/>
                  <a:gd name="connsiteY0" fmla="*/ 114 h 143195"/>
                  <a:gd name="connsiteX1" fmla="*/ 28433 w 89190"/>
                  <a:gd name="connsiteY1" fmla="*/ 3730 h 143195"/>
                  <a:gd name="connsiteX2" fmla="*/ 27350 w 89190"/>
                  <a:gd name="connsiteY2" fmla="*/ 7708 h 143195"/>
                  <a:gd name="connsiteX3" fmla="*/ 29517 w 89190"/>
                  <a:gd name="connsiteY3" fmla="*/ 7708 h 143195"/>
                  <a:gd name="connsiteX4" fmla="*/ 33127 w 89190"/>
                  <a:gd name="connsiteY4" fmla="*/ 7346 h 143195"/>
                  <a:gd name="connsiteX5" fmla="*/ 37822 w 89190"/>
                  <a:gd name="connsiteY5" fmla="*/ 11324 h 143195"/>
                  <a:gd name="connsiteX6" fmla="*/ 35294 w 89190"/>
                  <a:gd name="connsiteY6" fmla="*/ 22895 h 143195"/>
                  <a:gd name="connsiteX7" fmla="*/ 268 w 89190"/>
                  <a:gd name="connsiteY7" fmla="*/ 139693 h 143195"/>
                  <a:gd name="connsiteX8" fmla="*/ 15434 w 89190"/>
                  <a:gd name="connsiteY8" fmla="*/ 139693 h 143195"/>
                  <a:gd name="connsiteX9" fmla="*/ 18322 w 89190"/>
                  <a:gd name="connsiteY9" fmla="*/ 129568 h 143195"/>
                  <a:gd name="connsiteX10" fmla="*/ 41433 w 89190"/>
                  <a:gd name="connsiteY10" fmla="*/ 82198 h 143195"/>
                  <a:gd name="connsiteX11" fmla="*/ 68154 w 89190"/>
                  <a:gd name="connsiteY11" fmla="*/ 59779 h 143195"/>
                  <a:gd name="connsiteX12" fmla="*/ 72848 w 89190"/>
                  <a:gd name="connsiteY12" fmla="*/ 65203 h 143195"/>
                  <a:gd name="connsiteX13" fmla="*/ 70681 w 89190"/>
                  <a:gd name="connsiteY13" fmla="*/ 74966 h 143195"/>
                  <a:gd name="connsiteX14" fmla="*/ 56238 w 89190"/>
                  <a:gd name="connsiteY14" fmla="*/ 125229 h 143195"/>
                  <a:gd name="connsiteX15" fmla="*/ 54793 w 89190"/>
                  <a:gd name="connsiteY15" fmla="*/ 134631 h 143195"/>
                  <a:gd name="connsiteX16" fmla="*/ 62737 w 89190"/>
                  <a:gd name="connsiteY16" fmla="*/ 143309 h 143195"/>
                  <a:gd name="connsiteX17" fmla="*/ 78626 w 89190"/>
                  <a:gd name="connsiteY17" fmla="*/ 134993 h 143195"/>
                  <a:gd name="connsiteX18" fmla="*/ 89458 w 89190"/>
                  <a:gd name="connsiteY18" fmla="*/ 122698 h 143195"/>
                  <a:gd name="connsiteX19" fmla="*/ 86208 w 89190"/>
                  <a:gd name="connsiteY19" fmla="*/ 121252 h 143195"/>
                  <a:gd name="connsiteX20" fmla="*/ 72848 w 89190"/>
                  <a:gd name="connsiteY20" fmla="*/ 133185 h 143195"/>
                  <a:gd name="connsiteX21" fmla="*/ 69959 w 89190"/>
                  <a:gd name="connsiteY21" fmla="*/ 129568 h 143195"/>
                  <a:gd name="connsiteX22" fmla="*/ 71042 w 89190"/>
                  <a:gd name="connsiteY22" fmla="*/ 125229 h 143195"/>
                  <a:gd name="connsiteX23" fmla="*/ 85125 w 89190"/>
                  <a:gd name="connsiteY23" fmla="*/ 76051 h 143195"/>
                  <a:gd name="connsiteX24" fmla="*/ 88014 w 89190"/>
                  <a:gd name="connsiteY24" fmla="*/ 60502 h 143195"/>
                  <a:gd name="connsiteX25" fmla="*/ 76820 w 89190"/>
                  <a:gd name="connsiteY25" fmla="*/ 48569 h 143195"/>
                  <a:gd name="connsiteX26" fmla="*/ 54432 w 89190"/>
                  <a:gd name="connsiteY26" fmla="*/ 61225 h 143195"/>
                  <a:gd name="connsiteX27" fmla="*/ 29877 w 89190"/>
                  <a:gd name="connsiteY27" fmla="*/ 90877 h 14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9190" h="143195">
                    <a:moveTo>
                      <a:pt x="56599" y="114"/>
                    </a:moveTo>
                    <a:cubicBezTo>
                      <a:pt x="43599" y="2284"/>
                      <a:pt x="41794" y="2284"/>
                      <a:pt x="28433" y="3730"/>
                    </a:cubicBezTo>
                    <a:lnTo>
                      <a:pt x="27350" y="7708"/>
                    </a:lnTo>
                    <a:lnTo>
                      <a:pt x="29517" y="7708"/>
                    </a:lnTo>
                    <a:cubicBezTo>
                      <a:pt x="30961" y="7346"/>
                      <a:pt x="32044" y="7346"/>
                      <a:pt x="33127" y="7346"/>
                    </a:cubicBezTo>
                    <a:cubicBezTo>
                      <a:pt x="35655" y="7346"/>
                      <a:pt x="37822" y="9154"/>
                      <a:pt x="37822" y="11324"/>
                    </a:cubicBezTo>
                    <a:cubicBezTo>
                      <a:pt x="37822" y="12770"/>
                      <a:pt x="36738" y="16748"/>
                      <a:pt x="35294" y="22895"/>
                    </a:cubicBezTo>
                    <a:lnTo>
                      <a:pt x="268" y="139693"/>
                    </a:lnTo>
                    <a:lnTo>
                      <a:pt x="15434" y="139693"/>
                    </a:lnTo>
                    <a:lnTo>
                      <a:pt x="18322" y="129568"/>
                    </a:lnTo>
                    <a:cubicBezTo>
                      <a:pt x="25544" y="105703"/>
                      <a:pt x="29155" y="98109"/>
                      <a:pt x="41433" y="82198"/>
                    </a:cubicBezTo>
                    <a:cubicBezTo>
                      <a:pt x="53349" y="67011"/>
                      <a:pt x="61654" y="59779"/>
                      <a:pt x="68154" y="59779"/>
                    </a:cubicBezTo>
                    <a:cubicBezTo>
                      <a:pt x="70681" y="59779"/>
                      <a:pt x="72848" y="62310"/>
                      <a:pt x="72848" y="65203"/>
                    </a:cubicBezTo>
                    <a:cubicBezTo>
                      <a:pt x="72848" y="67373"/>
                      <a:pt x="72487" y="68819"/>
                      <a:pt x="70681" y="74966"/>
                    </a:cubicBezTo>
                    <a:lnTo>
                      <a:pt x="56238" y="125229"/>
                    </a:lnTo>
                    <a:cubicBezTo>
                      <a:pt x="55154" y="129207"/>
                      <a:pt x="54793" y="132100"/>
                      <a:pt x="54793" y="134631"/>
                    </a:cubicBezTo>
                    <a:cubicBezTo>
                      <a:pt x="54793" y="139332"/>
                      <a:pt x="58043" y="143309"/>
                      <a:pt x="62737" y="143309"/>
                    </a:cubicBezTo>
                    <a:cubicBezTo>
                      <a:pt x="66709" y="143309"/>
                      <a:pt x="73931" y="139332"/>
                      <a:pt x="78626" y="134993"/>
                    </a:cubicBezTo>
                    <a:cubicBezTo>
                      <a:pt x="81875" y="132100"/>
                      <a:pt x="82959" y="130653"/>
                      <a:pt x="89458" y="122698"/>
                    </a:cubicBezTo>
                    <a:lnTo>
                      <a:pt x="86208" y="121252"/>
                    </a:lnTo>
                    <a:cubicBezTo>
                      <a:pt x="81875" y="127760"/>
                      <a:pt x="75737" y="133185"/>
                      <a:pt x="72848" y="133185"/>
                    </a:cubicBezTo>
                    <a:cubicBezTo>
                      <a:pt x="71404" y="133185"/>
                      <a:pt x="69959" y="131376"/>
                      <a:pt x="69959" y="129568"/>
                    </a:cubicBezTo>
                    <a:cubicBezTo>
                      <a:pt x="69959" y="128845"/>
                      <a:pt x="69959" y="128484"/>
                      <a:pt x="71042" y="125229"/>
                    </a:cubicBezTo>
                    <a:lnTo>
                      <a:pt x="85125" y="76051"/>
                    </a:lnTo>
                    <a:cubicBezTo>
                      <a:pt x="87292" y="68819"/>
                      <a:pt x="88014" y="64118"/>
                      <a:pt x="88014" y="60502"/>
                    </a:cubicBezTo>
                    <a:cubicBezTo>
                      <a:pt x="88014" y="53632"/>
                      <a:pt x="83681" y="48569"/>
                      <a:pt x="76820" y="48569"/>
                    </a:cubicBezTo>
                    <a:cubicBezTo>
                      <a:pt x="70320" y="48569"/>
                      <a:pt x="64182" y="52185"/>
                      <a:pt x="54432" y="61225"/>
                    </a:cubicBezTo>
                    <a:cubicBezTo>
                      <a:pt x="46849" y="68096"/>
                      <a:pt x="45044" y="70265"/>
                      <a:pt x="29877" y="90877"/>
                    </a:cubicBezTo>
                    <a:close/>
                  </a:path>
                </a:pathLst>
              </a:custGeom>
              <a:grpFill/>
              <a:ln w="3175" cap="flat">
                <a:solidFill>
                  <a:schemeClr val="tx1"/>
                </a:solidFill>
                <a:prstDash val="solid"/>
                <a:miter/>
              </a:ln>
            </p:spPr>
            <p:txBody>
              <a:bodyPr rtlCol="0" anchor="ctr"/>
              <a:lstStyle/>
              <a:p>
                <a:endParaRPr lang="zh-CN" altLang="en-US"/>
              </a:p>
            </p:txBody>
          </p:sp>
          <p:sp>
            <p:nvSpPr>
              <p:cNvPr id="421" name="任意多边形: 形状 420"/>
              <p:cNvSpPr/>
              <p:nvPr/>
            </p:nvSpPr>
            <p:spPr>
              <a:xfrm>
                <a:off x="8945945" y="5131142"/>
                <a:ext cx="76552" cy="95463"/>
              </a:xfrm>
              <a:custGeom>
                <a:avLst/>
                <a:gdLst>
                  <a:gd name="connsiteX0" fmla="*/ 63825 w 76552"/>
                  <a:gd name="connsiteY0" fmla="*/ 71350 h 95463"/>
                  <a:gd name="connsiteX1" fmla="*/ 36382 w 76552"/>
                  <a:gd name="connsiteY1" fmla="*/ 85453 h 95463"/>
                  <a:gd name="connsiteX2" fmla="*/ 17244 w 76552"/>
                  <a:gd name="connsiteY2" fmla="*/ 63757 h 95463"/>
                  <a:gd name="connsiteX3" fmla="*/ 17966 w 76552"/>
                  <a:gd name="connsiteY3" fmla="*/ 52908 h 95463"/>
                  <a:gd name="connsiteX4" fmla="*/ 53353 w 76552"/>
                  <a:gd name="connsiteY4" fmla="*/ 45676 h 95463"/>
                  <a:gd name="connsiteX5" fmla="*/ 76824 w 76552"/>
                  <a:gd name="connsiteY5" fmla="*/ 15302 h 95463"/>
                  <a:gd name="connsiteX6" fmla="*/ 57325 w 76552"/>
                  <a:gd name="connsiteY6" fmla="*/ 114 h 95463"/>
                  <a:gd name="connsiteX7" fmla="*/ 272 w 76552"/>
                  <a:gd name="connsiteY7" fmla="*/ 64480 h 95463"/>
                  <a:gd name="connsiteX8" fmla="*/ 27715 w 76552"/>
                  <a:gd name="connsiteY8" fmla="*/ 95578 h 95463"/>
                  <a:gd name="connsiteX9" fmla="*/ 67436 w 76552"/>
                  <a:gd name="connsiteY9" fmla="*/ 74243 h 95463"/>
                  <a:gd name="connsiteX10" fmla="*/ 19049 w 76552"/>
                  <a:gd name="connsiteY10" fmla="*/ 47484 h 95463"/>
                  <a:gd name="connsiteX11" fmla="*/ 53714 w 76552"/>
                  <a:gd name="connsiteY11" fmla="*/ 5900 h 95463"/>
                  <a:gd name="connsiteX12" fmla="*/ 62020 w 76552"/>
                  <a:gd name="connsiteY12" fmla="*/ 14578 h 95463"/>
                  <a:gd name="connsiteX13" fmla="*/ 54436 w 76552"/>
                  <a:gd name="connsiteY13" fmla="*/ 32297 h 95463"/>
                  <a:gd name="connsiteX14" fmla="*/ 27715 w 76552"/>
                  <a:gd name="connsiteY14" fmla="*/ 46761 h 95463"/>
                  <a:gd name="connsiteX15" fmla="*/ 19049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25" y="71350"/>
                    </a:moveTo>
                    <a:cubicBezTo>
                      <a:pt x="54436" y="80752"/>
                      <a:pt x="45770" y="85453"/>
                      <a:pt x="36382" y="85453"/>
                    </a:cubicBezTo>
                    <a:cubicBezTo>
                      <a:pt x="25188" y="85453"/>
                      <a:pt x="17244" y="76413"/>
                      <a:pt x="17244" y="63757"/>
                    </a:cubicBezTo>
                    <a:cubicBezTo>
                      <a:pt x="17244" y="60502"/>
                      <a:pt x="17605" y="56886"/>
                      <a:pt x="17966" y="52908"/>
                    </a:cubicBezTo>
                    <a:cubicBezTo>
                      <a:pt x="34215" y="52185"/>
                      <a:pt x="43604" y="50377"/>
                      <a:pt x="53353" y="45676"/>
                    </a:cubicBezTo>
                    <a:cubicBezTo>
                      <a:pt x="67436" y="39167"/>
                      <a:pt x="76824" y="26873"/>
                      <a:pt x="76824" y="15302"/>
                    </a:cubicBezTo>
                    <a:cubicBezTo>
                      <a:pt x="76824" y="6623"/>
                      <a:pt x="68519" y="114"/>
                      <a:pt x="57325" y="114"/>
                    </a:cubicBezTo>
                    <a:cubicBezTo>
                      <a:pt x="29882" y="114"/>
                      <a:pt x="272" y="33382"/>
                      <a:pt x="272" y="64480"/>
                    </a:cubicBezTo>
                    <a:cubicBezTo>
                      <a:pt x="272" y="83283"/>
                      <a:pt x="11466" y="95578"/>
                      <a:pt x="27715" y="95578"/>
                    </a:cubicBezTo>
                    <a:cubicBezTo>
                      <a:pt x="40715" y="95578"/>
                      <a:pt x="51909" y="89431"/>
                      <a:pt x="67436" y="74243"/>
                    </a:cubicBezTo>
                    <a:close/>
                    <a:moveTo>
                      <a:pt x="19049" y="47484"/>
                    </a:moveTo>
                    <a:cubicBezTo>
                      <a:pt x="26271" y="23619"/>
                      <a:pt x="41076" y="5900"/>
                      <a:pt x="53714" y="5900"/>
                    </a:cubicBezTo>
                    <a:cubicBezTo>
                      <a:pt x="58409" y="5900"/>
                      <a:pt x="62020" y="9878"/>
                      <a:pt x="62020" y="14578"/>
                    </a:cubicBezTo>
                    <a:cubicBezTo>
                      <a:pt x="62020" y="20364"/>
                      <a:pt x="59131" y="26873"/>
                      <a:pt x="54436" y="32297"/>
                    </a:cubicBezTo>
                    <a:cubicBezTo>
                      <a:pt x="47937" y="40252"/>
                      <a:pt x="38909" y="44953"/>
                      <a:pt x="27715" y="46761"/>
                    </a:cubicBezTo>
                    <a:cubicBezTo>
                      <a:pt x="25910" y="47123"/>
                      <a:pt x="23382" y="47484"/>
                      <a:pt x="19049" y="47484"/>
                    </a:cubicBezTo>
                    <a:close/>
                  </a:path>
                </a:pathLst>
              </a:custGeom>
              <a:grpFill/>
              <a:ln w="3175" cap="flat">
                <a:solidFill>
                  <a:schemeClr val="tx1"/>
                </a:solidFill>
                <a:prstDash val="solid"/>
                <a:miter/>
              </a:ln>
            </p:spPr>
            <p:txBody>
              <a:bodyPr rtlCol="0" anchor="ctr"/>
              <a:lstStyle/>
              <a:p>
                <a:endParaRPr lang="zh-CN" altLang="en-US"/>
              </a:p>
            </p:txBody>
          </p:sp>
          <p:sp>
            <p:nvSpPr>
              <p:cNvPr id="422" name="任意多边形: 形状 421"/>
              <p:cNvSpPr/>
              <p:nvPr/>
            </p:nvSpPr>
            <p:spPr>
              <a:xfrm>
                <a:off x="9024612" y="5131142"/>
                <a:ext cx="69691" cy="95463"/>
              </a:xfrm>
              <a:custGeom>
                <a:avLst/>
                <a:gdLst>
                  <a:gd name="connsiteX0" fmla="*/ 69967 w 69691"/>
                  <a:gd name="connsiteY0" fmla="*/ 837 h 95463"/>
                  <a:gd name="connsiteX1" fmla="*/ 67079 w 69691"/>
                  <a:gd name="connsiteY1" fmla="*/ 837 h 95463"/>
                  <a:gd name="connsiteX2" fmla="*/ 60940 w 69691"/>
                  <a:gd name="connsiteY2" fmla="*/ 5538 h 95463"/>
                  <a:gd name="connsiteX3" fmla="*/ 57329 w 69691"/>
                  <a:gd name="connsiteY3" fmla="*/ 4453 h 95463"/>
                  <a:gd name="connsiteX4" fmla="*/ 42524 w 69691"/>
                  <a:gd name="connsiteY4" fmla="*/ 114 h 95463"/>
                  <a:gd name="connsiteX5" fmla="*/ 19414 w 69691"/>
                  <a:gd name="connsiteY5" fmla="*/ 23619 h 95463"/>
                  <a:gd name="connsiteX6" fmla="*/ 33136 w 69691"/>
                  <a:gd name="connsiteY6" fmla="*/ 51101 h 95463"/>
                  <a:gd name="connsiteX7" fmla="*/ 45052 w 69691"/>
                  <a:gd name="connsiteY7" fmla="*/ 73520 h 95463"/>
                  <a:gd name="connsiteX8" fmla="*/ 28080 w 69691"/>
                  <a:gd name="connsiteY8" fmla="*/ 90877 h 95463"/>
                  <a:gd name="connsiteX9" fmla="*/ 9303 w 69691"/>
                  <a:gd name="connsiteY9" fmla="*/ 63757 h 95463"/>
                  <a:gd name="connsiteX10" fmla="*/ 6053 w 69691"/>
                  <a:gd name="connsiteY10" fmla="*/ 63757 h 95463"/>
                  <a:gd name="connsiteX11" fmla="*/ 276 w 69691"/>
                  <a:gd name="connsiteY11" fmla="*/ 95578 h 95463"/>
                  <a:gd name="connsiteX12" fmla="*/ 4248 w 69691"/>
                  <a:gd name="connsiteY12" fmla="*/ 95578 h 95463"/>
                  <a:gd name="connsiteX13" fmla="*/ 10025 w 69691"/>
                  <a:gd name="connsiteY13" fmla="*/ 91239 h 95463"/>
                  <a:gd name="connsiteX14" fmla="*/ 13997 w 69691"/>
                  <a:gd name="connsiteY14" fmla="*/ 92323 h 95463"/>
                  <a:gd name="connsiteX15" fmla="*/ 30969 w 69691"/>
                  <a:gd name="connsiteY15" fmla="*/ 95578 h 95463"/>
                  <a:gd name="connsiteX16" fmla="*/ 59134 w 69691"/>
                  <a:gd name="connsiteY16" fmla="*/ 68819 h 95463"/>
                  <a:gd name="connsiteX17" fmla="*/ 44329 w 69691"/>
                  <a:gd name="connsiteY17" fmla="*/ 39891 h 95463"/>
                  <a:gd name="connsiteX18" fmla="*/ 32413 w 69691"/>
                  <a:gd name="connsiteY18" fmla="*/ 18194 h 95463"/>
                  <a:gd name="connsiteX19" fmla="*/ 44329 w 69691"/>
                  <a:gd name="connsiteY19" fmla="*/ 5900 h 95463"/>
                  <a:gd name="connsiteX20" fmla="*/ 61662 w 69691"/>
                  <a:gd name="connsiteY20" fmla="*/ 26511 h 95463"/>
                  <a:gd name="connsiteX21" fmla="*/ 61662 w 69691"/>
                  <a:gd name="connsiteY21" fmla="*/ 30851 h 95463"/>
                  <a:gd name="connsiteX22" fmla="*/ 64912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69967" y="837"/>
                    </a:moveTo>
                    <a:lnTo>
                      <a:pt x="67079" y="837"/>
                    </a:lnTo>
                    <a:cubicBezTo>
                      <a:pt x="64912" y="4092"/>
                      <a:pt x="63106" y="5538"/>
                      <a:pt x="60940" y="5538"/>
                    </a:cubicBezTo>
                    <a:cubicBezTo>
                      <a:pt x="60218" y="5538"/>
                      <a:pt x="58773" y="5177"/>
                      <a:pt x="57329" y="4453"/>
                    </a:cubicBezTo>
                    <a:cubicBezTo>
                      <a:pt x="52274" y="1561"/>
                      <a:pt x="47218" y="114"/>
                      <a:pt x="42524" y="114"/>
                    </a:cubicBezTo>
                    <a:cubicBezTo>
                      <a:pt x="29886" y="114"/>
                      <a:pt x="19414" y="10601"/>
                      <a:pt x="19414" y="23619"/>
                    </a:cubicBezTo>
                    <a:cubicBezTo>
                      <a:pt x="19414" y="32659"/>
                      <a:pt x="22303" y="38083"/>
                      <a:pt x="33136" y="51101"/>
                    </a:cubicBezTo>
                    <a:cubicBezTo>
                      <a:pt x="41441" y="60864"/>
                      <a:pt x="45052" y="67373"/>
                      <a:pt x="45052" y="73520"/>
                    </a:cubicBezTo>
                    <a:cubicBezTo>
                      <a:pt x="45052" y="82922"/>
                      <a:pt x="37107" y="90877"/>
                      <a:pt x="28080" y="90877"/>
                    </a:cubicBezTo>
                    <a:cubicBezTo>
                      <a:pt x="17247" y="90877"/>
                      <a:pt x="9664" y="80029"/>
                      <a:pt x="9303" y="63757"/>
                    </a:cubicBezTo>
                    <a:lnTo>
                      <a:pt x="6053" y="63757"/>
                    </a:lnTo>
                    <a:lnTo>
                      <a:pt x="276" y="95578"/>
                    </a:lnTo>
                    <a:lnTo>
                      <a:pt x="4248" y="95578"/>
                    </a:lnTo>
                    <a:cubicBezTo>
                      <a:pt x="5692" y="92323"/>
                      <a:pt x="7498" y="91239"/>
                      <a:pt x="10025" y="91239"/>
                    </a:cubicBezTo>
                    <a:cubicBezTo>
                      <a:pt x="11109" y="91239"/>
                      <a:pt x="12553" y="91600"/>
                      <a:pt x="13997" y="92323"/>
                    </a:cubicBezTo>
                    <a:cubicBezTo>
                      <a:pt x="23747" y="95216"/>
                      <a:pt x="25914" y="95578"/>
                      <a:pt x="30969" y="95578"/>
                    </a:cubicBezTo>
                    <a:cubicBezTo>
                      <a:pt x="46496" y="95578"/>
                      <a:pt x="59134" y="83645"/>
                      <a:pt x="59134" y="68819"/>
                    </a:cubicBezTo>
                    <a:cubicBezTo>
                      <a:pt x="59134" y="59779"/>
                      <a:pt x="55524" y="53270"/>
                      <a:pt x="44329" y="39891"/>
                    </a:cubicBezTo>
                    <a:cubicBezTo>
                      <a:pt x="34580" y="28319"/>
                      <a:pt x="32413" y="23980"/>
                      <a:pt x="32413" y="18194"/>
                    </a:cubicBezTo>
                    <a:cubicBezTo>
                      <a:pt x="32413" y="11324"/>
                      <a:pt x="37469" y="5900"/>
                      <a:pt x="44329" y="5900"/>
                    </a:cubicBezTo>
                    <a:cubicBezTo>
                      <a:pt x="54079" y="5900"/>
                      <a:pt x="61662" y="14578"/>
                      <a:pt x="61662" y="26511"/>
                    </a:cubicBezTo>
                    <a:cubicBezTo>
                      <a:pt x="61662" y="27596"/>
                      <a:pt x="61662" y="29043"/>
                      <a:pt x="61662" y="30851"/>
                    </a:cubicBezTo>
                    <a:lnTo>
                      <a:pt x="64912" y="30851"/>
                    </a:lnTo>
                    <a:close/>
                  </a:path>
                </a:pathLst>
              </a:custGeom>
              <a:grpFill/>
              <a:ln w="3175" cap="flat">
                <a:solidFill>
                  <a:schemeClr val="tx1"/>
                </a:solidFill>
                <a:prstDash val="solid"/>
                <a:miter/>
              </a:ln>
            </p:spPr>
            <p:txBody>
              <a:bodyPr rtlCol="0" anchor="ctr"/>
              <a:lstStyle/>
              <a:p>
                <a:endParaRPr lang="zh-CN" altLang="en-US"/>
              </a:p>
            </p:txBody>
          </p:sp>
        </p:grpSp>
        <p:grpSp>
          <p:nvGrpSpPr>
            <p:cNvPr id="280" name="Graphic 2"/>
            <p:cNvGrpSpPr/>
            <p:nvPr/>
          </p:nvGrpSpPr>
          <p:grpSpPr>
            <a:xfrm>
              <a:off x="10534001" y="4760555"/>
              <a:ext cx="323256" cy="101504"/>
              <a:chOff x="9659231" y="5130035"/>
              <a:chExt cx="346779" cy="96909"/>
            </a:xfrm>
          </p:grpSpPr>
          <p:sp>
            <p:nvSpPr>
              <p:cNvPr id="416" name="任意多边形: 形状 415"/>
              <p:cNvSpPr/>
              <p:nvPr/>
            </p:nvSpPr>
            <p:spPr>
              <a:xfrm>
                <a:off x="9659231" y="5131481"/>
                <a:ext cx="74024" cy="95101"/>
              </a:xfrm>
              <a:custGeom>
                <a:avLst/>
                <a:gdLst>
                  <a:gd name="connsiteX0" fmla="*/ 61689 w 74024"/>
                  <a:gd name="connsiteY0" fmla="*/ 69904 h 95101"/>
                  <a:gd name="connsiteX1" fmla="*/ 35329 w 74024"/>
                  <a:gd name="connsiteY1" fmla="*/ 86176 h 95101"/>
                  <a:gd name="connsiteX2" fmla="*/ 16552 w 74024"/>
                  <a:gd name="connsiteY2" fmla="*/ 63395 h 95101"/>
                  <a:gd name="connsiteX3" fmla="*/ 54828 w 74024"/>
                  <a:gd name="connsiteY3" fmla="*/ 4815 h 95101"/>
                  <a:gd name="connsiteX4" fmla="*/ 62773 w 74024"/>
                  <a:gd name="connsiteY4" fmla="*/ 10601 h 95101"/>
                  <a:gd name="connsiteX5" fmla="*/ 59523 w 74024"/>
                  <a:gd name="connsiteY5" fmla="*/ 15663 h 95101"/>
                  <a:gd name="connsiteX6" fmla="*/ 56273 w 74024"/>
                  <a:gd name="connsiteY6" fmla="*/ 22895 h 95101"/>
                  <a:gd name="connsiteX7" fmla="*/ 63495 w 74024"/>
                  <a:gd name="connsiteY7" fmla="*/ 29766 h 95101"/>
                  <a:gd name="connsiteX8" fmla="*/ 74328 w 74024"/>
                  <a:gd name="connsiteY8" fmla="*/ 16025 h 95101"/>
                  <a:gd name="connsiteX9" fmla="*/ 55912 w 74024"/>
                  <a:gd name="connsiteY9" fmla="*/ 114 h 95101"/>
                  <a:gd name="connsiteX10" fmla="*/ 303 w 74024"/>
                  <a:gd name="connsiteY10" fmla="*/ 64480 h 95101"/>
                  <a:gd name="connsiteX11" fmla="*/ 7525 w 74024"/>
                  <a:gd name="connsiteY11" fmla="*/ 86538 h 95101"/>
                  <a:gd name="connsiteX12" fmla="*/ 26663 w 74024"/>
                  <a:gd name="connsiteY12" fmla="*/ 95216 h 95101"/>
                  <a:gd name="connsiteX13" fmla="*/ 65661 w 74024"/>
                  <a:gd name="connsiteY13" fmla="*/ 71712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024" h="95101">
                    <a:moveTo>
                      <a:pt x="61689" y="69904"/>
                    </a:moveTo>
                    <a:cubicBezTo>
                      <a:pt x="54467" y="80029"/>
                      <a:pt x="45079" y="86176"/>
                      <a:pt x="35329" y="86176"/>
                    </a:cubicBezTo>
                    <a:cubicBezTo>
                      <a:pt x="24496" y="86176"/>
                      <a:pt x="16552" y="76774"/>
                      <a:pt x="16552" y="63395"/>
                    </a:cubicBezTo>
                    <a:cubicBezTo>
                      <a:pt x="16552" y="35190"/>
                      <a:pt x="36413" y="4815"/>
                      <a:pt x="54828" y="4815"/>
                    </a:cubicBezTo>
                    <a:cubicBezTo>
                      <a:pt x="58801" y="4815"/>
                      <a:pt x="62773" y="7708"/>
                      <a:pt x="62773" y="10601"/>
                    </a:cubicBezTo>
                    <a:cubicBezTo>
                      <a:pt x="62773" y="12409"/>
                      <a:pt x="62412" y="12770"/>
                      <a:pt x="59523" y="15663"/>
                    </a:cubicBezTo>
                    <a:cubicBezTo>
                      <a:pt x="57356" y="17833"/>
                      <a:pt x="56273" y="20364"/>
                      <a:pt x="56273" y="22895"/>
                    </a:cubicBezTo>
                    <a:cubicBezTo>
                      <a:pt x="56273" y="26511"/>
                      <a:pt x="59523" y="29766"/>
                      <a:pt x="63495" y="29766"/>
                    </a:cubicBezTo>
                    <a:cubicBezTo>
                      <a:pt x="69272" y="29766"/>
                      <a:pt x="74328" y="23257"/>
                      <a:pt x="74328" y="16025"/>
                    </a:cubicBezTo>
                    <a:cubicBezTo>
                      <a:pt x="74328" y="7346"/>
                      <a:pt x="66022" y="114"/>
                      <a:pt x="55912" y="114"/>
                    </a:cubicBezTo>
                    <a:cubicBezTo>
                      <a:pt x="28469" y="114"/>
                      <a:pt x="303" y="32659"/>
                      <a:pt x="303" y="64480"/>
                    </a:cubicBezTo>
                    <a:cubicBezTo>
                      <a:pt x="303" y="73520"/>
                      <a:pt x="2831" y="81475"/>
                      <a:pt x="7525" y="86538"/>
                    </a:cubicBezTo>
                    <a:cubicBezTo>
                      <a:pt x="12219" y="91600"/>
                      <a:pt x="19802" y="95216"/>
                      <a:pt x="26663" y="95216"/>
                    </a:cubicBezTo>
                    <a:cubicBezTo>
                      <a:pt x="40385" y="95216"/>
                      <a:pt x="55551" y="86176"/>
                      <a:pt x="65661" y="71712"/>
                    </a:cubicBezTo>
                    <a:close/>
                  </a:path>
                </a:pathLst>
              </a:custGeom>
              <a:solidFill>
                <a:srgbClr val="000000"/>
              </a:solidFill>
              <a:ln w="23090" cap="flat">
                <a:noFill/>
                <a:prstDash val="solid"/>
                <a:miter/>
              </a:ln>
            </p:spPr>
            <p:txBody>
              <a:bodyPr rtlCol="0" anchor="ctr"/>
              <a:lstStyle/>
              <a:p>
                <a:endParaRPr lang="zh-CN" altLang="en-US"/>
              </a:p>
            </p:txBody>
          </p:sp>
          <p:sp>
            <p:nvSpPr>
              <p:cNvPr id="417" name="任意多边形: 形状 416"/>
              <p:cNvSpPr/>
              <p:nvPr/>
            </p:nvSpPr>
            <p:spPr>
              <a:xfrm>
                <a:off x="9738990" y="5131119"/>
                <a:ext cx="81246" cy="95101"/>
              </a:xfrm>
              <a:custGeom>
                <a:avLst/>
                <a:gdLst>
                  <a:gd name="connsiteX0" fmla="*/ 54110 w 81246"/>
                  <a:gd name="connsiteY0" fmla="*/ 114 h 95101"/>
                  <a:gd name="connsiteX1" fmla="*/ 306 w 81246"/>
                  <a:gd name="connsiteY1" fmla="*/ 61949 h 95101"/>
                  <a:gd name="connsiteX2" fmla="*/ 27750 w 81246"/>
                  <a:gd name="connsiteY2" fmla="*/ 95216 h 95101"/>
                  <a:gd name="connsiteX3" fmla="*/ 59526 w 81246"/>
                  <a:gd name="connsiteY3" fmla="*/ 81114 h 95101"/>
                  <a:gd name="connsiteX4" fmla="*/ 81553 w 81246"/>
                  <a:gd name="connsiteY4" fmla="*/ 33744 h 95101"/>
                  <a:gd name="connsiteX5" fmla="*/ 54110 w 81246"/>
                  <a:gd name="connsiteY5" fmla="*/ 114 h 95101"/>
                  <a:gd name="connsiteX6" fmla="*/ 51943 w 81246"/>
                  <a:gd name="connsiteY6" fmla="*/ 5538 h 95101"/>
                  <a:gd name="connsiteX7" fmla="*/ 66026 w 81246"/>
                  <a:gd name="connsiteY7" fmla="*/ 25427 h 95101"/>
                  <a:gd name="connsiteX8" fmla="*/ 52665 w 81246"/>
                  <a:gd name="connsiteY8" fmla="*/ 72074 h 95101"/>
                  <a:gd name="connsiteX9" fmla="*/ 29555 w 81246"/>
                  <a:gd name="connsiteY9" fmla="*/ 90154 h 95101"/>
                  <a:gd name="connsiteX10" fmla="*/ 15111 w 81246"/>
                  <a:gd name="connsiteY10" fmla="*/ 70266 h 95101"/>
                  <a:gd name="connsiteX11" fmla="*/ 29555 w 81246"/>
                  <a:gd name="connsiteY11" fmla="*/ 21087 h 95101"/>
                  <a:gd name="connsiteX12" fmla="*/ 51943 w 81246"/>
                  <a:gd name="connsiteY12" fmla="*/ 5538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46" h="95101">
                    <a:moveTo>
                      <a:pt x="54110" y="114"/>
                    </a:moveTo>
                    <a:cubicBezTo>
                      <a:pt x="27389" y="114"/>
                      <a:pt x="306" y="30851"/>
                      <a:pt x="306" y="61949"/>
                    </a:cubicBezTo>
                    <a:cubicBezTo>
                      <a:pt x="306" y="81837"/>
                      <a:pt x="11139" y="95216"/>
                      <a:pt x="27750" y="95216"/>
                    </a:cubicBezTo>
                    <a:cubicBezTo>
                      <a:pt x="37860" y="95216"/>
                      <a:pt x="48693" y="90515"/>
                      <a:pt x="59526" y="81114"/>
                    </a:cubicBezTo>
                    <a:cubicBezTo>
                      <a:pt x="73248" y="68819"/>
                      <a:pt x="81553" y="51101"/>
                      <a:pt x="81553" y="33744"/>
                    </a:cubicBezTo>
                    <a:cubicBezTo>
                      <a:pt x="81553" y="14217"/>
                      <a:pt x="69998" y="114"/>
                      <a:pt x="54110" y="114"/>
                    </a:cubicBezTo>
                    <a:close/>
                    <a:moveTo>
                      <a:pt x="51943" y="5538"/>
                    </a:moveTo>
                    <a:cubicBezTo>
                      <a:pt x="60248" y="5538"/>
                      <a:pt x="66026" y="13855"/>
                      <a:pt x="66026" y="25427"/>
                    </a:cubicBezTo>
                    <a:cubicBezTo>
                      <a:pt x="66026" y="38806"/>
                      <a:pt x="60609" y="57971"/>
                      <a:pt x="52665" y="72074"/>
                    </a:cubicBezTo>
                    <a:cubicBezTo>
                      <a:pt x="46166" y="84006"/>
                      <a:pt x="38583" y="90154"/>
                      <a:pt x="29555" y="90154"/>
                    </a:cubicBezTo>
                    <a:cubicBezTo>
                      <a:pt x="20889" y="90154"/>
                      <a:pt x="15111" y="82560"/>
                      <a:pt x="15111" y="70266"/>
                    </a:cubicBezTo>
                    <a:cubicBezTo>
                      <a:pt x="15111" y="54717"/>
                      <a:pt x="21250" y="34467"/>
                      <a:pt x="29555" y="21087"/>
                    </a:cubicBezTo>
                    <a:cubicBezTo>
                      <a:pt x="36055" y="10601"/>
                      <a:pt x="43999" y="5538"/>
                      <a:pt x="51943" y="5538"/>
                    </a:cubicBezTo>
                    <a:close/>
                  </a:path>
                </a:pathLst>
              </a:custGeom>
              <a:solidFill>
                <a:srgbClr val="000000"/>
              </a:solidFill>
              <a:ln w="23090" cap="flat">
                <a:noFill/>
                <a:prstDash val="solid"/>
                <a:miter/>
              </a:ln>
            </p:spPr>
            <p:txBody>
              <a:bodyPr rtlCol="0" anchor="ctr"/>
              <a:lstStyle/>
              <a:p>
                <a:endParaRPr lang="zh-CN" altLang="en-US"/>
              </a:p>
            </p:txBody>
          </p:sp>
          <p:sp>
            <p:nvSpPr>
              <p:cNvPr id="418" name="任意多边形: 形状 417"/>
              <p:cNvSpPr/>
              <p:nvPr/>
            </p:nvSpPr>
            <p:spPr>
              <a:xfrm>
                <a:off x="9834391" y="5131842"/>
                <a:ext cx="89190" cy="95101"/>
              </a:xfrm>
              <a:custGeom>
                <a:avLst/>
                <a:gdLst>
                  <a:gd name="connsiteX0" fmla="*/ 89501 w 89190"/>
                  <a:gd name="connsiteY0" fmla="*/ 2284 h 95101"/>
                  <a:gd name="connsiteX1" fmla="*/ 73974 w 89190"/>
                  <a:gd name="connsiteY1" fmla="*/ 2284 h 95101"/>
                  <a:gd name="connsiteX2" fmla="*/ 69280 w 89190"/>
                  <a:gd name="connsiteY2" fmla="*/ 19641 h 95101"/>
                  <a:gd name="connsiteX3" fmla="*/ 48336 w 89190"/>
                  <a:gd name="connsiteY3" fmla="*/ 61949 h 95101"/>
                  <a:gd name="connsiteX4" fmla="*/ 24504 w 89190"/>
                  <a:gd name="connsiteY4" fmla="*/ 83283 h 95101"/>
                  <a:gd name="connsiteX5" fmla="*/ 18004 w 89190"/>
                  <a:gd name="connsiteY5" fmla="*/ 77136 h 95101"/>
                  <a:gd name="connsiteX6" fmla="*/ 19449 w 89190"/>
                  <a:gd name="connsiteY6" fmla="*/ 69181 h 95101"/>
                  <a:gd name="connsiteX7" fmla="*/ 34615 w 89190"/>
                  <a:gd name="connsiteY7" fmla="*/ 16025 h 95101"/>
                  <a:gd name="connsiteX8" fmla="*/ 35698 w 89190"/>
                  <a:gd name="connsiteY8" fmla="*/ 8070 h 95101"/>
                  <a:gd name="connsiteX9" fmla="*/ 27393 w 89190"/>
                  <a:gd name="connsiteY9" fmla="*/ 114 h 95101"/>
                  <a:gd name="connsiteX10" fmla="*/ 310 w 89190"/>
                  <a:gd name="connsiteY10" fmla="*/ 21087 h 95101"/>
                  <a:gd name="connsiteX11" fmla="*/ 2477 w 89190"/>
                  <a:gd name="connsiteY11" fmla="*/ 23257 h 95101"/>
                  <a:gd name="connsiteX12" fmla="*/ 5366 w 89190"/>
                  <a:gd name="connsiteY12" fmla="*/ 20003 h 95101"/>
                  <a:gd name="connsiteX13" fmla="*/ 16560 w 89190"/>
                  <a:gd name="connsiteY13" fmla="*/ 10962 h 95101"/>
                  <a:gd name="connsiteX14" fmla="*/ 20171 w 89190"/>
                  <a:gd name="connsiteY14" fmla="*/ 14217 h 95101"/>
                  <a:gd name="connsiteX15" fmla="*/ 19449 w 89190"/>
                  <a:gd name="connsiteY15" fmla="*/ 18556 h 95101"/>
                  <a:gd name="connsiteX16" fmla="*/ 3560 w 89190"/>
                  <a:gd name="connsiteY16" fmla="*/ 73882 h 95101"/>
                  <a:gd name="connsiteX17" fmla="*/ 2477 w 89190"/>
                  <a:gd name="connsiteY17" fmla="*/ 80752 h 95101"/>
                  <a:gd name="connsiteX18" fmla="*/ 13310 w 89190"/>
                  <a:gd name="connsiteY18" fmla="*/ 95216 h 95101"/>
                  <a:gd name="connsiteX19" fmla="*/ 35337 w 89190"/>
                  <a:gd name="connsiteY19" fmla="*/ 83283 h 95101"/>
                  <a:gd name="connsiteX20" fmla="*/ 60252 w 89190"/>
                  <a:gd name="connsiteY20" fmla="*/ 50739 h 95101"/>
                  <a:gd name="connsiteX21" fmla="*/ 52308 w 89190"/>
                  <a:gd name="connsiteY21" fmla="*/ 77859 h 95101"/>
                  <a:gd name="connsiteX22" fmla="*/ 50503 w 89190"/>
                  <a:gd name="connsiteY22" fmla="*/ 87623 h 95101"/>
                  <a:gd name="connsiteX23" fmla="*/ 58447 w 89190"/>
                  <a:gd name="connsiteY23" fmla="*/ 94855 h 95101"/>
                  <a:gd name="connsiteX24" fmla="*/ 84807 w 89190"/>
                  <a:gd name="connsiteY24" fmla="*/ 76774 h 95101"/>
                  <a:gd name="connsiteX25" fmla="*/ 83001 w 89190"/>
                  <a:gd name="connsiteY25" fmla="*/ 73882 h 95101"/>
                  <a:gd name="connsiteX26" fmla="*/ 69641 w 89190"/>
                  <a:gd name="connsiteY26" fmla="*/ 84730 h 95101"/>
                  <a:gd name="connsiteX27" fmla="*/ 67113 w 89190"/>
                  <a:gd name="connsiteY27" fmla="*/ 82198 h 95101"/>
                  <a:gd name="connsiteX28" fmla="*/ 67474 w 89190"/>
                  <a:gd name="connsiteY28" fmla="*/ 80390 h 95101"/>
                  <a:gd name="connsiteX29" fmla="*/ 68558 w 89190"/>
                  <a:gd name="connsiteY29" fmla="*/ 75328 h 95101"/>
                  <a:gd name="connsiteX30" fmla="*/ 69641 w 89190"/>
                  <a:gd name="connsiteY30" fmla="*/ 70627 h 9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190" h="95101">
                    <a:moveTo>
                      <a:pt x="89501" y="2284"/>
                    </a:moveTo>
                    <a:lnTo>
                      <a:pt x="73974" y="2284"/>
                    </a:lnTo>
                    <a:lnTo>
                      <a:pt x="69280" y="19641"/>
                    </a:lnTo>
                    <a:cubicBezTo>
                      <a:pt x="63141" y="39891"/>
                      <a:pt x="60975" y="44953"/>
                      <a:pt x="48336" y="61949"/>
                    </a:cubicBezTo>
                    <a:cubicBezTo>
                      <a:pt x="38587" y="75690"/>
                      <a:pt x="29920" y="83283"/>
                      <a:pt x="24504" y="83283"/>
                    </a:cubicBezTo>
                    <a:cubicBezTo>
                      <a:pt x="20171" y="83283"/>
                      <a:pt x="18004" y="81114"/>
                      <a:pt x="18004" y="77136"/>
                    </a:cubicBezTo>
                    <a:cubicBezTo>
                      <a:pt x="18004" y="75328"/>
                      <a:pt x="18365" y="72797"/>
                      <a:pt x="19449" y="69181"/>
                    </a:cubicBezTo>
                    <a:lnTo>
                      <a:pt x="34615" y="16025"/>
                    </a:lnTo>
                    <a:cubicBezTo>
                      <a:pt x="35337" y="13855"/>
                      <a:pt x="35698" y="9878"/>
                      <a:pt x="35698" y="8070"/>
                    </a:cubicBezTo>
                    <a:cubicBezTo>
                      <a:pt x="35698" y="3369"/>
                      <a:pt x="32448" y="114"/>
                      <a:pt x="27393" y="114"/>
                    </a:cubicBezTo>
                    <a:cubicBezTo>
                      <a:pt x="19449" y="114"/>
                      <a:pt x="13671" y="4815"/>
                      <a:pt x="310" y="21087"/>
                    </a:cubicBezTo>
                    <a:lnTo>
                      <a:pt x="2477" y="23257"/>
                    </a:lnTo>
                    <a:lnTo>
                      <a:pt x="5366" y="20003"/>
                    </a:lnTo>
                    <a:cubicBezTo>
                      <a:pt x="11865" y="12409"/>
                      <a:pt x="13671" y="10962"/>
                      <a:pt x="16560" y="10962"/>
                    </a:cubicBezTo>
                    <a:cubicBezTo>
                      <a:pt x="18365" y="10962"/>
                      <a:pt x="20171" y="12409"/>
                      <a:pt x="20171" y="14217"/>
                    </a:cubicBezTo>
                    <a:cubicBezTo>
                      <a:pt x="20171" y="15302"/>
                      <a:pt x="19810" y="16748"/>
                      <a:pt x="19449" y="18556"/>
                    </a:cubicBezTo>
                    <a:lnTo>
                      <a:pt x="3560" y="73882"/>
                    </a:lnTo>
                    <a:cubicBezTo>
                      <a:pt x="2838" y="76051"/>
                      <a:pt x="2477" y="78221"/>
                      <a:pt x="2477" y="80752"/>
                    </a:cubicBezTo>
                    <a:cubicBezTo>
                      <a:pt x="2477" y="89792"/>
                      <a:pt x="6810" y="95216"/>
                      <a:pt x="13310" y="95216"/>
                    </a:cubicBezTo>
                    <a:cubicBezTo>
                      <a:pt x="19449" y="95216"/>
                      <a:pt x="26670" y="91239"/>
                      <a:pt x="35337" y="83283"/>
                    </a:cubicBezTo>
                    <a:cubicBezTo>
                      <a:pt x="42920" y="75690"/>
                      <a:pt x="49058" y="68096"/>
                      <a:pt x="60252" y="50739"/>
                    </a:cubicBezTo>
                    <a:lnTo>
                      <a:pt x="52308" y="77859"/>
                    </a:lnTo>
                    <a:cubicBezTo>
                      <a:pt x="51225" y="81837"/>
                      <a:pt x="50503" y="85091"/>
                      <a:pt x="50503" y="87623"/>
                    </a:cubicBezTo>
                    <a:cubicBezTo>
                      <a:pt x="50503" y="91600"/>
                      <a:pt x="53753" y="94855"/>
                      <a:pt x="58447" y="94855"/>
                    </a:cubicBezTo>
                    <a:cubicBezTo>
                      <a:pt x="66030" y="94855"/>
                      <a:pt x="76141" y="87984"/>
                      <a:pt x="84807" y="76774"/>
                    </a:cubicBezTo>
                    <a:lnTo>
                      <a:pt x="83001" y="73882"/>
                    </a:lnTo>
                    <a:cubicBezTo>
                      <a:pt x="76863" y="81114"/>
                      <a:pt x="72530" y="84730"/>
                      <a:pt x="69641" y="84730"/>
                    </a:cubicBezTo>
                    <a:cubicBezTo>
                      <a:pt x="68196" y="84730"/>
                      <a:pt x="67113" y="83645"/>
                      <a:pt x="67113" y="82198"/>
                    </a:cubicBezTo>
                    <a:cubicBezTo>
                      <a:pt x="67113" y="81837"/>
                      <a:pt x="67113" y="81114"/>
                      <a:pt x="67474" y="80390"/>
                    </a:cubicBezTo>
                    <a:cubicBezTo>
                      <a:pt x="67474" y="80029"/>
                      <a:pt x="67835" y="78221"/>
                      <a:pt x="68558" y="75328"/>
                    </a:cubicBezTo>
                    <a:cubicBezTo>
                      <a:pt x="68919" y="74243"/>
                      <a:pt x="69280" y="72435"/>
                      <a:pt x="69641" y="70627"/>
                    </a:cubicBezTo>
                    <a:close/>
                  </a:path>
                </a:pathLst>
              </a:custGeom>
              <a:solidFill>
                <a:srgbClr val="000000"/>
              </a:solidFill>
              <a:ln w="23090" cap="flat">
                <a:noFill/>
                <a:prstDash val="solid"/>
                <a:miter/>
              </a:ln>
            </p:spPr>
            <p:txBody>
              <a:bodyPr rtlCol="0" anchor="ctr"/>
              <a:lstStyle/>
              <a:p>
                <a:endParaRPr lang="zh-CN" altLang="en-US"/>
              </a:p>
            </p:txBody>
          </p:sp>
          <p:sp>
            <p:nvSpPr>
              <p:cNvPr id="419" name="任意多边形: 形状 418"/>
              <p:cNvSpPr/>
              <p:nvPr/>
            </p:nvSpPr>
            <p:spPr>
              <a:xfrm>
                <a:off x="9934513" y="5130035"/>
                <a:ext cx="71497" cy="94017"/>
              </a:xfrm>
              <a:custGeom>
                <a:avLst/>
                <a:gdLst>
                  <a:gd name="connsiteX0" fmla="*/ 41841 w 71497"/>
                  <a:gd name="connsiteY0" fmla="*/ 476 h 94017"/>
                  <a:gd name="connsiteX1" fmla="*/ 12231 w 71497"/>
                  <a:gd name="connsiteY1" fmla="*/ 4092 h 94017"/>
                  <a:gd name="connsiteX2" fmla="*/ 10787 w 71497"/>
                  <a:gd name="connsiteY2" fmla="*/ 8431 h 94017"/>
                  <a:gd name="connsiteX3" fmla="*/ 15842 w 71497"/>
                  <a:gd name="connsiteY3" fmla="*/ 7708 h 94017"/>
                  <a:gd name="connsiteX4" fmla="*/ 19092 w 71497"/>
                  <a:gd name="connsiteY4" fmla="*/ 7346 h 94017"/>
                  <a:gd name="connsiteX5" fmla="*/ 23786 w 71497"/>
                  <a:gd name="connsiteY5" fmla="*/ 11324 h 94017"/>
                  <a:gd name="connsiteX6" fmla="*/ 21620 w 71497"/>
                  <a:gd name="connsiteY6" fmla="*/ 20364 h 94017"/>
                  <a:gd name="connsiteX7" fmla="*/ 315 w 71497"/>
                  <a:gd name="connsiteY7" fmla="*/ 94131 h 94017"/>
                  <a:gd name="connsiteX8" fmla="*/ 16564 w 71497"/>
                  <a:gd name="connsiteY8" fmla="*/ 94131 h 94017"/>
                  <a:gd name="connsiteX9" fmla="*/ 39674 w 71497"/>
                  <a:gd name="connsiteY9" fmla="*/ 35551 h 94017"/>
                  <a:gd name="connsiteX10" fmla="*/ 53396 w 71497"/>
                  <a:gd name="connsiteY10" fmla="*/ 16748 h 94017"/>
                  <a:gd name="connsiteX11" fmla="*/ 54840 w 71497"/>
                  <a:gd name="connsiteY11" fmla="*/ 20002 h 94017"/>
                  <a:gd name="connsiteX12" fmla="*/ 61340 w 71497"/>
                  <a:gd name="connsiteY12" fmla="*/ 25427 h 94017"/>
                  <a:gd name="connsiteX13" fmla="*/ 71812 w 71497"/>
                  <a:gd name="connsiteY13" fmla="*/ 11324 h 94017"/>
                  <a:gd name="connsiteX14" fmla="*/ 63507 w 71497"/>
                  <a:gd name="connsiteY14" fmla="*/ 114 h 94017"/>
                  <a:gd name="connsiteX15" fmla="*/ 28841 w 71497"/>
                  <a:gd name="connsiteY15" fmla="*/ 45315 h 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97" h="94017">
                    <a:moveTo>
                      <a:pt x="41841" y="476"/>
                    </a:moveTo>
                    <a:cubicBezTo>
                      <a:pt x="28841" y="2645"/>
                      <a:pt x="26675" y="2645"/>
                      <a:pt x="12231" y="4092"/>
                    </a:cubicBezTo>
                    <a:lnTo>
                      <a:pt x="10787" y="8431"/>
                    </a:lnTo>
                    <a:cubicBezTo>
                      <a:pt x="12953" y="8070"/>
                      <a:pt x="15120" y="7708"/>
                      <a:pt x="15842" y="7708"/>
                    </a:cubicBezTo>
                    <a:cubicBezTo>
                      <a:pt x="16925" y="7346"/>
                      <a:pt x="18370" y="7346"/>
                      <a:pt x="19092" y="7346"/>
                    </a:cubicBezTo>
                    <a:cubicBezTo>
                      <a:pt x="21259" y="7346"/>
                      <a:pt x="23786" y="9154"/>
                      <a:pt x="23786" y="11324"/>
                    </a:cubicBezTo>
                    <a:cubicBezTo>
                      <a:pt x="23786" y="12409"/>
                      <a:pt x="22703" y="15663"/>
                      <a:pt x="21620" y="20364"/>
                    </a:cubicBezTo>
                    <a:lnTo>
                      <a:pt x="315" y="94131"/>
                    </a:lnTo>
                    <a:lnTo>
                      <a:pt x="16564" y="94131"/>
                    </a:lnTo>
                    <a:cubicBezTo>
                      <a:pt x="20897" y="76774"/>
                      <a:pt x="28841" y="56163"/>
                      <a:pt x="39674" y="35551"/>
                    </a:cubicBezTo>
                    <a:cubicBezTo>
                      <a:pt x="44007" y="27234"/>
                      <a:pt x="51591" y="16748"/>
                      <a:pt x="53396" y="16748"/>
                    </a:cubicBezTo>
                    <a:cubicBezTo>
                      <a:pt x="54118" y="16748"/>
                      <a:pt x="54479" y="17833"/>
                      <a:pt x="54840" y="20002"/>
                    </a:cubicBezTo>
                    <a:cubicBezTo>
                      <a:pt x="55202" y="23618"/>
                      <a:pt x="57729" y="25427"/>
                      <a:pt x="61340" y="25427"/>
                    </a:cubicBezTo>
                    <a:cubicBezTo>
                      <a:pt x="66757" y="25427"/>
                      <a:pt x="71812" y="18556"/>
                      <a:pt x="71812" y="11324"/>
                    </a:cubicBezTo>
                    <a:cubicBezTo>
                      <a:pt x="71812" y="4815"/>
                      <a:pt x="68562" y="114"/>
                      <a:pt x="63507" y="114"/>
                    </a:cubicBezTo>
                    <a:cubicBezTo>
                      <a:pt x="54479" y="114"/>
                      <a:pt x="41119" y="17833"/>
                      <a:pt x="28841" y="45315"/>
                    </a:cubicBezTo>
                    <a:close/>
                  </a:path>
                </a:pathLst>
              </a:custGeom>
              <a:solidFill>
                <a:srgbClr val="000000"/>
              </a:solidFill>
              <a:ln w="23090" cap="flat">
                <a:noFill/>
                <a:prstDash val="solid"/>
                <a:miter/>
              </a:ln>
            </p:spPr>
            <p:txBody>
              <a:bodyPr rtlCol="0" anchor="ctr"/>
              <a:lstStyle/>
              <a:p>
                <a:endParaRPr lang="zh-CN" altLang="en-US"/>
              </a:p>
            </p:txBody>
          </p:sp>
        </p:grpSp>
        <p:grpSp>
          <p:nvGrpSpPr>
            <p:cNvPr id="281" name="Graphic 2"/>
            <p:cNvGrpSpPr/>
            <p:nvPr/>
          </p:nvGrpSpPr>
          <p:grpSpPr>
            <a:xfrm>
              <a:off x="10850318" y="4761691"/>
              <a:ext cx="144797" cy="99990"/>
              <a:chOff x="9998566" y="5131119"/>
              <a:chExt cx="155334" cy="95463"/>
            </a:xfrm>
          </p:grpSpPr>
          <p:sp>
            <p:nvSpPr>
              <p:cNvPr id="414" name="任意多边形: 形状 413"/>
              <p:cNvSpPr/>
              <p:nvPr/>
            </p:nvSpPr>
            <p:spPr>
              <a:xfrm>
                <a:off x="9998566" y="5131119"/>
                <a:ext cx="69691" cy="95463"/>
              </a:xfrm>
              <a:custGeom>
                <a:avLst/>
                <a:gdLst>
                  <a:gd name="connsiteX0" fmla="*/ 70010 w 69691"/>
                  <a:gd name="connsiteY0" fmla="*/ 837 h 95463"/>
                  <a:gd name="connsiteX1" fmla="*/ 67121 w 69691"/>
                  <a:gd name="connsiteY1" fmla="*/ 837 h 95463"/>
                  <a:gd name="connsiteX2" fmla="*/ 60982 w 69691"/>
                  <a:gd name="connsiteY2" fmla="*/ 5538 h 95463"/>
                  <a:gd name="connsiteX3" fmla="*/ 57371 w 69691"/>
                  <a:gd name="connsiteY3" fmla="*/ 4453 h 95463"/>
                  <a:gd name="connsiteX4" fmla="*/ 42566 w 69691"/>
                  <a:gd name="connsiteY4" fmla="*/ 114 h 95463"/>
                  <a:gd name="connsiteX5" fmla="*/ 19456 w 69691"/>
                  <a:gd name="connsiteY5" fmla="*/ 23619 h 95463"/>
                  <a:gd name="connsiteX6" fmla="*/ 33178 w 69691"/>
                  <a:gd name="connsiteY6" fmla="*/ 51101 h 95463"/>
                  <a:gd name="connsiteX7" fmla="*/ 45094 w 69691"/>
                  <a:gd name="connsiteY7" fmla="*/ 73520 h 95463"/>
                  <a:gd name="connsiteX8" fmla="*/ 28122 w 69691"/>
                  <a:gd name="connsiteY8" fmla="*/ 90877 h 95463"/>
                  <a:gd name="connsiteX9" fmla="*/ 9345 w 69691"/>
                  <a:gd name="connsiteY9" fmla="*/ 63757 h 95463"/>
                  <a:gd name="connsiteX10" fmla="*/ 6095 w 69691"/>
                  <a:gd name="connsiteY10" fmla="*/ 63757 h 95463"/>
                  <a:gd name="connsiteX11" fmla="*/ 318 w 69691"/>
                  <a:gd name="connsiteY11" fmla="*/ 95578 h 95463"/>
                  <a:gd name="connsiteX12" fmla="*/ 4290 w 69691"/>
                  <a:gd name="connsiteY12" fmla="*/ 95578 h 95463"/>
                  <a:gd name="connsiteX13" fmla="*/ 10067 w 69691"/>
                  <a:gd name="connsiteY13" fmla="*/ 91239 h 95463"/>
                  <a:gd name="connsiteX14" fmla="*/ 14039 w 69691"/>
                  <a:gd name="connsiteY14" fmla="*/ 92323 h 95463"/>
                  <a:gd name="connsiteX15" fmla="*/ 31011 w 69691"/>
                  <a:gd name="connsiteY15" fmla="*/ 95578 h 95463"/>
                  <a:gd name="connsiteX16" fmla="*/ 59177 w 69691"/>
                  <a:gd name="connsiteY16" fmla="*/ 68819 h 95463"/>
                  <a:gd name="connsiteX17" fmla="*/ 44372 w 69691"/>
                  <a:gd name="connsiteY17" fmla="*/ 39891 h 95463"/>
                  <a:gd name="connsiteX18" fmla="*/ 32456 w 69691"/>
                  <a:gd name="connsiteY18" fmla="*/ 18194 h 95463"/>
                  <a:gd name="connsiteX19" fmla="*/ 44372 w 69691"/>
                  <a:gd name="connsiteY19" fmla="*/ 5900 h 95463"/>
                  <a:gd name="connsiteX20" fmla="*/ 61704 w 69691"/>
                  <a:gd name="connsiteY20" fmla="*/ 26511 h 95463"/>
                  <a:gd name="connsiteX21" fmla="*/ 61704 w 69691"/>
                  <a:gd name="connsiteY21" fmla="*/ 30851 h 95463"/>
                  <a:gd name="connsiteX22" fmla="*/ 64954 w 69691"/>
                  <a:gd name="connsiteY22" fmla="*/ 30851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691" h="95463">
                    <a:moveTo>
                      <a:pt x="70010" y="837"/>
                    </a:moveTo>
                    <a:lnTo>
                      <a:pt x="67121" y="837"/>
                    </a:lnTo>
                    <a:cubicBezTo>
                      <a:pt x="64954" y="4092"/>
                      <a:pt x="63149" y="5538"/>
                      <a:pt x="60982" y="5538"/>
                    </a:cubicBezTo>
                    <a:cubicBezTo>
                      <a:pt x="60260" y="5538"/>
                      <a:pt x="58815" y="5177"/>
                      <a:pt x="57371" y="4453"/>
                    </a:cubicBezTo>
                    <a:cubicBezTo>
                      <a:pt x="52316" y="1561"/>
                      <a:pt x="47260" y="114"/>
                      <a:pt x="42566" y="114"/>
                    </a:cubicBezTo>
                    <a:cubicBezTo>
                      <a:pt x="29928" y="114"/>
                      <a:pt x="19456" y="10601"/>
                      <a:pt x="19456" y="23619"/>
                    </a:cubicBezTo>
                    <a:cubicBezTo>
                      <a:pt x="19456" y="32659"/>
                      <a:pt x="22345" y="38083"/>
                      <a:pt x="33178" y="51101"/>
                    </a:cubicBezTo>
                    <a:cubicBezTo>
                      <a:pt x="41483" y="60864"/>
                      <a:pt x="45094" y="67373"/>
                      <a:pt x="45094" y="73520"/>
                    </a:cubicBezTo>
                    <a:cubicBezTo>
                      <a:pt x="45094" y="82922"/>
                      <a:pt x="37150" y="90877"/>
                      <a:pt x="28122" y="90877"/>
                    </a:cubicBezTo>
                    <a:cubicBezTo>
                      <a:pt x="17289" y="90877"/>
                      <a:pt x="9706" y="80029"/>
                      <a:pt x="9345" y="63757"/>
                    </a:cubicBezTo>
                    <a:lnTo>
                      <a:pt x="6095" y="63757"/>
                    </a:lnTo>
                    <a:lnTo>
                      <a:pt x="318" y="95578"/>
                    </a:lnTo>
                    <a:lnTo>
                      <a:pt x="4290" y="95578"/>
                    </a:lnTo>
                    <a:cubicBezTo>
                      <a:pt x="5734" y="92323"/>
                      <a:pt x="7540" y="91239"/>
                      <a:pt x="10067" y="91239"/>
                    </a:cubicBezTo>
                    <a:cubicBezTo>
                      <a:pt x="11151" y="91239"/>
                      <a:pt x="12595" y="91600"/>
                      <a:pt x="14039" y="92323"/>
                    </a:cubicBezTo>
                    <a:cubicBezTo>
                      <a:pt x="23789" y="95216"/>
                      <a:pt x="25956" y="95578"/>
                      <a:pt x="31011" y="95578"/>
                    </a:cubicBezTo>
                    <a:cubicBezTo>
                      <a:pt x="46538" y="95578"/>
                      <a:pt x="59177" y="83645"/>
                      <a:pt x="59177" y="68819"/>
                    </a:cubicBezTo>
                    <a:cubicBezTo>
                      <a:pt x="59177" y="59779"/>
                      <a:pt x="55566" y="53270"/>
                      <a:pt x="44372" y="39891"/>
                    </a:cubicBezTo>
                    <a:cubicBezTo>
                      <a:pt x="34622" y="28319"/>
                      <a:pt x="32456" y="23980"/>
                      <a:pt x="32456" y="18194"/>
                    </a:cubicBezTo>
                    <a:cubicBezTo>
                      <a:pt x="32456" y="11324"/>
                      <a:pt x="37511" y="5900"/>
                      <a:pt x="44372" y="5900"/>
                    </a:cubicBezTo>
                    <a:cubicBezTo>
                      <a:pt x="54121" y="5900"/>
                      <a:pt x="61704" y="14578"/>
                      <a:pt x="61704" y="26511"/>
                    </a:cubicBezTo>
                    <a:cubicBezTo>
                      <a:pt x="61704" y="27596"/>
                      <a:pt x="61704" y="29043"/>
                      <a:pt x="61704" y="30851"/>
                    </a:cubicBezTo>
                    <a:lnTo>
                      <a:pt x="64954" y="30851"/>
                    </a:lnTo>
                    <a:close/>
                  </a:path>
                </a:pathLst>
              </a:custGeom>
              <a:solidFill>
                <a:srgbClr val="000000"/>
              </a:solidFill>
              <a:ln w="23090" cap="flat">
                <a:noFill/>
                <a:prstDash val="solid"/>
                <a:miter/>
              </a:ln>
            </p:spPr>
            <p:txBody>
              <a:bodyPr rtlCol="0" anchor="ctr"/>
              <a:lstStyle/>
              <a:p>
                <a:endParaRPr lang="zh-CN" altLang="en-US"/>
              </a:p>
            </p:txBody>
          </p:sp>
          <p:sp>
            <p:nvSpPr>
              <p:cNvPr id="415" name="任意多边形: 形状 414"/>
              <p:cNvSpPr/>
              <p:nvPr/>
            </p:nvSpPr>
            <p:spPr>
              <a:xfrm>
                <a:off x="10077348" y="5131119"/>
                <a:ext cx="76552" cy="95463"/>
              </a:xfrm>
              <a:custGeom>
                <a:avLst/>
                <a:gdLst>
                  <a:gd name="connsiteX0" fmla="*/ 63874 w 76552"/>
                  <a:gd name="connsiteY0" fmla="*/ 71350 h 95463"/>
                  <a:gd name="connsiteX1" fmla="*/ 36431 w 76552"/>
                  <a:gd name="connsiteY1" fmla="*/ 85453 h 95463"/>
                  <a:gd name="connsiteX2" fmla="*/ 17293 w 76552"/>
                  <a:gd name="connsiteY2" fmla="*/ 63757 h 95463"/>
                  <a:gd name="connsiteX3" fmla="*/ 18015 w 76552"/>
                  <a:gd name="connsiteY3" fmla="*/ 52908 h 95463"/>
                  <a:gd name="connsiteX4" fmla="*/ 53402 w 76552"/>
                  <a:gd name="connsiteY4" fmla="*/ 45676 h 95463"/>
                  <a:gd name="connsiteX5" fmla="*/ 76873 w 76552"/>
                  <a:gd name="connsiteY5" fmla="*/ 15302 h 95463"/>
                  <a:gd name="connsiteX6" fmla="*/ 57374 w 76552"/>
                  <a:gd name="connsiteY6" fmla="*/ 114 h 95463"/>
                  <a:gd name="connsiteX7" fmla="*/ 321 w 76552"/>
                  <a:gd name="connsiteY7" fmla="*/ 64480 h 95463"/>
                  <a:gd name="connsiteX8" fmla="*/ 27764 w 76552"/>
                  <a:gd name="connsiteY8" fmla="*/ 95578 h 95463"/>
                  <a:gd name="connsiteX9" fmla="*/ 67485 w 76552"/>
                  <a:gd name="connsiteY9" fmla="*/ 74243 h 95463"/>
                  <a:gd name="connsiteX10" fmla="*/ 19098 w 76552"/>
                  <a:gd name="connsiteY10" fmla="*/ 47484 h 95463"/>
                  <a:gd name="connsiteX11" fmla="*/ 53763 w 76552"/>
                  <a:gd name="connsiteY11" fmla="*/ 5900 h 95463"/>
                  <a:gd name="connsiteX12" fmla="*/ 62069 w 76552"/>
                  <a:gd name="connsiteY12" fmla="*/ 14578 h 95463"/>
                  <a:gd name="connsiteX13" fmla="*/ 54485 w 76552"/>
                  <a:gd name="connsiteY13" fmla="*/ 32297 h 95463"/>
                  <a:gd name="connsiteX14" fmla="*/ 27764 w 76552"/>
                  <a:gd name="connsiteY14" fmla="*/ 46761 h 95463"/>
                  <a:gd name="connsiteX15" fmla="*/ 19098 w 76552"/>
                  <a:gd name="connsiteY15" fmla="*/ 47484 h 9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552" h="95463">
                    <a:moveTo>
                      <a:pt x="63874" y="71350"/>
                    </a:moveTo>
                    <a:cubicBezTo>
                      <a:pt x="54485" y="80752"/>
                      <a:pt x="45819" y="85453"/>
                      <a:pt x="36431" y="85453"/>
                    </a:cubicBezTo>
                    <a:cubicBezTo>
                      <a:pt x="25237" y="85453"/>
                      <a:pt x="17293" y="76413"/>
                      <a:pt x="17293" y="63757"/>
                    </a:cubicBezTo>
                    <a:cubicBezTo>
                      <a:pt x="17293" y="60502"/>
                      <a:pt x="17654" y="56886"/>
                      <a:pt x="18015" y="52908"/>
                    </a:cubicBezTo>
                    <a:cubicBezTo>
                      <a:pt x="34264" y="52185"/>
                      <a:pt x="43653" y="50377"/>
                      <a:pt x="53402" y="45676"/>
                    </a:cubicBezTo>
                    <a:cubicBezTo>
                      <a:pt x="67485" y="39167"/>
                      <a:pt x="76873" y="26873"/>
                      <a:pt x="76873" y="15302"/>
                    </a:cubicBezTo>
                    <a:cubicBezTo>
                      <a:pt x="76873" y="6623"/>
                      <a:pt x="68568" y="114"/>
                      <a:pt x="57374" y="114"/>
                    </a:cubicBezTo>
                    <a:cubicBezTo>
                      <a:pt x="29931" y="114"/>
                      <a:pt x="321" y="33382"/>
                      <a:pt x="321" y="64480"/>
                    </a:cubicBezTo>
                    <a:cubicBezTo>
                      <a:pt x="321" y="83283"/>
                      <a:pt x="11515" y="95578"/>
                      <a:pt x="27764" y="95578"/>
                    </a:cubicBezTo>
                    <a:cubicBezTo>
                      <a:pt x="40764" y="95578"/>
                      <a:pt x="51958" y="89431"/>
                      <a:pt x="67485" y="74243"/>
                    </a:cubicBezTo>
                    <a:close/>
                    <a:moveTo>
                      <a:pt x="19098" y="47484"/>
                    </a:moveTo>
                    <a:cubicBezTo>
                      <a:pt x="26320" y="23619"/>
                      <a:pt x="41125" y="5900"/>
                      <a:pt x="53763" y="5900"/>
                    </a:cubicBezTo>
                    <a:cubicBezTo>
                      <a:pt x="58458" y="5900"/>
                      <a:pt x="62069" y="9878"/>
                      <a:pt x="62069" y="14578"/>
                    </a:cubicBezTo>
                    <a:cubicBezTo>
                      <a:pt x="62069" y="20364"/>
                      <a:pt x="59180" y="26873"/>
                      <a:pt x="54485" y="32297"/>
                    </a:cubicBezTo>
                    <a:cubicBezTo>
                      <a:pt x="47986" y="40252"/>
                      <a:pt x="38958" y="44953"/>
                      <a:pt x="27764" y="46761"/>
                    </a:cubicBezTo>
                    <a:cubicBezTo>
                      <a:pt x="25959" y="47123"/>
                      <a:pt x="23431" y="47484"/>
                      <a:pt x="19098" y="47484"/>
                    </a:cubicBezTo>
                    <a:close/>
                  </a:path>
                </a:pathLst>
              </a:custGeom>
              <a:solidFill>
                <a:srgbClr val="000000"/>
              </a:solidFill>
              <a:ln w="23090" cap="flat">
                <a:noFill/>
                <a:prstDash val="solid"/>
                <a:miter/>
              </a:ln>
            </p:spPr>
            <p:txBody>
              <a:bodyPr rtlCol="0" anchor="ctr"/>
              <a:lstStyle/>
              <a:p>
                <a:endParaRPr lang="zh-CN" altLang="en-US"/>
              </a:p>
            </p:txBody>
          </p:sp>
        </p:grpSp>
        <p:sp>
          <p:nvSpPr>
            <p:cNvPr id="282" name="任意多边形: 形状 281"/>
            <p:cNvSpPr/>
            <p:nvPr/>
          </p:nvSpPr>
          <p:spPr>
            <a:xfrm flipV="1">
              <a:off x="7784156" y="3826987"/>
              <a:ext cx="188496" cy="182744"/>
            </a:xfrm>
            <a:custGeom>
              <a:avLst/>
              <a:gdLst>
                <a:gd name="connsiteX0" fmla="*/ -2086 w 202213"/>
                <a:gd name="connsiteY0" fmla="*/ 173536 h 174472"/>
                <a:gd name="connsiteX1" fmla="*/ 200127 w 202213"/>
                <a:gd name="connsiteY1" fmla="*/ -936 h 174472"/>
                <a:gd name="connsiteX2" fmla="*/ 200127 w 202213"/>
                <a:gd name="connsiteY2" fmla="*/ 173536 h 174472"/>
                <a:gd name="connsiteX3" fmla="*/ -2086 w 202213"/>
                <a:gd name="connsiteY3" fmla="*/ -34 h 174472"/>
              </a:gdLst>
              <a:ahLst/>
              <a:cxnLst>
                <a:cxn ang="0">
                  <a:pos x="connsiteX0" y="connsiteY0"/>
                </a:cxn>
                <a:cxn ang="0">
                  <a:pos x="connsiteX1" y="connsiteY1"/>
                </a:cxn>
                <a:cxn ang="0">
                  <a:pos x="connsiteX2" y="connsiteY2"/>
                </a:cxn>
                <a:cxn ang="0">
                  <a:pos x="connsiteX3" y="connsiteY3"/>
                </a:cxn>
              </a:cxnLst>
              <a:rect l="l" t="t" r="r" b="b"/>
              <a:pathLst>
                <a:path w="202213" h="174472">
                  <a:moveTo>
                    <a:pt x="-2086" y="173536"/>
                  </a:moveTo>
                  <a:lnTo>
                    <a:pt x="200127" y="-936"/>
                  </a:lnTo>
                  <a:lnTo>
                    <a:pt x="200127" y="173536"/>
                  </a:lnTo>
                  <a:lnTo>
                    <a:pt x="-2086" y="-34"/>
                  </a:lnTo>
                  <a:close/>
                </a:path>
              </a:pathLst>
            </a:custGeom>
            <a:noFill/>
            <a:ln w="11545" cap="flat">
              <a:solidFill>
                <a:srgbClr val="231F20"/>
              </a:solidFill>
              <a:prstDash val="solid"/>
              <a:miter/>
            </a:ln>
          </p:spPr>
          <p:txBody>
            <a:bodyPr rtlCol="0" anchor="ctr"/>
            <a:lstStyle/>
            <a:p>
              <a:endParaRPr lang="zh-CN" altLang="en-US" dirty="0"/>
            </a:p>
          </p:txBody>
        </p:sp>
        <p:sp>
          <p:nvSpPr>
            <p:cNvPr id="283" name="任意多边形: 形状 282"/>
            <p:cNvSpPr/>
            <p:nvPr/>
          </p:nvSpPr>
          <p:spPr>
            <a:xfrm flipV="1">
              <a:off x="9260589" y="1750466"/>
              <a:ext cx="188496" cy="182744"/>
            </a:xfrm>
            <a:custGeom>
              <a:avLst/>
              <a:gdLst>
                <a:gd name="connsiteX0" fmla="*/ -2358 w 202213"/>
                <a:gd name="connsiteY0" fmla="*/ 173271 h 174472"/>
                <a:gd name="connsiteX1" fmla="*/ 199855 w 202213"/>
                <a:gd name="connsiteY1" fmla="*/ -1201 h 174472"/>
                <a:gd name="connsiteX2" fmla="*/ 199855 w 202213"/>
                <a:gd name="connsiteY2" fmla="*/ 173271 h 174472"/>
                <a:gd name="connsiteX3" fmla="*/ -2358 w 202213"/>
                <a:gd name="connsiteY3" fmla="*/ -299 h 174472"/>
              </a:gdLst>
              <a:ahLst/>
              <a:cxnLst>
                <a:cxn ang="0">
                  <a:pos x="connsiteX0" y="connsiteY0"/>
                </a:cxn>
                <a:cxn ang="0">
                  <a:pos x="connsiteX1" y="connsiteY1"/>
                </a:cxn>
                <a:cxn ang="0">
                  <a:pos x="connsiteX2" y="connsiteY2"/>
                </a:cxn>
                <a:cxn ang="0">
                  <a:pos x="connsiteX3" y="connsiteY3"/>
                </a:cxn>
              </a:cxnLst>
              <a:rect l="l" t="t" r="r" b="b"/>
              <a:pathLst>
                <a:path w="202213" h="174472">
                  <a:moveTo>
                    <a:pt x="-2358" y="173271"/>
                  </a:moveTo>
                  <a:lnTo>
                    <a:pt x="199855" y="-1201"/>
                  </a:lnTo>
                  <a:lnTo>
                    <a:pt x="199855" y="173271"/>
                  </a:lnTo>
                  <a:lnTo>
                    <a:pt x="-2358" y="-299"/>
                  </a:lnTo>
                  <a:close/>
                </a:path>
              </a:pathLst>
            </a:custGeom>
            <a:noFill/>
            <a:ln w="11545" cap="flat">
              <a:solidFill>
                <a:srgbClr val="231F20"/>
              </a:solidFill>
              <a:prstDash val="solid"/>
              <a:miter/>
            </a:ln>
          </p:spPr>
          <p:txBody>
            <a:bodyPr rtlCol="0" anchor="ctr"/>
            <a:lstStyle/>
            <a:p>
              <a:endParaRPr lang="zh-CN" altLang="en-US"/>
            </a:p>
          </p:txBody>
        </p:sp>
        <p:sp>
          <p:nvSpPr>
            <p:cNvPr id="284" name="文本框 283"/>
            <p:cNvSpPr txBox="1"/>
            <p:nvPr/>
          </p:nvSpPr>
          <p:spPr>
            <a:xfrm>
              <a:off x="6519358" y="4412787"/>
              <a:ext cx="1449683" cy="430887"/>
            </a:xfrm>
            <a:prstGeom prst="rect">
              <a:avLst/>
            </a:prstGeom>
            <a:noFill/>
          </p:spPr>
          <p:txBody>
            <a:bodyPr wrap="square">
              <a:spAutoFit/>
            </a:bodyPr>
            <a:lstStyle/>
            <a:p>
              <a:r>
                <a:rPr lang="en-US" altLang="en-US" sz="2200" b="1" dirty="0">
                  <a:sym typeface="Symbol" panose="05050102010706020507" pitchFamily="18" charset="2"/>
                </a:rPr>
                <a:t></a:t>
              </a:r>
              <a:r>
                <a:rPr lang="en-US" altLang="en-US" sz="2200" b="1" i="1" baseline="-25000" dirty="0">
                  <a:sym typeface="Symbol" panose="05050102010706020507" pitchFamily="18" charset="2"/>
                </a:rPr>
                <a:t>ID</a:t>
              </a:r>
              <a:r>
                <a:rPr lang="en-US" altLang="en-US" sz="2200" b="1" baseline="-25000" dirty="0">
                  <a:sym typeface="Symbol" panose="05050102010706020507" pitchFamily="18" charset="2"/>
                </a:rPr>
                <a:t>, </a:t>
              </a:r>
              <a:r>
                <a:rPr lang="en-US" altLang="en-US" sz="2200" b="1" i="1" baseline="-25000" dirty="0">
                  <a:sym typeface="Symbol" panose="05050102010706020507" pitchFamily="18" charset="2"/>
                </a:rPr>
                <a:t>name</a:t>
              </a:r>
              <a:endParaRPr lang="zh-CN" altLang="en-US" sz="2200" b="1" dirty="0"/>
            </a:p>
          </p:txBody>
        </p:sp>
        <p:sp>
          <p:nvSpPr>
            <p:cNvPr id="285" name="任意多边形: 形状 284"/>
            <p:cNvSpPr/>
            <p:nvPr/>
          </p:nvSpPr>
          <p:spPr>
            <a:xfrm flipH="1" flipV="1">
              <a:off x="7085854" y="4775041"/>
              <a:ext cx="45659" cy="319906"/>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286" name="文本框 285"/>
            <p:cNvSpPr txBox="1"/>
            <p:nvPr/>
          </p:nvSpPr>
          <p:spPr>
            <a:xfrm>
              <a:off x="8368958" y="4476061"/>
              <a:ext cx="1405210" cy="430887"/>
            </a:xfrm>
            <a:prstGeom prst="rect">
              <a:avLst/>
            </a:prstGeom>
            <a:noFill/>
          </p:spPr>
          <p:txBody>
            <a:bodyPr wrap="square">
              <a:spAutoFit/>
            </a:bodyPr>
            <a:lstStyle/>
            <a:p>
              <a:r>
                <a:rPr lang="en-US" altLang="en-US" sz="2200" b="1" dirty="0">
                  <a:sym typeface="Symbol" panose="05050102010706020507" pitchFamily="18" charset="2"/>
                </a:rPr>
                <a:t></a:t>
              </a:r>
              <a:r>
                <a:rPr lang="en-US" altLang="en-US" sz="2200" b="1" i="1" baseline="-25000" dirty="0">
                  <a:sym typeface="Symbol" panose="05050102010706020507" pitchFamily="18" charset="2"/>
                </a:rPr>
                <a:t>ID</a:t>
              </a:r>
              <a:r>
                <a:rPr lang="en-US" altLang="en-US" sz="2200" b="1" baseline="-25000" dirty="0">
                  <a:sym typeface="Symbol" panose="05050102010706020507" pitchFamily="18" charset="2"/>
                </a:rPr>
                <a:t>, </a:t>
              </a:r>
              <a:r>
                <a:rPr lang="en-US" altLang="en-US" sz="2200" b="1" baseline="-25000" dirty="0" err="1">
                  <a:sym typeface="Symbol" panose="05050102010706020507" pitchFamily="18" charset="2"/>
                </a:rPr>
                <a:t>course_id</a:t>
              </a:r>
              <a:endParaRPr lang="zh-CN" altLang="en-US" sz="2200" b="1" dirty="0"/>
            </a:p>
          </p:txBody>
        </p:sp>
        <p:sp>
          <p:nvSpPr>
            <p:cNvPr id="287" name="任意多边形: 形状 286"/>
            <p:cNvSpPr/>
            <p:nvPr/>
          </p:nvSpPr>
          <p:spPr>
            <a:xfrm flipH="1" flipV="1">
              <a:off x="8556168" y="4838315"/>
              <a:ext cx="45659" cy="319906"/>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398" name="文本框 397"/>
            <p:cNvSpPr txBox="1"/>
            <p:nvPr/>
          </p:nvSpPr>
          <p:spPr>
            <a:xfrm>
              <a:off x="7238093" y="2916126"/>
              <a:ext cx="1710535" cy="430887"/>
            </a:xfrm>
            <a:prstGeom prst="rect">
              <a:avLst/>
            </a:prstGeom>
            <a:noFill/>
          </p:spPr>
          <p:txBody>
            <a:bodyPr wrap="square">
              <a:spAutoFit/>
            </a:bodyPr>
            <a:lstStyle/>
            <a:p>
              <a:r>
                <a:rPr lang="en-US" altLang="en-US" sz="2200" b="1" dirty="0">
                  <a:sym typeface="Symbol" panose="05050102010706020507" pitchFamily="18" charset="2"/>
                </a:rPr>
                <a:t></a:t>
              </a:r>
              <a:r>
                <a:rPr lang="en-US" altLang="en-US" sz="2200" b="1" baseline="-25000" dirty="0">
                  <a:sym typeface="Symbol" panose="05050102010706020507" pitchFamily="18" charset="2"/>
                </a:rPr>
                <a:t> </a:t>
              </a:r>
              <a:r>
                <a:rPr lang="en-US" altLang="en-US" sz="2200" b="1" i="1" baseline="-25000" dirty="0">
                  <a:sym typeface="Symbol" panose="05050102010706020507" pitchFamily="18" charset="2"/>
                </a:rPr>
                <a:t>name, </a:t>
              </a:r>
              <a:r>
                <a:rPr lang="en-US" altLang="en-US" sz="2200" b="1" i="1" baseline="-25000" dirty="0" err="1">
                  <a:sym typeface="Symbol" panose="05050102010706020507" pitchFamily="18" charset="2"/>
                </a:rPr>
                <a:t>course_id</a:t>
              </a:r>
              <a:endParaRPr lang="zh-CN" altLang="en-US" sz="2200" b="1" dirty="0"/>
            </a:p>
          </p:txBody>
        </p:sp>
        <p:sp>
          <p:nvSpPr>
            <p:cNvPr id="399" name="任意多边形: 形状 398"/>
            <p:cNvSpPr/>
            <p:nvPr/>
          </p:nvSpPr>
          <p:spPr>
            <a:xfrm flipH="1" flipV="1">
              <a:off x="7832745" y="3383263"/>
              <a:ext cx="45659" cy="319906"/>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cxnSp>
          <p:nvCxnSpPr>
            <p:cNvPr id="400" name="直接连接符 399"/>
            <p:cNvCxnSpPr/>
            <p:nvPr/>
          </p:nvCxnSpPr>
          <p:spPr>
            <a:xfrm>
              <a:off x="7995816" y="4126019"/>
              <a:ext cx="463271" cy="347894"/>
            </a:xfrm>
            <a:prstGeom prst="line">
              <a:avLst/>
            </a:prstGeom>
          </p:spPr>
          <p:style>
            <a:lnRef idx="1">
              <a:schemeClr val="dk1"/>
            </a:lnRef>
            <a:fillRef idx="0">
              <a:schemeClr val="dk1"/>
            </a:fillRef>
            <a:effectRef idx="0">
              <a:schemeClr val="dk1"/>
            </a:effectRef>
            <a:fontRef idx="minor">
              <a:schemeClr val="tx1"/>
            </a:fontRef>
          </p:style>
        </p:cxnSp>
        <p:cxnSp>
          <p:nvCxnSpPr>
            <p:cNvPr id="401" name="直接连接符 400"/>
            <p:cNvCxnSpPr/>
            <p:nvPr/>
          </p:nvCxnSpPr>
          <p:spPr>
            <a:xfrm flipV="1">
              <a:off x="7323406" y="4150280"/>
              <a:ext cx="393952" cy="299371"/>
            </a:xfrm>
            <a:prstGeom prst="line">
              <a:avLst/>
            </a:prstGeom>
          </p:spPr>
          <p:style>
            <a:lnRef idx="1">
              <a:schemeClr val="dk1"/>
            </a:lnRef>
            <a:fillRef idx="0">
              <a:schemeClr val="dk1"/>
            </a:fillRef>
            <a:effectRef idx="0">
              <a:schemeClr val="dk1"/>
            </a:effectRef>
            <a:fontRef idx="minor">
              <a:schemeClr val="tx1"/>
            </a:fontRef>
          </p:style>
        </p:cxnSp>
        <p:cxnSp>
          <p:nvCxnSpPr>
            <p:cNvPr id="402" name="直接连接符 401"/>
            <p:cNvCxnSpPr/>
            <p:nvPr/>
          </p:nvCxnSpPr>
          <p:spPr>
            <a:xfrm>
              <a:off x="10198313" y="2003358"/>
              <a:ext cx="463271" cy="347894"/>
            </a:xfrm>
            <a:prstGeom prst="line">
              <a:avLst/>
            </a:prstGeom>
          </p:spPr>
          <p:style>
            <a:lnRef idx="1">
              <a:schemeClr val="dk1"/>
            </a:lnRef>
            <a:fillRef idx="0">
              <a:schemeClr val="dk1"/>
            </a:fillRef>
            <a:effectRef idx="0">
              <a:schemeClr val="dk1"/>
            </a:effectRef>
            <a:fontRef idx="minor">
              <a:schemeClr val="tx1"/>
            </a:fontRef>
          </p:style>
        </p:cxnSp>
        <p:sp>
          <p:nvSpPr>
            <p:cNvPr id="403" name="文本框 402"/>
            <p:cNvSpPr txBox="1"/>
            <p:nvPr/>
          </p:nvSpPr>
          <p:spPr>
            <a:xfrm>
              <a:off x="6701576" y="5094885"/>
              <a:ext cx="1250342" cy="369332"/>
            </a:xfrm>
            <a:prstGeom prst="rect">
              <a:avLst/>
            </a:prstGeom>
            <a:noFill/>
          </p:spPr>
          <p:txBody>
            <a:bodyPr wrap="none" rtlCol="0">
              <a:spAutoFit/>
            </a:bodyPr>
            <a:lstStyle/>
            <a:p>
              <a:r>
                <a:rPr lang="en-US" altLang="zh-CN" dirty="0">
                  <a:solidFill>
                    <a:srgbClr val="FF0000"/>
                  </a:solidFill>
                  <a:ea typeface="楷体" panose="02010609060101010101" pitchFamily="49" charset="-122"/>
                </a:rPr>
                <a:t>Linear Scan</a:t>
              </a:r>
              <a:endParaRPr lang="zh-CN" altLang="en-US" dirty="0">
                <a:solidFill>
                  <a:srgbClr val="FF0000"/>
                </a:solidFill>
                <a:ea typeface="楷体" panose="02010609060101010101" pitchFamily="49" charset="-122"/>
              </a:endParaRPr>
            </a:p>
          </p:txBody>
        </p:sp>
        <p:sp>
          <p:nvSpPr>
            <p:cNvPr id="404" name="文本框 403"/>
            <p:cNvSpPr txBox="1"/>
            <p:nvPr/>
          </p:nvSpPr>
          <p:spPr>
            <a:xfrm>
              <a:off x="8225593" y="5146742"/>
              <a:ext cx="1936492" cy="369332"/>
            </a:xfrm>
            <a:prstGeom prst="rect">
              <a:avLst/>
            </a:prstGeom>
            <a:noFill/>
          </p:spPr>
          <p:txBody>
            <a:bodyPr wrap="none" rtlCol="0">
              <a:spAutoFit/>
            </a:bodyPr>
            <a:lstStyle/>
            <a:p>
              <a:r>
                <a:rPr lang="en-US" altLang="zh-CN" dirty="0">
                  <a:solidFill>
                    <a:srgbClr val="FF0000"/>
                  </a:solidFill>
                  <a:ea typeface="楷体" panose="02010609060101010101" pitchFamily="49" charset="-122"/>
                </a:rPr>
                <a:t>B+ Tree Index Scan</a:t>
              </a:r>
              <a:endParaRPr lang="zh-CN" altLang="en-US" dirty="0">
                <a:solidFill>
                  <a:srgbClr val="FF0000"/>
                </a:solidFill>
                <a:ea typeface="楷体" panose="02010609060101010101" pitchFamily="49" charset="-122"/>
              </a:endParaRPr>
            </a:p>
          </p:txBody>
        </p:sp>
        <p:sp>
          <p:nvSpPr>
            <p:cNvPr id="405" name="任意多边形: 形状 404"/>
            <p:cNvSpPr/>
            <p:nvPr/>
          </p:nvSpPr>
          <p:spPr>
            <a:xfrm flipV="1">
              <a:off x="10720510" y="2903312"/>
              <a:ext cx="58463" cy="439355"/>
            </a:xfrm>
            <a:custGeom>
              <a:avLst/>
              <a:gdLst>
                <a:gd name="connsiteX0" fmla="*/ -2824 w 23110"/>
                <a:gd name="connsiteY0" fmla="*/ 989368 h 989980"/>
                <a:gd name="connsiteX1" fmla="*/ -2824 w 23110"/>
                <a:gd name="connsiteY1" fmla="*/ -613 h 989980"/>
              </a:gdLst>
              <a:ahLst/>
              <a:cxnLst>
                <a:cxn ang="0">
                  <a:pos x="connsiteX0" y="connsiteY0"/>
                </a:cxn>
                <a:cxn ang="0">
                  <a:pos x="connsiteX1" y="connsiteY1"/>
                </a:cxn>
              </a:cxnLst>
              <a:rect l="l" t="t" r="r" b="b"/>
              <a:pathLst>
                <a:path w="23110" h="989980">
                  <a:moveTo>
                    <a:pt x="-2824" y="989368"/>
                  </a:moveTo>
                  <a:lnTo>
                    <a:pt x="-2824" y="-613"/>
                  </a:lnTo>
                </a:path>
              </a:pathLst>
            </a:custGeom>
            <a:noFill/>
            <a:ln w="11545" cap="flat">
              <a:solidFill>
                <a:srgbClr val="231F20"/>
              </a:solidFill>
              <a:prstDash val="solid"/>
              <a:miter/>
            </a:ln>
          </p:spPr>
          <p:txBody>
            <a:bodyPr rtlCol="0" anchor="ctr"/>
            <a:lstStyle/>
            <a:p>
              <a:endParaRPr lang="zh-CN" altLang="en-US"/>
            </a:p>
          </p:txBody>
        </p:sp>
        <p:sp>
          <p:nvSpPr>
            <p:cNvPr id="406" name="文本框 405"/>
            <p:cNvSpPr txBox="1"/>
            <p:nvPr/>
          </p:nvSpPr>
          <p:spPr>
            <a:xfrm>
              <a:off x="10674792" y="2374638"/>
              <a:ext cx="1234377" cy="369332"/>
            </a:xfrm>
            <a:prstGeom prst="rect">
              <a:avLst/>
            </a:prstGeom>
            <a:noFill/>
          </p:spPr>
          <p:txBody>
            <a:bodyPr wrap="none" rtlCol="0">
              <a:spAutoFit/>
            </a:bodyPr>
            <a:lstStyle/>
            <a:p>
              <a:r>
                <a:rPr lang="en-US" altLang="zh-CN" dirty="0">
                  <a:solidFill>
                    <a:srgbClr val="FF0000"/>
                  </a:solidFill>
                  <a:ea typeface="楷体" panose="02010609060101010101" pitchFamily="49" charset="-122"/>
                </a:rPr>
                <a:t>Merge Sort</a:t>
              </a:r>
              <a:endParaRPr lang="en-US" altLang="zh-CN" dirty="0">
                <a:solidFill>
                  <a:srgbClr val="FF0000"/>
                </a:solidFill>
                <a:ea typeface="楷体" panose="02010609060101010101" pitchFamily="49" charset="-122"/>
              </a:endParaRPr>
            </a:p>
          </p:txBody>
        </p:sp>
        <p:sp>
          <p:nvSpPr>
            <p:cNvPr id="407" name="文本框 406"/>
            <p:cNvSpPr txBox="1"/>
            <p:nvPr/>
          </p:nvSpPr>
          <p:spPr>
            <a:xfrm>
              <a:off x="9814628" y="2322613"/>
              <a:ext cx="1262853" cy="369332"/>
            </a:xfrm>
            <a:prstGeom prst="rect">
              <a:avLst/>
            </a:prstGeom>
            <a:noFill/>
          </p:spPr>
          <p:txBody>
            <a:bodyPr wrap="square">
              <a:spAutoFit/>
            </a:bodyPr>
            <a:lstStyle/>
            <a:p>
              <a:r>
                <a:rPr lang="el-GR" altLang="zh-CN" sz="1800" b="1" spc="-5"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τ</a:t>
              </a:r>
              <a:r>
                <a:rPr lang="en-US" altLang="zh-CN" b="1" spc="-5"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course_id</a:t>
              </a:r>
              <a:endParaRPr lang="zh-CN" altLang="en-US" b="1" baseline="-25000" dirty="0">
                <a:solidFill>
                  <a:srgbClr val="FF0000"/>
                </a:solidFill>
              </a:endParaRPr>
            </a:p>
          </p:txBody>
        </p:sp>
        <p:sp>
          <p:nvSpPr>
            <p:cNvPr id="408" name="文本框 407"/>
            <p:cNvSpPr txBox="1"/>
            <p:nvPr/>
          </p:nvSpPr>
          <p:spPr>
            <a:xfrm>
              <a:off x="9460449" y="1694191"/>
              <a:ext cx="1219949" cy="369332"/>
            </a:xfrm>
            <a:prstGeom prst="rect">
              <a:avLst/>
            </a:prstGeom>
            <a:noFill/>
          </p:spPr>
          <p:txBody>
            <a:bodyPr wrap="none" rtlCol="0">
              <a:spAutoFit/>
            </a:bodyPr>
            <a:lstStyle/>
            <a:p>
              <a:r>
                <a:rPr lang="en-US" altLang="zh-CN" dirty="0">
                  <a:solidFill>
                    <a:srgbClr val="FF0000"/>
                  </a:solidFill>
                  <a:ea typeface="楷体" panose="02010609060101010101" pitchFamily="49" charset="-122"/>
                </a:rPr>
                <a:t>Merge Join</a:t>
              </a:r>
              <a:endParaRPr lang="en-US" altLang="zh-CN" dirty="0">
                <a:solidFill>
                  <a:srgbClr val="FF0000"/>
                </a:solidFill>
                <a:ea typeface="楷体" panose="02010609060101010101" pitchFamily="49" charset="-122"/>
              </a:endParaRPr>
            </a:p>
          </p:txBody>
        </p:sp>
        <p:sp>
          <p:nvSpPr>
            <p:cNvPr id="409" name="文本框 408"/>
            <p:cNvSpPr txBox="1"/>
            <p:nvPr/>
          </p:nvSpPr>
          <p:spPr>
            <a:xfrm>
              <a:off x="8055009" y="3652208"/>
              <a:ext cx="1760162" cy="369332"/>
            </a:xfrm>
            <a:prstGeom prst="rect">
              <a:avLst/>
            </a:prstGeom>
            <a:noFill/>
          </p:spPr>
          <p:txBody>
            <a:bodyPr wrap="none" rtlCol="0">
              <a:spAutoFit/>
            </a:bodyPr>
            <a:lstStyle/>
            <a:p>
              <a:r>
                <a:rPr lang="en-US" altLang="zh-CN" dirty="0">
                  <a:solidFill>
                    <a:srgbClr val="FF0000"/>
                  </a:solidFill>
                  <a:ea typeface="楷体" panose="02010609060101010101" pitchFamily="49" charset="-122"/>
                </a:rPr>
                <a:t>Nested-loop Join</a:t>
              </a:r>
              <a:endParaRPr lang="en-US" altLang="zh-CN" dirty="0">
                <a:solidFill>
                  <a:srgbClr val="FF0000"/>
                </a:solidFill>
                <a:ea typeface="楷体" panose="02010609060101010101" pitchFamily="49" charset="-122"/>
              </a:endParaRPr>
            </a:p>
          </p:txBody>
        </p:sp>
        <p:sp>
          <p:nvSpPr>
            <p:cNvPr id="410" name="任意多边形: 形状 409"/>
            <p:cNvSpPr/>
            <p:nvPr/>
          </p:nvSpPr>
          <p:spPr>
            <a:xfrm flipH="1" flipV="1">
              <a:off x="7856921" y="2786965"/>
              <a:ext cx="45659" cy="319906"/>
            </a:xfrm>
            <a:custGeom>
              <a:avLst/>
              <a:gdLst>
                <a:gd name="connsiteX0" fmla="*/ -1769 w 23110"/>
                <a:gd name="connsiteY0" fmla="*/ 430909 h 431393"/>
                <a:gd name="connsiteX1" fmla="*/ -1769 w 23110"/>
                <a:gd name="connsiteY1" fmla="*/ -484 h 431393"/>
              </a:gdLst>
              <a:ahLst/>
              <a:cxnLst>
                <a:cxn ang="0">
                  <a:pos x="connsiteX0" y="connsiteY0"/>
                </a:cxn>
                <a:cxn ang="0">
                  <a:pos x="connsiteX1" y="connsiteY1"/>
                </a:cxn>
              </a:cxnLst>
              <a:rect l="l" t="t" r="r" b="b"/>
              <a:pathLst>
                <a:path w="23110" h="431393">
                  <a:moveTo>
                    <a:pt x="-1769" y="430909"/>
                  </a:moveTo>
                  <a:lnTo>
                    <a:pt x="-1769" y="-484"/>
                  </a:lnTo>
                </a:path>
              </a:pathLst>
            </a:custGeom>
            <a:noFill/>
            <a:ln w="3175" cap="flat">
              <a:solidFill>
                <a:schemeClr val="tx1"/>
              </a:solidFill>
              <a:prstDash val="solid"/>
              <a:miter/>
            </a:ln>
          </p:spPr>
          <p:txBody>
            <a:bodyPr rtlCol="0" anchor="ctr"/>
            <a:lstStyle/>
            <a:p>
              <a:endParaRPr lang="zh-CN" altLang="en-US"/>
            </a:p>
          </p:txBody>
        </p:sp>
        <p:sp>
          <p:nvSpPr>
            <p:cNvPr id="411" name="文本框 410"/>
            <p:cNvSpPr txBox="1"/>
            <p:nvPr/>
          </p:nvSpPr>
          <p:spPr>
            <a:xfrm>
              <a:off x="7330951" y="2301966"/>
              <a:ext cx="1424964" cy="369332"/>
            </a:xfrm>
            <a:prstGeom prst="rect">
              <a:avLst/>
            </a:prstGeom>
            <a:noFill/>
          </p:spPr>
          <p:txBody>
            <a:bodyPr wrap="square">
              <a:spAutoFit/>
            </a:bodyPr>
            <a:lstStyle/>
            <a:p>
              <a:r>
                <a:rPr lang="el-GR" altLang="zh-CN" sz="1800" b="1" spc="-5"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τ</a:t>
              </a:r>
              <a:r>
                <a:rPr lang="en-US" altLang="zh-CN" sz="1800" b="1" spc="-5"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course_id</a:t>
              </a:r>
              <a:endParaRPr lang="zh-CN" altLang="en-US" b="1" baseline="-25000" dirty="0">
                <a:solidFill>
                  <a:srgbClr val="FF0000"/>
                </a:solidFill>
              </a:endParaRPr>
            </a:p>
          </p:txBody>
        </p:sp>
        <p:sp>
          <p:nvSpPr>
            <p:cNvPr id="412" name="文本框 411"/>
            <p:cNvSpPr txBox="1"/>
            <p:nvPr/>
          </p:nvSpPr>
          <p:spPr>
            <a:xfrm>
              <a:off x="8161259" y="2359012"/>
              <a:ext cx="1234377" cy="369332"/>
            </a:xfrm>
            <a:prstGeom prst="rect">
              <a:avLst/>
            </a:prstGeom>
            <a:noFill/>
          </p:spPr>
          <p:txBody>
            <a:bodyPr wrap="none" rtlCol="0">
              <a:spAutoFit/>
            </a:bodyPr>
            <a:lstStyle/>
            <a:p>
              <a:r>
                <a:rPr lang="en-US" altLang="zh-CN" dirty="0">
                  <a:solidFill>
                    <a:srgbClr val="FF0000"/>
                  </a:solidFill>
                  <a:ea typeface="楷体" panose="02010609060101010101" pitchFamily="49" charset="-122"/>
                </a:rPr>
                <a:t>Merge Sort</a:t>
              </a:r>
              <a:endParaRPr lang="en-US" altLang="zh-CN" dirty="0">
                <a:solidFill>
                  <a:srgbClr val="FF0000"/>
                </a:solidFill>
                <a:ea typeface="楷体" panose="02010609060101010101" pitchFamily="49" charset="-122"/>
              </a:endParaRPr>
            </a:p>
          </p:txBody>
        </p:sp>
        <p:sp>
          <p:nvSpPr>
            <p:cNvPr id="413" name="文本框 412"/>
            <p:cNvSpPr txBox="1"/>
            <p:nvPr/>
          </p:nvSpPr>
          <p:spPr>
            <a:xfrm>
              <a:off x="7815583" y="664335"/>
              <a:ext cx="2012923" cy="369332"/>
            </a:xfrm>
            <a:prstGeom prst="rect">
              <a:avLst/>
            </a:prstGeom>
            <a:noFill/>
          </p:spPr>
          <p:txBody>
            <a:bodyPr wrap="none" rtlCol="0">
              <a:spAutoFit/>
            </a:bodyPr>
            <a:lstStyle/>
            <a:p>
              <a:r>
                <a:rPr lang="en-US" altLang="zh-CN" dirty="0"/>
                <a:t>Physical Query Plan</a:t>
              </a:r>
              <a:endParaRPr lang="zh-CN" altLang="en-US" dirty="0">
                <a:latin typeface="楷体" panose="02010609060101010101" pitchFamily="49" charset="-122"/>
                <a:ea typeface="楷体" panose="02010609060101010101" pitchFamily="49" charset="-122"/>
              </a:endParaRPr>
            </a:p>
          </p:txBody>
        </p:sp>
      </p:grpSp>
      <p:cxnSp>
        <p:nvCxnSpPr>
          <p:cNvPr id="488" name="直接连接符 487"/>
          <p:cNvCxnSpPr/>
          <p:nvPr/>
        </p:nvCxnSpPr>
        <p:spPr>
          <a:xfrm>
            <a:off x="6029093" y="1023351"/>
            <a:ext cx="0" cy="541020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Physical Query Optimization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845733"/>
                <a:ext cx="10115203" cy="3094015"/>
              </a:xfrm>
            </p:spPr>
            <p:txBody>
              <a:bodyPr>
                <a:noAutofit/>
              </a:bodyPr>
              <a:lstStyle/>
              <a:p>
                <a:pPr>
                  <a:buFont typeface="Wingdings" panose="05000000000000000000" pitchFamily="2" charset="2"/>
                  <a:buChar char="q"/>
                </a:pPr>
                <a:r>
                  <a:rPr lang="en-US" sz="2400" b="1" u="sng" dirty="0"/>
                  <a:t>Cost Estimation</a:t>
                </a:r>
                <a:endParaRPr lang="en-US" sz="2400" b="1" u="sng" dirty="0"/>
              </a:p>
              <a:p>
                <a:pPr lvl="1">
                  <a:buFont typeface="Wingdings" panose="05000000000000000000" pitchFamily="2" charset="2"/>
                  <a:buChar char="q"/>
                </a:pPr>
                <a:r>
                  <a:rPr lang="en-US" sz="2000" dirty="0"/>
                  <a:t>Given the statistics of each relation in expression E:</a:t>
                </a:r>
                <a:endParaRPr lang="en-US" sz="2000" dirty="0"/>
              </a:p>
              <a:p>
                <a:pPr marL="567055" marR="0" lvl="2"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𝑇</m:t>
                        </m:r>
                      </m:e>
                      <m:sub>
                        <m:r>
                          <a:rPr lang="en-US" sz="2000" i="1" dirty="0" smtClean="0">
                            <a:latin typeface="Cambria Math" panose="02040503050406030204" pitchFamily="18" charset="0"/>
                          </a:rPr>
                          <m:t>𝑅</m:t>
                        </m:r>
                      </m:sub>
                    </m:sSub>
                  </m:oMath>
                </a14:m>
                <a:r>
                  <a:rPr lang="en-US" sz="2000" dirty="0"/>
                  <a:t> or T(R): Number of tuples in relation R;</a:t>
                </a:r>
                <a:endParaRPr lang="en-US" sz="2000" dirty="0"/>
              </a:p>
              <a:p>
                <a:pPr marL="567055" marR="0" lvl="2"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𝐵</m:t>
                        </m:r>
                      </m:e>
                      <m:sub>
                        <m:r>
                          <a:rPr lang="en-US" sz="2000" i="1" dirty="0" smtClean="0">
                            <a:latin typeface="Cambria Math" panose="02040503050406030204" pitchFamily="18" charset="0"/>
                          </a:rPr>
                          <m:t>𝑅</m:t>
                        </m:r>
                      </m:sub>
                    </m:sSub>
                  </m:oMath>
                </a14:m>
                <a:r>
                  <a:rPr lang="en-US" sz="2000" dirty="0"/>
                  <a:t> or B(R): Number of disk blocks in relation R;</a:t>
                </a:r>
                <a:endParaRPr lang="en-US" sz="2000" dirty="0"/>
              </a:p>
              <a:p>
                <a:pPr marL="567055" marR="0" lvl="2"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𝐼</m:t>
                        </m:r>
                      </m:e>
                      <m:sub>
                        <m:r>
                          <a:rPr lang="en-US" sz="2000" i="1" dirty="0" smtClean="0">
                            <a:latin typeface="Cambria Math" panose="02040503050406030204" pitchFamily="18" charset="0"/>
                          </a:rPr>
                          <m:t>𝑅</m:t>
                        </m:r>
                      </m:sub>
                    </m:sSub>
                  </m:oMath>
                </a14:m>
                <a:r>
                  <a:rPr lang="en-US" sz="2000" dirty="0"/>
                  <a:t> or I(R): Number of bytes per tuple in relation R;</a:t>
                </a:r>
                <a:endParaRPr lang="en-US" sz="2000" dirty="0"/>
              </a:p>
              <a:p>
                <a:pPr marL="567055" marR="0" lvl="2"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𝑓</m:t>
                        </m:r>
                      </m:e>
                      <m:sub>
                        <m:r>
                          <a:rPr lang="en-US" sz="2000" i="1" dirty="0" smtClean="0">
                            <a:latin typeface="Cambria Math" panose="02040503050406030204" pitchFamily="18" charset="0"/>
                          </a:rPr>
                          <m:t>𝑅</m:t>
                        </m:r>
                      </m:sub>
                    </m:sSub>
                  </m:oMath>
                </a14:m>
                <a:r>
                  <a:rPr lang="en-US" sz="2000" dirty="0"/>
                  <a:t> or f(R): Block factor of R, i.e., the number of tuples of R that can be stored in one block;</a:t>
                </a:r>
                <a:endParaRPr lang="en-US" sz="2000" dirty="0"/>
              </a:p>
              <a:p>
                <a:pPr marL="567055" marR="0" lvl="2"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lang="en-US" sz="2000" dirty="0"/>
                  <a:t>V(R, A): Number of distinct values ​​for attribute A in R, i.e., the number of </a:t>
                </a:r>
                <a14:m>
                  <m:oMath xmlns:m="http://schemas.openxmlformats.org/officeDocument/2006/math">
                    <m:nary>
                      <m:naryPr>
                        <m:chr m:val="∏"/>
                        <m:supHide m:val="on"/>
                        <m:ctrlPr>
                          <a:rPr lang="en-US" sz="2000" i="1" dirty="0" smtClean="0">
                            <a:latin typeface="Cambria Math" panose="02040503050406030204" pitchFamily="18" charset="0"/>
                          </a:rPr>
                        </m:ctrlPr>
                      </m:naryPr>
                      <m:sub>
                        <m:r>
                          <a:rPr lang="en-US" sz="2000" i="1" dirty="0" smtClean="0">
                            <a:latin typeface="Cambria Math" panose="02040503050406030204" pitchFamily="18" charset="0"/>
                          </a:rPr>
                          <m:t>𝐴</m:t>
                        </m:r>
                      </m:sub>
                      <m:sup/>
                      <m:e>
                        <m:r>
                          <a:rPr lang="en-US" sz="2000" b="0" i="1" dirty="0" smtClean="0">
                            <a:latin typeface="Cambria Math" panose="02040503050406030204" pitchFamily="18" charset="0"/>
                          </a:rPr>
                          <m:t>(</m:t>
                        </m:r>
                        <m:r>
                          <a:rPr lang="en-US" sz="2000" b="0" i="1" dirty="0" smtClean="0">
                            <a:latin typeface="Cambria Math" panose="02040503050406030204" pitchFamily="18" charset="0"/>
                          </a:rPr>
                          <m:t>𝑅</m:t>
                        </m:r>
                        <m:r>
                          <a:rPr lang="en-US" sz="2000" b="0" i="1" dirty="0" smtClean="0">
                            <a:latin typeface="Cambria Math" panose="02040503050406030204" pitchFamily="18" charset="0"/>
                          </a:rPr>
                          <m:t>)</m:t>
                        </m:r>
                      </m:e>
                    </m:nary>
                  </m:oMath>
                </a14:m>
                <a:r>
                  <a:rPr lang="en-US" sz="2000" dirty="0"/>
                  <a:t>;</a:t>
                </a:r>
                <a:endParaRPr lang="en-US" sz="2000" dirty="0"/>
              </a:p>
              <a:p>
                <a:pPr marL="567055" marR="0" lvl="2"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lang="en-US" sz="2000" dirty="0"/>
                  <a:t>SC(R, A): Cardinality of attribute A in R, the average number of records satisfying the equality condition on A.</a:t>
                </a:r>
                <a:endParaRPr lang="en-US" sz="20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97280" y="1845733"/>
                <a:ext cx="10115203" cy="3094015"/>
              </a:xfrm>
              <a:blipFill rotWithShape="1">
                <a:blip r:embed="rId1"/>
                <a:stretch>
                  <a:fillRect t="-14" r="3" b="-100"/>
                </a:stretch>
              </a:blipFill>
            </p:spPr>
            <p:txBody>
              <a:bodyPr/>
              <a:lstStyle/>
              <a:p>
                <a:r>
                  <a:rPr lang="zh-CN" altLang="en-US">
                    <a:noFill/>
                  </a:rPr>
                  <a:t> </a:t>
                </a:r>
              </a:p>
            </p:txBody>
          </p:sp>
        </mc:Fallback>
      </mc:AlternateContent>
      <p:sp>
        <p:nvSpPr>
          <p:cNvPr id="11" name="Slide Number Placeholder 10"/>
          <p:cNvSpPr>
            <a:spLocks noGrp="1"/>
          </p:cNvSpPr>
          <p:nvPr>
            <p:ph type="sldNum" sz="quarter" idx="12"/>
          </p:nvPr>
        </p:nvSpPr>
        <p:spPr/>
        <p:txBody>
          <a:bodyPr/>
          <a:lstStyle/>
          <a:p>
            <a:fld id="{6113E31D-E2AB-40D1-8B51-AFA5AFEF393A}" type="slidenum">
              <a:rPr lang="en-US" smtClean="0"/>
            </a:fld>
            <a:endParaRPr lang="en-US" dirty="0"/>
          </a:p>
        </p:txBody>
      </p:sp>
      <p:sp>
        <p:nvSpPr>
          <p:cNvPr id="7" name="文本框 6"/>
          <p:cNvSpPr txBox="1"/>
          <p:nvPr/>
        </p:nvSpPr>
        <p:spPr>
          <a:xfrm>
            <a:off x="1097280" y="4959626"/>
            <a:ext cx="10058400" cy="1323439"/>
          </a:xfrm>
          <a:prstGeom prst="rect">
            <a:avLst/>
          </a:prstGeom>
          <a:solidFill>
            <a:schemeClr val="accent2">
              <a:lumMod val="20000"/>
              <a:lumOff val="80000"/>
            </a:schemeClr>
          </a:solidFill>
        </p:spPr>
        <p:txBody>
          <a:bodyPr wrap="square">
            <a:spAutoFit/>
          </a:bodyPr>
          <a:lstStyle/>
          <a:p>
            <a:r>
              <a:rPr lang="en-US" altLang="zh-CN" sz="2000" dirty="0"/>
              <a:t>Given an expression E, how do we calculate the number of tuples T(E) and the number of distinct values ​​V(E, A) on attribute A?</a:t>
            </a:r>
            <a:endParaRPr lang="en-US" altLang="zh-CN" sz="2000" dirty="0"/>
          </a:p>
          <a:p>
            <a:pPr marL="342900" indent="-342900">
              <a:buFont typeface="Wingdings" panose="05000000000000000000" pitchFamily="2" charset="2"/>
              <a:buChar char="Ø"/>
            </a:pPr>
            <a:r>
              <a:rPr lang="en-US" altLang="zh-CN" sz="2000" dirty="0"/>
              <a:t>Calculating T(A), V(E, A), etc., before E is actually obtained is very difficult.</a:t>
            </a:r>
            <a:endParaRPr lang="en-US" altLang="zh-CN" sz="2000" dirty="0"/>
          </a:p>
          <a:p>
            <a:pPr marL="342900" indent="-342900">
              <a:buFont typeface="Wingdings" panose="05000000000000000000" pitchFamily="2" charset="2"/>
              <a:buChar char="Ø"/>
            </a:pPr>
            <a:r>
              <a:rPr lang="en-US" altLang="zh-CN" sz="2000" dirty="0"/>
              <a:t>Therefore, we need to “</a:t>
            </a:r>
            <a:r>
              <a:rPr lang="en-US" altLang="zh-CN" sz="2000" dirty="0">
                <a:solidFill>
                  <a:srgbClr val="FF0000"/>
                </a:solidFill>
              </a:rPr>
              <a:t>estimate</a:t>
            </a:r>
            <a:r>
              <a:rPr lang="en-US" altLang="zh-CN" sz="2000" dirty="0"/>
              <a:t>”, specifically </a:t>
            </a:r>
            <a:r>
              <a:rPr lang="en-US" altLang="zh-CN" sz="2000" dirty="0">
                <a:solidFill>
                  <a:srgbClr val="FF0000"/>
                </a:solidFill>
              </a:rPr>
              <a:t>cost estimation</a:t>
            </a:r>
            <a:r>
              <a:rPr lang="en-US" altLang="zh-CN" sz="2000" dirty="0"/>
              <a:t>.</a:t>
            </a:r>
            <a:endParaRPr lang="zh-CN" alt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Cost Estimation (Project)</a:t>
            </a:r>
            <a:endParaRPr lang="en-US" sz="4000" u="sng" dirty="0"/>
          </a:p>
        </p:txBody>
      </p:sp>
      <mc:AlternateContent xmlns:mc="http://schemas.openxmlformats.org/markup-compatibility/2006">
        <mc:Choice xmlns:a14="http://schemas.microsoft.com/office/drawing/2010/main" Requires="a14">
          <p:sp>
            <p:nvSpPr>
              <p:cNvPr id="13" name="文本框 12"/>
              <p:cNvSpPr txBox="1"/>
              <p:nvPr/>
            </p:nvSpPr>
            <p:spPr>
              <a:xfrm>
                <a:off x="603237" y="906423"/>
                <a:ext cx="10609246" cy="4398127"/>
              </a:xfrm>
              <a:prstGeom prst="rect">
                <a:avLst/>
              </a:prstGeom>
              <a:noFill/>
            </p:spPr>
            <p:txBody>
              <a:bodyPr wrap="square">
                <a:spAutoFit/>
              </a:bodyPr>
              <a:lstStyle/>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q"/>
                  <a:defRPr/>
                </a:pPr>
                <a:r>
                  <a:rPr kumimoji="0" lang="en-US" altLang="zh-CN" sz="2800" b="1" i="0" u="sng" strike="noStrike" kern="1200" cap="none" spc="0" normalizeH="0" baseline="0" noProof="0" dirty="0">
                    <a:ln>
                      <a:noFill/>
                    </a:ln>
                    <a:effectLst/>
                    <a:uLnTx/>
                    <a:uFillTx/>
                    <a:latin typeface="Calibri" panose="020F0502020204030204"/>
                    <a:ea typeface="宋体" panose="02010600030101010101" pitchFamily="2" charset="-122"/>
                    <a:cs typeface="+mn-cs"/>
                  </a:rPr>
                  <a:t>Estimate the size of a projection</a:t>
                </a:r>
                <a:r>
                  <a:rPr kumimoji="0" lang="en-US" altLang="zh-CN" sz="2800" b="1" i="0" strike="noStrike" kern="1200" cap="none" spc="0" normalizeH="0" baseline="0" noProof="0" dirty="0">
                    <a:ln>
                      <a:noFill/>
                    </a:ln>
                    <a:effectLst/>
                    <a:uLnTx/>
                    <a:uFillTx/>
                    <a:latin typeface="Calibri" panose="020F0502020204030204"/>
                    <a:ea typeface="宋体" panose="02010600030101010101" pitchFamily="2" charset="-122"/>
                    <a:cs typeface="+mn-cs"/>
                  </a:rPr>
                  <a:t> </a:t>
                </a:r>
                <a14:m>
                  <m:oMath xmlns:m="http://schemas.openxmlformats.org/officeDocument/2006/math">
                    <m:nary>
                      <m:naryPr>
                        <m:chr m:val="∏"/>
                        <m:supHide m:val="on"/>
                        <m:ctrlPr>
                          <a:rPr kumimoji="0" lang="en-US" altLang="zh-CN" sz="2800" b="0" i="1" u="none" strike="noStrike" kern="1200" cap="none" spc="0" normalizeH="0" baseline="0" noProof="0" dirty="0">
                            <a:ln>
                              <a:noFill/>
                            </a:ln>
                            <a:solidFill>
                              <a:prstClr val="black">
                                <a:lumMod val="75000"/>
                                <a:lumOff val="25000"/>
                              </a:prstClr>
                            </a:solidFill>
                            <a:effectLst/>
                            <a:uLnTx/>
                            <a:uFillTx/>
                            <a:latin typeface="Cambria Math" panose="02040503050406030204" pitchFamily="18" charset="0"/>
                            <a:cs typeface="+mn-cs"/>
                          </a:rPr>
                        </m:ctrlPr>
                      </m:naryPr>
                      <m:sub>
                        <m:r>
                          <a:rPr kumimoji="0" lang="en-US" altLang="zh-CN" sz="2800" b="0" i="1" u="none" strike="noStrike" kern="1200" cap="none" spc="0" normalizeH="0" baseline="0" noProof="0" dirty="0">
                            <a:ln>
                              <a:noFill/>
                            </a:ln>
                            <a:solidFill>
                              <a:prstClr val="black">
                                <a:lumMod val="75000"/>
                                <a:lumOff val="25000"/>
                              </a:prstClr>
                            </a:solidFill>
                            <a:effectLst/>
                            <a:uLnTx/>
                            <a:uFillTx/>
                            <a:latin typeface="Cambria Math" panose="02040503050406030204" pitchFamily="18" charset="0"/>
                            <a:cs typeface="+mn-cs"/>
                          </a:rPr>
                          <m:t>𝐿</m:t>
                        </m:r>
                      </m:sub>
                      <m:sup/>
                      <m:e>
                        <m:r>
                          <a:rPr kumimoji="0" lang="en-US" altLang="zh-CN" sz="2800" b="0" i="1" u="none" strike="noStrike" kern="1200" cap="none" spc="0" normalizeH="0" baseline="0" noProof="0" dirty="0">
                            <a:ln>
                              <a:noFill/>
                            </a:ln>
                            <a:solidFill>
                              <a:prstClr val="black">
                                <a:lumMod val="75000"/>
                                <a:lumOff val="25000"/>
                              </a:prstClr>
                            </a:solidFill>
                            <a:effectLst/>
                            <a:uLnTx/>
                            <a:uFillTx/>
                            <a:latin typeface="Cambria Math" panose="02040503050406030204" pitchFamily="18" charset="0"/>
                            <a:cs typeface="+mn-cs"/>
                          </a:rPr>
                          <m:t>(</m:t>
                        </m:r>
                        <m:r>
                          <a:rPr kumimoji="0" lang="en-US" altLang="zh-CN" sz="2800" b="0" i="1" u="none" strike="noStrike" kern="1200" cap="none" spc="0" normalizeH="0" baseline="0" noProof="0" dirty="0">
                            <a:ln>
                              <a:noFill/>
                            </a:ln>
                            <a:solidFill>
                              <a:prstClr val="black">
                                <a:lumMod val="75000"/>
                                <a:lumOff val="25000"/>
                              </a:prstClr>
                            </a:solidFill>
                            <a:effectLst/>
                            <a:uLnTx/>
                            <a:uFillTx/>
                            <a:latin typeface="Cambria Math" panose="02040503050406030204" pitchFamily="18" charset="0"/>
                            <a:cs typeface="+mn-cs"/>
                          </a:rPr>
                          <m:t>𝑅</m:t>
                        </m:r>
                        <m:r>
                          <a:rPr kumimoji="0" lang="en-US" altLang="zh-CN" sz="2800" b="0" i="1" u="none" strike="noStrike" kern="1200" cap="none" spc="0" normalizeH="0" baseline="0" noProof="0" dirty="0">
                            <a:ln>
                              <a:noFill/>
                            </a:ln>
                            <a:solidFill>
                              <a:prstClr val="black">
                                <a:lumMod val="75000"/>
                                <a:lumOff val="25000"/>
                              </a:prstClr>
                            </a:solidFill>
                            <a:effectLst/>
                            <a:uLnTx/>
                            <a:uFillTx/>
                            <a:latin typeface="Cambria Math" panose="02040503050406030204" pitchFamily="18" charset="0"/>
                            <a:cs typeface="+mn-cs"/>
                          </a:rPr>
                          <m:t>)</m:t>
                        </m:r>
                      </m:e>
                    </m:nary>
                  </m:oMath>
                </a14:m>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lvl="1" indent="-182880" defTabSz="914400">
                  <a:lnSpc>
                    <a:spcPct val="90000"/>
                  </a:lnSpc>
                  <a:spcBef>
                    <a:spcPts val="200"/>
                  </a:spcBef>
                  <a:spcAft>
                    <a:spcPts val="400"/>
                  </a:spcAft>
                  <a:buClr>
                    <a:srgbClr val="1CADE4"/>
                  </a:buClr>
                  <a:buFont typeface="Courier New" panose="02070309020205020404" pitchFamily="49" charset="0"/>
                  <a:buChar char="o"/>
                  <a:defRPr/>
                </a:pPr>
                <a14:m>
                  <m:oMath xmlns:m="http://schemas.openxmlformats.org/officeDocument/2006/math">
                    <m:r>
                      <a:rPr lang="en-US" altLang="zh-CN" sz="2400" i="1" dirty="0">
                        <a:solidFill>
                          <a:prstClr val="black">
                            <a:lumMod val="75000"/>
                            <a:lumOff val="25000"/>
                          </a:prstClr>
                        </a:solidFill>
                        <a:latin typeface="Cambria Math" panose="02040503050406030204" pitchFamily="18" charset="0"/>
                      </a:rPr>
                      <m:t>𝑇</m:t>
                    </m:r>
                    <m:d>
                      <m:dPr>
                        <m:ctrlPr>
                          <a:rPr lang="en-US" altLang="zh-CN" sz="2400" i="1" dirty="0">
                            <a:solidFill>
                              <a:prstClr val="black">
                                <a:lumMod val="75000"/>
                                <a:lumOff val="25000"/>
                              </a:prstClr>
                            </a:solidFill>
                            <a:latin typeface="Cambria Math" panose="02040503050406030204" pitchFamily="18" charset="0"/>
                          </a:rPr>
                        </m:ctrlPr>
                      </m:dPr>
                      <m:e>
                        <m:nary>
                          <m:naryPr>
                            <m:chr m:val="∏"/>
                            <m:supHide m:val="on"/>
                            <m:ctrlPr>
                              <a:rPr lang="en-US" altLang="zh-CN" sz="2400" i="1" dirty="0">
                                <a:solidFill>
                                  <a:prstClr val="black">
                                    <a:lumMod val="75000"/>
                                    <a:lumOff val="25000"/>
                                  </a:prstClr>
                                </a:solidFill>
                                <a:latin typeface="Cambria Math" panose="02040503050406030204" pitchFamily="18" charset="0"/>
                              </a:rPr>
                            </m:ctrlPr>
                          </m:naryPr>
                          <m:sub>
                            <m:r>
                              <a:rPr lang="en-US" altLang="zh-CN" sz="2400" i="1" dirty="0">
                                <a:solidFill>
                                  <a:prstClr val="black">
                                    <a:lumMod val="75000"/>
                                    <a:lumOff val="25000"/>
                                  </a:prstClr>
                                </a:solidFill>
                                <a:latin typeface="Cambria Math" panose="02040503050406030204" pitchFamily="18" charset="0"/>
                              </a:rPr>
                              <m:t>𝐿</m:t>
                            </m:r>
                          </m:sub>
                          <m:sup/>
                          <m:e>
                            <m:d>
                              <m:dPr>
                                <m:ctrlPr>
                                  <a:rPr lang="en-US" altLang="zh-CN" sz="2400" i="1" dirty="0">
                                    <a:solidFill>
                                      <a:prstClr val="black">
                                        <a:lumMod val="75000"/>
                                        <a:lumOff val="25000"/>
                                      </a:prstClr>
                                    </a:solidFill>
                                    <a:latin typeface="Cambria Math" panose="02040503050406030204" pitchFamily="18" charset="0"/>
                                  </a:rPr>
                                </m:ctrlPr>
                              </m:dPr>
                              <m:e>
                                <m:r>
                                  <a:rPr lang="en-US" altLang="zh-CN" sz="2400" i="1" dirty="0">
                                    <a:solidFill>
                                      <a:prstClr val="black">
                                        <a:lumMod val="75000"/>
                                        <a:lumOff val="25000"/>
                                      </a:prstClr>
                                    </a:solidFill>
                                    <a:latin typeface="Cambria Math" panose="02040503050406030204" pitchFamily="18" charset="0"/>
                                  </a:rPr>
                                  <m:t>𝑅</m:t>
                                </m:r>
                              </m:e>
                            </m:d>
                          </m:e>
                        </m:nary>
                      </m:e>
                    </m:d>
                    <m:r>
                      <a:rPr lang="en-US" altLang="zh-CN" sz="2400" i="1" dirty="0">
                        <a:solidFill>
                          <a:prstClr val="black">
                            <a:lumMod val="75000"/>
                            <a:lumOff val="25000"/>
                          </a:prstClr>
                        </a:solidFill>
                        <a:latin typeface="Cambria Math" panose="02040503050406030204" pitchFamily="18" charset="0"/>
                      </a:rPr>
                      <m:t>=</m:t>
                    </m:r>
                    <m:r>
                      <a:rPr lang="en-US" altLang="zh-CN" sz="2400" i="1" dirty="0">
                        <a:solidFill>
                          <a:prstClr val="black">
                            <a:lumMod val="75000"/>
                            <a:lumOff val="25000"/>
                          </a:prstClr>
                        </a:solidFill>
                        <a:latin typeface="Cambria Math" panose="02040503050406030204" pitchFamily="18" charset="0"/>
                      </a:rPr>
                      <m:t>𝑇</m:t>
                    </m:r>
                    <m:d>
                      <m:dPr>
                        <m:ctrlPr>
                          <a:rPr lang="en-US" altLang="zh-CN" sz="2400" i="1" dirty="0">
                            <a:solidFill>
                              <a:prstClr val="black">
                                <a:lumMod val="75000"/>
                                <a:lumOff val="25000"/>
                              </a:prstClr>
                            </a:solidFill>
                            <a:latin typeface="Cambria Math" panose="02040503050406030204" pitchFamily="18" charset="0"/>
                          </a:rPr>
                        </m:ctrlPr>
                      </m:dPr>
                      <m:e>
                        <m:r>
                          <a:rPr lang="en-US" altLang="zh-CN" sz="2400" i="1" dirty="0">
                            <a:solidFill>
                              <a:prstClr val="black">
                                <a:lumMod val="75000"/>
                                <a:lumOff val="25000"/>
                              </a:prstClr>
                            </a:solidFill>
                            <a:latin typeface="Cambria Math" panose="02040503050406030204" pitchFamily="18" charset="0"/>
                          </a:rPr>
                          <m:t>𝑅</m:t>
                        </m:r>
                      </m:e>
                    </m:d>
                  </m:oMath>
                </a14:m>
                <a:endParaRPr lang="en-US" altLang="zh-CN" sz="2200" dirty="0">
                  <a:solidFill>
                    <a:prstClr val="black">
                      <a:lumMod val="75000"/>
                      <a:lumOff val="25000"/>
                    </a:prstClr>
                  </a:solidFill>
                </a:endParaRPr>
              </a:p>
              <a:p>
                <a:pPr marL="384175" lvl="1" indent="-182880" defTabSz="914400">
                  <a:lnSpc>
                    <a:spcPct val="90000"/>
                  </a:lnSpc>
                  <a:spcBef>
                    <a:spcPts val="200"/>
                  </a:spcBef>
                  <a:spcAft>
                    <a:spcPts val="400"/>
                  </a:spcAft>
                  <a:buClr>
                    <a:srgbClr val="1CADE4"/>
                  </a:buClr>
                  <a:buFont typeface="Courier New" panose="02070309020205020404" pitchFamily="49" charset="0"/>
                  <a:buChar char="o"/>
                  <a:defRPr/>
                </a:pPr>
                <a:r>
                  <a:rPr lang="en-US" altLang="zh-CN" sz="2400" dirty="0">
                    <a:solidFill>
                      <a:prstClr val="black">
                        <a:lumMod val="75000"/>
                        <a:lumOff val="25000"/>
                      </a:prstClr>
                    </a:solidFill>
                  </a:rPr>
                  <a:t>The projection operation only rounds down columns, without changing rows, so it doesn't eliminate duplicates.</a:t>
                </a:r>
                <a:endParaRPr lang="en-US" altLang="zh-CN" sz="2400" dirty="0">
                  <a:solidFill>
                    <a:prstClr val="black">
                      <a:lumMod val="75000"/>
                      <a:lumOff val="25000"/>
                    </a:prstClr>
                  </a:solidFill>
                </a:endParaRPr>
              </a:p>
              <a:p>
                <a:pPr marL="384175" lvl="1" indent="-182880" defTabSz="914400">
                  <a:lnSpc>
                    <a:spcPct val="90000"/>
                  </a:lnSpc>
                  <a:spcBef>
                    <a:spcPts val="200"/>
                  </a:spcBef>
                  <a:spcAft>
                    <a:spcPts val="400"/>
                  </a:spcAft>
                  <a:buClr>
                    <a:srgbClr val="1CADE4"/>
                  </a:buClr>
                  <a:buFont typeface="Courier New" panose="02070309020205020404" pitchFamily="49" charset="0"/>
                  <a:buChar char="o"/>
                  <a:defRPr/>
                </a:pPr>
                <a:r>
                  <a:rPr lang="en-US" altLang="zh-CN" sz="2400" dirty="0">
                    <a:solidFill>
                      <a:prstClr val="black">
                        <a:lumMod val="75000"/>
                        <a:lumOff val="25000"/>
                      </a:prstClr>
                    </a:solidFill>
                  </a:rPr>
                  <a:t>The projection operation doesn't reduce the number of rows, but it may effectively reduce the number of blocks storing the result relationship.</a:t>
                </a:r>
                <a:endParaRPr kumimoji="0" lang="en-US" altLang="zh-CN" sz="22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q"/>
                  <a:defRPr/>
                </a:pPr>
                <a:r>
                  <a:rPr lang="en-US" altLang="zh-CN" sz="2800" b="1" u="sng" dirty="0">
                    <a:solidFill>
                      <a:prstClr val="black">
                        <a:lumMod val="75000"/>
                        <a:lumOff val="25000"/>
                      </a:prstClr>
                    </a:solidFill>
                    <a:latin typeface="Calibri" panose="020F0502020204030204"/>
                  </a:rPr>
                  <a:t>Example</a:t>
                </a:r>
                <a:endParaRPr kumimoji="0" lang="en-US" altLang="zh-CN" sz="2800" b="1" i="0" u="sng"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Disk block size = </a:t>
                </a:r>
                <a:r>
                  <a:rPr kumimoji="0" lang="en-US" altLang="zh-CN" sz="2400" i="0"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1024</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bytes, tuple length of R = </a:t>
                </a:r>
                <a:r>
                  <a:rPr kumimoji="0" lang="en-US" altLang="zh-CN" sz="2400" i="0"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100</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bytes, </a:t>
                </a:r>
                <a:r>
                  <a:rPr kumimoji="0" lang="en-US" altLang="zh-CN" sz="2400" i="0"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8</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tuples/block, T(R) = </a:t>
                </a:r>
                <a:r>
                  <a:rPr kumimoji="0" lang="en-US" altLang="zh-CN" sz="2400" i="0"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10,000</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then B(R) = </a:t>
                </a:r>
                <a:r>
                  <a:rPr kumimoji="0" lang="en-US" altLang="zh-CN" sz="2400" i="0"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10000/8</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 </a:t>
                </a:r>
                <a:r>
                  <a:rPr kumimoji="0" lang="en-US" altLang="zh-CN" sz="2400" i="0"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1250</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a:t>
                </a:r>
                <a:endPar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384175" lvl="1" indent="-182880" defTabSz="914400">
                  <a:lnSpc>
                    <a:spcPct val="90000"/>
                  </a:lnSpc>
                  <a:spcBef>
                    <a:spcPts val="200"/>
                  </a:spcBef>
                  <a:spcAft>
                    <a:spcPts val="400"/>
                  </a:spcAft>
                  <a:buClr>
                    <a:srgbClr val="1CADE4"/>
                  </a:buClr>
                  <a:buFont typeface="Courier New" panose="02070309020205020404" pitchFamily="49" charset="0"/>
                  <a:buChar char="o"/>
                  <a:defRPr/>
                </a:pPr>
                <a:r>
                  <a:rPr lang="en-US" altLang="zh-CN" sz="2400" dirty="0">
                    <a:solidFill>
                      <a:prstClr val="black">
                        <a:lumMod val="75000"/>
                        <a:lumOff val="25000"/>
                      </a:prstClr>
                    </a:solidFill>
                  </a:rPr>
                  <a:t>Tuple length of </a:t>
                </a:r>
                <a14:m>
                  <m:oMath xmlns:m="http://schemas.openxmlformats.org/officeDocument/2006/math">
                    <m:nary>
                      <m:naryPr>
                        <m:chr m:val="∏"/>
                        <m:supHide m:val="on"/>
                        <m:ctrlPr>
                          <a:rPr lang="en-US" altLang="zh-CN" sz="2400" i="1" dirty="0">
                            <a:solidFill>
                              <a:prstClr val="black">
                                <a:lumMod val="75000"/>
                                <a:lumOff val="25000"/>
                              </a:prstClr>
                            </a:solidFill>
                            <a:latin typeface="Cambria Math" panose="02040503050406030204" pitchFamily="18" charset="0"/>
                          </a:rPr>
                        </m:ctrlPr>
                      </m:naryPr>
                      <m:sub>
                        <m:r>
                          <a:rPr lang="en-US" altLang="zh-CN" sz="2400" i="1" dirty="0">
                            <a:solidFill>
                              <a:prstClr val="black">
                                <a:lumMod val="75000"/>
                                <a:lumOff val="25000"/>
                              </a:prstClr>
                            </a:solidFill>
                            <a:latin typeface="Cambria Math" panose="02040503050406030204" pitchFamily="18" charset="0"/>
                          </a:rPr>
                          <m:t>𝐿</m:t>
                        </m:r>
                      </m:sub>
                      <m:sup/>
                      <m:e>
                        <m:r>
                          <a:rPr lang="en-US" altLang="zh-CN" sz="2400" i="1" dirty="0">
                            <a:solidFill>
                              <a:prstClr val="black">
                                <a:lumMod val="75000"/>
                                <a:lumOff val="25000"/>
                              </a:prstClr>
                            </a:solidFill>
                            <a:latin typeface="Cambria Math" panose="02040503050406030204" pitchFamily="18" charset="0"/>
                          </a:rPr>
                          <m:t>(</m:t>
                        </m:r>
                        <m:r>
                          <a:rPr lang="en-US" altLang="zh-CN" sz="2400" i="1" dirty="0">
                            <a:solidFill>
                              <a:prstClr val="black">
                                <a:lumMod val="75000"/>
                                <a:lumOff val="25000"/>
                              </a:prstClr>
                            </a:solidFill>
                            <a:latin typeface="Cambria Math" panose="02040503050406030204" pitchFamily="18" charset="0"/>
                          </a:rPr>
                          <m:t>𝑅</m:t>
                        </m:r>
                        <m:r>
                          <a:rPr lang="en-US" altLang="zh-CN" sz="2400" i="1" dirty="0">
                            <a:solidFill>
                              <a:prstClr val="black">
                                <a:lumMod val="75000"/>
                                <a:lumOff val="25000"/>
                              </a:prstClr>
                            </a:solidFill>
                            <a:latin typeface="Cambria Math" panose="02040503050406030204" pitchFamily="18" charset="0"/>
                          </a:rPr>
                          <m:t>)</m:t>
                        </m:r>
                      </m:e>
                    </m:nary>
                  </m:oMath>
                </a14:m>
                <a:r>
                  <a:rPr lang="en-US" altLang="zh-CN" sz="2400" dirty="0">
                    <a:solidFill>
                      <a:prstClr val="black">
                        <a:lumMod val="75000"/>
                        <a:lumOff val="25000"/>
                      </a:prstClr>
                    </a:solidFill>
                  </a:rPr>
                  <a:t> = </a:t>
                </a:r>
                <a:r>
                  <a:rPr lang="en-US" altLang="zh-CN" sz="2400" dirty="0">
                    <a:solidFill>
                      <a:srgbClr val="FF0000"/>
                    </a:solidFill>
                  </a:rPr>
                  <a:t>20</a:t>
                </a:r>
                <a:r>
                  <a:rPr lang="en-US" altLang="zh-CN" sz="2400" dirty="0">
                    <a:solidFill>
                      <a:prstClr val="black">
                        <a:lumMod val="75000"/>
                        <a:lumOff val="25000"/>
                      </a:prstClr>
                    </a:solidFill>
                  </a:rPr>
                  <a:t> bytes, </a:t>
                </a:r>
                <a:r>
                  <a:rPr lang="en-US" altLang="zh-CN" sz="2400" dirty="0">
                    <a:solidFill>
                      <a:srgbClr val="FF0000"/>
                    </a:solidFill>
                  </a:rPr>
                  <a:t>50</a:t>
                </a:r>
                <a:r>
                  <a:rPr lang="en-US" altLang="zh-CN" sz="2400" dirty="0">
                    <a:solidFill>
                      <a:prstClr val="black">
                        <a:lumMod val="75000"/>
                        <a:lumOff val="25000"/>
                      </a:prstClr>
                    </a:solidFill>
                  </a:rPr>
                  <a:t> tuples/block, then B(</a:t>
                </a:r>
                <a14:m>
                  <m:oMath xmlns:m="http://schemas.openxmlformats.org/officeDocument/2006/math">
                    <m:nary>
                      <m:naryPr>
                        <m:chr m:val="∏"/>
                        <m:supHide m:val="on"/>
                        <m:ctrlPr>
                          <a:rPr lang="en-US" altLang="zh-CN" sz="2400" i="1" dirty="0">
                            <a:solidFill>
                              <a:prstClr val="black">
                                <a:lumMod val="75000"/>
                                <a:lumOff val="25000"/>
                              </a:prstClr>
                            </a:solidFill>
                            <a:latin typeface="Cambria Math" panose="02040503050406030204" pitchFamily="18" charset="0"/>
                          </a:rPr>
                        </m:ctrlPr>
                      </m:naryPr>
                      <m:sub>
                        <m:r>
                          <a:rPr lang="en-US" altLang="zh-CN" sz="2400" i="1" dirty="0">
                            <a:solidFill>
                              <a:prstClr val="black">
                                <a:lumMod val="75000"/>
                                <a:lumOff val="25000"/>
                              </a:prstClr>
                            </a:solidFill>
                            <a:latin typeface="Cambria Math" panose="02040503050406030204" pitchFamily="18" charset="0"/>
                          </a:rPr>
                          <m:t>𝐿</m:t>
                        </m:r>
                      </m:sub>
                      <m:sup/>
                      <m:e>
                        <m:r>
                          <a:rPr lang="en-US" altLang="zh-CN" sz="2400" i="1" dirty="0">
                            <a:solidFill>
                              <a:prstClr val="black">
                                <a:lumMod val="75000"/>
                                <a:lumOff val="25000"/>
                              </a:prstClr>
                            </a:solidFill>
                            <a:latin typeface="Cambria Math" panose="02040503050406030204" pitchFamily="18" charset="0"/>
                          </a:rPr>
                          <m:t>(</m:t>
                        </m:r>
                        <m:r>
                          <a:rPr lang="en-US" altLang="zh-CN" sz="2400" i="1" dirty="0">
                            <a:solidFill>
                              <a:prstClr val="black">
                                <a:lumMod val="75000"/>
                                <a:lumOff val="25000"/>
                              </a:prstClr>
                            </a:solidFill>
                            <a:latin typeface="Cambria Math" panose="02040503050406030204" pitchFamily="18" charset="0"/>
                          </a:rPr>
                          <m:t>𝑅</m:t>
                        </m:r>
                        <m:r>
                          <a:rPr lang="en-US" altLang="zh-CN" sz="2400" i="1" dirty="0">
                            <a:solidFill>
                              <a:prstClr val="black">
                                <a:lumMod val="75000"/>
                                <a:lumOff val="25000"/>
                              </a:prstClr>
                            </a:solidFill>
                            <a:latin typeface="Cambria Math" panose="02040503050406030204" pitchFamily="18" charset="0"/>
                          </a:rPr>
                          <m:t>)</m:t>
                        </m:r>
                      </m:e>
                    </m:nary>
                  </m:oMath>
                </a14:m>
                <a:r>
                  <a:rPr lang="en-US" altLang="zh-CN" sz="2400" dirty="0">
                    <a:solidFill>
                      <a:prstClr val="black">
                        <a:lumMod val="75000"/>
                        <a:lumOff val="25000"/>
                      </a:prstClr>
                    </a:solidFill>
                  </a:rPr>
                  <a:t>) = </a:t>
                </a:r>
                <a:r>
                  <a:rPr lang="en-US" altLang="zh-CN" sz="2400" dirty="0">
                    <a:solidFill>
                      <a:srgbClr val="FF0000"/>
                    </a:solidFill>
                  </a:rPr>
                  <a:t>10000/50</a:t>
                </a:r>
                <a:r>
                  <a:rPr lang="en-US" altLang="zh-CN" sz="2400" dirty="0">
                    <a:solidFill>
                      <a:prstClr val="black">
                        <a:lumMod val="75000"/>
                        <a:lumOff val="25000"/>
                      </a:prstClr>
                    </a:solidFill>
                  </a:rPr>
                  <a:t> = </a:t>
                </a:r>
                <a:r>
                  <a:rPr lang="en-US" altLang="zh-CN" sz="2400" dirty="0">
                    <a:solidFill>
                      <a:srgbClr val="FF0000"/>
                    </a:solidFill>
                  </a:rPr>
                  <a:t>200</a:t>
                </a:r>
                <a:endParaRPr kumimoji="0" lang="en-US" altLang="zh-CN" sz="2400" b="1" i="0" u="sng"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3237" y="906423"/>
                <a:ext cx="10609246" cy="4398127"/>
              </a:xfrm>
              <a:prstGeom prst="rect">
                <a:avLst/>
              </a:prstGeom>
              <a:blipFill rotWithShape="1">
                <a:blip r:embed="rId1"/>
                <a:stretch>
                  <a:fillRect l="-6" t="-6" r="3" b="-338"/>
                </a:stretch>
              </a:blipFill>
            </p:spPr>
            <p:txBody>
              <a:bodyPr/>
              <a:lstStyle/>
              <a:p>
                <a:r>
                  <a:rPr lang="zh-CN" altLang="en-US">
                    <a:noFill/>
                  </a:rPr>
                  <a:t> </a:t>
                </a:r>
              </a:p>
            </p:txBody>
          </p:sp>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fld>
            <a:endParaRPr lang="en-US" dirty="0"/>
          </a:p>
        </p:txBody>
      </p:sp>
      <p:sp>
        <p:nvSpPr>
          <p:cNvPr id="6" name="Title 1"/>
          <p:cNvSpPr txBox="1"/>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Cost Estimation (Select)</a:t>
            </a:r>
            <a:endParaRPr lang="en-US" sz="4000" u="sng" dirty="0"/>
          </a:p>
        </p:txBody>
      </p:sp>
      <mc:AlternateContent xmlns:mc="http://schemas.openxmlformats.org/markup-compatibility/2006">
        <mc:Choice xmlns:a14="http://schemas.microsoft.com/office/drawing/2010/main" Requires="a14">
          <p:sp>
            <p:nvSpPr>
              <p:cNvPr id="13" name="文本框 12"/>
              <p:cNvSpPr txBox="1"/>
              <p:nvPr/>
            </p:nvSpPr>
            <p:spPr>
              <a:xfrm>
                <a:off x="603237" y="906423"/>
                <a:ext cx="10609246" cy="4961358"/>
              </a:xfrm>
              <a:prstGeom prst="rect">
                <a:avLst/>
              </a:prstGeom>
              <a:noFill/>
            </p:spPr>
            <p:txBody>
              <a:bodyPr wrap="square">
                <a:spAutoFit/>
              </a:bodyPr>
              <a:lstStyle/>
              <a:p>
                <a:pPr marL="91440" marR="0" lvl="0" indent="-91440" algn="l" defTabSz="914400" rtl="0" eaLnBrk="1" fontAlgn="auto" latinLnBrk="0" hangingPunct="1">
                  <a:lnSpc>
                    <a:spcPct val="90000"/>
                  </a:lnSpc>
                  <a:spcBef>
                    <a:spcPts val="1200"/>
                  </a:spcBef>
                  <a:spcAft>
                    <a:spcPts val="200"/>
                  </a:spcAft>
                  <a:buClr>
                    <a:srgbClr val="1CADE4"/>
                  </a:buClr>
                  <a:buSzPct val="100000"/>
                  <a:buFont typeface="Wingdings" panose="05000000000000000000" pitchFamily="2" charset="2"/>
                  <a:buChar char="q"/>
                  <a:defRPr/>
                </a:pPr>
                <a:r>
                  <a:rPr kumimoji="0" lang="en-US" altLang="zh-CN" sz="2800" b="1" i="0" u="sng" strike="noStrike" kern="1200" cap="none" spc="0" normalizeH="0" baseline="0" noProof="0" dirty="0">
                    <a:ln>
                      <a:noFill/>
                    </a:ln>
                    <a:effectLst/>
                    <a:uLnTx/>
                    <a:uFillTx/>
                    <a:latin typeface="Calibri" panose="020F0502020204030204"/>
                    <a:ea typeface="宋体" panose="02010600030101010101" pitchFamily="2" charset="-122"/>
                    <a:cs typeface="+mn-cs"/>
                  </a:rPr>
                  <a:t>Estimate the size of a </a:t>
                </a:r>
                <a:r>
                  <a:rPr lang="en-US" altLang="zh-CN" sz="2800" b="1" u="sng" dirty="0">
                    <a:latin typeface="Calibri" panose="020F0502020204030204"/>
                    <a:ea typeface="宋体" panose="02010600030101010101" pitchFamily="2" charset="-122"/>
                  </a:rPr>
                  <a:t>selection</a:t>
                </a:r>
                <a:r>
                  <a:rPr lang="en-US" altLang="zh-CN" sz="2800" b="1" dirty="0">
                    <a:latin typeface="Calibri" panose="020F0502020204030204"/>
                    <a:ea typeface="宋体" panose="02010600030101010101" pitchFamily="2" charset="-122"/>
                  </a:rPr>
                  <a:t> </a:t>
                </a:r>
                <a14:m>
                  <m:oMath xmlns:m="http://schemas.openxmlformats.org/officeDocument/2006/math">
                    <m:r>
                      <a:rPr lang="en-US" altLang="zh-CN" sz="2800" b="0" i="1" smtClean="0">
                        <a:latin typeface="Cambria Math" panose="02040503050406030204" pitchFamily="18" charset="0"/>
                        <a:ea typeface="宋体" panose="02010600030101010101" pitchFamily="2" charset="-122"/>
                      </a:rPr>
                      <m:t>𝑆</m:t>
                    </m:r>
                    <m:r>
                      <a:rPr lang="en-US" altLang="zh-CN" sz="2800" b="0" i="1" smtClean="0">
                        <a:latin typeface="Cambria Math" panose="02040503050406030204" pitchFamily="18" charset="0"/>
                        <a:ea typeface="宋体" panose="02010600030101010101" pitchFamily="2" charset="-122"/>
                      </a:rPr>
                      <m:t>=</m:t>
                    </m:r>
                    <m:sSub>
                      <m:sSubPr>
                        <m:ctrlPr>
                          <a:rPr lang="en-US" altLang="zh-CN" sz="2800" i="1" smtClean="0">
                            <a:latin typeface="Cambria Math" panose="02040503050406030204" pitchFamily="18" charset="0"/>
                            <a:ea typeface="宋体" panose="02010600030101010101" pitchFamily="2" charset="-122"/>
                          </a:rPr>
                        </m:ctrlPr>
                      </m:sSubPr>
                      <m:e>
                        <m:r>
                          <a:rPr lang="en-US" altLang="zh-CN" sz="2800" b="0" i="1" smtClean="0">
                            <a:latin typeface="Cambria Math" panose="02040503050406030204" pitchFamily="18" charset="0"/>
                            <a:ea typeface="宋体" panose="02010600030101010101" pitchFamily="2" charset="-122"/>
                          </a:rPr>
                          <m:t>𝜎</m:t>
                        </m:r>
                      </m:e>
                      <m:sub>
                        <m:r>
                          <a:rPr lang="en-US" altLang="zh-CN" sz="2800" b="0" i="1" smtClean="0">
                            <a:solidFill>
                              <a:srgbClr val="FF0000"/>
                            </a:solidFill>
                            <a:latin typeface="Cambria Math" panose="02040503050406030204" pitchFamily="18" charset="0"/>
                            <a:ea typeface="宋体" panose="02010600030101010101" pitchFamily="2" charset="-122"/>
                          </a:rPr>
                          <m:t>𝐴</m:t>
                        </m:r>
                        <m:r>
                          <a:rPr lang="en-US" altLang="zh-CN" sz="2800" b="0" i="1" smtClean="0">
                            <a:solidFill>
                              <a:srgbClr val="FF0000"/>
                            </a:solidFill>
                            <a:latin typeface="Cambria Math" panose="02040503050406030204" pitchFamily="18" charset="0"/>
                            <a:ea typeface="宋体" panose="02010600030101010101" pitchFamily="2" charset="-122"/>
                          </a:rPr>
                          <m:t>=</m:t>
                        </m:r>
                        <m:r>
                          <a:rPr lang="en-US" altLang="zh-CN" sz="2800" b="0" i="1" smtClean="0">
                            <a:solidFill>
                              <a:srgbClr val="FF0000"/>
                            </a:solidFill>
                            <a:latin typeface="Cambria Math" panose="02040503050406030204" pitchFamily="18" charset="0"/>
                            <a:ea typeface="宋体" panose="02010600030101010101" pitchFamily="2" charset="-122"/>
                          </a:rPr>
                          <m:t>𝑐</m:t>
                        </m:r>
                      </m:sub>
                    </m:sSub>
                    <m:r>
                      <a:rPr lang="en-US" altLang="zh-CN" sz="2800" b="0" i="1" smtClean="0">
                        <a:latin typeface="Cambria Math" panose="02040503050406030204" pitchFamily="18" charset="0"/>
                        <a:ea typeface="宋体" panose="02010600030101010101" pitchFamily="2" charset="-122"/>
                      </a:rPr>
                      <m:t>(</m:t>
                    </m:r>
                    <m:r>
                      <a:rPr lang="en-US" altLang="zh-CN" sz="2800" b="0" i="1" smtClean="0">
                        <a:latin typeface="Cambria Math" panose="02040503050406030204" pitchFamily="18" charset="0"/>
                        <a:ea typeface="宋体" panose="02010600030101010101" pitchFamily="2" charset="-122"/>
                      </a:rPr>
                      <m:t>𝑅</m:t>
                    </m:r>
                    <m:r>
                      <a:rPr lang="en-US" altLang="zh-CN" sz="2800" b="0" i="1" smtClean="0">
                        <a:latin typeface="Cambria Math" panose="02040503050406030204" pitchFamily="18" charset="0"/>
                        <a:ea typeface="宋体" panose="02010600030101010101" pitchFamily="2" charset="-122"/>
                      </a:rPr>
                      <m:t>)</m:t>
                    </m:r>
                  </m:oMath>
                </a14:m>
                <a:endParaRPr kumimoji="0" lang="en-US" altLang="zh-CN" sz="2200" i="1" strike="noStrike" kern="1200" cap="none" spc="0" normalizeH="0" baseline="0" noProof="0" dirty="0">
                  <a:ln>
                    <a:noFill/>
                  </a:ln>
                  <a:solidFill>
                    <a:prstClr val="black">
                      <a:lumMod val="75000"/>
                      <a:lumOff val="25000"/>
                    </a:prstClr>
                  </a:solidFill>
                  <a:effectLst/>
                  <a:uLnTx/>
                  <a:uFillTx/>
                  <a:latin typeface="Calibri" panose="020F0502020204030204"/>
                </a:endParaRPr>
              </a:p>
              <a:p>
                <a:pPr marL="384175" lvl="1" indent="-182880" defTabSz="914400">
                  <a:lnSpc>
                    <a:spcPct val="90000"/>
                  </a:lnSpc>
                  <a:spcBef>
                    <a:spcPts val="200"/>
                  </a:spcBef>
                  <a:spcAft>
                    <a:spcPts val="400"/>
                  </a:spcAft>
                  <a:buClr>
                    <a:srgbClr val="1CADE4"/>
                  </a:buClr>
                  <a:buFont typeface="Courier New" panose="02070309020205020404" pitchFamily="49" charset="0"/>
                  <a:buChar char="o"/>
                  <a:defRPr/>
                </a:pPr>
                <a:r>
                  <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T(S) lies between 0 and T(R)–V(R, A)+1</a:t>
                </a:r>
                <a:endPar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658495" lvl="2" defTabSz="914400">
                  <a:lnSpc>
                    <a:spcPct val="90000"/>
                  </a:lnSpc>
                  <a:spcBef>
                    <a:spcPts val="200"/>
                  </a:spcBef>
                  <a:spcAft>
                    <a:spcPts val="400"/>
                  </a:spcAft>
                  <a:buClr>
                    <a:srgbClr val="1CADE4"/>
                  </a:buClr>
                  <a:defRPr/>
                </a:pPr>
                <a:r>
                  <a:rPr kumimoji="0" lang="en-US" altLang="zh-CN" sz="2400" b="1" i="0" u="sng"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At most</a:t>
                </a:r>
                <a:r>
                  <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each tuple with a distinct value for attribute A has only one instance, and the rest are tuples where A=c</a:t>
                </a:r>
                <a:endPar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lvl="1" indent="-182880" defTabSz="914400">
                  <a:lnSpc>
                    <a:spcPct val="90000"/>
                  </a:lnSpc>
                  <a:spcBef>
                    <a:spcPts val="200"/>
                  </a:spcBef>
                  <a:spcAft>
                    <a:spcPts val="400"/>
                  </a:spcAft>
                  <a:buClr>
                    <a:srgbClr val="1CADE4"/>
                  </a:buClr>
                  <a:buFont typeface="Courier New" panose="02070309020205020404" pitchFamily="49" charset="0"/>
                  <a:buChar char="o"/>
                  <a:defRPr/>
                </a:pPr>
                <a:r>
                  <a:rPr kumimoji="0" lang="en-US" altLang="zh-CN" sz="2400" b="1" i="0" u="sng" strike="noStrike" kern="1200" cap="none" spc="0" normalizeH="0" baseline="0" noProof="0" dirty="0">
                    <a:ln>
                      <a:noFill/>
                    </a:ln>
                    <a:solidFill>
                      <a:prstClr val="black">
                        <a:lumMod val="75000"/>
                        <a:lumOff val="25000"/>
                      </a:prstClr>
                    </a:solidFill>
                    <a:uLnTx/>
                    <a:uFillTx/>
                    <a:latin typeface="Calibri" panose="020F0502020204030204"/>
                    <a:ea typeface="+mn-ea"/>
                    <a:cs typeface="+mn-cs"/>
                  </a:rPr>
                  <a:t>Estimation</a:t>
                </a:r>
                <a:r>
                  <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T(S) = T(R)/V(R, A)</a:t>
                </a:r>
                <a:endPar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658495" lvl="2" defTabSz="914400">
                  <a:lnSpc>
                    <a:spcPct val="90000"/>
                  </a:lnSpc>
                  <a:spcBef>
                    <a:spcPts val="200"/>
                  </a:spcBef>
                  <a:spcAft>
                    <a:spcPts val="400"/>
                  </a:spcAft>
                  <a:buClr>
                    <a:srgbClr val="1CADE4"/>
                  </a:buClr>
                  <a:defRPr/>
                </a:pPr>
                <a:r>
                  <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Assuming the number of tuples with distinct values ​​for attribute A is uniformly distributed</a:t>
                </a:r>
                <a:endParaRPr kumimoji="0" lang="en-US" altLang="zh-CN" sz="24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91440" indent="-91440" defTabSz="914400">
                  <a:lnSpc>
                    <a:spcPct val="90000"/>
                  </a:lnSpc>
                  <a:spcBef>
                    <a:spcPts val="1200"/>
                  </a:spcBef>
                  <a:spcAft>
                    <a:spcPts val="200"/>
                  </a:spcAft>
                  <a:buClr>
                    <a:srgbClr val="1CADE4"/>
                  </a:buClr>
                  <a:buSzPct val="100000"/>
                  <a:buFont typeface="Wingdings" panose="05000000000000000000" pitchFamily="2" charset="2"/>
                  <a:buChar char="q"/>
                  <a:defRPr/>
                </a:pPr>
                <a:r>
                  <a:rPr lang="en-US" altLang="zh-CN" sz="2800" b="1" u="sng" dirty="0"/>
                  <a:t>Estimate the size of a selection</a:t>
                </a:r>
                <a:r>
                  <a:rPr lang="en-US" altLang="zh-CN" sz="2800" b="1" dirty="0"/>
                  <a:t> </a:t>
                </a:r>
                <a14:m>
                  <m:oMath xmlns:m="http://schemas.openxmlformats.org/officeDocument/2006/math">
                    <m:r>
                      <a:rPr lang="en-US" altLang="zh-CN" sz="2800" i="1">
                        <a:latin typeface="Cambria Math" panose="02040503050406030204" pitchFamily="18" charset="0"/>
                      </a:rPr>
                      <m:t>𝑆</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𝜎</m:t>
                        </m:r>
                      </m:e>
                      <m:sub>
                        <m:r>
                          <a:rPr lang="en-US" altLang="zh-CN" sz="2800" i="1">
                            <a:solidFill>
                              <a:srgbClr val="FF0000"/>
                            </a:solidFill>
                            <a:latin typeface="Cambria Math" panose="02040503050406030204" pitchFamily="18" charset="0"/>
                          </a:rPr>
                          <m:t>𝐴</m:t>
                        </m:r>
                        <m:r>
                          <a:rPr lang="en-US" altLang="zh-CN" sz="2800" b="0" i="1" smtClean="0">
                            <a:solidFill>
                              <a:srgbClr val="FF0000"/>
                            </a:solidFill>
                            <a:latin typeface="Cambria Math" panose="02040503050406030204" pitchFamily="18" charset="0"/>
                          </a:rPr>
                          <m:t>&lt;</m:t>
                        </m:r>
                        <m:r>
                          <a:rPr lang="en-US" altLang="zh-CN" sz="2800" i="1">
                            <a:solidFill>
                              <a:srgbClr val="FF0000"/>
                            </a:solidFill>
                            <a:latin typeface="Cambria Math" panose="02040503050406030204" pitchFamily="18" charset="0"/>
                          </a:rPr>
                          <m:t>𝑐</m:t>
                        </m:r>
                      </m:sub>
                    </m:sSub>
                    <m:r>
                      <a:rPr lang="en-US" altLang="zh-CN" sz="2800" i="1">
                        <a:latin typeface="Cambria Math" panose="02040503050406030204" pitchFamily="18" charset="0"/>
                      </a:rPr>
                      <m:t>(</m:t>
                    </m:r>
                    <m:r>
                      <a:rPr lang="en-US" altLang="zh-CN" sz="2800" i="1">
                        <a:latin typeface="Cambria Math" panose="02040503050406030204" pitchFamily="18" charset="0"/>
                      </a:rPr>
                      <m:t>𝑅</m:t>
                    </m:r>
                    <m:r>
                      <a:rPr lang="en-US" altLang="zh-CN" sz="2800" i="1">
                        <a:latin typeface="Cambria Math" panose="02040503050406030204" pitchFamily="18" charset="0"/>
                      </a:rPr>
                      <m:t>)</m:t>
                    </m:r>
                  </m:oMath>
                </a14:m>
                <a:endParaRPr kumimoji="0" lang="en-US" altLang="zh-CN" sz="2800" b="1" i="0" u="sng"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T(S) is between 0 and T(R)</a:t>
                </a:r>
                <a:endPar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658495" lvl="2" defTabSz="914400">
                  <a:lnSpc>
                    <a:spcPct val="90000"/>
                  </a:lnSpc>
                  <a:spcBef>
                    <a:spcPts val="200"/>
                  </a:spcBef>
                  <a:spcAft>
                    <a:spcPts val="400"/>
                  </a:spcAft>
                  <a:buClr>
                    <a:srgbClr val="1CADE4"/>
                  </a:buClr>
                  <a:defRPr/>
                </a:pPr>
                <a:r>
                  <a:rPr kumimoji="0" lang="en-US" altLang="zh-CN" sz="2400" b="1" i="0" u="sng"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At most</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all tuples satisfy the condition</a:t>
                </a:r>
                <a:endPar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384175" marR="0" lvl="1" indent="-182880" algn="l" defTabSz="914400" rtl="0" eaLnBrk="1" fontAlgn="auto" latinLnBrk="0" hangingPunct="1">
                  <a:lnSpc>
                    <a:spcPct val="90000"/>
                  </a:lnSpc>
                  <a:spcBef>
                    <a:spcPts val="200"/>
                  </a:spcBef>
                  <a:spcAft>
                    <a:spcPts val="400"/>
                  </a:spcAft>
                  <a:buClr>
                    <a:srgbClr val="1CADE4"/>
                  </a:buClr>
                  <a:buSzTx/>
                  <a:buFont typeface="Courier New" panose="02070309020205020404" pitchFamily="49" charset="0"/>
                  <a:buChar char="o"/>
                  <a:defRPr/>
                </a:pPr>
                <a:r>
                  <a:rPr kumimoji="0" lang="en-US" altLang="zh-CN" sz="2400" b="1" i="0" u="sng"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Estimation</a:t>
                </a: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T(S) = T(R)/2</a:t>
                </a:r>
                <a:endPar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658495" lvl="2" defTabSz="914400">
                  <a:lnSpc>
                    <a:spcPct val="90000"/>
                  </a:lnSpc>
                  <a:spcBef>
                    <a:spcPts val="200"/>
                  </a:spcBef>
                  <a:spcAft>
                    <a:spcPts val="400"/>
                  </a:spcAft>
                  <a:buClr>
                    <a:srgbClr val="1CADE4"/>
                  </a:buClr>
                  <a:defRPr/>
                </a:pPr>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Assuming </a:t>
                </a:r>
                <a14:m>
                  <m:oMath xmlns:m="http://schemas.openxmlformats.org/officeDocument/2006/math">
                    <m:r>
                      <a:rPr kumimoji="0" lang="en-US" altLang="zh-CN" sz="2400" i="1" strike="noStrike" kern="1200" cap="none" spc="0" normalizeH="0" baseline="0" noProof="0" dirty="0" smtClean="0">
                        <a:ln>
                          <a:noFill/>
                        </a:ln>
                        <a:solidFill>
                          <a:prstClr val="black">
                            <a:lumMod val="75000"/>
                            <a:lumOff val="25000"/>
                          </a:prstClr>
                        </a:solidFill>
                        <a:effectLst/>
                        <a:uLnTx/>
                        <a:uFillTx/>
                        <a:latin typeface="Cambria Math" panose="02040503050406030204" pitchFamily="18" charset="0"/>
                        <a:ea typeface="宋体" panose="02010600030101010101" pitchFamily="2" charset="-122"/>
                        <a:cs typeface="+mn-cs"/>
                      </a:rPr>
                      <m:t>𝑐</m:t>
                    </m:r>
                  </m:oMath>
                </a14:m>
                <a:r>
                  <a:rPr kumimoji="0" lang="en-US" altLang="zh-CN" sz="2400" i="0"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 is uniformly distributed in the order of values ​​within A</a:t>
                </a:r>
                <a:endParaRPr kumimoji="0" lang="en-US" altLang="zh-CN" sz="2400" b="1" i="0" u="sng"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3237" y="906423"/>
                <a:ext cx="10609246" cy="4961358"/>
              </a:xfrm>
              <a:prstGeom prst="rect">
                <a:avLst/>
              </a:prstGeom>
              <a:blipFill rotWithShape="1">
                <a:blip r:embed="rId1"/>
                <a:stretch>
                  <a:fillRect l="-6" t="-6" r="3" b="8"/>
                </a:stretch>
              </a:blipFill>
            </p:spPr>
            <p:txBody>
              <a:bodyPr/>
              <a:lstStyle/>
              <a:p>
                <a:r>
                  <a:rPr lang="zh-CN" altLang="en-US">
                    <a:noFill/>
                  </a:rPr>
                  <a:t> </a:t>
                </a:r>
              </a:p>
            </p:txBody>
          </p:sp>
        </mc:Fallback>
      </mc:AlternateContent>
    </p:spTree>
  </p:cSld>
  <p:clrMapOvr>
    <a:masterClrMapping/>
  </p:clrMapOvr>
</p:sld>
</file>

<file path=ppt/theme/theme1.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36048</Words>
  <Application>WPS 演示</Application>
  <PresentationFormat>宽屏</PresentationFormat>
  <Paragraphs>3632</Paragraphs>
  <Slides>68</Slides>
  <Notes>65</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68</vt:i4>
      </vt:variant>
    </vt:vector>
  </HeadingPairs>
  <TitlesOfParts>
    <vt:vector size="90" baseType="lpstr">
      <vt:lpstr>Arial</vt:lpstr>
      <vt:lpstr>宋体</vt:lpstr>
      <vt:lpstr>Wingdings</vt:lpstr>
      <vt:lpstr>Calibri</vt:lpstr>
      <vt:lpstr>Calibri</vt:lpstr>
      <vt:lpstr>Courier New</vt:lpstr>
      <vt:lpstr>MS PGothic</vt:lpstr>
      <vt:lpstr>Cambria Math</vt:lpstr>
      <vt:lpstr>Times New Roman</vt:lpstr>
      <vt:lpstr>华文楷体</vt:lpstr>
      <vt:lpstr>Calibri Light</vt:lpstr>
      <vt:lpstr>微软雅黑</vt:lpstr>
      <vt:lpstr>Arial Unicode MS</vt:lpstr>
      <vt:lpstr>Symbol</vt:lpstr>
      <vt:lpstr>Times New Roman</vt:lpstr>
      <vt:lpstr>Symbol</vt:lpstr>
      <vt:lpstr>v-sans</vt:lpstr>
      <vt:lpstr>Segoe Print</vt:lpstr>
      <vt:lpstr>楷体</vt:lpstr>
      <vt:lpstr>BatangChe</vt:lpstr>
      <vt:lpstr>Wingdings</vt:lpstr>
      <vt:lpstr>1_Retrospect</vt:lpstr>
      <vt:lpstr>Database Systems</vt:lpstr>
      <vt:lpstr>PowerPoint 演示文稿</vt:lpstr>
      <vt:lpstr>Agenda</vt:lpstr>
      <vt:lpstr>The Relational Algebra</vt:lpstr>
      <vt:lpstr>Relational Algebra Operations</vt:lpstr>
      <vt:lpstr>The Relational Algebra</vt:lpstr>
      <vt:lpstr>The Relational Algebra</vt:lpstr>
      <vt:lpstr>Relational Algebra Operations</vt:lpstr>
      <vt:lpstr>PowerPoint 演示文稿</vt:lpstr>
      <vt:lpstr>Relational Algebra Operations</vt:lpstr>
      <vt:lpstr>PowerPoint 演示文稿</vt:lpstr>
      <vt:lpstr>Relational Algebra Operations</vt:lpstr>
      <vt:lpstr>PowerPoint 演示文稿</vt:lpstr>
      <vt:lpstr>Relational Algebra Operations</vt:lpstr>
      <vt:lpstr>PowerPoint 演示文稿</vt:lpstr>
      <vt:lpstr>PowerPoint 演示文稿</vt:lpstr>
      <vt:lpstr>PowerPoint 演示文稿</vt:lpstr>
      <vt:lpstr>Relational Algebra Operations</vt:lpstr>
      <vt:lpstr>PowerPoint 演示文稿</vt:lpstr>
      <vt:lpstr>PowerPoint 演示文稿</vt:lpstr>
      <vt:lpstr>Relational Algebra Operations</vt:lpstr>
      <vt:lpstr>Relational Algebra Operations</vt:lpstr>
      <vt:lpstr>PowerPoint 演示文稿</vt:lpstr>
      <vt:lpstr>PowerPoint 演示文稿</vt:lpstr>
      <vt:lpstr>PowerPoint 演示文稿</vt:lpstr>
      <vt:lpstr>Relational Algebra Operations</vt:lpstr>
      <vt:lpstr>Relational Algebra Operations</vt:lpstr>
      <vt:lpstr>PowerPoint 演示文稿</vt:lpstr>
      <vt:lpstr>PowerPoint 演示文稿</vt:lpstr>
      <vt:lpstr>PowerPoint 演示文稿</vt:lpstr>
      <vt:lpstr>Relational Algebra Operations</vt:lpstr>
      <vt:lpstr>Relational Algebra Operations</vt:lpstr>
      <vt:lpstr>Relational Algebra Operations</vt:lpstr>
      <vt:lpstr>Relational Algebra Operations</vt:lpstr>
      <vt:lpstr>PowerPoint 演示文稿</vt:lpstr>
      <vt:lpstr>Relational Algebra Operations</vt:lpstr>
      <vt:lpstr>PowerPoint 演示文稿</vt:lpstr>
      <vt:lpstr>Overview of Query Processing</vt:lpstr>
      <vt:lpstr>Overview of Query Processing</vt:lpstr>
      <vt:lpstr>Overview of Query Processing</vt:lpstr>
      <vt:lpstr>Overview of Query Processing</vt:lpstr>
      <vt:lpstr>Measures of Query Cost</vt:lpstr>
      <vt:lpstr>Measures of Query Cost</vt:lpstr>
      <vt:lpstr>Query Plan Execution Scheme</vt:lpstr>
      <vt:lpstr>Query Plan Execution Scheme</vt:lpstr>
      <vt:lpstr>PowerPoint 演示文稿</vt:lpstr>
      <vt:lpstr>PowerPoint 演示文稿</vt:lpstr>
      <vt:lpstr>Implementation of Select Operation</vt:lpstr>
      <vt:lpstr>Implementation of Join Operation</vt:lpstr>
      <vt:lpstr>Implementation of Join Operation</vt:lpstr>
      <vt:lpstr>Query Optimization Overview</vt:lpstr>
      <vt:lpstr>PowerPoint 演示文稿</vt:lpstr>
      <vt:lpstr>Query Optimization Overview</vt:lpstr>
      <vt:lpstr>Logical Query Optimization</vt:lpstr>
      <vt:lpstr>Logical Query Optimization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Physical Query Optimization</vt:lpstr>
      <vt:lpstr>PowerPoint 演示文稿</vt:lpstr>
      <vt:lpstr>Physical Query Optimization</vt:lpstr>
      <vt:lpstr>PowerPoint 演示文稿</vt:lpstr>
      <vt:lpstr>PowerPoint 演示文稿</vt:lpstr>
    </vt:vector>
  </TitlesOfParts>
  <Company>Tippie College of Business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Zhou, Xun</dc:creator>
  <cp:lastModifiedBy>Xun Zhou</cp:lastModifiedBy>
  <cp:revision>1331</cp:revision>
  <dcterms:created xsi:type="dcterms:W3CDTF">2014-09-09T01:52:00Z</dcterms:created>
  <dcterms:modified xsi:type="dcterms:W3CDTF">2025-11-04T02:56:01Z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74E59B16317B49D6A41DE62A62C67615_13</vt:lpwstr>
  </property>
  <property fmtid="{D5CDD505-2E9C-101B-9397-08002B2CF9AE}" pid="3" name="KSOProductBuildVer">
    <vt:lpwstr>2052-12.1.0.23542</vt:lpwstr>
  </property>
</Properties>
</file>