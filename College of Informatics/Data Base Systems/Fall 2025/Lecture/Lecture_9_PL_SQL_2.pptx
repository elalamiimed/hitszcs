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4" r:id="rId1"/>
  </p:sldMasterIdLst>
  <p:notesMasterIdLst>
    <p:notesMasterId r:id="rId33"/>
  </p:notesMasterIdLst>
  <p:sldIdLst>
    <p:sldId id="407" r:id="rId2"/>
    <p:sldId id="257" r:id="rId3"/>
    <p:sldId id="265" r:id="rId4"/>
    <p:sldId id="266" r:id="rId5"/>
    <p:sldId id="267" r:id="rId6"/>
    <p:sldId id="294" r:id="rId7"/>
    <p:sldId id="268" r:id="rId8"/>
    <p:sldId id="291" r:id="rId9"/>
    <p:sldId id="269" r:id="rId10"/>
    <p:sldId id="270" r:id="rId11"/>
    <p:sldId id="271" r:id="rId12"/>
    <p:sldId id="295" r:id="rId13"/>
    <p:sldId id="297" r:id="rId14"/>
    <p:sldId id="298" r:id="rId15"/>
    <p:sldId id="299" r:id="rId16"/>
    <p:sldId id="300" r:id="rId17"/>
    <p:sldId id="301" r:id="rId18"/>
    <p:sldId id="302" r:id="rId19"/>
    <p:sldId id="303" r:id="rId20"/>
    <p:sldId id="305" r:id="rId21"/>
    <p:sldId id="306" r:id="rId22"/>
    <p:sldId id="314" r:id="rId23"/>
    <p:sldId id="315" r:id="rId24"/>
    <p:sldId id="307" r:id="rId25"/>
    <p:sldId id="308" r:id="rId26"/>
    <p:sldId id="309" r:id="rId27"/>
    <p:sldId id="310" r:id="rId28"/>
    <p:sldId id="313" r:id="rId29"/>
    <p:sldId id="311" r:id="rId30"/>
    <p:sldId id="312" r:id="rId31"/>
    <p:sldId id="29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ou, Xun" initials="ZX" lastIdx="1" clrIdx="0">
    <p:extLst>
      <p:ext uri="{19B8F6BF-5375-455C-9EA6-DF929625EA0E}">
        <p15:presenceInfo xmlns:p15="http://schemas.microsoft.com/office/powerpoint/2012/main" userId="S-1-5-21-1343024091-1383384898-725345543-8763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721E9-17F3-4C61-A3B6-109C78FB59DD}" v="346" dt="2025-10-20T16:47:53.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69" autoAdjust="0"/>
    <p:restoredTop sz="96433" autoAdjust="0"/>
  </p:normalViewPr>
  <p:slideViewPr>
    <p:cSldViewPr snapToGrid="0">
      <p:cViewPr varScale="1">
        <p:scale>
          <a:sx n="88" d="100"/>
          <a:sy n="88" d="100"/>
        </p:scale>
        <p:origin x="144"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3" d="100"/>
          <a:sy n="93" d="100"/>
        </p:scale>
        <p:origin x="-1098" y="-11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n Zhou" userId="307cf16e35cdea9e" providerId="LiveId" clId="{071D360F-31A9-4F21-8DD2-9094D2FDA3FD}"/>
    <pc:docChg chg="undo custSel addSld delSld modSld delMainMaster">
      <pc:chgData name="Xun Zhou" userId="307cf16e35cdea9e" providerId="LiveId" clId="{071D360F-31A9-4F21-8DD2-9094D2FDA3FD}" dt="2025-10-20T16:48:59.093" v="637" actId="2696"/>
      <pc:docMkLst>
        <pc:docMk/>
      </pc:docMkLst>
      <pc:sldChg chg="addSp delSp modSp del mod chgLayout">
        <pc:chgData name="Xun Zhou" userId="307cf16e35cdea9e" providerId="LiveId" clId="{071D360F-31A9-4F21-8DD2-9094D2FDA3FD}" dt="2025-10-18T09:16:49.303" v="5" actId="47"/>
        <pc:sldMkLst>
          <pc:docMk/>
          <pc:sldMk cId="1108755729" sldId="256"/>
        </pc:sldMkLst>
      </pc:sldChg>
      <pc:sldChg chg="modSp del mod modClrScheme chgLayout">
        <pc:chgData name="Xun Zhou" userId="307cf16e35cdea9e" providerId="LiveId" clId="{071D360F-31A9-4F21-8DD2-9094D2FDA3FD}" dt="2025-10-20T16:32:25.020" v="110" actId="47"/>
        <pc:sldMkLst>
          <pc:docMk/>
          <pc:sldMk cId="2158002854" sldId="257"/>
        </pc:sldMkLst>
      </pc:sldChg>
      <pc:sldChg chg="modSp add mod">
        <pc:chgData name="Xun Zhou" userId="307cf16e35cdea9e" providerId="LiveId" clId="{071D360F-31A9-4F21-8DD2-9094D2FDA3FD}" dt="2025-10-20T16:38:49.004" v="236" actId="20577"/>
        <pc:sldMkLst>
          <pc:docMk/>
          <pc:sldMk cId="2554555121" sldId="257"/>
        </pc:sldMkLst>
        <pc:spChg chg="mod">
          <ac:chgData name="Xun Zhou" userId="307cf16e35cdea9e" providerId="LiveId" clId="{071D360F-31A9-4F21-8DD2-9094D2FDA3FD}" dt="2025-10-20T16:38:49.004" v="236" actId="20577"/>
          <ac:spMkLst>
            <pc:docMk/>
            <pc:sldMk cId="2554555121" sldId="257"/>
            <ac:spMk id="19" creationId="{00000000-0000-0000-0000-000000000000}"/>
          </ac:spMkLst>
        </pc:spChg>
        <pc:spChg chg="mod">
          <ac:chgData name="Xun Zhou" userId="307cf16e35cdea9e" providerId="LiveId" clId="{071D360F-31A9-4F21-8DD2-9094D2FDA3FD}" dt="2025-10-20T16:38:20.983" v="179" actId="20577"/>
          <ac:spMkLst>
            <pc:docMk/>
            <pc:sldMk cId="2554555121" sldId="257"/>
            <ac:spMk id="26625" creationId="{00000000-0000-0000-0000-000000000000}"/>
          </ac:spMkLst>
        </pc:spChg>
      </pc:sldChg>
      <pc:sldChg chg="modSp del mod modClrScheme chgLayout">
        <pc:chgData name="Xun Zhou" userId="307cf16e35cdea9e" providerId="LiveId" clId="{071D360F-31A9-4F21-8DD2-9094D2FDA3FD}" dt="2025-10-20T16:32:25.020" v="110" actId="47"/>
        <pc:sldMkLst>
          <pc:docMk/>
          <pc:sldMk cId="340789100" sldId="258"/>
        </pc:sldMkLst>
      </pc:sldChg>
      <pc:sldChg chg="modSp del mod modClrScheme chgLayout">
        <pc:chgData name="Xun Zhou" userId="307cf16e35cdea9e" providerId="LiveId" clId="{071D360F-31A9-4F21-8DD2-9094D2FDA3FD}" dt="2025-10-20T16:32:25.020" v="110" actId="47"/>
        <pc:sldMkLst>
          <pc:docMk/>
          <pc:sldMk cId="2708947628" sldId="259"/>
        </pc:sldMkLst>
      </pc:sldChg>
      <pc:sldChg chg="add del">
        <pc:chgData name="Xun Zhou" userId="307cf16e35cdea9e" providerId="LiveId" clId="{071D360F-31A9-4F21-8DD2-9094D2FDA3FD}" dt="2025-10-20T16:48:59.093" v="637" actId="2696"/>
        <pc:sldMkLst>
          <pc:docMk/>
          <pc:sldMk cId="305552193" sldId="260"/>
        </pc:sldMkLst>
      </pc:sldChg>
      <pc:sldChg chg="addSp delSp modSp add del mod modClrScheme chgLayout">
        <pc:chgData name="Xun Zhou" userId="307cf16e35cdea9e" providerId="LiveId" clId="{071D360F-31A9-4F21-8DD2-9094D2FDA3FD}" dt="2025-10-20T16:32:25.020" v="110" actId="47"/>
        <pc:sldMkLst>
          <pc:docMk/>
          <pc:sldMk cId="2358862700" sldId="260"/>
        </pc:sldMkLst>
      </pc:sldChg>
      <pc:sldChg chg="add del">
        <pc:chgData name="Xun Zhou" userId="307cf16e35cdea9e" providerId="LiveId" clId="{071D360F-31A9-4F21-8DD2-9094D2FDA3FD}" dt="2025-10-20T16:48:59.093" v="637" actId="2696"/>
        <pc:sldMkLst>
          <pc:docMk/>
          <pc:sldMk cId="189926848" sldId="261"/>
        </pc:sldMkLst>
      </pc:sldChg>
      <pc:sldChg chg="modSp add del mod modClrScheme chgLayout">
        <pc:chgData name="Xun Zhou" userId="307cf16e35cdea9e" providerId="LiveId" clId="{071D360F-31A9-4F21-8DD2-9094D2FDA3FD}" dt="2025-10-18T09:36:35.206" v="90" actId="47"/>
        <pc:sldMkLst>
          <pc:docMk/>
          <pc:sldMk cId="2673586283" sldId="261"/>
        </pc:sldMkLst>
      </pc:sldChg>
      <pc:sldChg chg="add del">
        <pc:chgData name="Xun Zhou" userId="307cf16e35cdea9e" providerId="LiveId" clId="{071D360F-31A9-4F21-8DD2-9094D2FDA3FD}" dt="2025-10-20T16:48:59.093" v="637" actId="2696"/>
        <pc:sldMkLst>
          <pc:docMk/>
          <pc:sldMk cId="1922243383" sldId="262"/>
        </pc:sldMkLst>
      </pc:sldChg>
      <pc:sldChg chg="modSp del mod modClrScheme chgLayout">
        <pc:chgData name="Xun Zhou" userId="307cf16e35cdea9e" providerId="LiveId" clId="{071D360F-31A9-4F21-8DD2-9094D2FDA3FD}" dt="2025-10-20T16:32:25.020" v="110" actId="47"/>
        <pc:sldMkLst>
          <pc:docMk/>
          <pc:sldMk cId="3383867398" sldId="262"/>
        </pc:sldMkLst>
      </pc:sldChg>
      <pc:sldChg chg="addSp delSp modSp add del mod modClrScheme chgLayout">
        <pc:chgData name="Xun Zhou" userId="307cf16e35cdea9e" providerId="LiveId" clId="{071D360F-31A9-4F21-8DD2-9094D2FDA3FD}" dt="2025-10-20T16:32:25.020" v="110" actId="47"/>
        <pc:sldMkLst>
          <pc:docMk/>
          <pc:sldMk cId="2952945145" sldId="263"/>
        </pc:sldMkLst>
      </pc:sldChg>
      <pc:sldChg chg="add del">
        <pc:chgData name="Xun Zhou" userId="307cf16e35cdea9e" providerId="LiveId" clId="{071D360F-31A9-4F21-8DD2-9094D2FDA3FD}" dt="2025-10-20T16:48:59.093" v="637" actId="2696"/>
        <pc:sldMkLst>
          <pc:docMk/>
          <pc:sldMk cId="4230637237" sldId="264"/>
        </pc:sldMkLst>
      </pc:sldChg>
      <pc:sldChg chg="modSp add mod">
        <pc:chgData name="Xun Zhou" userId="307cf16e35cdea9e" providerId="LiveId" clId="{071D360F-31A9-4F21-8DD2-9094D2FDA3FD}" dt="2025-10-20T16:39:12.077" v="270" actId="20577"/>
        <pc:sldMkLst>
          <pc:docMk/>
          <pc:sldMk cId="1425004315" sldId="265"/>
        </pc:sldMkLst>
        <pc:spChg chg="mod">
          <ac:chgData name="Xun Zhou" userId="307cf16e35cdea9e" providerId="LiveId" clId="{071D360F-31A9-4F21-8DD2-9094D2FDA3FD}" dt="2025-10-20T16:39:12.077" v="270" actId="20577"/>
          <ac:spMkLst>
            <pc:docMk/>
            <pc:sldMk cId="1425004315" sldId="265"/>
            <ac:spMk id="19" creationId="{00000000-0000-0000-0000-000000000000}"/>
          </ac:spMkLst>
        </pc:spChg>
      </pc:sldChg>
      <pc:sldChg chg="modSp del mod modClrScheme chgLayout">
        <pc:chgData name="Xun Zhou" userId="307cf16e35cdea9e" providerId="LiveId" clId="{071D360F-31A9-4F21-8DD2-9094D2FDA3FD}" dt="2025-10-18T09:37:52.742" v="96" actId="2696"/>
        <pc:sldMkLst>
          <pc:docMk/>
          <pc:sldMk cId="2011288239" sldId="265"/>
        </pc:sldMkLst>
      </pc:sldChg>
      <pc:sldChg chg="modSp add del mod">
        <pc:chgData name="Xun Zhou" userId="307cf16e35cdea9e" providerId="LiveId" clId="{071D360F-31A9-4F21-8DD2-9094D2FDA3FD}" dt="2025-10-20T16:37:26.871" v="168" actId="2696"/>
        <pc:sldMkLst>
          <pc:docMk/>
          <pc:sldMk cId="4218818489" sldId="265"/>
        </pc:sldMkLst>
        <pc:spChg chg="mod">
          <ac:chgData name="Xun Zhou" userId="307cf16e35cdea9e" providerId="LiveId" clId="{071D360F-31A9-4F21-8DD2-9094D2FDA3FD}" dt="2025-10-20T16:35:06.501" v="159" actId="1076"/>
          <ac:spMkLst>
            <pc:docMk/>
            <pc:sldMk cId="4218818489" sldId="265"/>
            <ac:spMk id="7" creationId="{00000000-0000-0000-0000-000000000000}"/>
          </ac:spMkLst>
        </pc:spChg>
        <pc:spChg chg="mod">
          <ac:chgData name="Xun Zhou" userId="307cf16e35cdea9e" providerId="LiveId" clId="{071D360F-31A9-4F21-8DD2-9094D2FDA3FD}" dt="2025-10-20T16:35:02.202" v="158" actId="20577"/>
          <ac:spMkLst>
            <pc:docMk/>
            <pc:sldMk cId="4218818489" sldId="265"/>
            <ac:spMk id="19" creationId="{00000000-0000-0000-0000-000000000000}"/>
          </ac:spMkLst>
        </pc:spChg>
        <pc:spChg chg="mod">
          <ac:chgData name="Xun Zhou" userId="307cf16e35cdea9e" providerId="LiveId" clId="{071D360F-31A9-4F21-8DD2-9094D2FDA3FD}" dt="2025-10-20T16:34:33.010" v="123" actId="6549"/>
          <ac:spMkLst>
            <pc:docMk/>
            <pc:sldMk cId="4218818489" sldId="265"/>
            <ac:spMk id="26625" creationId="{00000000-0000-0000-0000-000000000000}"/>
          </ac:spMkLst>
        </pc:spChg>
      </pc:sldChg>
      <pc:sldChg chg="addSp modSp add mod modAnim">
        <pc:chgData name="Xun Zhou" userId="307cf16e35cdea9e" providerId="LiveId" clId="{071D360F-31A9-4F21-8DD2-9094D2FDA3FD}" dt="2025-10-20T16:42:37.538" v="626" actId="20577"/>
        <pc:sldMkLst>
          <pc:docMk/>
          <pc:sldMk cId="841470900" sldId="266"/>
        </pc:sldMkLst>
        <pc:spChg chg="mod">
          <ac:chgData name="Xun Zhou" userId="307cf16e35cdea9e" providerId="LiveId" clId="{071D360F-31A9-4F21-8DD2-9094D2FDA3FD}" dt="2025-10-20T16:40:06.749" v="358" actId="14100"/>
          <ac:spMkLst>
            <pc:docMk/>
            <pc:sldMk cId="841470900" sldId="266"/>
            <ac:spMk id="5" creationId="{00000000-0000-0000-0000-000000000000}"/>
          </ac:spMkLst>
        </pc:spChg>
        <pc:spChg chg="mod">
          <ac:chgData name="Xun Zhou" userId="307cf16e35cdea9e" providerId="LiveId" clId="{071D360F-31A9-4F21-8DD2-9094D2FDA3FD}" dt="2025-10-20T16:40:40.895" v="450" actId="20577"/>
          <ac:spMkLst>
            <pc:docMk/>
            <pc:sldMk cId="841470900" sldId="266"/>
            <ac:spMk id="10" creationId="{00000000-0000-0000-0000-000000000000}"/>
          </ac:spMkLst>
        </pc:spChg>
        <pc:spChg chg="mod">
          <ac:chgData name="Xun Zhou" userId="307cf16e35cdea9e" providerId="LiveId" clId="{071D360F-31A9-4F21-8DD2-9094D2FDA3FD}" dt="2025-10-20T16:41:03.212" v="457" actId="1076"/>
          <ac:spMkLst>
            <pc:docMk/>
            <pc:sldMk cId="841470900" sldId="266"/>
            <ac:spMk id="12" creationId="{00000000-0000-0000-0000-000000000000}"/>
          </ac:spMkLst>
        </pc:spChg>
        <pc:spChg chg="add mod">
          <ac:chgData name="Xun Zhou" userId="307cf16e35cdea9e" providerId="LiveId" clId="{071D360F-31A9-4F21-8DD2-9094D2FDA3FD}" dt="2025-10-20T16:42:37.538" v="626" actId="20577"/>
          <ac:spMkLst>
            <pc:docMk/>
            <pc:sldMk cId="841470900" sldId="266"/>
            <ac:spMk id="15" creationId="{75001F62-704E-D888-36BE-DD46D6F38B52}"/>
          </ac:spMkLst>
        </pc:spChg>
        <pc:cxnChg chg="mod">
          <ac:chgData name="Xun Zhou" userId="307cf16e35cdea9e" providerId="LiveId" clId="{071D360F-31A9-4F21-8DD2-9094D2FDA3FD}" dt="2025-10-20T16:39:47.310" v="315" actId="14100"/>
          <ac:cxnSpMkLst>
            <pc:docMk/>
            <pc:sldMk cId="841470900" sldId="266"/>
            <ac:cxnSpMk id="7" creationId="{00000000-0000-0000-0000-000000000000}"/>
          </ac:cxnSpMkLst>
        </pc:cxnChg>
        <pc:cxnChg chg="mod">
          <ac:chgData name="Xun Zhou" userId="307cf16e35cdea9e" providerId="LiveId" clId="{071D360F-31A9-4F21-8DD2-9094D2FDA3FD}" dt="2025-10-20T16:41:13.864" v="460" actId="14100"/>
          <ac:cxnSpMkLst>
            <pc:docMk/>
            <pc:sldMk cId="841470900" sldId="266"/>
            <ac:cxnSpMk id="13" creationId="{00000000-0000-0000-0000-000000000000}"/>
          </ac:cxnSpMkLst>
        </pc:cxnChg>
        <pc:cxnChg chg="add mod">
          <ac:chgData name="Xun Zhou" userId="307cf16e35cdea9e" providerId="LiveId" clId="{071D360F-31A9-4F21-8DD2-9094D2FDA3FD}" dt="2025-10-20T16:41:34.435" v="468" actId="14100"/>
          <ac:cxnSpMkLst>
            <pc:docMk/>
            <pc:sldMk cId="841470900" sldId="266"/>
            <ac:cxnSpMk id="16" creationId="{F21BC096-D67D-4FCE-D94A-8698ECE917CC}"/>
          </ac:cxnSpMkLst>
        </pc:cxnChg>
        <pc:cxnChg chg="add mod">
          <ac:chgData name="Xun Zhou" userId="307cf16e35cdea9e" providerId="LiveId" clId="{071D360F-31A9-4F21-8DD2-9094D2FDA3FD}" dt="2025-10-20T16:41:40.609" v="471" actId="14100"/>
          <ac:cxnSpMkLst>
            <pc:docMk/>
            <pc:sldMk cId="841470900" sldId="266"/>
            <ac:cxnSpMk id="20" creationId="{E7507E71-D99D-5756-6C6D-5BF640F03B08}"/>
          </ac:cxnSpMkLst>
        </pc:cxnChg>
        <pc:cxnChg chg="add mod">
          <ac:chgData name="Xun Zhou" userId="307cf16e35cdea9e" providerId="LiveId" clId="{071D360F-31A9-4F21-8DD2-9094D2FDA3FD}" dt="2025-10-20T16:41:48.057" v="474" actId="14100"/>
          <ac:cxnSpMkLst>
            <pc:docMk/>
            <pc:sldMk cId="841470900" sldId="266"/>
            <ac:cxnSpMk id="23" creationId="{1DABFBCE-6E2F-3678-C420-7C53195B00C5}"/>
          </ac:cxnSpMkLst>
        </pc:cxnChg>
      </pc:sldChg>
      <pc:sldChg chg="modSp del mod modClrScheme chgLayout">
        <pc:chgData name="Xun Zhou" userId="307cf16e35cdea9e" providerId="LiveId" clId="{071D360F-31A9-4F21-8DD2-9094D2FDA3FD}" dt="2025-10-18T09:37:52.742" v="96" actId="2696"/>
        <pc:sldMkLst>
          <pc:docMk/>
          <pc:sldMk cId="1790345978" sldId="266"/>
        </pc:sldMkLst>
      </pc:sldChg>
      <pc:sldChg chg="add del">
        <pc:chgData name="Xun Zhou" userId="307cf16e35cdea9e" providerId="LiveId" clId="{071D360F-31A9-4F21-8DD2-9094D2FDA3FD}" dt="2025-10-20T16:37:26.871" v="168" actId="2696"/>
        <pc:sldMkLst>
          <pc:docMk/>
          <pc:sldMk cId="2927222757" sldId="266"/>
        </pc:sldMkLst>
      </pc:sldChg>
      <pc:sldChg chg="modSp add mod">
        <pc:chgData name="Xun Zhou" userId="307cf16e35cdea9e" providerId="LiveId" clId="{071D360F-31A9-4F21-8DD2-9094D2FDA3FD}" dt="2025-10-20T16:45:10.434" v="634" actId="20577"/>
        <pc:sldMkLst>
          <pc:docMk/>
          <pc:sldMk cId="2235919445" sldId="267"/>
        </pc:sldMkLst>
        <pc:spChg chg="mod">
          <ac:chgData name="Xun Zhou" userId="307cf16e35cdea9e" providerId="LiveId" clId="{071D360F-31A9-4F21-8DD2-9094D2FDA3FD}" dt="2025-10-20T16:45:10.434" v="634" actId="20577"/>
          <ac:spMkLst>
            <pc:docMk/>
            <pc:sldMk cId="2235919445" sldId="267"/>
            <ac:spMk id="6" creationId="{00000000-0000-0000-0000-000000000000}"/>
          </ac:spMkLst>
        </pc:spChg>
      </pc:sldChg>
      <pc:sldChg chg="modSp del mod modClrScheme chgLayout">
        <pc:chgData name="Xun Zhou" userId="307cf16e35cdea9e" providerId="LiveId" clId="{071D360F-31A9-4F21-8DD2-9094D2FDA3FD}" dt="2025-10-18T09:37:52.742" v="96" actId="2696"/>
        <pc:sldMkLst>
          <pc:docMk/>
          <pc:sldMk cId="2848269175" sldId="267"/>
        </pc:sldMkLst>
      </pc:sldChg>
      <pc:sldChg chg="addSp delSp modSp del mod modClrScheme chgLayout">
        <pc:chgData name="Xun Zhou" userId="307cf16e35cdea9e" providerId="LiveId" clId="{071D360F-31A9-4F21-8DD2-9094D2FDA3FD}" dt="2025-10-18T09:37:06.156" v="92" actId="47"/>
        <pc:sldMkLst>
          <pc:docMk/>
          <pc:sldMk cId="73058582" sldId="268"/>
        </pc:sldMkLst>
      </pc:sldChg>
      <pc:sldChg chg="modSp add mod modClrScheme chgLayout">
        <pc:chgData name="Xun Zhou" userId="307cf16e35cdea9e" providerId="LiveId" clId="{071D360F-31A9-4F21-8DD2-9094D2FDA3FD}" dt="2025-10-20T16:33:47.298" v="117" actId="1076"/>
        <pc:sldMkLst>
          <pc:docMk/>
          <pc:sldMk cId="432326112" sldId="268"/>
        </pc:sldMkLst>
        <pc:spChg chg="mod ord">
          <ac:chgData name="Xun Zhou" userId="307cf16e35cdea9e" providerId="LiveId" clId="{071D360F-31A9-4F21-8DD2-9094D2FDA3FD}" dt="2025-10-20T16:32:37.976" v="112" actId="700"/>
          <ac:spMkLst>
            <pc:docMk/>
            <pc:sldMk cId="432326112" sldId="268"/>
            <ac:spMk id="4" creationId="{00000000-0000-0000-0000-000000000000}"/>
          </ac:spMkLst>
        </pc:spChg>
        <pc:spChg chg="mod ord">
          <ac:chgData name="Xun Zhou" userId="307cf16e35cdea9e" providerId="LiveId" clId="{071D360F-31A9-4F21-8DD2-9094D2FDA3FD}" dt="2025-10-20T16:33:47.298" v="117" actId="1076"/>
          <ac:spMkLst>
            <pc:docMk/>
            <pc:sldMk cId="432326112" sldId="268"/>
            <ac:spMk id="26625" creationId="{00000000-0000-0000-0000-000000000000}"/>
          </ac:spMkLst>
        </pc:spChg>
      </pc:sldChg>
      <pc:sldChg chg="modSp add mod chgLayout">
        <pc:chgData name="Xun Zhou" userId="307cf16e35cdea9e" providerId="LiveId" clId="{071D360F-31A9-4F21-8DD2-9094D2FDA3FD}" dt="2025-10-20T16:32:37.976" v="112" actId="700"/>
        <pc:sldMkLst>
          <pc:docMk/>
          <pc:sldMk cId="816235843" sldId="269"/>
        </pc:sldMkLst>
        <pc:spChg chg="mod ord">
          <ac:chgData name="Xun Zhou" userId="307cf16e35cdea9e" providerId="LiveId" clId="{071D360F-31A9-4F21-8DD2-9094D2FDA3FD}" dt="2025-10-20T16:32:37.976" v="112" actId="700"/>
          <ac:spMkLst>
            <pc:docMk/>
            <pc:sldMk cId="816235843" sldId="269"/>
            <ac:spMk id="2" creationId="{00000000-0000-0000-0000-000000000000}"/>
          </ac:spMkLst>
        </pc:spChg>
      </pc:sldChg>
      <pc:sldChg chg="modSp del mod modClrScheme chgLayout">
        <pc:chgData name="Xun Zhou" userId="307cf16e35cdea9e" providerId="LiveId" clId="{071D360F-31A9-4F21-8DD2-9094D2FDA3FD}" dt="2025-10-18T09:36:18.638" v="89" actId="47"/>
        <pc:sldMkLst>
          <pc:docMk/>
          <pc:sldMk cId="1468537905" sldId="269"/>
        </pc:sldMkLst>
      </pc:sldChg>
      <pc:sldChg chg="modSp del mod modClrScheme chgLayout">
        <pc:chgData name="Xun Zhou" userId="307cf16e35cdea9e" providerId="LiveId" clId="{071D360F-31A9-4F21-8DD2-9094D2FDA3FD}" dt="2025-10-18T09:36:15.943" v="88" actId="47"/>
        <pc:sldMkLst>
          <pc:docMk/>
          <pc:sldMk cId="212635554" sldId="270"/>
        </pc:sldMkLst>
      </pc:sldChg>
      <pc:sldChg chg="modSp add mod modClrScheme chgLayout">
        <pc:chgData name="Xun Zhou" userId="307cf16e35cdea9e" providerId="LiveId" clId="{071D360F-31A9-4F21-8DD2-9094D2FDA3FD}" dt="2025-10-20T16:36:14.324" v="160" actId="1076"/>
        <pc:sldMkLst>
          <pc:docMk/>
          <pc:sldMk cId="4043463284" sldId="270"/>
        </pc:sldMkLst>
        <pc:spChg chg="mod ord">
          <ac:chgData name="Xun Zhou" userId="307cf16e35cdea9e" providerId="LiveId" clId="{071D360F-31A9-4F21-8DD2-9094D2FDA3FD}" dt="2025-10-20T16:32:37.976" v="112" actId="700"/>
          <ac:spMkLst>
            <pc:docMk/>
            <pc:sldMk cId="4043463284" sldId="270"/>
            <ac:spMk id="4" creationId="{00000000-0000-0000-0000-000000000000}"/>
          </ac:spMkLst>
        </pc:spChg>
        <pc:spChg chg="mod ord">
          <ac:chgData name="Xun Zhou" userId="307cf16e35cdea9e" providerId="LiveId" clId="{071D360F-31A9-4F21-8DD2-9094D2FDA3FD}" dt="2025-10-20T16:36:14.324" v="160" actId="1076"/>
          <ac:spMkLst>
            <pc:docMk/>
            <pc:sldMk cId="4043463284" sldId="270"/>
            <ac:spMk id="26625" creationId="{00000000-0000-0000-0000-000000000000}"/>
          </ac:spMkLst>
        </pc:spChg>
      </pc:sldChg>
      <pc:sldChg chg="modSp add del mod modClrScheme chgLayout">
        <pc:chgData name="Xun Zhou" userId="307cf16e35cdea9e" providerId="LiveId" clId="{071D360F-31A9-4F21-8DD2-9094D2FDA3FD}" dt="2025-10-18T09:40:13.109" v="98" actId="2696"/>
        <pc:sldMkLst>
          <pc:docMk/>
          <pc:sldMk cId="182186810" sldId="271"/>
        </pc:sldMkLst>
      </pc:sldChg>
      <pc:sldChg chg="add del">
        <pc:chgData name="Xun Zhou" userId="307cf16e35cdea9e" providerId="LiveId" clId="{071D360F-31A9-4F21-8DD2-9094D2FDA3FD}" dt="2025-10-20T16:32:25.020" v="110" actId="47"/>
        <pc:sldMkLst>
          <pc:docMk/>
          <pc:sldMk cId="475270018" sldId="271"/>
        </pc:sldMkLst>
      </pc:sldChg>
      <pc:sldChg chg="modSp add mod chgLayout">
        <pc:chgData name="Xun Zhou" userId="307cf16e35cdea9e" providerId="LiveId" clId="{071D360F-31A9-4F21-8DD2-9094D2FDA3FD}" dt="2025-10-20T16:32:37.976" v="112" actId="700"/>
        <pc:sldMkLst>
          <pc:docMk/>
          <pc:sldMk cId="2486671419" sldId="271"/>
        </pc:sldMkLst>
        <pc:spChg chg="mod ord">
          <ac:chgData name="Xun Zhou" userId="307cf16e35cdea9e" providerId="LiveId" clId="{071D360F-31A9-4F21-8DD2-9094D2FDA3FD}" dt="2025-10-20T16:32:37.976" v="112" actId="700"/>
          <ac:spMkLst>
            <pc:docMk/>
            <pc:sldMk cId="2486671419" sldId="271"/>
            <ac:spMk id="2" creationId="{00000000-0000-0000-0000-000000000000}"/>
          </ac:spMkLst>
        </pc:spChg>
      </pc:sldChg>
      <pc:sldChg chg="modSp del mod modClrScheme chgLayout">
        <pc:chgData name="Xun Zhou" userId="307cf16e35cdea9e" providerId="LiveId" clId="{071D360F-31A9-4F21-8DD2-9094D2FDA3FD}" dt="2025-10-18T09:39:35.244" v="97" actId="47"/>
        <pc:sldMkLst>
          <pc:docMk/>
          <pc:sldMk cId="1877647766" sldId="272"/>
        </pc:sldMkLst>
      </pc:sldChg>
      <pc:sldChg chg="modSp del mod modClrScheme chgLayout">
        <pc:chgData name="Xun Zhou" userId="307cf16e35cdea9e" providerId="LiveId" clId="{071D360F-31A9-4F21-8DD2-9094D2FDA3FD}" dt="2025-10-20T16:32:25.020" v="110" actId="47"/>
        <pc:sldMkLst>
          <pc:docMk/>
          <pc:sldMk cId="2669475020" sldId="273"/>
        </pc:sldMkLst>
      </pc:sldChg>
      <pc:sldChg chg="add del">
        <pc:chgData name="Xun Zhou" userId="307cf16e35cdea9e" providerId="LiveId" clId="{071D360F-31A9-4F21-8DD2-9094D2FDA3FD}" dt="2025-10-20T16:48:59.093" v="637" actId="2696"/>
        <pc:sldMkLst>
          <pc:docMk/>
          <pc:sldMk cId="4190345311" sldId="273"/>
        </pc:sldMkLst>
      </pc:sldChg>
      <pc:sldChg chg="add del">
        <pc:chgData name="Xun Zhou" userId="307cf16e35cdea9e" providerId="LiveId" clId="{071D360F-31A9-4F21-8DD2-9094D2FDA3FD}" dt="2025-10-20T16:32:25.020" v="110" actId="47"/>
        <pc:sldMkLst>
          <pc:docMk/>
          <pc:sldMk cId="2208708721" sldId="274"/>
        </pc:sldMkLst>
      </pc:sldChg>
      <pc:sldChg chg="add del">
        <pc:chgData name="Xun Zhou" userId="307cf16e35cdea9e" providerId="LiveId" clId="{071D360F-31A9-4F21-8DD2-9094D2FDA3FD}" dt="2025-10-20T16:48:59.093" v="637" actId="2696"/>
        <pc:sldMkLst>
          <pc:docMk/>
          <pc:sldMk cId="2654718350" sldId="274"/>
        </pc:sldMkLst>
      </pc:sldChg>
      <pc:sldChg chg="add del">
        <pc:chgData name="Xun Zhou" userId="307cf16e35cdea9e" providerId="LiveId" clId="{071D360F-31A9-4F21-8DD2-9094D2FDA3FD}" dt="2025-10-20T16:48:59.093" v="637" actId="2696"/>
        <pc:sldMkLst>
          <pc:docMk/>
          <pc:sldMk cId="289774204" sldId="275"/>
        </pc:sldMkLst>
      </pc:sldChg>
      <pc:sldChg chg="add del">
        <pc:chgData name="Xun Zhou" userId="307cf16e35cdea9e" providerId="LiveId" clId="{071D360F-31A9-4F21-8DD2-9094D2FDA3FD}" dt="2025-10-20T16:32:25.020" v="110" actId="47"/>
        <pc:sldMkLst>
          <pc:docMk/>
          <pc:sldMk cId="3824499982" sldId="275"/>
        </pc:sldMkLst>
      </pc:sldChg>
      <pc:sldChg chg="add del">
        <pc:chgData name="Xun Zhou" userId="307cf16e35cdea9e" providerId="LiveId" clId="{071D360F-31A9-4F21-8DD2-9094D2FDA3FD}" dt="2025-10-20T16:32:25.020" v="110" actId="47"/>
        <pc:sldMkLst>
          <pc:docMk/>
          <pc:sldMk cId="1193413986" sldId="276"/>
        </pc:sldMkLst>
      </pc:sldChg>
      <pc:sldChg chg="add del">
        <pc:chgData name="Xun Zhou" userId="307cf16e35cdea9e" providerId="LiveId" clId="{071D360F-31A9-4F21-8DD2-9094D2FDA3FD}" dt="2025-10-20T16:48:59.093" v="637" actId="2696"/>
        <pc:sldMkLst>
          <pc:docMk/>
          <pc:sldMk cId="2105422608" sldId="276"/>
        </pc:sldMkLst>
      </pc:sldChg>
      <pc:sldChg chg="add del">
        <pc:chgData name="Xun Zhou" userId="307cf16e35cdea9e" providerId="LiveId" clId="{071D360F-31A9-4F21-8DD2-9094D2FDA3FD}" dt="2025-10-20T16:48:59.093" v="637" actId="2696"/>
        <pc:sldMkLst>
          <pc:docMk/>
          <pc:sldMk cId="654972429" sldId="277"/>
        </pc:sldMkLst>
      </pc:sldChg>
      <pc:sldChg chg="add del">
        <pc:chgData name="Xun Zhou" userId="307cf16e35cdea9e" providerId="LiveId" clId="{071D360F-31A9-4F21-8DD2-9094D2FDA3FD}" dt="2025-10-20T16:32:25.020" v="110" actId="47"/>
        <pc:sldMkLst>
          <pc:docMk/>
          <pc:sldMk cId="3898835261" sldId="277"/>
        </pc:sldMkLst>
      </pc:sldChg>
      <pc:sldChg chg="add del">
        <pc:chgData name="Xun Zhou" userId="307cf16e35cdea9e" providerId="LiveId" clId="{071D360F-31A9-4F21-8DD2-9094D2FDA3FD}" dt="2025-10-20T16:32:25.020" v="110" actId="47"/>
        <pc:sldMkLst>
          <pc:docMk/>
          <pc:sldMk cId="776850415" sldId="278"/>
        </pc:sldMkLst>
      </pc:sldChg>
      <pc:sldChg chg="modSp add del mod">
        <pc:chgData name="Xun Zhou" userId="307cf16e35cdea9e" providerId="LiveId" clId="{071D360F-31A9-4F21-8DD2-9094D2FDA3FD}" dt="2025-10-20T16:48:59.093" v="637" actId="2696"/>
        <pc:sldMkLst>
          <pc:docMk/>
          <pc:sldMk cId="1850888114" sldId="278"/>
        </pc:sldMkLst>
        <pc:spChg chg="mod">
          <ac:chgData name="Xun Zhou" userId="307cf16e35cdea9e" providerId="LiveId" clId="{071D360F-31A9-4F21-8DD2-9094D2FDA3FD}" dt="2025-10-20T16:48:05.324" v="636" actId="20577"/>
          <ac:spMkLst>
            <pc:docMk/>
            <pc:sldMk cId="1850888114" sldId="278"/>
            <ac:spMk id="2" creationId="{00000000-0000-0000-0000-000000000000}"/>
          </ac:spMkLst>
        </pc:spChg>
      </pc:sldChg>
      <pc:sldChg chg="add del">
        <pc:chgData name="Xun Zhou" userId="307cf16e35cdea9e" providerId="LiveId" clId="{071D360F-31A9-4F21-8DD2-9094D2FDA3FD}" dt="2025-10-20T16:32:25.020" v="110" actId="47"/>
        <pc:sldMkLst>
          <pc:docMk/>
          <pc:sldMk cId="1565491889" sldId="279"/>
        </pc:sldMkLst>
      </pc:sldChg>
      <pc:sldChg chg="add del">
        <pc:chgData name="Xun Zhou" userId="307cf16e35cdea9e" providerId="LiveId" clId="{071D360F-31A9-4F21-8DD2-9094D2FDA3FD}" dt="2025-10-20T16:48:59.093" v="637" actId="2696"/>
        <pc:sldMkLst>
          <pc:docMk/>
          <pc:sldMk cId="2310281344" sldId="279"/>
        </pc:sldMkLst>
      </pc:sldChg>
      <pc:sldChg chg="add del">
        <pc:chgData name="Xun Zhou" userId="307cf16e35cdea9e" providerId="LiveId" clId="{071D360F-31A9-4F21-8DD2-9094D2FDA3FD}" dt="2025-10-20T16:32:25.020" v="110" actId="47"/>
        <pc:sldMkLst>
          <pc:docMk/>
          <pc:sldMk cId="3205202968" sldId="280"/>
        </pc:sldMkLst>
      </pc:sldChg>
      <pc:sldChg chg="add del">
        <pc:chgData name="Xun Zhou" userId="307cf16e35cdea9e" providerId="LiveId" clId="{071D360F-31A9-4F21-8DD2-9094D2FDA3FD}" dt="2025-10-20T16:32:25.020" v="110" actId="47"/>
        <pc:sldMkLst>
          <pc:docMk/>
          <pc:sldMk cId="3619432442" sldId="281"/>
        </pc:sldMkLst>
      </pc:sldChg>
      <pc:sldChg chg="add del">
        <pc:chgData name="Xun Zhou" userId="307cf16e35cdea9e" providerId="LiveId" clId="{071D360F-31A9-4F21-8DD2-9094D2FDA3FD}" dt="2025-10-20T16:32:25.020" v="110" actId="47"/>
        <pc:sldMkLst>
          <pc:docMk/>
          <pc:sldMk cId="1101537300" sldId="282"/>
        </pc:sldMkLst>
      </pc:sldChg>
      <pc:sldChg chg="add del">
        <pc:chgData name="Xun Zhou" userId="307cf16e35cdea9e" providerId="LiveId" clId="{071D360F-31A9-4F21-8DD2-9094D2FDA3FD}" dt="2025-10-20T16:48:59.093" v="637" actId="2696"/>
        <pc:sldMkLst>
          <pc:docMk/>
          <pc:sldMk cId="3721981215" sldId="283"/>
        </pc:sldMkLst>
      </pc:sldChg>
      <pc:sldChg chg="add del">
        <pc:chgData name="Xun Zhou" userId="307cf16e35cdea9e" providerId="LiveId" clId="{071D360F-31A9-4F21-8DD2-9094D2FDA3FD}" dt="2025-10-20T16:32:25.020" v="110" actId="47"/>
        <pc:sldMkLst>
          <pc:docMk/>
          <pc:sldMk cId="4198872041" sldId="283"/>
        </pc:sldMkLst>
      </pc:sldChg>
      <pc:sldChg chg="add del">
        <pc:chgData name="Xun Zhou" userId="307cf16e35cdea9e" providerId="LiveId" clId="{071D360F-31A9-4F21-8DD2-9094D2FDA3FD}" dt="2025-10-20T16:32:25.020" v="110" actId="47"/>
        <pc:sldMkLst>
          <pc:docMk/>
          <pc:sldMk cId="2607671374" sldId="284"/>
        </pc:sldMkLst>
      </pc:sldChg>
      <pc:sldChg chg="add del">
        <pc:chgData name="Xun Zhou" userId="307cf16e35cdea9e" providerId="LiveId" clId="{071D360F-31A9-4F21-8DD2-9094D2FDA3FD}" dt="2025-10-20T16:48:59.093" v="637" actId="2696"/>
        <pc:sldMkLst>
          <pc:docMk/>
          <pc:sldMk cId="4174995961" sldId="284"/>
        </pc:sldMkLst>
      </pc:sldChg>
      <pc:sldChg chg="add del">
        <pc:chgData name="Xun Zhou" userId="307cf16e35cdea9e" providerId="LiveId" clId="{071D360F-31A9-4F21-8DD2-9094D2FDA3FD}" dt="2025-10-20T16:32:25.020" v="110" actId="47"/>
        <pc:sldMkLst>
          <pc:docMk/>
          <pc:sldMk cId="2779086486" sldId="285"/>
        </pc:sldMkLst>
      </pc:sldChg>
      <pc:sldChg chg="add del">
        <pc:chgData name="Xun Zhou" userId="307cf16e35cdea9e" providerId="LiveId" clId="{071D360F-31A9-4F21-8DD2-9094D2FDA3FD}" dt="2025-10-20T16:32:25.020" v="110" actId="47"/>
        <pc:sldMkLst>
          <pc:docMk/>
          <pc:sldMk cId="556849783" sldId="286"/>
        </pc:sldMkLst>
      </pc:sldChg>
      <pc:sldChg chg="add del">
        <pc:chgData name="Xun Zhou" userId="307cf16e35cdea9e" providerId="LiveId" clId="{071D360F-31A9-4F21-8DD2-9094D2FDA3FD}" dt="2025-10-20T16:32:25.020" v="110" actId="47"/>
        <pc:sldMkLst>
          <pc:docMk/>
          <pc:sldMk cId="3544977566" sldId="287"/>
        </pc:sldMkLst>
      </pc:sldChg>
      <pc:sldChg chg="add del">
        <pc:chgData name="Xun Zhou" userId="307cf16e35cdea9e" providerId="LiveId" clId="{071D360F-31A9-4F21-8DD2-9094D2FDA3FD}" dt="2025-10-20T16:32:25.020" v="110" actId="47"/>
        <pc:sldMkLst>
          <pc:docMk/>
          <pc:sldMk cId="3217097709" sldId="288"/>
        </pc:sldMkLst>
      </pc:sldChg>
      <pc:sldChg chg="add del">
        <pc:chgData name="Xun Zhou" userId="307cf16e35cdea9e" providerId="LiveId" clId="{071D360F-31A9-4F21-8DD2-9094D2FDA3FD}" dt="2025-10-20T16:32:25.020" v="110" actId="47"/>
        <pc:sldMkLst>
          <pc:docMk/>
          <pc:sldMk cId="3259751046" sldId="289"/>
        </pc:sldMkLst>
      </pc:sldChg>
      <pc:sldChg chg="add del">
        <pc:chgData name="Xun Zhou" userId="307cf16e35cdea9e" providerId="LiveId" clId="{071D360F-31A9-4F21-8DD2-9094D2FDA3FD}" dt="2025-10-18T09:40:47.511" v="100" actId="47"/>
        <pc:sldMkLst>
          <pc:docMk/>
          <pc:sldMk cId="1766068286" sldId="290"/>
        </pc:sldMkLst>
      </pc:sldChg>
      <pc:sldChg chg="modSp add mod modClrScheme chgLayout">
        <pc:chgData name="Xun Zhou" userId="307cf16e35cdea9e" providerId="LiveId" clId="{071D360F-31A9-4F21-8DD2-9094D2FDA3FD}" dt="2025-10-20T16:33:52.810" v="118" actId="1076"/>
        <pc:sldMkLst>
          <pc:docMk/>
          <pc:sldMk cId="3239666757" sldId="291"/>
        </pc:sldMkLst>
        <pc:spChg chg="mod ord">
          <ac:chgData name="Xun Zhou" userId="307cf16e35cdea9e" providerId="LiveId" clId="{071D360F-31A9-4F21-8DD2-9094D2FDA3FD}" dt="2025-10-20T16:33:52.810" v="118" actId="1076"/>
          <ac:spMkLst>
            <pc:docMk/>
            <pc:sldMk cId="3239666757" sldId="291"/>
            <ac:spMk id="2" creationId="{00000000-0000-0000-0000-000000000000}"/>
          </ac:spMkLst>
        </pc:spChg>
        <pc:spChg chg="mod ord">
          <ac:chgData name="Xun Zhou" userId="307cf16e35cdea9e" providerId="LiveId" clId="{071D360F-31A9-4F21-8DD2-9094D2FDA3FD}" dt="2025-10-20T16:32:37.976" v="112" actId="700"/>
          <ac:spMkLst>
            <pc:docMk/>
            <pc:sldMk cId="3239666757" sldId="291"/>
            <ac:spMk id="4" creationId="{00000000-0000-0000-0000-000000000000}"/>
          </ac:spMkLst>
        </pc:spChg>
      </pc:sldChg>
      <pc:sldChg chg="add del">
        <pc:chgData name="Xun Zhou" userId="307cf16e35cdea9e" providerId="LiveId" clId="{071D360F-31A9-4F21-8DD2-9094D2FDA3FD}" dt="2025-10-18T09:40:47.511" v="100" actId="47"/>
        <pc:sldMkLst>
          <pc:docMk/>
          <pc:sldMk cId="2549078689" sldId="293"/>
        </pc:sldMkLst>
      </pc:sldChg>
      <pc:sldChg chg="modSp add mod modClrScheme chgLayout">
        <pc:chgData name="Xun Zhou" userId="307cf16e35cdea9e" providerId="LiveId" clId="{071D360F-31A9-4F21-8DD2-9094D2FDA3FD}" dt="2025-10-20T16:32:42.325" v="113" actId="1076"/>
        <pc:sldMkLst>
          <pc:docMk/>
          <pc:sldMk cId="359355950" sldId="294"/>
        </pc:sldMkLst>
        <pc:spChg chg="mod ord">
          <ac:chgData name="Xun Zhou" userId="307cf16e35cdea9e" providerId="LiveId" clId="{071D360F-31A9-4F21-8DD2-9094D2FDA3FD}" dt="2025-10-20T16:32:42.325" v="113" actId="1076"/>
          <ac:spMkLst>
            <pc:docMk/>
            <pc:sldMk cId="359355950" sldId="294"/>
            <ac:spMk id="2" creationId="{00000000-0000-0000-0000-000000000000}"/>
          </ac:spMkLst>
        </pc:spChg>
        <pc:spChg chg="mod ord">
          <ac:chgData name="Xun Zhou" userId="307cf16e35cdea9e" providerId="LiveId" clId="{071D360F-31A9-4F21-8DD2-9094D2FDA3FD}" dt="2025-10-20T16:32:37.976" v="112" actId="700"/>
          <ac:spMkLst>
            <pc:docMk/>
            <pc:sldMk cId="359355950" sldId="294"/>
            <ac:spMk id="4" creationId="{00000000-0000-0000-0000-000000000000}"/>
          </ac:spMkLst>
        </pc:spChg>
      </pc:sldChg>
      <pc:sldChg chg="add">
        <pc:chgData name="Xun Zhou" userId="307cf16e35cdea9e" providerId="LiveId" clId="{071D360F-31A9-4F21-8DD2-9094D2FDA3FD}" dt="2025-10-20T16:34:25.852" v="119"/>
        <pc:sldMkLst>
          <pc:docMk/>
          <pc:sldMk cId="3362919040" sldId="295"/>
        </pc:sldMkLst>
      </pc:sldChg>
      <pc:sldChg chg="add">
        <pc:chgData name="Xun Zhou" userId="307cf16e35cdea9e" providerId="LiveId" clId="{071D360F-31A9-4F21-8DD2-9094D2FDA3FD}" dt="2025-10-20T16:34:25.852" v="119"/>
        <pc:sldMkLst>
          <pc:docMk/>
          <pc:sldMk cId="1120138081" sldId="296"/>
        </pc:sldMkLst>
      </pc:sldChg>
      <pc:sldChg chg="add">
        <pc:chgData name="Xun Zhou" userId="307cf16e35cdea9e" providerId="LiveId" clId="{071D360F-31A9-4F21-8DD2-9094D2FDA3FD}" dt="2025-10-20T16:34:25.852" v="119"/>
        <pc:sldMkLst>
          <pc:docMk/>
          <pc:sldMk cId="1698184009" sldId="297"/>
        </pc:sldMkLst>
      </pc:sldChg>
      <pc:sldChg chg="add">
        <pc:chgData name="Xun Zhou" userId="307cf16e35cdea9e" providerId="LiveId" clId="{071D360F-31A9-4F21-8DD2-9094D2FDA3FD}" dt="2025-10-20T16:34:25.852" v="119"/>
        <pc:sldMkLst>
          <pc:docMk/>
          <pc:sldMk cId="4255023767" sldId="298"/>
        </pc:sldMkLst>
      </pc:sldChg>
      <pc:sldChg chg="add">
        <pc:chgData name="Xun Zhou" userId="307cf16e35cdea9e" providerId="LiveId" clId="{071D360F-31A9-4F21-8DD2-9094D2FDA3FD}" dt="2025-10-20T16:34:25.852" v="119"/>
        <pc:sldMkLst>
          <pc:docMk/>
          <pc:sldMk cId="701149891" sldId="299"/>
        </pc:sldMkLst>
      </pc:sldChg>
      <pc:sldChg chg="add">
        <pc:chgData name="Xun Zhou" userId="307cf16e35cdea9e" providerId="LiveId" clId="{071D360F-31A9-4F21-8DD2-9094D2FDA3FD}" dt="2025-10-20T16:34:25.852" v="119"/>
        <pc:sldMkLst>
          <pc:docMk/>
          <pc:sldMk cId="2532463630" sldId="300"/>
        </pc:sldMkLst>
      </pc:sldChg>
      <pc:sldChg chg="add">
        <pc:chgData name="Xun Zhou" userId="307cf16e35cdea9e" providerId="LiveId" clId="{071D360F-31A9-4F21-8DD2-9094D2FDA3FD}" dt="2025-10-20T16:34:25.852" v="119"/>
        <pc:sldMkLst>
          <pc:docMk/>
          <pc:sldMk cId="1610654718" sldId="301"/>
        </pc:sldMkLst>
      </pc:sldChg>
      <pc:sldChg chg="add">
        <pc:chgData name="Xun Zhou" userId="307cf16e35cdea9e" providerId="LiveId" clId="{071D360F-31A9-4F21-8DD2-9094D2FDA3FD}" dt="2025-10-20T16:34:25.852" v="119"/>
        <pc:sldMkLst>
          <pc:docMk/>
          <pc:sldMk cId="2295491743" sldId="302"/>
        </pc:sldMkLst>
      </pc:sldChg>
      <pc:sldChg chg="add">
        <pc:chgData name="Xun Zhou" userId="307cf16e35cdea9e" providerId="LiveId" clId="{071D360F-31A9-4F21-8DD2-9094D2FDA3FD}" dt="2025-10-20T16:34:25.852" v="119"/>
        <pc:sldMkLst>
          <pc:docMk/>
          <pc:sldMk cId="1722870766" sldId="303"/>
        </pc:sldMkLst>
      </pc:sldChg>
      <pc:sldChg chg="modSp add mod">
        <pc:chgData name="Xun Zhou" userId="307cf16e35cdea9e" providerId="LiveId" clId="{071D360F-31A9-4F21-8DD2-9094D2FDA3FD}" dt="2025-10-20T16:36:41.284" v="167" actId="20577"/>
        <pc:sldMkLst>
          <pc:docMk/>
          <pc:sldMk cId="3012789302" sldId="305"/>
        </pc:sldMkLst>
        <pc:spChg chg="mod">
          <ac:chgData name="Xun Zhou" userId="307cf16e35cdea9e" providerId="LiveId" clId="{071D360F-31A9-4F21-8DD2-9094D2FDA3FD}" dt="2025-10-20T16:36:29.909" v="163" actId="20577"/>
          <ac:spMkLst>
            <pc:docMk/>
            <pc:sldMk cId="3012789302" sldId="305"/>
            <ac:spMk id="2" creationId="{00000000-0000-0000-0000-000000000000}"/>
          </ac:spMkLst>
        </pc:spChg>
        <pc:spChg chg="mod">
          <ac:chgData name="Xun Zhou" userId="307cf16e35cdea9e" providerId="LiveId" clId="{071D360F-31A9-4F21-8DD2-9094D2FDA3FD}" dt="2025-10-20T16:36:41.284" v="167" actId="20577"/>
          <ac:spMkLst>
            <pc:docMk/>
            <pc:sldMk cId="3012789302" sldId="305"/>
            <ac:spMk id="3" creationId="{00000000-0000-0000-0000-000000000000}"/>
          </ac:spMkLst>
        </pc:spChg>
      </pc:sldChg>
      <pc:sldChg chg="add">
        <pc:chgData name="Xun Zhou" userId="307cf16e35cdea9e" providerId="LiveId" clId="{071D360F-31A9-4F21-8DD2-9094D2FDA3FD}" dt="2025-10-20T16:34:25.852" v="119"/>
        <pc:sldMkLst>
          <pc:docMk/>
          <pc:sldMk cId="814415550" sldId="306"/>
        </pc:sldMkLst>
      </pc:sldChg>
      <pc:sldChg chg="add">
        <pc:chgData name="Xun Zhou" userId="307cf16e35cdea9e" providerId="LiveId" clId="{071D360F-31A9-4F21-8DD2-9094D2FDA3FD}" dt="2025-10-20T16:34:25.852" v="119"/>
        <pc:sldMkLst>
          <pc:docMk/>
          <pc:sldMk cId="3057720445" sldId="307"/>
        </pc:sldMkLst>
      </pc:sldChg>
      <pc:sldChg chg="add">
        <pc:chgData name="Xun Zhou" userId="307cf16e35cdea9e" providerId="LiveId" clId="{071D360F-31A9-4F21-8DD2-9094D2FDA3FD}" dt="2025-10-20T16:34:25.852" v="119"/>
        <pc:sldMkLst>
          <pc:docMk/>
          <pc:sldMk cId="2726165065" sldId="308"/>
        </pc:sldMkLst>
      </pc:sldChg>
      <pc:sldChg chg="add">
        <pc:chgData name="Xun Zhou" userId="307cf16e35cdea9e" providerId="LiveId" clId="{071D360F-31A9-4F21-8DD2-9094D2FDA3FD}" dt="2025-10-20T16:34:25.852" v="119"/>
        <pc:sldMkLst>
          <pc:docMk/>
          <pc:sldMk cId="3267832577" sldId="309"/>
        </pc:sldMkLst>
      </pc:sldChg>
      <pc:sldChg chg="add">
        <pc:chgData name="Xun Zhou" userId="307cf16e35cdea9e" providerId="LiveId" clId="{071D360F-31A9-4F21-8DD2-9094D2FDA3FD}" dt="2025-10-20T16:34:25.852" v="119"/>
        <pc:sldMkLst>
          <pc:docMk/>
          <pc:sldMk cId="1932199139" sldId="310"/>
        </pc:sldMkLst>
      </pc:sldChg>
      <pc:sldChg chg="add">
        <pc:chgData name="Xun Zhou" userId="307cf16e35cdea9e" providerId="LiveId" clId="{071D360F-31A9-4F21-8DD2-9094D2FDA3FD}" dt="2025-10-20T16:34:25.852" v="119"/>
        <pc:sldMkLst>
          <pc:docMk/>
          <pc:sldMk cId="3257602428" sldId="311"/>
        </pc:sldMkLst>
      </pc:sldChg>
      <pc:sldChg chg="add">
        <pc:chgData name="Xun Zhou" userId="307cf16e35cdea9e" providerId="LiveId" clId="{071D360F-31A9-4F21-8DD2-9094D2FDA3FD}" dt="2025-10-20T16:34:25.852" v="119"/>
        <pc:sldMkLst>
          <pc:docMk/>
          <pc:sldMk cId="880084283" sldId="312"/>
        </pc:sldMkLst>
      </pc:sldChg>
      <pc:sldChg chg="add">
        <pc:chgData name="Xun Zhou" userId="307cf16e35cdea9e" providerId="LiveId" clId="{071D360F-31A9-4F21-8DD2-9094D2FDA3FD}" dt="2025-10-20T16:34:25.852" v="119"/>
        <pc:sldMkLst>
          <pc:docMk/>
          <pc:sldMk cId="194390918" sldId="313"/>
        </pc:sldMkLst>
      </pc:sldChg>
      <pc:sldChg chg="add">
        <pc:chgData name="Xun Zhou" userId="307cf16e35cdea9e" providerId="LiveId" clId="{071D360F-31A9-4F21-8DD2-9094D2FDA3FD}" dt="2025-10-20T16:34:25.852" v="119"/>
        <pc:sldMkLst>
          <pc:docMk/>
          <pc:sldMk cId="3650292349" sldId="314"/>
        </pc:sldMkLst>
      </pc:sldChg>
      <pc:sldChg chg="add">
        <pc:chgData name="Xun Zhou" userId="307cf16e35cdea9e" providerId="LiveId" clId="{071D360F-31A9-4F21-8DD2-9094D2FDA3FD}" dt="2025-10-20T16:34:25.852" v="119"/>
        <pc:sldMkLst>
          <pc:docMk/>
          <pc:sldMk cId="2544560057" sldId="315"/>
        </pc:sldMkLst>
      </pc:sldChg>
      <pc:sldChg chg="modSp add del mod">
        <pc:chgData name="Xun Zhou" userId="307cf16e35cdea9e" providerId="LiveId" clId="{071D360F-31A9-4F21-8DD2-9094D2FDA3FD}" dt="2025-10-18T09:16:59.781" v="18" actId="20577"/>
        <pc:sldMkLst>
          <pc:docMk/>
          <pc:sldMk cId="4107101501" sldId="407"/>
        </pc:sldMkLst>
        <pc:spChg chg="mod">
          <ac:chgData name="Xun Zhou" userId="307cf16e35cdea9e" providerId="LiveId" clId="{071D360F-31A9-4F21-8DD2-9094D2FDA3FD}" dt="2025-10-18T09:16:59.781" v="18" actId="20577"/>
          <ac:spMkLst>
            <pc:docMk/>
            <pc:sldMk cId="4107101501" sldId="407"/>
            <ac:spMk id="3" creationId="{00000000-0000-0000-0000-000000000000}"/>
          </ac:spMkLst>
        </pc:spChg>
      </pc:sldChg>
      <pc:sldChg chg="add del">
        <pc:chgData name="Xun Zhou" userId="307cf16e35cdea9e" providerId="LiveId" clId="{071D360F-31A9-4F21-8DD2-9094D2FDA3FD}" dt="2025-10-20T16:48:59.093" v="637" actId="2696"/>
        <pc:sldMkLst>
          <pc:docMk/>
          <pc:sldMk cId="2506592456" sldId="408"/>
        </pc:sldMkLst>
      </pc:sldChg>
      <pc:sldChg chg="modSp new del mod">
        <pc:chgData name="Xun Zhou" userId="307cf16e35cdea9e" providerId="LiveId" clId="{071D360F-31A9-4F21-8DD2-9094D2FDA3FD}" dt="2025-10-20T16:38:14.871" v="178" actId="47"/>
        <pc:sldMkLst>
          <pc:docMk/>
          <pc:sldMk cId="3354332280" sldId="408"/>
        </pc:sldMkLst>
        <pc:spChg chg="mod">
          <ac:chgData name="Xun Zhou" userId="307cf16e35cdea9e" providerId="LiveId" clId="{071D360F-31A9-4F21-8DD2-9094D2FDA3FD}" dt="2025-10-20T16:38:12.021" v="176" actId="20577"/>
          <ac:spMkLst>
            <pc:docMk/>
            <pc:sldMk cId="3354332280" sldId="408"/>
            <ac:spMk id="2" creationId="{4669F585-6631-43BF-E2C3-311BE91BBE46}"/>
          </ac:spMkLst>
        </pc:spChg>
      </pc:sldChg>
      <pc:sldChg chg="add del">
        <pc:chgData name="Xun Zhou" userId="307cf16e35cdea9e" providerId="LiveId" clId="{071D360F-31A9-4F21-8DD2-9094D2FDA3FD}" dt="2025-10-20T16:48:59.093" v="637" actId="2696"/>
        <pc:sldMkLst>
          <pc:docMk/>
          <pc:sldMk cId="3939207110" sldId="409"/>
        </pc:sldMkLst>
      </pc:sldChg>
      <pc:sldChg chg="add del">
        <pc:chgData name="Xun Zhou" userId="307cf16e35cdea9e" providerId="LiveId" clId="{071D360F-31A9-4F21-8DD2-9094D2FDA3FD}" dt="2025-10-20T16:48:59.093" v="637" actId="2696"/>
        <pc:sldMkLst>
          <pc:docMk/>
          <pc:sldMk cId="4142442403" sldId="410"/>
        </pc:sldMkLst>
      </pc:sldChg>
      <pc:sldChg chg="add del">
        <pc:chgData name="Xun Zhou" userId="307cf16e35cdea9e" providerId="LiveId" clId="{071D360F-31A9-4F21-8DD2-9094D2FDA3FD}" dt="2025-10-20T16:48:59.093" v="637" actId="2696"/>
        <pc:sldMkLst>
          <pc:docMk/>
          <pc:sldMk cId="853397250" sldId="411"/>
        </pc:sldMkLst>
      </pc:sldChg>
      <pc:sldChg chg="add del">
        <pc:chgData name="Xun Zhou" userId="307cf16e35cdea9e" providerId="LiveId" clId="{071D360F-31A9-4F21-8DD2-9094D2FDA3FD}" dt="2025-10-20T16:48:59.093" v="637" actId="2696"/>
        <pc:sldMkLst>
          <pc:docMk/>
          <pc:sldMk cId="4051606776" sldId="412"/>
        </pc:sldMkLst>
      </pc:sldChg>
      <pc:sldChg chg="add del">
        <pc:chgData name="Xun Zhou" userId="307cf16e35cdea9e" providerId="LiveId" clId="{071D360F-31A9-4F21-8DD2-9094D2FDA3FD}" dt="2025-10-20T16:32:25.020" v="110" actId="47"/>
        <pc:sldMkLst>
          <pc:docMk/>
          <pc:sldMk cId="1723836556" sldId="615"/>
        </pc:sldMkLst>
      </pc:sldChg>
      <pc:sldChg chg="add del">
        <pc:chgData name="Xun Zhou" userId="307cf16e35cdea9e" providerId="LiveId" clId="{071D360F-31A9-4F21-8DD2-9094D2FDA3FD}" dt="2025-10-20T16:32:25.020" v="110" actId="47"/>
        <pc:sldMkLst>
          <pc:docMk/>
          <pc:sldMk cId="1498493643" sldId="616"/>
        </pc:sldMkLst>
      </pc:sldChg>
      <pc:sldChg chg="add del">
        <pc:chgData name="Xun Zhou" userId="307cf16e35cdea9e" providerId="LiveId" clId="{071D360F-31A9-4F21-8DD2-9094D2FDA3FD}" dt="2025-10-20T16:32:25.020" v="110" actId="47"/>
        <pc:sldMkLst>
          <pc:docMk/>
          <pc:sldMk cId="236030245" sldId="617"/>
        </pc:sldMkLst>
      </pc:sldChg>
      <pc:sldChg chg="add del">
        <pc:chgData name="Xun Zhou" userId="307cf16e35cdea9e" providerId="LiveId" clId="{071D360F-31A9-4F21-8DD2-9094D2FDA3FD}" dt="2025-10-20T16:32:25.020" v="110" actId="47"/>
        <pc:sldMkLst>
          <pc:docMk/>
          <pc:sldMk cId="2594828669" sldId="618"/>
        </pc:sldMkLst>
      </pc:sldChg>
      <pc:sldChg chg="add del">
        <pc:chgData name="Xun Zhou" userId="307cf16e35cdea9e" providerId="LiveId" clId="{071D360F-31A9-4F21-8DD2-9094D2FDA3FD}" dt="2025-10-20T16:32:25.020" v="110" actId="47"/>
        <pc:sldMkLst>
          <pc:docMk/>
          <pc:sldMk cId="174277124" sldId="619"/>
        </pc:sldMkLst>
      </pc:sldChg>
      <pc:sldChg chg="add del">
        <pc:chgData name="Xun Zhou" userId="307cf16e35cdea9e" providerId="LiveId" clId="{071D360F-31A9-4F21-8DD2-9094D2FDA3FD}" dt="2025-10-20T16:32:25.020" v="110" actId="47"/>
        <pc:sldMkLst>
          <pc:docMk/>
          <pc:sldMk cId="3454917593" sldId="620"/>
        </pc:sldMkLst>
      </pc:sldChg>
      <pc:sldChg chg="add del">
        <pc:chgData name="Xun Zhou" userId="307cf16e35cdea9e" providerId="LiveId" clId="{071D360F-31A9-4F21-8DD2-9094D2FDA3FD}" dt="2025-10-20T16:32:25.020" v="110" actId="47"/>
        <pc:sldMkLst>
          <pc:docMk/>
          <pc:sldMk cId="1102476896" sldId="621"/>
        </pc:sldMkLst>
      </pc:sldChg>
      <pc:sldChg chg="add del">
        <pc:chgData name="Xun Zhou" userId="307cf16e35cdea9e" providerId="LiveId" clId="{071D360F-31A9-4F21-8DD2-9094D2FDA3FD}" dt="2025-10-20T16:32:25.020" v="110" actId="47"/>
        <pc:sldMkLst>
          <pc:docMk/>
          <pc:sldMk cId="3918269018" sldId="622"/>
        </pc:sldMkLst>
      </pc:sldChg>
      <pc:sldChg chg="add del">
        <pc:chgData name="Xun Zhou" userId="307cf16e35cdea9e" providerId="LiveId" clId="{071D360F-31A9-4F21-8DD2-9094D2FDA3FD}" dt="2025-10-20T16:32:25.020" v="110" actId="47"/>
        <pc:sldMkLst>
          <pc:docMk/>
          <pc:sldMk cId="1684792801" sldId="623"/>
        </pc:sldMkLst>
      </pc:sldChg>
      <pc:sldChg chg="add del">
        <pc:chgData name="Xun Zhou" userId="307cf16e35cdea9e" providerId="LiveId" clId="{071D360F-31A9-4F21-8DD2-9094D2FDA3FD}" dt="2025-10-20T16:32:25.020" v="110" actId="47"/>
        <pc:sldMkLst>
          <pc:docMk/>
          <pc:sldMk cId="1599165426" sldId="624"/>
        </pc:sldMkLst>
      </pc:sldChg>
      <pc:sldChg chg="add del">
        <pc:chgData name="Xun Zhou" userId="307cf16e35cdea9e" providerId="LiveId" clId="{071D360F-31A9-4F21-8DD2-9094D2FDA3FD}" dt="2025-10-20T16:32:25.020" v="110" actId="47"/>
        <pc:sldMkLst>
          <pc:docMk/>
          <pc:sldMk cId="2586173528" sldId="625"/>
        </pc:sldMkLst>
      </pc:sldChg>
      <pc:sldChg chg="add del">
        <pc:chgData name="Xun Zhou" userId="307cf16e35cdea9e" providerId="LiveId" clId="{071D360F-31A9-4F21-8DD2-9094D2FDA3FD}" dt="2025-10-18T09:37:31.910" v="93" actId="47"/>
        <pc:sldMkLst>
          <pc:docMk/>
          <pc:sldMk cId="19181225" sldId="626"/>
        </pc:sldMkLst>
      </pc:sldChg>
      <pc:sldChg chg="addSp modSp add del mod">
        <pc:chgData name="Xun Zhou" userId="307cf16e35cdea9e" providerId="LiveId" clId="{071D360F-31A9-4F21-8DD2-9094D2FDA3FD}" dt="2025-10-20T16:32:25.020" v="110" actId="47"/>
        <pc:sldMkLst>
          <pc:docMk/>
          <pc:sldMk cId="4243229365" sldId="628"/>
        </pc:sldMkLst>
      </pc:sldChg>
      <pc:sldChg chg="add del">
        <pc:chgData name="Xun Zhou" userId="307cf16e35cdea9e" providerId="LiveId" clId="{071D360F-31A9-4F21-8DD2-9094D2FDA3FD}" dt="2025-10-20T16:32:25.020" v="110" actId="47"/>
        <pc:sldMkLst>
          <pc:docMk/>
          <pc:sldMk cId="3735236220" sldId="629"/>
        </pc:sldMkLst>
      </pc:sldChg>
      <pc:sldChg chg="add del">
        <pc:chgData name="Xun Zhou" userId="307cf16e35cdea9e" providerId="LiveId" clId="{071D360F-31A9-4F21-8DD2-9094D2FDA3FD}" dt="2025-10-20T16:32:25.020" v="110" actId="47"/>
        <pc:sldMkLst>
          <pc:docMk/>
          <pc:sldMk cId="2017522466" sldId="630"/>
        </pc:sldMkLst>
      </pc:sldChg>
      <pc:sldChg chg="add del">
        <pc:chgData name="Xun Zhou" userId="307cf16e35cdea9e" providerId="LiveId" clId="{071D360F-31A9-4F21-8DD2-9094D2FDA3FD}" dt="2025-10-20T16:32:25.020" v="110" actId="47"/>
        <pc:sldMkLst>
          <pc:docMk/>
          <pc:sldMk cId="2981053515" sldId="631"/>
        </pc:sldMkLst>
      </pc:sldChg>
      <pc:sldMasterChg chg="del delSldLayout">
        <pc:chgData name="Xun Zhou" userId="307cf16e35cdea9e" providerId="LiveId" clId="{071D360F-31A9-4F21-8DD2-9094D2FDA3FD}" dt="2025-10-18T09:17:15.009" v="19" actId="700"/>
        <pc:sldMasterMkLst>
          <pc:docMk/>
          <pc:sldMasterMk cId="331009024" sldId="2147483762"/>
        </pc:sldMasterMkLst>
        <pc:sldLayoutChg chg="del">
          <pc:chgData name="Xun Zhou" userId="307cf16e35cdea9e" providerId="LiveId" clId="{071D360F-31A9-4F21-8DD2-9094D2FDA3FD}" dt="2025-10-18T09:17:15.009" v="19" actId="700"/>
          <pc:sldLayoutMkLst>
            <pc:docMk/>
            <pc:sldMasterMk cId="331009024" sldId="2147483762"/>
            <pc:sldLayoutMk cId="4261163312" sldId="2147483763"/>
          </pc:sldLayoutMkLst>
        </pc:sldLayoutChg>
        <pc:sldLayoutChg chg="del">
          <pc:chgData name="Xun Zhou" userId="307cf16e35cdea9e" providerId="LiveId" clId="{071D360F-31A9-4F21-8DD2-9094D2FDA3FD}" dt="2025-10-18T09:17:15.009" v="19" actId="700"/>
          <pc:sldLayoutMkLst>
            <pc:docMk/>
            <pc:sldMasterMk cId="331009024" sldId="2147483762"/>
            <pc:sldLayoutMk cId="2963567238" sldId="2147483764"/>
          </pc:sldLayoutMkLst>
        </pc:sldLayoutChg>
        <pc:sldLayoutChg chg="del">
          <pc:chgData name="Xun Zhou" userId="307cf16e35cdea9e" providerId="LiveId" clId="{071D360F-31A9-4F21-8DD2-9094D2FDA3FD}" dt="2025-10-18T09:17:15.009" v="19" actId="700"/>
          <pc:sldLayoutMkLst>
            <pc:docMk/>
            <pc:sldMasterMk cId="331009024" sldId="2147483762"/>
            <pc:sldLayoutMk cId="162019269" sldId="2147483765"/>
          </pc:sldLayoutMkLst>
        </pc:sldLayoutChg>
        <pc:sldLayoutChg chg="del">
          <pc:chgData name="Xun Zhou" userId="307cf16e35cdea9e" providerId="LiveId" clId="{071D360F-31A9-4F21-8DD2-9094D2FDA3FD}" dt="2025-10-18T09:17:15.009" v="19" actId="700"/>
          <pc:sldLayoutMkLst>
            <pc:docMk/>
            <pc:sldMasterMk cId="331009024" sldId="2147483762"/>
            <pc:sldLayoutMk cId="2228867831" sldId="2147483766"/>
          </pc:sldLayoutMkLst>
        </pc:sldLayoutChg>
        <pc:sldLayoutChg chg="del">
          <pc:chgData name="Xun Zhou" userId="307cf16e35cdea9e" providerId="LiveId" clId="{071D360F-31A9-4F21-8DD2-9094D2FDA3FD}" dt="2025-10-18T09:17:15.009" v="19" actId="700"/>
          <pc:sldLayoutMkLst>
            <pc:docMk/>
            <pc:sldMasterMk cId="331009024" sldId="2147483762"/>
            <pc:sldLayoutMk cId="619440779" sldId="2147483767"/>
          </pc:sldLayoutMkLst>
        </pc:sldLayoutChg>
        <pc:sldLayoutChg chg="del">
          <pc:chgData name="Xun Zhou" userId="307cf16e35cdea9e" providerId="LiveId" clId="{071D360F-31A9-4F21-8DD2-9094D2FDA3FD}" dt="2025-10-18T09:17:15.009" v="19" actId="700"/>
          <pc:sldLayoutMkLst>
            <pc:docMk/>
            <pc:sldMasterMk cId="331009024" sldId="2147483762"/>
            <pc:sldLayoutMk cId="2536776576" sldId="2147483768"/>
          </pc:sldLayoutMkLst>
        </pc:sldLayoutChg>
        <pc:sldLayoutChg chg="del">
          <pc:chgData name="Xun Zhou" userId="307cf16e35cdea9e" providerId="LiveId" clId="{071D360F-31A9-4F21-8DD2-9094D2FDA3FD}" dt="2025-10-18T09:17:15.009" v="19" actId="700"/>
          <pc:sldLayoutMkLst>
            <pc:docMk/>
            <pc:sldMasterMk cId="331009024" sldId="2147483762"/>
            <pc:sldLayoutMk cId="2164266551" sldId="2147483769"/>
          </pc:sldLayoutMkLst>
        </pc:sldLayoutChg>
        <pc:sldLayoutChg chg="del">
          <pc:chgData name="Xun Zhou" userId="307cf16e35cdea9e" providerId="LiveId" clId="{071D360F-31A9-4F21-8DD2-9094D2FDA3FD}" dt="2025-10-18T09:17:15.009" v="19" actId="700"/>
          <pc:sldLayoutMkLst>
            <pc:docMk/>
            <pc:sldMasterMk cId="331009024" sldId="2147483762"/>
            <pc:sldLayoutMk cId="3129970183" sldId="2147483770"/>
          </pc:sldLayoutMkLst>
        </pc:sldLayoutChg>
        <pc:sldLayoutChg chg="del">
          <pc:chgData name="Xun Zhou" userId="307cf16e35cdea9e" providerId="LiveId" clId="{071D360F-31A9-4F21-8DD2-9094D2FDA3FD}" dt="2025-10-18T09:17:15.009" v="19" actId="700"/>
          <pc:sldLayoutMkLst>
            <pc:docMk/>
            <pc:sldMasterMk cId="331009024" sldId="2147483762"/>
            <pc:sldLayoutMk cId="366031496" sldId="2147483771"/>
          </pc:sldLayoutMkLst>
        </pc:sldLayoutChg>
        <pc:sldLayoutChg chg="del">
          <pc:chgData name="Xun Zhou" userId="307cf16e35cdea9e" providerId="LiveId" clId="{071D360F-31A9-4F21-8DD2-9094D2FDA3FD}" dt="2025-10-18T09:17:15.009" v="19" actId="700"/>
          <pc:sldLayoutMkLst>
            <pc:docMk/>
            <pc:sldMasterMk cId="331009024" sldId="2147483762"/>
            <pc:sldLayoutMk cId="1114200805" sldId="2147483772"/>
          </pc:sldLayoutMkLst>
        </pc:sldLayoutChg>
        <pc:sldLayoutChg chg="del">
          <pc:chgData name="Xun Zhou" userId="307cf16e35cdea9e" providerId="LiveId" clId="{071D360F-31A9-4F21-8DD2-9094D2FDA3FD}" dt="2025-10-18T09:17:15.009" v="19" actId="700"/>
          <pc:sldLayoutMkLst>
            <pc:docMk/>
            <pc:sldMasterMk cId="331009024" sldId="2147483762"/>
            <pc:sldLayoutMk cId="3025220664" sldId="214748377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BAEB7E-867D-4282-8DE5-F36A179E3AC7}"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0BA66-FF30-40C0-A8D7-30028C97E1FA}" type="slidenum">
              <a:rPr lang="en-US" smtClean="0"/>
              <a:t>‹#›</a:t>
            </a:fld>
            <a:endParaRPr lang="en-US"/>
          </a:p>
        </p:txBody>
      </p:sp>
    </p:spTree>
    <p:extLst>
      <p:ext uri="{BB962C8B-B14F-4D97-AF65-F5344CB8AC3E}">
        <p14:creationId xmlns:p14="http://schemas.microsoft.com/office/powerpoint/2010/main" val="964050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BA66-FF30-40C0-A8D7-30028C97E1F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9205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2</a:t>
            </a:fld>
            <a:endParaRPr lang="en-US"/>
          </a:p>
        </p:txBody>
      </p:sp>
    </p:spTree>
    <p:extLst>
      <p:ext uri="{BB962C8B-B14F-4D97-AF65-F5344CB8AC3E}">
        <p14:creationId xmlns:p14="http://schemas.microsoft.com/office/powerpoint/2010/main" val="2417775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3</a:t>
            </a:fld>
            <a:endParaRPr lang="en-US"/>
          </a:p>
        </p:txBody>
      </p:sp>
    </p:spTree>
    <p:extLst>
      <p:ext uri="{BB962C8B-B14F-4D97-AF65-F5344CB8AC3E}">
        <p14:creationId xmlns:p14="http://schemas.microsoft.com/office/powerpoint/2010/main" val="17248560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4</a:t>
            </a:fld>
            <a:endParaRPr lang="en-US"/>
          </a:p>
        </p:txBody>
      </p:sp>
    </p:spTree>
    <p:extLst>
      <p:ext uri="{BB962C8B-B14F-4D97-AF65-F5344CB8AC3E}">
        <p14:creationId xmlns:p14="http://schemas.microsoft.com/office/powerpoint/2010/main" val="3314128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5</a:t>
            </a:fld>
            <a:endParaRPr lang="en-US"/>
          </a:p>
        </p:txBody>
      </p:sp>
    </p:spTree>
    <p:extLst>
      <p:ext uri="{BB962C8B-B14F-4D97-AF65-F5344CB8AC3E}">
        <p14:creationId xmlns:p14="http://schemas.microsoft.com/office/powerpoint/2010/main" val="632962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7</a:t>
            </a:fld>
            <a:endParaRPr lang="en-US"/>
          </a:p>
        </p:txBody>
      </p:sp>
    </p:spTree>
    <p:extLst>
      <p:ext uri="{BB962C8B-B14F-4D97-AF65-F5344CB8AC3E}">
        <p14:creationId xmlns:p14="http://schemas.microsoft.com/office/powerpoint/2010/main" val="5876861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9</a:t>
            </a:fld>
            <a:endParaRPr lang="en-US"/>
          </a:p>
        </p:txBody>
      </p:sp>
    </p:spTree>
    <p:extLst>
      <p:ext uri="{BB962C8B-B14F-4D97-AF65-F5344CB8AC3E}">
        <p14:creationId xmlns:p14="http://schemas.microsoft.com/office/powerpoint/2010/main" val="1956613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10</a:t>
            </a:fld>
            <a:endParaRPr lang="en-US"/>
          </a:p>
        </p:txBody>
      </p:sp>
    </p:spTree>
    <p:extLst>
      <p:ext uri="{BB962C8B-B14F-4D97-AF65-F5344CB8AC3E}">
        <p14:creationId xmlns:p14="http://schemas.microsoft.com/office/powerpoint/2010/main" val="3731761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11</a:t>
            </a:fld>
            <a:endParaRPr lang="en-US"/>
          </a:p>
        </p:txBody>
      </p:sp>
    </p:spTree>
    <p:extLst>
      <p:ext uri="{BB962C8B-B14F-4D97-AF65-F5344CB8AC3E}">
        <p14:creationId xmlns:p14="http://schemas.microsoft.com/office/powerpoint/2010/main" val="2786417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00BA66-FF30-40C0-A8D7-30028C97E1FA}" type="slidenum">
              <a:rPr lang="en-US" smtClean="0"/>
              <a:t>12</a:t>
            </a:fld>
            <a:endParaRPr lang="en-US"/>
          </a:p>
        </p:txBody>
      </p:sp>
    </p:spTree>
    <p:extLst>
      <p:ext uri="{BB962C8B-B14F-4D97-AF65-F5344CB8AC3E}">
        <p14:creationId xmlns:p14="http://schemas.microsoft.com/office/powerpoint/2010/main" val="471669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B42AF0-9EB6-4DA0-AA18-4D452EF1FC35}"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0134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6054D9-3FC8-4F5A-9887-8169F77364C0}"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t>‹#›</a:t>
            </a:fld>
            <a:endParaRPr lang="en-US" dirty="0"/>
          </a:p>
        </p:txBody>
      </p:sp>
    </p:spTree>
    <p:extLst>
      <p:ext uri="{BB962C8B-B14F-4D97-AF65-F5344CB8AC3E}">
        <p14:creationId xmlns:p14="http://schemas.microsoft.com/office/powerpoint/2010/main" val="419625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5D39E-5580-4DD5-8F06-2604FE426769}"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8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0662ED-3FA5-4E29-AD84-CBD2ED8A40E8}"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52317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FA719D-44E6-47A2-84AB-0AB0DB21914A}" type="datetime1">
              <a:rPr lang="en-US" smtClean="0"/>
              <a:t>10/21/2025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38222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CE2FE4-6D64-44AB-8717-E7988512E516}" type="datetime1">
              <a:rPr lang="en-US" smtClean="0"/>
              <a:t>10/21/2025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7484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BBC0149-D071-4618-B927-DAD5ED66D149}" type="datetime1">
              <a:rPr lang="en-US" smtClean="0"/>
              <a:t>10/21/2025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54147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BD1A81E-A393-41C9-9B38-2D3A71971022}" type="datetime1">
              <a:rPr lang="en-US" smtClean="0"/>
              <a:t>10/21/2025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037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7F7BDC-98EC-441F-8CC2-C970B2D9F19F}"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82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6D57-56A4-4768-98BC-B1DCE3579E3C}"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41830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EF54B-6BF3-4F64-AA49-C79910828BAA}"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42710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E73FADF-1024-4215-908D-689AC4B31A34}" type="datetime1">
              <a:rPr lang="en-US" smtClean="0"/>
              <a:t>10/21/2025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2251716"/>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dirty="0"/>
              <a:t>Database S</a:t>
            </a:r>
            <a:r>
              <a:rPr lang="en-US" altLang="zh-CN" sz="6600" dirty="0"/>
              <a:t>ystems</a:t>
            </a:r>
            <a:endParaRPr lang="en-US" sz="6600" dirty="0"/>
          </a:p>
        </p:txBody>
      </p:sp>
      <p:sp>
        <p:nvSpPr>
          <p:cNvPr id="3" name="Subtitle 2"/>
          <p:cNvSpPr>
            <a:spLocks noGrp="1"/>
          </p:cNvSpPr>
          <p:nvPr>
            <p:ph type="subTitle" idx="1"/>
          </p:nvPr>
        </p:nvSpPr>
        <p:spPr/>
        <p:txBody>
          <a:bodyPr>
            <a:normAutofit fontScale="85000" lnSpcReduction="20000"/>
          </a:bodyPr>
          <a:lstStyle/>
          <a:p>
            <a:r>
              <a:rPr lang="en-US" dirty="0"/>
              <a:t>COMP 3010E FALL 2025</a:t>
            </a:r>
          </a:p>
          <a:p>
            <a:endParaRPr lang="en-US" dirty="0"/>
          </a:p>
          <a:p>
            <a:r>
              <a:rPr lang="en-US" dirty="0"/>
              <a:t>Lecture 9 </a:t>
            </a:r>
            <a:r>
              <a:rPr lang="en-US" altLang="zh-CN" dirty="0"/>
              <a:t>PL/</a:t>
            </a:r>
            <a:r>
              <a:rPr lang="en-US" dirty="0"/>
              <a:t>SQL</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7101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Cursor</a:t>
            </a:r>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2</a:t>
            </a:fld>
            <a:endParaRPr lang="en-US" sz="1400">
              <a:solidFill>
                <a:schemeClr val="bg1"/>
              </a:solidFill>
            </a:endParaRPr>
          </a:p>
        </p:txBody>
      </p:sp>
      <p:sp>
        <p:nvSpPr>
          <p:cNvPr id="19" name="Content Placeholder 2"/>
          <p:cNvSpPr txBox="1">
            <a:spLocks/>
          </p:cNvSpPr>
          <p:nvPr/>
        </p:nvSpPr>
        <p:spPr>
          <a:xfrm>
            <a:off x="975360" y="1845734"/>
            <a:ext cx="10613666" cy="43538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200" dirty="0"/>
              <a:t> Defined and declared by the programmer</a:t>
            </a:r>
          </a:p>
          <a:p>
            <a:pPr lvl="1">
              <a:buFont typeface="Wingdings" panose="05000000000000000000" pitchFamily="2" charset="2"/>
              <a:buChar char="v"/>
            </a:pPr>
            <a:r>
              <a:rPr lang="en-US" sz="2200" dirty="0"/>
              <a:t> For any query that returns more than one row of data</a:t>
            </a:r>
          </a:p>
          <a:p>
            <a:pPr lvl="1">
              <a:buFont typeface="Wingdings" panose="05000000000000000000" pitchFamily="2" charset="2"/>
              <a:buChar char="v"/>
            </a:pPr>
            <a:r>
              <a:rPr lang="en-US" sz="2200" dirty="0"/>
              <a:t> Used to loop through every row of the query result</a:t>
            </a:r>
            <a:endParaRPr lang="en-US" sz="1800" dirty="0"/>
          </a:p>
        </p:txBody>
      </p:sp>
      <p:pic>
        <p:nvPicPr>
          <p:cNvPr id="5" name="Picture 4"/>
          <p:cNvPicPr>
            <a:picLocks noChangeAspect="1"/>
          </p:cNvPicPr>
          <p:nvPr/>
        </p:nvPicPr>
        <p:blipFill rotWithShape="1">
          <a:blip r:embed="rId3"/>
          <a:srcRect r="20909" b="43974"/>
          <a:stretch/>
        </p:blipFill>
        <p:spPr>
          <a:xfrm>
            <a:off x="6126480" y="3608623"/>
            <a:ext cx="5864630" cy="2392996"/>
          </a:xfrm>
          <a:prstGeom prst="rect">
            <a:avLst/>
          </a:prstGeom>
        </p:spPr>
      </p:pic>
      <p:sp>
        <p:nvSpPr>
          <p:cNvPr id="9" name="Rectangle 8"/>
          <p:cNvSpPr/>
          <p:nvPr/>
        </p:nvSpPr>
        <p:spPr>
          <a:xfrm>
            <a:off x="6086995" y="3882546"/>
            <a:ext cx="5943600" cy="2178058"/>
          </a:xfrm>
          <a:prstGeom prst="rect">
            <a:avLst/>
          </a:prstGeom>
          <a:solidFill>
            <a:srgbClr val="549E39">
              <a:alpha val="18824"/>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473952" y="3073071"/>
            <a:ext cx="4565417" cy="369332"/>
          </a:xfrm>
          <a:prstGeom prst="rect">
            <a:avLst/>
          </a:prstGeom>
          <a:noFill/>
        </p:spPr>
        <p:txBody>
          <a:bodyPr wrap="none" rtlCol="0">
            <a:spAutoFit/>
          </a:bodyPr>
          <a:lstStyle/>
          <a:p>
            <a:r>
              <a:rPr lang="en-US" dirty="0"/>
              <a:t>A tool to go through each row in a query result</a:t>
            </a:r>
          </a:p>
        </p:txBody>
      </p:sp>
      <p:grpSp>
        <p:nvGrpSpPr>
          <p:cNvPr id="7" name="Group 6"/>
          <p:cNvGrpSpPr/>
          <p:nvPr/>
        </p:nvGrpSpPr>
        <p:grpSpPr>
          <a:xfrm>
            <a:off x="4868272" y="3902702"/>
            <a:ext cx="7122838" cy="369332"/>
            <a:chOff x="4868272" y="3902702"/>
            <a:chExt cx="7122838" cy="369332"/>
          </a:xfrm>
        </p:grpSpPr>
        <p:sp>
          <p:nvSpPr>
            <p:cNvPr id="2" name="Right Arrow 1"/>
            <p:cNvSpPr/>
            <p:nvPr/>
          </p:nvSpPr>
          <p:spPr>
            <a:xfrm>
              <a:off x="5669280" y="3941064"/>
              <a:ext cx="457200" cy="292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6126480" y="3941064"/>
              <a:ext cx="5864630" cy="29260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868272" y="3902702"/>
              <a:ext cx="797847" cy="369332"/>
            </a:xfrm>
            <a:prstGeom prst="rect">
              <a:avLst/>
            </a:prstGeom>
            <a:noFill/>
          </p:spPr>
          <p:txBody>
            <a:bodyPr wrap="none" rtlCol="0">
              <a:spAutoFit/>
            </a:bodyPr>
            <a:lstStyle/>
            <a:p>
              <a:r>
                <a:rPr lang="en-US" dirty="0"/>
                <a:t>Cursor</a:t>
              </a:r>
            </a:p>
          </p:txBody>
        </p:sp>
      </p:grpSp>
    </p:spTree>
    <p:extLst>
      <p:ext uri="{BB962C8B-B14F-4D97-AF65-F5344CB8AC3E}">
        <p14:creationId xmlns:p14="http://schemas.microsoft.com/office/powerpoint/2010/main" val="2554555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3.75E-6 0.01945 L 3.75E-6 0.26945 " pathEditMode="relative" rAng="0" ptsTypes="AA">
                                      <p:cBhvr>
                                        <p:cTn id="18" dur="2000" fill="hold"/>
                                        <p:tgtEl>
                                          <p:spTgt spid="7"/>
                                        </p:tgtEl>
                                        <p:attrNameLst>
                                          <p:attrName>ppt_x</p:attrName>
                                          <p:attrName>ppt_y</p:attrName>
                                        </p:attrNameLst>
                                      </p:cBhvr>
                                      <p:rCtr x="0" y="12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Cursor FOR Loop </a:t>
            </a:r>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3</a:t>
            </a:fld>
            <a:endParaRPr lang="en-US" sz="1400">
              <a:solidFill>
                <a:schemeClr val="bg1"/>
              </a:solidFill>
            </a:endParaRPr>
          </a:p>
        </p:txBody>
      </p:sp>
      <p:sp>
        <p:nvSpPr>
          <p:cNvPr id="19" name="Content Placeholder 2"/>
          <p:cNvSpPr txBox="1">
            <a:spLocks/>
          </p:cNvSpPr>
          <p:nvPr/>
        </p:nvSpPr>
        <p:spPr>
          <a:xfrm>
            <a:off x="975360" y="1845734"/>
            <a:ext cx="10613666" cy="2501183"/>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altLang="zh-CN" sz="2000" dirty="0"/>
              <a:t> L</a:t>
            </a:r>
            <a:r>
              <a:rPr lang="en-US" sz="2000" dirty="0"/>
              <a:t>ooping through the rows of a table using “Cursor” in a For loop</a:t>
            </a:r>
          </a:p>
          <a:p>
            <a:pPr lvl="1">
              <a:buFont typeface="Wingdings" panose="05000000000000000000" pitchFamily="2" charset="2"/>
              <a:buChar char="v"/>
            </a:pPr>
            <a:r>
              <a:rPr lang="en-US" sz="2000" dirty="0"/>
              <a:t>Syntax</a:t>
            </a:r>
          </a:p>
        </p:txBody>
      </p:sp>
      <p:sp>
        <p:nvSpPr>
          <p:cNvPr id="7" name="Rectangle 1"/>
          <p:cNvSpPr>
            <a:spLocks noChangeArrowheads="1"/>
          </p:cNvSpPr>
          <p:nvPr/>
        </p:nvSpPr>
        <p:spPr bwMode="auto">
          <a:xfrm>
            <a:off x="2223950" y="2738056"/>
            <a:ext cx="6812279" cy="1200329"/>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r>
              <a:rPr lang="fr-FR" sz="1800" b="1" dirty="0"/>
              <a:t>FOR  </a:t>
            </a:r>
            <a:r>
              <a:rPr lang="fr-FR" sz="1800" b="1" i="1" dirty="0" err="1">
                <a:solidFill>
                  <a:srgbClr val="FF0000"/>
                </a:solidFill>
              </a:rPr>
              <a:t>cursor_record</a:t>
            </a:r>
            <a:r>
              <a:rPr lang="fr-FR" sz="1800" b="1" dirty="0"/>
              <a:t>  IN </a:t>
            </a:r>
            <a:r>
              <a:rPr lang="fr-FR" sz="1800" b="1" i="1" dirty="0" err="1">
                <a:solidFill>
                  <a:srgbClr val="FF0000"/>
                </a:solidFill>
              </a:rPr>
              <a:t>c_cursor_name</a:t>
            </a:r>
            <a:r>
              <a:rPr lang="fr-FR" sz="1800" b="1" i="1" dirty="0">
                <a:solidFill>
                  <a:srgbClr val="FF0000"/>
                </a:solidFill>
              </a:rPr>
              <a:t> </a:t>
            </a:r>
          </a:p>
          <a:p>
            <a:r>
              <a:rPr lang="fr-FR" sz="1800" b="1" dirty="0"/>
              <a:t>LOOP</a:t>
            </a:r>
          </a:p>
          <a:p>
            <a:r>
              <a:rPr lang="fr-FR" sz="1800" b="1" i="1" dirty="0">
                <a:solidFill>
                  <a:srgbClr val="FF0000"/>
                </a:solidFill>
              </a:rPr>
              <a:t>     Action</a:t>
            </a:r>
            <a:r>
              <a:rPr lang="fr-FR" sz="1800" b="1" dirty="0"/>
              <a:t>;</a:t>
            </a:r>
            <a:endParaRPr lang="fr-FR" sz="1800" b="1" i="1" dirty="0">
              <a:solidFill>
                <a:srgbClr val="FF0000"/>
              </a:solidFill>
            </a:endParaRPr>
          </a:p>
          <a:p>
            <a:r>
              <a:rPr lang="fr-FR" sz="1800" b="1" dirty="0"/>
              <a:t>END LOOP;</a:t>
            </a:r>
            <a:r>
              <a:rPr lang="fr-FR" sz="1800" b="1" i="1" dirty="0">
                <a:solidFill>
                  <a:srgbClr val="FF0000"/>
                </a:solidFill>
              </a:rPr>
              <a:t> </a:t>
            </a:r>
          </a:p>
        </p:txBody>
      </p:sp>
      <p:sp>
        <p:nvSpPr>
          <p:cNvPr id="8" name="TextBox 7"/>
          <p:cNvSpPr txBox="1"/>
          <p:nvPr/>
        </p:nvSpPr>
        <p:spPr>
          <a:xfrm>
            <a:off x="1097280" y="4322194"/>
            <a:ext cx="10058400" cy="1754326"/>
          </a:xfrm>
          <a:prstGeom prst="rect">
            <a:avLst/>
          </a:prstGeom>
          <a:solidFill>
            <a:schemeClr val="accent2">
              <a:lumMod val="20000"/>
              <a:lumOff val="80000"/>
            </a:schemeClr>
          </a:solidFill>
        </p:spPr>
        <p:txBody>
          <a:bodyPr wrap="square" rtlCol="0">
            <a:spAutoFit/>
          </a:bodyPr>
          <a:lstStyle/>
          <a:p>
            <a:r>
              <a:rPr lang="en-US" b="1" dirty="0">
                <a:solidFill>
                  <a:srgbClr val="0070C0"/>
                </a:solidFill>
                <a:sym typeface="Wingdings" panose="05000000000000000000" pitchFamily="2" charset="2"/>
              </a:rPr>
              <a:t>NOTE:</a:t>
            </a:r>
          </a:p>
          <a:p>
            <a:pPr marL="457200" indent="-457200">
              <a:buAutoNum type="arabicPeriod"/>
            </a:pPr>
            <a:r>
              <a:rPr lang="en-US" b="1" dirty="0">
                <a:solidFill>
                  <a:srgbClr val="0070C0"/>
                </a:solidFill>
                <a:sym typeface="Wingdings" panose="05000000000000000000" pitchFamily="2" charset="2"/>
              </a:rPr>
              <a:t>The </a:t>
            </a:r>
            <a:r>
              <a:rPr lang="en-US" b="1" dirty="0" err="1">
                <a:solidFill>
                  <a:srgbClr val="FF0000"/>
                </a:solidFill>
                <a:sym typeface="Wingdings" panose="05000000000000000000" pitchFamily="2" charset="2"/>
              </a:rPr>
              <a:t>cursor_record</a:t>
            </a:r>
            <a:r>
              <a:rPr lang="en-US" b="1" dirty="0">
                <a:solidFill>
                  <a:srgbClr val="0070C0"/>
                </a:solidFill>
                <a:sym typeface="Wingdings" panose="05000000000000000000" pitchFamily="2" charset="2"/>
              </a:rPr>
              <a:t> is implicitly defined variable – no need to declare in the declaration section;</a:t>
            </a:r>
          </a:p>
          <a:p>
            <a:pPr marL="457200" indent="-457200">
              <a:buAutoNum type="arabicPeriod"/>
            </a:pPr>
            <a:r>
              <a:rPr lang="en-US" b="1" dirty="0">
                <a:solidFill>
                  <a:srgbClr val="0070C0"/>
                </a:solidFill>
                <a:sym typeface="Wingdings" panose="05000000000000000000" pitchFamily="2" charset="2"/>
              </a:rPr>
              <a:t>The </a:t>
            </a:r>
            <a:r>
              <a:rPr lang="en-US" b="1" dirty="0" err="1">
                <a:solidFill>
                  <a:srgbClr val="0070C0"/>
                </a:solidFill>
                <a:sym typeface="Wingdings" panose="05000000000000000000" pitchFamily="2" charset="2"/>
              </a:rPr>
              <a:t>cursor_record</a:t>
            </a:r>
            <a:r>
              <a:rPr lang="en-US" b="1" dirty="0">
                <a:solidFill>
                  <a:srgbClr val="0070C0"/>
                </a:solidFill>
                <a:sym typeface="Wingdings" panose="05000000000000000000" pitchFamily="2" charset="2"/>
              </a:rPr>
              <a:t> is served as a loop counter, sweeping over each row of the cursor;</a:t>
            </a:r>
          </a:p>
          <a:p>
            <a:pPr marL="457200" indent="-457200">
              <a:buAutoNum type="arabicPeriod"/>
            </a:pPr>
            <a:r>
              <a:rPr lang="en-US" b="1" dirty="0">
                <a:solidFill>
                  <a:srgbClr val="0070C0"/>
                </a:solidFill>
                <a:sym typeface="Wingdings" panose="05000000000000000000" pitchFamily="2" charset="2"/>
              </a:rPr>
              <a:t>The </a:t>
            </a:r>
            <a:r>
              <a:rPr lang="en-US" b="1" dirty="0" err="1">
                <a:solidFill>
                  <a:srgbClr val="0070C0"/>
                </a:solidFill>
                <a:sym typeface="Wingdings" panose="05000000000000000000" pitchFamily="2" charset="2"/>
              </a:rPr>
              <a:t>cursor_record</a:t>
            </a:r>
            <a:r>
              <a:rPr lang="en-US" b="1" dirty="0">
                <a:solidFill>
                  <a:srgbClr val="0070C0"/>
                </a:solidFill>
                <a:sym typeface="Wingdings" panose="05000000000000000000" pitchFamily="2" charset="2"/>
              </a:rPr>
              <a:t> is initialized to the first row of the cursor, and moves forward to the next row after each iteration;</a:t>
            </a:r>
          </a:p>
          <a:p>
            <a:pPr marL="457200" indent="-457200">
              <a:buAutoNum type="arabicPeriod"/>
            </a:pPr>
            <a:r>
              <a:rPr lang="en-US" b="1" dirty="0">
                <a:solidFill>
                  <a:srgbClr val="0070C0"/>
                </a:solidFill>
                <a:sym typeface="Wingdings" panose="05000000000000000000" pitchFamily="2" charset="2"/>
              </a:rPr>
              <a:t>NO </a:t>
            </a:r>
            <a:r>
              <a:rPr lang="en-US" b="1" dirty="0">
                <a:solidFill>
                  <a:srgbClr val="FF0000"/>
                </a:solidFill>
                <a:sym typeface="Wingdings" panose="05000000000000000000" pitchFamily="2" charset="2"/>
              </a:rPr>
              <a:t>IN REVERSE</a:t>
            </a:r>
            <a:r>
              <a:rPr lang="en-US" b="1" dirty="0">
                <a:solidFill>
                  <a:srgbClr val="0070C0"/>
                </a:solidFill>
                <a:sym typeface="Wingdings" panose="05000000000000000000" pitchFamily="2" charset="2"/>
              </a:rPr>
              <a:t> can be used in Cursor FOR loop.</a:t>
            </a:r>
          </a:p>
        </p:txBody>
      </p:sp>
    </p:spTree>
    <p:extLst>
      <p:ext uri="{BB962C8B-B14F-4D97-AF65-F5344CB8AC3E}">
        <p14:creationId xmlns:p14="http://schemas.microsoft.com/office/powerpoint/2010/main" val="1425004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4</a:t>
            </a:fld>
            <a:endParaRPr lang="en-US" dirty="0"/>
          </a:p>
        </p:txBody>
      </p:sp>
      <p:sp>
        <p:nvSpPr>
          <p:cNvPr id="6" name="Title 1"/>
          <p:cNvSpPr txBox="1">
            <a:spLocks/>
          </p:cNvSpPr>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a:t>
            </a:r>
          </a:p>
        </p:txBody>
      </p:sp>
      <p:sp>
        <p:nvSpPr>
          <p:cNvPr id="3" name="Rectangle 2"/>
          <p:cNvSpPr/>
          <p:nvPr/>
        </p:nvSpPr>
        <p:spPr>
          <a:xfrm>
            <a:off x="1012874" y="1511188"/>
            <a:ext cx="10199609" cy="2862322"/>
          </a:xfrm>
          <a:prstGeom prst="rect">
            <a:avLst/>
          </a:prstGeom>
          <a:ln w="12700">
            <a:solidFill>
              <a:schemeClr val="accent1"/>
            </a:solidFill>
          </a:ln>
        </p:spPr>
        <p:txBody>
          <a:bodyPr wrap="square">
            <a:spAutoFit/>
          </a:bodyPr>
          <a:lstStyle/>
          <a:p>
            <a:r>
              <a:rPr lang="en-US" dirty="0">
                <a:solidFill>
                  <a:srgbClr val="0070C0"/>
                </a:solidFill>
              </a:rPr>
              <a:t>DECLARE</a:t>
            </a:r>
          </a:p>
          <a:p>
            <a:r>
              <a:rPr lang="en-US" dirty="0"/>
              <a:t>     </a:t>
            </a:r>
            <a:r>
              <a:rPr lang="en-US" dirty="0">
                <a:solidFill>
                  <a:srgbClr val="FF0000"/>
                </a:solidFill>
              </a:rPr>
              <a:t>CURSOR</a:t>
            </a:r>
            <a:r>
              <a:rPr lang="en-US" dirty="0"/>
              <a:t> </a:t>
            </a:r>
            <a:r>
              <a:rPr lang="en-US" dirty="0" err="1"/>
              <a:t>c_customer_state</a:t>
            </a:r>
            <a:r>
              <a:rPr lang="en-US" dirty="0"/>
              <a:t> </a:t>
            </a:r>
            <a:r>
              <a:rPr lang="en-US" b="1" dirty="0"/>
              <a:t>IS</a:t>
            </a:r>
          </a:p>
          <a:p>
            <a:r>
              <a:rPr lang="en-US" dirty="0"/>
              <a:t>          SELECT </a:t>
            </a:r>
            <a:r>
              <a:rPr lang="en-US" dirty="0" err="1"/>
              <a:t>customerid</a:t>
            </a:r>
            <a:r>
              <a:rPr lang="en-US" dirty="0"/>
              <a:t> AS ID, </a:t>
            </a:r>
            <a:r>
              <a:rPr lang="en-US" dirty="0" err="1"/>
              <a:t>customername</a:t>
            </a:r>
            <a:r>
              <a:rPr lang="en-US" dirty="0"/>
              <a:t> AS NAME, </a:t>
            </a:r>
            <a:r>
              <a:rPr lang="en-US" dirty="0" err="1"/>
              <a:t>customerstate</a:t>
            </a:r>
            <a:r>
              <a:rPr lang="en-US" dirty="0"/>
              <a:t> AS STATE</a:t>
            </a:r>
          </a:p>
          <a:p>
            <a:r>
              <a:rPr lang="en-US" dirty="0"/>
              <a:t>          FROM </a:t>
            </a:r>
            <a:r>
              <a:rPr lang="en-US" dirty="0" err="1"/>
              <a:t>customer_T</a:t>
            </a:r>
            <a:r>
              <a:rPr lang="en-US" dirty="0"/>
              <a:t>;</a:t>
            </a:r>
          </a:p>
          <a:p>
            <a:r>
              <a:rPr lang="en-US" dirty="0">
                <a:solidFill>
                  <a:srgbClr val="0070C0"/>
                </a:solidFill>
              </a:rPr>
              <a:t>BEGIN</a:t>
            </a:r>
          </a:p>
          <a:p>
            <a:r>
              <a:rPr lang="en-US" dirty="0"/>
              <a:t>      FOR </a:t>
            </a:r>
            <a:r>
              <a:rPr lang="en-US" dirty="0" err="1"/>
              <a:t>v_customer</a:t>
            </a:r>
            <a:r>
              <a:rPr lang="en-US" dirty="0"/>
              <a:t> IN </a:t>
            </a:r>
            <a:r>
              <a:rPr lang="en-US" dirty="0" err="1"/>
              <a:t>c_customer_state</a:t>
            </a:r>
            <a:endParaRPr lang="en-US" dirty="0"/>
          </a:p>
          <a:p>
            <a:r>
              <a:rPr lang="en-US" dirty="0"/>
              <a:t>      </a:t>
            </a:r>
            <a:r>
              <a:rPr lang="en-US" b="1" dirty="0"/>
              <a:t>LOOP</a:t>
            </a:r>
          </a:p>
          <a:p>
            <a:r>
              <a:rPr lang="en-US" dirty="0"/>
              <a:t>            DBMS_OUTPUT.PUT_LINE(v_customer.id || ': ' || v_customer.name || ' is in ' || </a:t>
            </a:r>
            <a:r>
              <a:rPr lang="en-US" dirty="0" err="1"/>
              <a:t>v_customer.state</a:t>
            </a:r>
            <a:r>
              <a:rPr lang="en-US" dirty="0"/>
              <a:t>);</a:t>
            </a:r>
          </a:p>
          <a:p>
            <a:r>
              <a:rPr lang="en-US" dirty="0"/>
              <a:t>      </a:t>
            </a:r>
            <a:r>
              <a:rPr lang="en-US" b="1" dirty="0"/>
              <a:t>END LOOP</a:t>
            </a:r>
            <a:r>
              <a:rPr lang="en-US" dirty="0"/>
              <a:t>;</a:t>
            </a:r>
          </a:p>
          <a:p>
            <a:r>
              <a:rPr lang="en-US" dirty="0">
                <a:solidFill>
                  <a:srgbClr val="0070C0"/>
                </a:solidFill>
              </a:rPr>
              <a:t>END;</a:t>
            </a:r>
          </a:p>
        </p:txBody>
      </p:sp>
      <p:sp>
        <p:nvSpPr>
          <p:cNvPr id="5" name="TextBox 4"/>
          <p:cNvSpPr txBox="1"/>
          <p:nvPr/>
        </p:nvSpPr>
        <p:spPr>
          <a:xfrm>
            <a:off x="6553199" y="1654426"/>
            <a:ext cx="4306390" cy="369332"/>
          </a:xfrm>
          <a:prstGeom prst="rect">
            <a:avLst/>
          </a:prstGeom>
          <a:noFill/>
          <a:ln>
            <a:solidFill>
              <a:srgbClr val="FF0000"/>
            </a:solidFill>
          </a:ln>
        </p:spPr>
        <p:txBody>
          <a:bodyPr wrap="square" rtlCol="0">
            <a:spAutoFit/>
          </a:bodyPr>
          <a:lstStyle/>
          <a:p>
            <a:r>
              <a:rPr lang="en-US" dirty="0">
                <a:solidFill>
                  <a:srgbClr val="FF0000"/>
                </a:solidFill>
              </a:rPr>
              <a:t>Define the cursor using a regular </a:t>
            </a:r>
            <a:r>
              <a:rPr lang="en-US" altLang="zh-CN" dirty="0">
                <a:solidFill>
                  <a:srgbClr val="FF0000"/>
                </a:solidFill>
              </a:rPr>
              <a:t>SQL</a:t>
            </a:r>
            <a:r>
              <a:rPr lang="en-US" dirty="0">
                <a:solidFill>
                  <a:srgbClr val="FF0000"/>
                </a:solidFill>
              </a:rPr>
              <a:t> query</a:t>
            </a:r>
          </a:p>
        </p:txBody>
      </p:sp>
      <p:cxnSp>
        <p:nvCxnSpPr>
          <p:cNvPr id="7" name="Straight Arrow Connector 6"/>
          <p:cNvCxnSpPr>
            <a:cxnSpLocks/>
          </p:cNvCxnSpPr>
          <p:nvPr/>
        </p:nvCxnSpPr>
        <p:spPr>
          <a:xfrm flipH="1">
            <a:off x="4171406" y="1839093"/>
            <a:ext cx="2381793" cy="165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2731010" y="3220095"/>
            <a:ext cx="3029709" cy="900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760719" y="3043229"/>
            <a:ext cx="5792676" cy="369332"/>
          </a:xfrm>
          <a:prstGeom prst="rect">
            <a:avLst/>
          </a:prstGeom>
          <a:noFill/>
          <a:ln>
            <a:solidFill>
              <a:srgbClr val="FF0000"/>
            </a:solidFill>
          </a:ln>
        </p:spPr>
        <p:txBody>
          <a:bodyPr wrap="none" rtlCol="0">
            <a:spAutoFit/>
          </a:bodyPr>
          <a:lstStyle/>
          <a:p>
            <a:r>
              <a:rPr lang="en-US" dirty="0" err="1">
                <a:solidFill>
                  <a:srgbClr val="FF0000"/>
                </a:solidFill>
              </a:rPr>
              <a:t>v_customer</a:t>
            </a:r>
            <a:r>
              <a:rPr lang="en-US" dirty="0">
                <a:solidFill>
                  <a:srgbClr val="FF0000"/>
                </a:solidFill>
              </a:rPr>
              <a:t> is a record holder to retrieve each row in cursor</a:t>
            </a:r>
          </a:p>
        </p:txBody>
      </p:sp>
      <p:sp>
        <p:nvSpPr>
          <p:cNvPr id="12" name="TextBox 11"/>
          <p:cNvSpPr txBox="1"/>
          <p:nvPr/>
        </p:nvSpPr>
        <p:spPr>
          <a:xfrm>
            <a:off x="2731010" y="5259220"/>
            <a:ext cx="4614405" cy="646331"/>
          </a:xfrm>
          <a:prstGeom prst="rect">
            <a:avLst/>
          </a:prstGeom>
          <a:noFill/>
          <a:ln>
            <a:solidFill>
              <a:srgbClr val="FF0000"/>
            </a:solidFill>
          </a:ln>
        </p:spPr>
        <p:txBody>
          <a:bodyPr wrap="none" rtlCol="0">
            <a:spAutoFit/>
          </a:bodyPr>
          <a:lstStyle/>
          <a:p>
            <a:r>
              <a:rPr lang="en-US" dirty="0">
                <a:solidFill>
                  <a:srgbClr val="FF0000"/>
                </a:solidFill>
              </a:rPr>
              <a:t>The record holder is only valid inside FOR LOOP</a:t>
            </a:r>
          </a:p>
          <a:p>
            <a:r>
              <a:rPr lang="en-US" dirty="0">
                <a:solidFill>
                  <a:srgbClr val="FF0000"/>
                </a:solidFill>
              </a:rPr>
              <a:t>Can’t be used outside LOOP</a:t>
            </a:r>
          </a:p>
        </p:txBody>
      </p:sp>
      <p:cxnSp>
        <p:nvCxnSpPr>
          <p:cNvPr id="13" name="Straight Arrow Connector 12"/>
          <p:cNvCxnSpPr>
            <a:cxnSpLocks/>
          </p:cNvCxnSpPr>
          <p:nvPr/>
        </p:nvCxnSpPr>
        <p:spPr>
          <a:xfrm flipH="1" flipV="1">
            <a:off x="2046514" y="4188116"/>
            <a:ext cx="684496" cy="1071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9">
            <a:extLst>
              <a:ext uri="{FF2B5EF4-FFF2-40B4-BE49-F238E27FC236}">
                <a16:creationId xmlns:a16="http://schemas.microsoft.com/office/drawing/2014/main" id="{75001F62-704E-D888-36BE-DD46D6F38B52}"/>
              </a:ext>
            </a:extLst>
          </p:cNvPr>
          <p:cNvSpPr txBox="1"/>
          <p:nvPr/>
        </p:nvSpPr>
        <p:spPr>
          <a:xfrm>
            <a:off x="5760719" y="4341447"/>
            <a:ext cx="5350888" cy="369332"/>
          </a:xfrm>
          <a:prstGeom prst="rect">
            <a:avLst/>
          </a:prstGeom>
          <a:noFill/>
          <a:ln>
            <a:solidFill>
              <a:srgbClr val="FF0000"/>
            </a:solidFill>
          </a:ln>
        </p:spPr>
        <p:txBody>
          <a:bodyPr wrap="none" rtlCol="0">
            <a:spAutoFit/>
          </a:bodyPr>
          <a:lstStyle/>
          <a:p>
            <a:r>
              <a:rPr lang="en-US" dirty="0">
                <a:solidFill>
                  <a:srgbClr val="FF0000"/>
                </a:solidFill>
              </a:rPr>
              <a:t>Use </a:t>
            </a:r>
            <a:r>
              <a:rPr lang="en-US" dirty="0" err="1">
                <a:solidFill>
                  <a:srgbClr val="FF0000"/>
                </a:solidFill>
              </a:rPr>
              <a:t>record.colname</a:t>
            </a:r>
            <a:r>
              <a:rPr lang="en-US" dirty="0">
                <a:solidFill>
                  <a:srgbClr val="FF0000"/>
                </a:solidFill>
              </a:rPr>
              <a:t> to reference each field in the row</a:t>
            </a:r>
          </a:p>
        </p:txBody>
      </p:sp>
      <p:cxnSp>
        <p:nvCxnSpPr>
          <p:cNvPr id="16" name="Straight Arrow Connector 7">
            <a:extLst>
              <a:ext uri="{FF2B5EF4-FFF2-40B4-BE49-F238E27FC236}">
                <a16:creationId xmlns:a16="http://schemas.microsoft.com/office/drawing/2014/main" id="{F21BC096-D67D-4FCE-D94A-8698ECE917CC}"/>
              </a:ext>
            </a:extLst>
          </p:cNvPr>
          <p:cNvCxnSpPr>
            <a:cxnSpLocks/>
          </p:cNvCxnSpPr>
          <p:nvPr/>
        </p:nvCxnSpPr>
        <p:spPr>
          <a:xfrm flipH="1" flipV="1">
            <a:off x="5312965" y="3701429"/>
            <a:ext cx="1434904" cy="640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7">
            <a:extLst>
              <a:ext uri="{FF2B5EF4-FFF2-40B4-BE49-F238E27FC236}">
                <a16:creationId xmlns:a16="http://schemas.microsoft.com/office/drawing/2014/main" id="{E7507E71-D99D-5756-6C6D-5BF640F03B08}"/>
              </a:ext>
            </a:extLst>
          </p:cNvPr>
          <p:cNvCxnSpPr>
            <a:cxnSpLocks/>
          </p:cNvCxnSpPr>
          <p:nvPr/>
        </p:nvCxnSpPr>
        <p:spPr>
          <a:xfrm flipV="1">
            <a:off x="7454537" y="3732665"/>
            <a:ext cx="104503" cy="608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7">
            <a:extLst>
              <a:ext uri="{FF2B5EF4-FFF2-40B4-BE49-F238E27FC236}">
                <a16:creationId xmlns:a16="http://schemas.microsoft.com/office/drawing/2014/main" id="{1DABFBCE-6E2F-3678-C420-7C53195B00C5}"/>
              </a:ext>
            </a:extLst>
          </p:cNvPr>
          <p:cNvCxnSpPr>
            <a:cxnSpLocks/>
          </p:cNvCxnSpPr>
          <p:nvPr/>
        </p:nvCxnSpPr>
        <p:spPr>
          <a:xfrm flipV="1">
            <a:off x="8412480" y="3716952"/>
            <a:ext cx="1733006" cy="6244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147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P spid="12"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377368" y="3377006"/>
            <a:ext cx="6096000" cy="1200329"/>
          </a:xfrm>
          <a:prstGeom prst="rect">
            <a:avLst/>
          </a:prstGeom>
        </p:spPr>
        <p:txBody>
          <a:bodyPr>
            <a:spAutoFit/>
          </a:bodyPr>
          <a:lstStyle/>
          <a:p>
            <a:r>
              <a:rPr lang="en-US" dirty="0"/>
              <a:t>3: Computer Desk; </a:t>
            </a:r>
            <a:r>
              <a:rPr lang="en-US" dirty="0" err="1"/>
              <a:t>old_price</a:t>
            </a:r>
            <a:r>
              <a:rPr lang="en-US" dirty="0"/>
              <a:t> is $375; </a:t>
            </a:r>
            <a:r>
              <a:rPr lang="en-US" dirty="0" err="1"/>
              <a:t>new_price</a:t>
            </a:r>
            <a:r>
              <a:rPr lang="en-US" dirty="0"/>
              <a:t> is $337.5</a:t>
            </a:r>
          </a:p>
          <a:p>
            <a:r>
              <a:rPr lang="en-US" dirty="0"/>
              <a:t>5: Writers Desk; </a:t>
            </a:r>
            <a:r>
              <a:rPr lang="en-US" dirty="0" err="1"/>
              <a:t>old_price</a:t>
            </a:r>
            <a:r>
              <a:rPr lang="en-US" dirty="0"/>
              <a:t> is $325; </a:t>
            </a:r>
            <a:r>
              <a:rPr lang="en-US" dirty="0" err="1"/>
              <a:t>new_price</a:t>
            </a:r>
            <a:r>
              <a:rPr lang="en-US" dirty="0"/>
              <a:t> is $292.5</a:t>
            </a:r>
          </a:p>
          <a:p>
            <a:r>
              <a:rPr lang="en-US" dirty="0"/>
              <a:t>6: 8-Drawer Desk; </a:t>
            </a:r>
            <a:r>
              <a:rPr lang="en-US" dirty="0" err="1"/>
              <a:t>old_price</a:t>
            </a:r>
            <a:r>
              <a:rPr lang="en-US" dirty="0"/>
              <a:t> is $750; </a:t>
            </a:r>
            <a:r>
              <a:rPr lang="en-US" dirty="0" err="1"/>
              <a:t>new_price</a:t>
            </a:r>
            <a:r>
              <a:rPr lang="en-US" dirty="0"/>
              <a:t> is $675</a:t>
            </a:r>
          </a:p>
          <a:p>
            <a:r>
              <a:rPr lang="en-US" dirty="0"/>
              <a:t>8: Computer Desk; </a:t>
            </a:r>
            <a:r>
              <a:rPr lang="en-US" dirty="0" err="1"/>
              <a:t>old_price</a:t>
            </a:r>
            <a:r>
              <a:rPr lang="en-US" dirty="0"/>
              <a:t> is $250; </a:t>
            </a:r>
            <a:r>
              <a:rPr lang="en-US" dirty="0" err="1"/>
              <a:t>new_price</a:t>
            </a:r>
            <a:r>
              <a:rPr lang="en-US" dirty="0"/>
              <a:t> is $225</a:t>
            </a:r>
          </a:p>
        </p:txBody>
      </p:sp>
      <p:sp>
        <p:nvSpPr>
          <p:cNvPr id="2" name="Slide Number Placeholder 1"/>
          <p:cNvSpPr>
            <a:spLocks noGrp="1"/>
          </p:cNvSpPr>
          <p:nvPr>
            <p:ph type="sldNum" sz="quarter" idx="12"/>
          </p:nvPr>
        </p:nvSpPr>
        <p:spPr/>
        <p:txBody>
          <a:bodyPr/>
          <a:lstStyle/>
          <a:p>
            <a:fld id="{4FAB73BC-B049-4115-A692-8D63A059BFB8}" type="slidenum">
              <a:rPr lang="en-US" smtClean="0"/>
              <a:pPr/>
              <a:t>5</a:t>
            </a:fld>
            <a:endParaRPr lang="en-US" dirty="0"/>
          </a:p>
        </p:txBody>
      </p:sp>
      <p:sp>
        <p:nvSpPr>
          <p:cNvPr id="6" name="Title 1"/>
          <p:cNvSpPr txBox="1">
            <a:spLocks/>
          </p:cNvSpPr>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Example</a:t>
            </a:r>
          </a:p>
        </p:txBody>
      </p:sp>
      <p:sp>
        <p:nvSpPr>
          <p:cNvPr id="7" name="Content Placeholder 2"/>
          <p:cNvSpPr txBox="1">
            <a:spLocks/>
          </p:cNvSpPr>
          <p:nvPr/>
        </p:nvSpPr>
        <p:spPr>
          <a:xfrm>
            <a:off x="481044" y="818506"/>
            <a:ext cx="10294808" cy="709673"/>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t>Define a cursor that contains the product ID/description/price of all “Desks” in the product table. Then use either cursor loop or cursor FOR loop to display on the screen the ID, description, its original price, and the new price with a 10% discount.</a:t>
            </a:r>
          </a:p>
        </p:txBody>
      </p:sp>
      <p:sp>
        <p:nvSpPr>
          <p:cNvPr id="5" name="Rectangle 4"/>
          <p:cNvSpPr/>
          <p:nvPr/>
        </p:nvSpPr>
        <p:spPr>
          <a:xfrm>
            <a:off x="610085" y="1992012"/>
            <a:ext cx="9450626" cy="3970318"/>
          </a:xfrm>
          <a:prstGeom prst="rect">
            <a:avLst/>
          </a:prstGeom>
          <a:solidFill>
            <a:schemeClr val="bg1"/>
          </a:solidFill>
          <a:ln w="12700">
            <a:solidFill>
              <a:schemeClr val="accent1"/>
            </a:solidFill>
          </a:ln>
        </p:spPr>
        <p:txBody>
          <a:bodyPr wrap="square">
            <a:spAutoFit/>
          </a:bodyPr>
          <a:lstStyle/>
          <a:p>
            <a:r>
              <a:rPr lang="en-US" dirty="0">
                <a:solidFill>
                  <a:srgbClr val="0070C0"/>
                </a:solidFill>
              </a:rPr>
              <a:t>DECLARE</a:t>
            </a:r>
          </a:p>
          <a:p>
            <a:r>
              <a:rPr lang="en-US" dirty="0"/>
              <a:t>     </a:t>
            </a:r>
            <a:r>
              <a:rPr lang="en-US" dirty="0" err="1"/>
              <a:t>v_new_price</a:t>
            </a:r>
            <a:r>
              <a:rPr lang="en-US" dirty="0"/>
              <a:t>    </a:t>
            </a:r>
            <a:r>
              <a:rPr lang="en-US" dirty="0" err="1"/>
              <a:t>product_T.productstandardprice%TYPE</a:t>
            </a:r>
            <a:r>
              <a:rPr lang="en-US" dirty="0"/>
              <a:t>;</a:t>
            </a:r>
          </a:p>
          <a:p>
            <a:r>
              <a:rPr lang="en-US" dirty="0">
                <a:solidFill>
                  <a:srgbClr val="FF0000"/>
                </a:solidFill>
              </a:rPr>
              <a:t>     CURSOR</a:t>
            </a:r>
            <a:r>
              <a:rPr lang="en-US" dirty="0"/>
              <a:t> </a:t>
            </a:r>
            <a:r>
              <a:rPr lang="en-US" dirty="0" err="1"/>
              <a:t>c_desk</a:t>
            </a:r>
            <a:r>
              <a:rPr lang="en-US" dirty="0"/>
              <a:t> IS</a:t>
            </a:r>
          </a:p>
          <a:p>
            <a:r>
              <a:rPr lang="en-US" dirty="0"/>
              <a:t>          SELECT </a:t>
            </a:r>
            <a:r>
              <a:rPr lang="en-US" dirty="0" err="1"/>
              <a:t>productid</a:t>
            </a:r>
            <a:r>
              <a:rPr lang="en-US" dirty="0"/>
              <a:t> AS ID, </a:t>
            </a:r>
            <a:r>
              <a:rPr lang="en-US" dirty="0" err="1"/>
              <a:t>productdescription</a:t>
            </a:r>
            <a:r>
              <a:rPr lang="en-US" dirty="0"/>
              <a:t> AS DES,  </a:t>
            </a:r>
            <a:r>
              <a:rPr lang="en-US" dirty="0" err="1"/>
              <a:t>productstandardprice</a:t>
            </a:r>
            <a:r>
              <a:rPr lang="en-US" dirty="0"/>
              <a:t> AS PRICE</a:t>
            </a:r>
          </a:p>
          <a:p>
            <a:r>
              <a:rPr lang="en-US" dirty="0"/>
              <a:t>          FROM </a:t>
            </a:r>
            <a:r>
              <a:rPr lang="en-US" dirty="0" err="1"/>
              <a:t>product_T</a:t>
            </a:r>
            <a:endParaRPr lang="en-US" dirty="0"/>
          </a:p>
          <a:p>
            <a:r>
              <a:rPr lang="en-US" dirty="0"/>
              <a:t>          WHERE </a:t>
            </a:r>
            <a:r>
              <a:rPr lang="en-US" dirty="0" err="1"/>
              <a:t>productdescription</a:t>
            </a:r>
            <a:r>
              <a:rPr lang="en-US" dirty="0"/>
              <a:t> like '%Desk';</a:t>
            </a:r>
          </a:p>
          <a:p>
            <a:r>
              <a:rPr lang="en-US" dirty="0">
                <a:solidFill>
                  <a:srgbClr val="0070C0"/>
                </a:solidFill>
              </a:rPr>
              <a:t>BEGIN</a:t>
            </a:r>
          </a:p>
          <a:p>
            <a:r>
              <a:rPr lang="en-US" dirty="0"/>
              <a:t>     FOR </a:t>
            </a:r>
            <a:r>
              <a:rPr lang="en-US" dirty="0" err="1"/>
              <a:t>v_desk</a:t>
            </a:r>
            <a:r>
              <a:rPr lang="en-US" dirty="0"/>
              <a:t> IN </a:t>
            </a:r>
            <a:r>
              <a:rPr lang="en-US" dirty="0" err="1"/>
              <a:t>c_desk</a:t>
            </a:r>
            <a:endParaRPr lang="en-US" dirty="0"/>
          </a:p>
          <a:p>
            <a:r>
              <a:rPr lang="en-US" dirty="0"/>
              <a:t>     LOOP</a:t>
            </a:r>
          </a:p>
          <a:p>
            <a:r>
              <a:rPr lang="en-US" dirty="0"/>
              <a:t>          </a:t>
            </a:r>
            <a:r>
              <a:rPr lang="en-US" dirty="0" err="1"/>
              <a:t>v_new_price</a:t>
            </a:r>
            <a:r>
              <a:rPr lang="en-US" dirty="0"/>
              <a:t> := </a:t>
            </a:r>
            <a:r>
              <a:rPr lang="en-US" dirty="0" err="1"/>
              <a:t>v_desk.price</a:t>
            </a:r>
            <a:r>
              <a:rPr lang="en-US" dirty="0"/>
              <a:t> * 0.9;</a:t>
            </a:r>
          </a:p>
          <a:p>
            <a:r>
              <a:rPr lang="en-US" dirty="0"/>
              <a:t>          DBMS_OUTPUT.PUT_LINE(v_desk.id || ': ' || </a:t>
            </a:r>
            <a:r>
              <a:rPr lang="en-US" dirty="0" err="1"/>
              <a:t>v_desk.des</a:t>
            </a:r>
            <a:r>
              <a:rPr lang="en-US" dirty="0"/>
              <a:t> || '; </a:t>
            </a:r>
            <a:r>
              <a:rPr lang="en-US" dirty="0" err="1"/>
              <a:t>old_price</a:t>
            </a:r>
            <a:r>
              <a:rPr lang="en-US" dirty="0"/>
              <a:t> is $' || </a:t>
            </a:r>
            <a:r>
              <a:rPr lang="en-US" dirty="0" err="1"/>
              <a:t>v_desk.price</a:t>
            </a:r>
            <a:r>
              <a:rPr lang="en-US" dirty="0"/>
              <a:t> ||  </a:t>
            </a:r>
          </a:p>
          <a:p>
            <a:r>
              <a:rPr lang="en-US" dirty="0"/>
              <a:t>                                                         '; </a:t>
            </a:r>
            <a:r>
              <a:rPr lang="en-US" dirty="0" err="1"/>
              <a:t>new_price</a:t>
            </a:r>
            <a:r>
              <a:rPr lang="en-US" dirty="0"/>
              <a:t> is $' || ROUND(</a:t>
            </a:r>
            <a:r>
              <a:rPr lang="en-US" dirty="0" err="1"/>
              <a:t>v_new_price</a:t>
            </a:r>
            <a:r>
              <a:rPr lang="en-US" dirty="0"/>
              <a:t>, 2) );</a:t>
            </a:r>
          </a:p>
          <a:p>
            <a:r>
              <a:rPr lang="en-US" dirty="0"/>
              <a:t>     END LOOP;</a:t>
            </a:r>
          </a:p>
          <a:p>
            <a:r>
              <a:rPr lang="en-US" dirty="0">
                <a:solidFill>
                  <a:srgbClr val="0070C0"/>
                </a:solidFill>
              </a:rPr>
              <a:t>END;</a:t>
            </a:r>
          </a:p>
        </p:txBody>
      </p:sp>
    </p:spTree>
    <p:extLst>
      <p:ext uri="{BB962C8B-B14F-4D97-AF65-F5344CB8AC3E}">
        <p14:creationId xmlns:p14="http://schemas.microsoft.com/office/powerpoint/2010/main" val="223591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79EDC0D-5860-B543-A8ED-BE3083E03A6D}" type="slidenum">
              <a:rPr lang="en-US" smtClean="0"/>
              <a:pPr>
                <a:defRPr/>
              </a:pPr>
              <a:t>6</a:t>
            </a:fld>
            <a:endParaRPr lang="en-US"/>
          </a:p>
        </p:txBody>
      </p:sp>
      <p:sp>
        <p:nvSpPr>
          <p:cNvPr id="2" name="Title 1"/>
          <p:cNvSpPr>
            <a:spLocks noGrp="1"/>
          </p:cNvSpPr>
          <p:nvPr>
            <p:ph type="title" idx="4294967295"/>
          </p:nvPr>
        </p:nvSpPr>
        <p:spPr>
          <a:xfrm>
            <a:off x="400595" y="113166"/>
            <a:ext cx="10058400" cy="1449387"/>
          </a:xfrm>
        </p:spPr>
        <p:txBody>
          <a:bodyPr/>
          <a:lstStyle/>
          <a:p>
            <a:r>
              <a:rPr lang="en-US" dirty="0"/>
              <a:t>Exceptions</a:t>
            </a:r>
          </a:p>
        </p:txBody>
      </p:sp>
      <p:pic>
        <p:nvPicPr>
          <p:cNvPr id="5" name="Picture 4"/>
          <p:cNvPicPr>
            <a:picLocks noChangeAspect="1"/>
          </p:cNvPicPr>
          <p:nvPr/>
        </p:nvPicPr>
        <p:blipFill>
          <a:blip r:embed="rId2"/>
          <a:stretch>
            <a:fillRect/>
          </a:stretch>
        </p:blipFill>
        <p:spPr>
          <a:xfrm>
            <a:off x="2819400" y="1709928"/>
            <a:ext cx="5410200" cy="4572000"/>
          </a:xfrm>
          <a:prstGeom prst="rect">
            <a:avLst/>
          </a:prstGeom>
        </p:spPr>
      </p:pic>
    </p:spTree>
    <p:extLst>
      <p:ext uri="{BB962C8B-B14F-4D97-AF65-F5344CB8AC3E}">
        <p14:creationId xmlns:p14="http://schemas.microsoft.com/office/powerpoint/2010/main" val="359355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7</a:t>
            </a:fld>
            <a:endParaRPr lang="en-US" sz="1400">
              <a:solidFill>
                <a:schemeClr val="bg1"/>
              </a:solidFill>
            </a:endParaRPr>
          </a:p>
        </p:txBody>
      </p:sp>
      <p:sp>
        <p:nvSpPr>
          <p:cNvPr id="26625" name="Title 1"/>
          <p:cNvSpPr>
            <a:spLocks noGrp="1"/>
          </p:cNvSpPr>
          <p:nvPr>
            <p:ph type="title" idx="4294967295"/>
          </p:nvPr>
        </p:nvSpPr>
        <p:spPr>
          <a:xfrm>
            <a:off x="693066" y="98254"/>
            <a:ext cx="10058400" cy="1449387"/>
          </a:xfrm>
        </p:spPr>
        <p:txBody>
          <a:bodyPr/>
          <a:lstStyle/>
          <a:p>
            <a:r>
              <a:rPr lang="en-US" dirty="0"/>
              <a:t>Error Handling</a:t>
            </a:r>
          </a:p>
        </p:txBody>
      </p:sp>
      <p:sp>
        <p:nvSpPr>
          <p:cNvPr id="19" name="Content Placeholder 2"/>
          <p:cNvSpPr txBox="1">
            <a:spLocks/>
          </p:cNvSpPr>
          <p:nvPr/>
        </p:nvSpPr>
        <p:spPr>
          <a:xfrm>
            <a:off x="975360" y="1845734"/>
            <a:ext cx="10613666" cy="435389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q"/>
            </a:pPr>
            <a:r>
              <a:rPr lang="en-US" sz="2400" dirty="0"/>
              <a:t> Two types of errors</a:t>
            </a:r>
          </a:p>
          <a:p>
            <a:pPr lvl="2">
              <a:buFont typeface="Wingdings" panose="05000000000000000000" pitchFamily="2" charset="2"/>
              <a:buChar char="v"/>
            </a:pPr>
            <a:r>
              <a:rPr lang="en-US" sz="2000" dirty="0"/>
              <a:t> </a:t>
            </a:r>
            <a:r>
              <a:rPr lang="en-US" sz="2000" dirty="0">
                <a:solidFill>
                  <a:srgbClr val="FF0000"/>
                </a:solidFill>
              </a:rPr>
              <a:t>compilation</a:t>
            </a:r>
            <a:r>
              <a:rPr lang="en-US" sz="2000" dirty="0"/>
              <a:t> errors: </a:t>
            </a:r>
          </a:p>
          <a:p>
            <a:pPr marL="384048" lvl="2" indent="0">
              <a:buNone/>
            </a:pPr>
            <a:r>
              <a:rPr lang="en-US" sz="2000" dirty="0"/>
              <a:t>     -- a.k.a. syntax error; can be detected by the compiler</a:t>
            </a:r>
          </a:p>
          <a:p>
            <a:pPr lvl="2">
              <a:buFont typeface="Wingdings" panose="05000000000000000000" pitchFamily="2" charset="2"/>
              <a:buChar char="v"/>
            </a:pPr>
            <a:r>
              <a:rPr lang="en-US" sz="2000" dirty="0"/>
              <a:t> </a:t>
            </a:r>
            <a:r>
              <a:rPr lang="en-US" sz="2000" dirty="0">
                <a:solidFill>
                  <a:srgbClr val="FF0000"/>
                </a:solidFill>
              </a:rPr>
              <a:t>runtime</a:t>
            </a:r>
            <a:r>
              <a:rPr lang="en-US" sz="2000" dirty="0"/>
              <a:t> errors</a:t>
            </a:r>
          </a:p>
          <a:p>
            <a:pPr marL="384048" lvl="2" indent="0">
              <a:buNone/>
            </a:pPr>
            <a:r>
              <a:rPr lang="en-US" sz="2000" dirty="0"/>
              <a:t>     -- can NOT be detected by the complier</a:t>
            </a:r>
          </a:p>
          <a:p>
            <a:pPr marL="384048" lvl="2" indent="0">
              <a:buNone/>
            </a:pPr>
            <a:r>
              <a:rPr lang="en-US" sz="2000" dirty="0"/>
              <a:t>     -- exception handler</a:t>
            </a:r>
          </a:p>
        </p:txBody>
      </p:sp>
      <p:sp>
        <p:nvSpPr>
          <p:cNvPr id="5" name="Rectangle 4"/>
          <p:cNvSpPr/>
          <p:nvPr/>
        </p:nvSpPr>
        <p:spPr>
          <a:xfrm>
            <a:off x="5722266" y="3891308"/>
            <a:ext cx="5433414" cy="2308324"/>
          </a:xfrm>
          <a:prstGeom prst="rect">
            <a:avLst/>
          </a:prstGeom>
          <a:ln w="12700">
            <a:solidFill>
              <a:schemeClr val="accent1"/>
            </a:solidFill>
          </a:ln>
        </p:spPr>
        <p:txBody>
          <a:bodyPr wrap="square">
            <a:spAutoFit/>
          </a:bodyPr>
          <a:lstStyle/>
          <a:p>
            <a:r>
              <a:rPr lang="en-US" dirty="0">
                <a:solidFill>
                  <a:srgbClr val="0070C0"/>
                </a:solidFill>
              </a:rPr>
              <a:t>DECLARE</a:t>
            </a:r>
          </a:p>
          <a:p>
            <a:r>
              <a:rPr lang="en-US" dirty="0"/>
              <a:t>      v_num1    INTEGER  := :bv_n1;</a:t>
            </a:r>
          </a:p>
          <a:p>
            <a:r>
              <a:rPr lang="en-US" dirty="0"/>
              <a:t>      v_num2    INTEGER  := :bv_n2;</a:t>
            </a:r>
          </a:p>
          <a:p>
            <a:r>
              <a:rPr lang="en-US" dirty="0"/>
              <a:t>      </a:t>
            </a:r>
            <a:r>
              <a:rPr lang="en-US" dirty="0" err="1"/>
              <a:t>v_result</a:t>
            </a:r>
            <a:r>
              <a:rPr lang="en-US" dirty="0"/>
              <a:t>    NUMBER;</a:t>
            </a:r>
          </a:p>
          <a:p>
            <a:r>
              <a:rPr lang="en-US" dirty="0">
                <a:solidFill>
                  <a:srgbClr val="0070C0"/>
                </a:solidFill>
              </a:rPr>
              <a:t>BEGIN</a:t>
            </a:r>
          </a:p>
          <a:p>
            <a:r>
              <a:rPr lang="en-US" dirty="0"/>
              <a:t>      </a:t>
            </a:r>
            <a:r>
              <a:rPr lang="en-US" dirty="0" err="1"/>
              <a:t>v_result</a:t>
            </a:r>
            <a:r>
              <a:rPr lang="en-US" dirty="0"/>
              <a:t> = v_num1 / v_num2;</a:t>
            </a:r>
          </a:p>
          <a:p>
            <a:r>
              <a:rPr lang="en-US" dirty="0"/>
              <a:t>      DBMS_OUTPUT.PUT_LINE('</a:t>
            </a:r>
            <a:r>
              <a:rPr lang="en-US" dirty="0" err="1"/>
              <a:t>v_result</a:t>
            </a:r>
            <a:r>
              <a:rPr lang="en-US" dirty="0"/>
              <a:t> =  ' || </a:t>
            </a:r>
            <a:r>
              <a:rPr lang="en-US" dirty="0" err="1"/>
              <a:t>v_result</a:t>
            </a:r>
            <a:r>
              <a:rPr lang="en-US" dirty="0"/>
              <a:t>);</a:t>
            </a:r>
          </a:p>
          <a:p>
            <a:r>
              <a:rPr lang="en-US" dirty="0">
                <a:solidFill>
                  <a:srgbClr val="0070C0"/>
                </a:solidFill>
              </a:rPr>
              <a:t>END;</a:t>
            </a:r>
          </a:p>
        </p:txBody>
      </p:sp>
    </p:spTree>
    <p:extLst>
      <p:ext uri="{BB962C8B-B14F-4D97-AF65-F5344CB8AC3E}">
        <p14:creationId xmlns:p14="http://schemas.microsoft.com/office/powerpoint/2010/main" val="432326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79EDC0D-5860-B543-A8ED-BE3083E03A6D}" type="slidenum">
              <a:rPr lang="en-US" smtClean="0"/>
              <a:pPr>
                <a:defRPr/>
              </a:pPr>
              <a:t>8</a:t>
            </a:fld>
            <a:endParaRPr lang="en-US"/>
          </a:p>
        </p:txBody>
      </p:sp>
      <p:sp>
        <p:nvSpPr>
          <p:cNvPr id="2" name="Title 1"/>
          <p:cNvSpPr>
            <a:spLocks noGrp="1"/>
          </p:cNvSpPr>
          <p:nvPr>
            <p:ph type="title" idx="4294967295"/>
          </p:nvPr>
        </p:nvSpPr>
        <p:spPr>
          <a:xfrm>
            <a:off x="812074" y="-258263"/>
            <a:ext cx="10058400" cy="1449387"/>
          </a:xfrm>
        </p:spPr>
        <p:txBody>
          <a:bodyPr/>
          <a:lstStyle/>
          <a:p>
            <a:r>
              <a:rPr lang="en-US" dirty="0"/>
              <a:t>Program Flow with Exceptions</a:t>
            </a:r>
          </a:p>
        </p:txBody>
      </p:sp>
      <p:pic>
        <p:nvPicPr>
          <p:cNvPr id="5" name="Picture 4"/>
          <p:cNvPicPr>
            <a:picLocks noChangeAspect="1"/>
          </p:cNvPicPr>
          <p:nvPr/>
        </p:nvPicPr>
        <p:blipFill>
          <a:blip r:embed="rId2"/>
          <a:stretch>
            <a:fillRect/>
          </a:stretch>
        </p:blipFill>
        <p:spPr>
          <a:xfrm>
            <a:off x="3352800" y="1905001"/>
            <a:ext cx="3810000" cy="4051139"/>
          </a:xfrm>
          <a:prstGeom prst="rect">
            <a:avLst/>
          </a:prstGeom>
        </p:spPr>
      </p:pic>
    </p:spTree>
    <p:extLst>
      <p:ext uri="{BB962C8B-B14F-4D97-AF65-F5344CB8AC3E}">
        <p14:creationId xmlns:p14="http://schemas.microsoft.com/office/powerpoint/2010/main" val="3239666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9</a:t>
            </a:fld>
            <a:endParaRPr lang="en-US" dirty="0"/>
          </a:p>
        </p:txBody>
      </p:sp>
      <p:sp>
        <p:nvSpPr>
          <p:cNvPr id="6" name="Title 1"/>
          <p:cNvSpPr txBox="1">
            <a:spLocks/>
          </p:cNvSpPr>
          <p:nvPr/>
        </p:nvSpPr>
        <p:spPr>
          <a:xfrm>
            <a:off x="481044" y="254833"/>
            <a:ext cx="6376956" cy="7538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4000" u="sng" dirty="0"/>
              <a:t>Exception-Handling Section</a:t>
            </a:r>
          </a:p>
        </p:txBody>
      </p:sp>
      <p:sp>
        <p:nvSpPr>
          <p:cNvPr id="7" name="Content Placeholder 2"/>
          <p:cNvSpPr txBox="1">
            <a:spLocks/>
          </p:cNvSpPr>
          <p:nvPr/>
        </p:nvSpPr>
        <p:spPr>
          <a:xfrm>
            <a:off x="481044" y="950860"/>
            <a:ext cx="1572839" cy="349112"/>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pPr>
            <a:r>
              <a:rPr lang="en-US" dirty="0"/>
              <a:t> Syntax</a:t>
            </a:r>
          </a:p>
        </p:txBody>
      </p:sp>
      <p:sp>
        <p:nvSpPr>
          <p:cNvPr id="9" name="Rectangle 1"/>
          <p:cNvSpPr>
            <a:spLocks noChangeArrowheads="1"/>
          </p:cNvSpPr>
          <p:nvPr/>
        </p:nvSpPr>
        <p:spPr bwMode="auto">
          <a:xfrm>
            <a:off x="2053883" y="1079593"/>
            <a:ext cx="4572790" cy="1200329"/>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r>
              <a:rPr lang="fr-FR" sz="1800" b="1" dirty="0"/>
              <a:t>EXCEPTION</a:t>
            </a:r>
            <a:endParaRPr lang="fr-FR" sz="1800" b="1" i="1" dirty="0">
              <a:solidFill>
                <a:srgbClr val="FF0000"/>
              </a:solidFill>
            </a:endParaRPr>
          </a:p>
          <a:p>
            <a:r>
              <a:rPr lang="fr-FR" sz="1800" b="1" dirty="0"/>
              <a:t>     WHEN </a:t>
            </a:r>
            <a:r>
              <a:rPr lang="fr-FR" sz="1800" b="1" i="1" dirty="0" err="1">
                <a:solidFill>
                  <a:srgbClr val="FF0000"/>
                </a:solidFill>
              </a:rPr>
              <a:t>exception_name</a:t>
            </a:r>
            <a:endParaRPr lang="fr-FR" sz="1800" b="1" dirty="0"/>
          </a:p>
          <a:p>
            <a:r>
              <a:rPr lang="fr-FR" sz="1800" b="1" i="1" dirty="0">
                <a:solidFill>
                  <a:srgbClr val="FF0000"/>
                </a:solidFill>
              </a:rPr>
              <a:t>     </a:t>
            </a:r>
            <a:r>
              <a:rPr lang="fr-FR" sz="1800" b="1" dirty="0"/>
              <a:t>THEN</a:t>
            </a:r>
          </a:p>
          <a:p>
            <a:r>
              <a:rPr lang="fr-FR" sz="1800" b="1" i="1" dirty="0">
                <a:solidFill>
                  <a:srgbClr val="FF0000"/>
                </a:solidFill>
              </a:rPr>
              <a:t>                 </a:t>
            </a:r>
            <a:r>
              <a:rPr lang="fr-FR" sz="1800" b="1" i="1" dirty="0" err="1">
                <a:solidFill>
                  <a:srgbClr val="FF0000"/>
                </a:solidFill>
              </a:rPr>
              <a:t>error-processing</a:t>
            </a:r>
            <a:r>
              <a:rPr lang="fr-FR" sz="1800" b="1" i="1" dirty="0">
                <a:solidFill>
                  <a:srgbClr val="FF0000"/>
                </a:solidFill>
              </a:rPr>
              <a:t> </a:t>
            </a:r>
            <a:r>
              <a:rPr lang="fr-FR" sz="1800" b="1" i="1" dirty="0" err="1">
                <a:solidFill>
                  <a:srgbClr val="FF0000"/>
                </a:solidFill>
              </a:rPr>
              <a:t>statements</a:t>
            </a:r>
            <a:r>
              <a:rPr lang="fr-FR" sz="1800" b="1" i="1" dirty="0">
                <a:solidFill>
                  <a:srgbClr val="FF0000"/>
                </a:solidFill>
              </a:rPr>
              <a:t> </a:t>
            </a:r>
            <a:r>
              <a:rPr lang="fr-FR" sz="1800" b="1" dirty="0"/>
              <a:t>;</a:t>
            </a:r>
            <a:r>
              <a:rPr lang="fr-FR" sz="1800" b="1" i="1" dirty="0">
                <a:solidFill>
                  <a:srgbClr val="FF0000"/>
                </a:solidFill>
              </a:rPr>
              <a:t> </a:t>
            </a:r>
          </a:p>
        </p:txBody>
      </p:sp>
      <p:sp>
        <p:nvSpPr>
          <p:cNvPr id="10" name="Rectangle 9"/>
          <p:cNvSpPr/>
          <p:nvPr/>
        </p:nvSpPr>
        <p:spPr>
          <a:xfrm>
            <a:off x="2053883" y="2571204"/>
            <a:ext cx="7427742" cy="3416320"/>
          </a:xfrm>
          <a:prstGeom prst="rect">
            <a:avLst/>
          </a:prstGeom>
          <a:ln w="12700">
            <a:solidFill>
              <a:schemeClr val="accent1"/>
            </a:solidFill>
          </a:ln>
        </p:spPr>
        <p:txBody>
          <a:bodyPr wrap="square">
            <a:spAutoFit/>
          </a:bodyPr>
          <a:lstStyle/>
          <a:p>
            <a:r>
              <a:rPr lang="en-US" dirty="0">
                <a:solidFill>
                  <a:srgbClr val="0070C0"/>
                </a:solidFill>
              </a:rPr>
              <a:t>DECLARE</a:t>
            </a:r>
          </a:p>
          <a:p>
            <a:r>
              <a:rPr lang="en-US" dirty="0"/>
              <a:t>      v_num1    INTEGER  := :bv_n1;</a:t>
            </a:r>
          </a:p>
          <a:p>
            <a:r>
              <a:rPr lang="en-US" dirty="0"/>
              <a:t>      v_num2    INTEGER  := :bv_n2;</a:t>
            </a:r>
          </a:p>
          <a:p>
            <a:r>
              <a:rPr lang="en-US" dirty="0"/>
              <a:t>      </a:t>
            </a:r>
            <a:r>
              <a:rPr lang="en-US" dirty="0" err="1"/>
              <a:t>v_result</a:t>
            </a:r>
            <a:r>
              <a:rPr lang="en-US" dirty="0"/>
              <a:t>    NUMBER;</a:t>
            </a:r>
          </a:p>
          <a:p>
            <a:r>
              <a:rPr lang="en-US" dirty="0">
                <a:solidFill>
                  <a:srgbClr val="0070C0"/>
                </a:solidFill>
              </a:rPr>
              <a:t>BEGIN</a:t>
            </a:r>
          </a:p>
          <a:p>
            <a:r>
              <a:rPr lang="en-US" dirty="0"/>
              <a:t>      </a:t>
            </a:r>
            <a:r>
              <a:rPr lang="en-US" dirty="0" err="1"/>
              <a:t>v_result</a:t>
            </a:r>
            <a:r>
              <a:rPr lang="en-US" dirty="0"/>
              <a:t> := v_num1 / v_num2;</a:t>
            </a:r>
          </a:p>
          <a:p>
            <a:r>
              <a:rPr lang="en-US" dirty="0"/>
              <a:t>      DBMS_OUTPUT.PUT_LINE('</a:t>
            </a:r>
            <a:r>
              <a:rPr lang="en-US" dirty="0" err="1"/>
              <a:t>v_result</a:t>
            </a:r>
            <a:r>
              <a:rPr lang="en-US" dirty="0"/>
              <a:t> =  ' || </a:t>
            </a:r>
            <a:r>
              <a:rPr lang="en-US" dirty="0" err="1"/>
              <a:t>v_result</a:t>
            </a:r>
            <a:r>
              <a:rPr lang="en-US" dirty="0"/>
              <a:t>);</a:t>
            </a:r>
          </a:p>
          <a:p>
            <a:r>
              <a:rPr lang="en-US" dirty="0">
                <a:solidFill>
                  <a:srgbClr val="0070C0"/>
                </a:solidFill>
              </a:rPr>
              <a:t>EXCEPTION</a:t>
            </a:r>
          </a:p>
          <a:p>
            <a:r>
              <a:rPr lang="en-US" dirty="0"/>
              <a:t>      WHEN ZERO_DIVIDE</a:t>
            </a:r>
          </a:p>
          <a:p>
            <a:r>
              <a:rPr lang="en-US" dirty="0"/>
              <a:t>      THEN</a:t>
            </a:r>
          </a:p>
          <a:p>
            <a:r>
              <a:rPr lang="en-US" dirty="0"/>
              <a:t>            DBMS_OUTPUT.PUT_LINE('A number can NOT be divided by zero!');</a:t>
            </a:r>
          </a:p>
          <a:p>
            <a:r>
              <a:rPr lang="en-US" dirty="0">
                <a:solidFill>
                  <a:srgbClr val="0070C0"/>
                </a:solidFill>
              </a:rPr>
              <a:t>END;</a:t>
            </a:r>
          </a:p>
        </p:txBody>
      </p:sp>
    </p:spTree>
    <p:extLst>
      <p:ext uri="{BB962C8B-B14F-4D97-AF65-F5344CB8AC3E}">
        <p14:creationId xmlns:p14="http://schemas.microsoft.com/office/powerpoint/2010/main" val="816235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10</a:t>
            </a:fld>
            <a:endParaRPr lang="en-US" sz="1400">
              <a:solidFill>
                <a:schemeClr val="bg1"/>
              </a:solidFill>
            </a:endParaRPr>
          </a:p>
        </p:txBody>
      </p:sp>
      <p:sp>
        <p:nvSpPr>
          <p:cNvPr id="26625" name="Title 1"/>
          <p:cNvSpPr>
            <a:spLocks noGrp="1"/>
          </p:cNvSpPr>
          <p:nvPr>
            <p:ph type="title" idx="4294967295"/>
          </p:nvPr>
        </p:nvSpPr>
        <p:spPr>
          <a:xfrm>
            <a:off x="618308" y="33090"/>
            <a:ext cx="10058400" cy="1449387"/>
          </a:xfrm>
        </p:spPr>
        <p:txBody>
          <a:bodyPr/>
          <a:lstStyle/>
          <a:p>
            <a:r>
              <a:rPr lang="en-US" dirty="0"/>
              <a:t>Built-in Exceptions</a:t>
            </a:r>
          </a:p>
        </p:txBody>
      </p:sp>
      <p:graphicFrame>
        <p:nvGraphicFramePr>
          <p:cNvPr id="2" name="Table 1"/>
          <p:cNvGraphicFramePr>
            <a:graphicFrameLocks noGrp="1"/>
          </p:cNvGraphicFramePr>
          <p:nvPr/>
        </p:nvGraphicFramePr>
        <p:xfrm>
          <a:off x="1163710" y="1892407"/>
          <a:ext cx="9925539" cy="4412331"/>
        </p:xfrm>
        <a:graphic>
          <a:graphicData uri="http://schemas.openxmlformats.org/drawingml/2006/table">
            <a:tbl>
              <a:tblPr firstRow="1" bandRow="1">
                <a:tableStyleId>{5C22544A-7EE6-4342-B048-85BDC9FD1C3A}</a:tableStyleId>
              </a:tblPr>
              <a:tblGrid>
                <a:gridCol w="2188307">
                  <a:extLst>
                    <a:ext uri="{9D8B030D-6E8A-4147-A177-3AD203B41FA5}">
                      <a16:colId xmlns:a16="http://schemas.microsoft.com/office/drawing/2014/main" val="2896770049"/>
                    </a:ext>
                  </a:extLst>
                </a:gridCol>
                <a:gridCol w="5711483">
                  <a:extLst>
                    <a:ext uri="{9D8B030D-6E8A-4147-A177-3AD203B41FA5}">
                      <a16:colId xmlns:a16="http://schemas.microsoft.com/office/drawing/2014/main" val="935319040"/>
                    </a:ext>
                  </a:extLst>
                </a:gridCol>
                <a:gridCol w="2025749">
                  <a:extLst>
                    <a:ext uri="{9D8B030D-6E8A-4147-A177-3AD203B41FA5}">
                      <a16:colId xmlns:a16="http://schemas.microsoft.com/office/drawing/2014/main" val="4049150068"/>
                    </a:ext>
                  </a:extLst>
                </a:gridCol>
              </a:tblGrid>
              <a:tr h="630333">
                <a:tc>
                  <a:txBody>
                    <a:bodyPr/>
                    <a:lstStyle/>
                    <a:p>
                      <a:pPr algn="ctr"/>
                      <a:r>
                        <a:rPr lang="en-US" sz="2000" dirty="0"/>
                        <a:t>Exception Name</a:t>
                      </a:r>
                    </a:p>
                  </a:txBody>
                  <a:tcPr/>
                </a:tc>
                <a:tc>
                  <a:txBody>
                    <a:bodyPr/>
                    <a:lstStyle/>
                    <a:p>
                      <a:pPr algn="ctr"/>
                      <a:r>
                        <a:rPr lang="en-US" sz="2000" dirty="0"/>
                        <a:t>Issues</a:t>
                      </a:r>
                    </a:p>
                  </a:txBody>
                  <a:tcPr/>
                </a:tc>
                <a:tc>
                  <a:txBody>
                    <a:bodyPr/>
                    <a:lstStyle/>
                    <a:p>
                      <a:pPr algn="ctr"/>
                      <a:r>
                        <a:rPr lang="en-US" sz="2000" dirty="0"/>
                        <a:t>Error</a:t>
                      </a:r>
                      <a:r>
                        <a:rPr lang="en-US" sz="2000" baseline="0" dirty="0"/>
                        <a:t> Number</a:t>
                      </a:r>
                      <a:endParaRPr lang="en-US" sz="2000" dirty="0"/>
                    </a:p>
                  </a:txBody>
                  <a:tcPr/>
                </a:tc>
                <a:extLst>
                  <a:ext uri="{0D108BD9-81ED-4DB2-BD59-A6C34878D82A}">
                    <a16:rowId xmlns:a16="http://schemas.microsoft.com/office/drawing/2014/main" val="2053931313"/>
                  </a:ext>
                </a:extLst>
              </a:tr>
              <a:tr h="630333">
                <a:tc>
                  <a:txBody>
                    <a:bodyPr/>
                    <a:lstStyle/>
                    <a:p>
                      <a:r>
                        <a:rPr lang="en-US" sz="2000" dirty="0"/>
                        <a:t>ZERO_DIVIDE</a:t>
                      </a:r>
                    </a:p>
                  </a:txBody>
                  <a:tcPr/>
                </a:tc>
                <a:tc>
                  <a:txBody>
                    <a:bodyPr/>
                    <a:lstStyle/>
                    <a:p>
                      <a:r>
                        <a:rPr lang="en-US" sz="2000" dirty="0"/>
                        <a:t>A divisor</a:t>
                      </a:r>
                      <a:r>
                        <a:rPr lang="en-US" sz="2000" baseline="0" dirty="0"/>
                        <a:t> is equal to zero</a:t>
                      </a:r>
                      <a:endParaRPr lang="en-US" sz="2000" dirty="0"/>
                    </a:p>
                  </a:txBody>
                  <a:tcPr/>
                </a:tc>
                <a:tc>
                  <a:txBody>
                    <a:bodyPr/>
                    <a:lstStyle/>
                    <a:p>
                      <a:r>
                        <a:rPr lang="en-US" sz="2000" dirty="0"/>
                        <a:t>ORA-01476</a:t>
                      </a:r>
                    </a:p>
                  </a:txBody>
                  <a:tcPr/>
                </a:tc>
                <a:extLst>
                  <a:ext uri="{0D108BD9-81ED-4DB2-BD59-A6C34878D82A}">
                    <a16:rowId xmlns:a16="http://schemas.microsoft.com/office/drawing/2014/main" val="3667270642"/>
                  </a:ext>
                </a:extLst>
              </a:tr>
              <a:tr h="630333">
                <a:tc>
                  <a:txBody>
                    <a:bodyPr/>
                    <a:lstStyle/>
                    <a:p>
                      <a:r>
                        <a:rPr lang="en-US" sz="2000" dirty="0"/>
                        <a:t>NO_DATA_FOUND</a:t>
                      </a:r>
                    </a:p>
                  </a:txBody>
                  <a:tcPr/>
                </a:tc>
                <a:tc>
                  <a:txBody>
                    <a:bodyPr/>
                    <a:lstStyle/>
                    <a:p>
                      <a:r>
                        <a:rPr lang="en-US" sz="2000" dirty="0"/>
                        <a:t>SELECT INTO statement does not return any rows</a:t>
                      </a:r>
                    </a:p>
                  </a:txBody>
                  <a:tcPr/>
                </a:tc>
                <a:tc>
                  <a:txBody>
                    <a:bodyPr/>
                    <a:lstStyle/>
                    <a:p>
                      <a:r>
                        <a:rPr lang="en-US" sz="2000" dirty="0"/>
                        <a:t>ORA-01403</a:t>
                      </a:r>
                    </a:p>
                  </a:txBody>
                  <a:tcPr/>
                </a:tc>
                <a:extLst>
                  <a:ext uri="{0D108BD9-81ED-4DB2-BD59-A6C34878D82A}">
                    <a16:rowId xmlns:a16="http://schemas.microsoft.com/office/drawing/2014/main" val="1949901075"/>
                  </a:ext>
                </a:extLst>
              </a:tr>
              <a:tr h="630333">
                <a:tc>
                  <a:txBody>
                    <a:bodyPr/>
                    <a:lstStyle/>
                    <a:p>
                      <a:r>
                        <a:rPr lang="en-US" sz="2000" dirty="0"/>
                        <a:t>TOO_MANY_ROWS</a:t>
                      </a:r>
                    </a:p>
                  </a:txBody>
                  <a:tcPr/>
                </a:tc>
                <a:tc>
                  <a:txBody>
                    <a:bodyPr/>
                    <a:lstStyle/>
                    <a:p>
                      <a:r>
                        <a:rPr lang="en-US" sz="2000" dirty="0"/>
                        <a:t>SELECT INTO statement returns more</a:t>
                      </a:r>
                      <a:r>
                        <a:rPr lang="en-US" sz="2000" baseline="0" dirty="0"/>
                        <a:t> than one row</a:t>
                      </a:r>
                      <a:endParaRPr lang="en-US" sz="2000" dirty="0"/>
                    </a:p>
                  </a:txBody>
                  <a:tcPr/>
                </a:tc>
                <a:tc>
                  <a:txBody>
                    <a:bodyPr/>
                    <a:lstStyle/>
                    <a:p>
                      <a:r>
                        <a:rPr lang="en-US" sz="2000" dirty="0"/>
                        <a:t>ORA-01422</a:t>
                      </a:r>
                    </a:p>
                  </a:txBody>
                  <a:tcPr/>
                </a:tc>
                <a:extLst>
                  <a:ext uri="{0D108BD9-81ED-4DB2-BD59-A6C34878D82A}">
                    <a16:rowId xmlns:a16="http://schemas.microsoft.com/office/drawing/2014/main" val="3784331059"/>
                  </a:ext>
                </a:extLst>
              </a:tr>
              <a:tr h="630333">
                <a:tc>
                  <a:txBody>
                    <a:bodyPr/>
                    <a:lstStyle/>
                    <a:p>
                      <a:r>
                        <a:rPr lang="en-US" sz="2000" dirty="0"/>
                        <a:t>VALUE_ERROR</a:t>
                      </a:r>
                    </a:p>
                  </a:txBody>
                  <a:tcPr/>
                </a:tc>
                <a:tc>
                  <a:txBody>
                    <a:bodyPr/>
                    <a:lstStyle/>
                    <a:p>
                      <a:r>
                        <a:rPr lang="en-US" sz="2000" dirty="0"/>
                        <a:t>A conversion or size mismatch</a:t>
                      </a:r>
                      <a:r>
                        <a:rPr lang="en-US" sz="2000" baseline="0" dirty="0"/>
                        <a:t> error occurs</a:t>
                      </a:r>
                      <a:endParaRPr lang="en-US" sz="2000" dirty="0"/>
                    </a:p>
                  </a:txBody>
                  <a:tcPr/>
                </a:tc>
                <a:tc>
                  <a:txBody>
                    <a:bodyPr/>
                    <a:lstStyle/>
                    <a:p>
                      <a:r>
                        <a:rPr lang="en-US" sz="2000" dirty="0"/>
                        <a:t>ORA-06502</a:t>
                      </a:r>
                    </a:p>
                  </a:txBody>
                  <a:tcPr/>
                </a:tc>
                <a:extLst>
                  <a:ext uri="{0D108BD9-81ED-4DB2-BD59-A6C34878D82A}">
                    <a16:rowId xmlns:a16="http://schemas.microsoft.com/office/drawing/2014/main" val="433265476"/>
                  </a:ext>
                </a:extLst>
              </a:tr>
              <a:tr h="630333">
                <a:tc>
                  <a:txBody>
                    <a:bodyPr/>
                    <a:lstStyle/>
                    <a:p>
                      <a:pPr algn="ctr"/>
                      <a:r>
                        <a:rPr lang="en-US" sz="2000" dirty="0"/>
                        <a:t>…</a:t>
                      </a:r>
                    </a:p>
                  </a:txBody>
                  <a:tcPr/>
                </a:tc>
                <a:tc>
                  <a:txBody>
                    <a:bodyPr/>
                    <a:lstStyle/>
                    <a:p>
                      <a:pPr algn="ctr"/>
                      <a:r>
                        <a:rPr lang="en-US" sz="2000" dirty="0"/>
                        <a:t>…</a:t>
                      </a:r>
                    </a:p>
                  </a:txBody>
                  <a:tcPr/>
                </a:tc>
                <a:tc>
                  <a:txBody>
                    <a:bodyPr/>
                    <a:lstStyle/>
                    <a:p>
                      <a:pPr algn="ctr"/>
                      <a:r>
                        <a:rPr lang="en-US" sz="2000" dirty="0"/>
                        <a:t>…</a:t>
                      </a:r>
                    </a:p>
                  </a:txBody>
                  <a:tcPr/>
                </a:tc>
                <a:extLst>
                  <a:ext uri="{0D108BD9-81ED-4DB2-BD59-A6C34878D82A}">
                    <a16:rowId xmlns:a16="http://schemas.microsoft.com/office/drawing/2014/main" val="1707643986"/>
                  </a:ext>
                </a:extLst>
              </a:tr>
              <a:tr h="630333">
                <a:tc>
                  <a:txBody>
                    <a:bodyPr/>
                    <a:lstStyle/>
                    <a:p>
                      <a:r>
                        <a:rPr lang="en-US" sz="2000" dirty="0"/>
                        <a:t>OTHERS</a:t>
                      </a:r>
                    </a:p>
                  </a:txBody>
                  <a:tcPr/>
                </a:tc>
                <a:tc>
                  <a:txBody>
                    <a:bodyPr/>
                    <a:lstStyle/>
                    <a:p>
                      <a:r>
                        <a:rPr lang="en-US" sz="2000" dirty="0"/>
                        <a:t>ANY runtime errors</a:t>
                      </a:r>
                    </a:p>
                  </a:txBody>
                  <a:tcPr/>
                </a:tc>
                <a:tc>
                  <a:txBody>
                    <a:bodyPr/>
                    <a:lstStyle/>
                    <a:p>
                      <a:endParaRPr lang="en-US" sz="2000" dirty="0"/>
                    </a:p>
                  </a:txBody>
                  <a:tcPr/>
                </a:tc>
                <a:extLst>
                  <a:ext uri="{0D108BD9-81ED-4DB2-BD59-A6C34878D82A}">
                    <a16:rowId xmlns:a16="http://schemas.microsoft.com/office/drawing/2014/main" val="1464213691"/>
                  </a:ext>
                </a:extLst>
              </a:tr>
            </a:tbl>
          </a:graphicData>
        </a:graphic>
      </p:graphicFrame>
    </p:spTree>
    <p:extLst>
      <p:ext uri="{BB962C8B-B14F-4D97-AF65-F5344CB8AC3E}">
        <p14:creationId xmlns:p14="http://schemas.microsoft.com/office/powerpoint/2010/main" val="4043463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FAB73BC-B049-4115-A692-8D63A059BFB8}" type="slidenum">
              <a:rPr lang="en-US" smtClean="0"/>
              <a:pPr/>
              <a:t>11</a:t>
            </a:fld>
            <a:endParaRPr lang="en-US" dirty="0"/>
          </a:p>
        </p:txBody>
      </p:sp>
      <p:sp>
        <p:nvSpPr>
          <p:cNvPr id="3" name="Rectangle 2"/>
          <p:cNvSpPr/>
          <p:nvPr/>
        </p:nvSpPr>
        <p:spPr>
          <a:xfrm>
            <a:off x="1773541" y="287373"/>
            <a:ext cx="8782929" cy="6001643"/>
          </a:xfrm>
          <a:prstGeom prst="rect">
            <a:avLst/>
          </a:prstGeom>
          <a:ln w="12700">
            <a:solidFill>
              <a:schemeClr val="accent1"/>
            </a:solidFill>
          </a:ln>
        </p:spPr>
        <p:txBody>
          <a:bodyPr wrap="square">
            <a:spAutoFit/>
          </a:bodyPr>
          <a:lstStyle/>
          <a:p>
            <a:r>
              <a:rPr lang="en-US" sz="1600" dirty="0">
                <a:solidFill>
                  <a:srgbClr val="0070C0"/>
                </a:solidFill>
              </a:rPr>
              <a:t>DECLARE</a:t>
            </a:r>
          </a:p>
          <a:p>
            <a:r>
              <a:rPr lang="en-US" sz="1600" dirty="0"/>
              <a:t>     </a:t>
            </a:r>
            <a:r>
              <a:rPr lang="en-US" sz="1600" dirty="0">
                <a:solidFill>
                  <a:srgbClr val="FF0000"/>
                </a:solidFill>
              </a:rPr>
              <a:t>CURSOR</a:t>
            </a:r>
            <a:r>
              <a:rPr lang="en-US" sz="1600" dirty="0"/>
              <a:t> </a:t>
            </a:r>
            <a:r>
              <a:rPr lang="en-US" sz="1600" dirty="0" err="1"/>
              <a:t>c_customer_state</a:t>
            </a:r>
            <a:r>
              <a:rPr lang="en-US" sz="1600" dirty="0"/>
              <a:t> IS</a:t>
            </a:r>
          </a:p>
          <a:p>
            <a:r>
              <a:rPr lang="en-US" sz="1600" dirty="0"/>
              <a:t>          SELECT </a:t>
            </a:r>
            <a:r>
              <a:rPr lang="en-US" sz="1600" dirty="0" err="1"/>
              <a:t>customerid</a:t>
            </a:r>
            <a:r>
              <a:rPr lang="en-US" sz="1600" dirty="0"/>
              <a:t> AS ID, </a:t>
            </a:r>
            <a:r>
              <a:rPr lang="en-US" sz="1600" dirty="0" err="1"/>
              <a:t>customername</a:t>
            </a:r>
            <a:r>
              <a:rPr lang="en-US" sz="1600" dirty="0"/>
              <a:t> AS NAME, </a:t>
            </a:r>
            <a:r>
              <a:rPr lang="en-US" sz="1600" dirty="0" err="1"/>
              <a:t>customerstate</a:t>
            </a:r>
            <a:r>
              <a:rPr lang="en-US" sz="1600" dirty="0"/>
              <a:t> AS STATE</a:t>
            </a:r>
          </a:p>
          <a:p>
            <a:r>
              <a:rPr lang="en-US" sz="1600" dirty="0"/>
              <a:t>          FROM </a:t>
            </a:r>
            <a:r>
              <a:rPr lang="en-US" sz="1600" dirty="0" err="1"/>
              <a:t>customer_T</a:t>
            </a:r>
            <a:r>
              <a:rPr lang="en-US" sz="1600" dirty="0"/>
              <a:t>;</a:t>
            </a:r>
          </a:p>
          <a:p>
            <a:r>
              <a:rPr lang="en-US" sz="1600" dirty="0"/>
              <a:t>      </a:t>
            </a:r>
            <a:r>
              <a:rPr lang="en-US" sz="1600" dirty="0" err="1"/>
              <a:t>v_customer</a:t>
            </a:r>
            <a:r>
              <a:rPr lang="en-US" sz="1600" dirty="0"/>
              <a:t> </a:t>
            </a:r>
            <a:r>
              <a:rPr lang="en-US" sz="1600" dirty="0" err="1"/>
              <a:t>c_customer_state</a:t>
            </a:r>
            <a:r>
              <a:rPr lang="en-US" sz="1600" dirty="0" err="1">
                <a:solidFill>
                  <a:srgbClr val="00B050"/>
                </a:solidFill>
              </a:rPr>
              <a:t>%ROWTYPE</a:t>
            </a:r>
            <a:r>
              <a:rPr lang="en-US" sz="1600" dirty="0"/>
              <a:t>;</a:t>
            </a:r>
          </a:p>
          <a:p>
            <a:r>
              <a:rPr lang="en-US" sz="1600" dirty="0"/>
              <a:t>      </a:t>
            </a:r>
            <a:r>
              <a:rPr lang="en-US" sz="1600" dirty="0" err="1"/>
              <a:t>v_test_num</a:t>
            </a:r>
            <a:r>
              <a:rPr lang="en-US" sz="1600" dirty="0"/>
              <a:t>  NUMBER;</a:t>
            </a:r>
          </a:p>
          <a:p>
            <a:r>
              <a:rPr lang="en-US" sz="1600" dirty="0">
                <a:solidFill>
                  <a:srgbClr val="0070C0"/>
                </a:solidFill>
              </a:rPr>
              <a:t>BEGIN</a:t>
            </a:r>
          </a:p>
          <a:p>
            <a:r>
              <a:rPr lang="en-US" sz="1600" dirty="0"/>
              <a:t>      </a:t>
            </a:r>
            <a:r>
              <a:rPr lang="en-US" sz="1600" dirty="0">
                <a:solidFill>
                  <a:srgbClr val="FF0000"/>
                </a:solidFill>
              </a:rPr>
              <a:t>OPEN</a:t>
            </a:r>
            <a:r>
              <a:rPr lang="en-US" sz="1600" dirty="0"/>
              <a:t> </a:t>
            </a:r>
            <a:r>
              <a:rPr lang="en-US" sz="1600" dirty="0" err="1"/>
              <a:t>c_customer_state</a:t>
            </a:r>
            <a:r>
              <a:rPr lang="en-US" sz="1600" dirty="0"/>
              <a:t>;</a:t>
            </a:r>
          </a:p>
          <a:p>
            <a:r>
              <a:rPr lang="en-US" sz="1600" dirty="0"/>
              <a:t>      LOOP</a:t>
            </a:r>
          </a:p>
          <a:p>
            <a:r>
              <a:rPr lang="en-US" sz="1600" dirty="0"/>
              <a:t>      </a:t>
            </a:r>
            <a:r>
              <a:rPr lang="en-US" sz="1600" dirty="0">
                <a:solidFill>
                  <a:srgbClr val="FF0000"/>
                </a:solidFill>
              </a:rPr>
              <a:t>FETCH</a:t>
            </a:r>
            <a:r>
              <a:rPr lang="en-US" sz="1600" dirty="0"/>
              <a:t> </a:t>
            </a:r>
            <a:r>
              <a:rPr lang="en-US" sz="1600" dirty="0" err="1"/>
              <a:t>c_customer_state</a:t>
            </a:r>
            <a:r>
              <a:rPr lang="en-US" sz="1600" dirty="0"/>
              <a:t> INTO </a:t>
            </a:r>
            <a:r>
              <a:rPr lang="en-US" sz="1600" dirty="0" err="1"/>
              <a:t>v_customer</a:t>
            </a:r>
            <a:r>
              <a:rPr lang="en-US" sz="1600" dirty="0"/>
              <a:t>;</a:t>
            </a:r>
          </a:p>
          <a:p>
            <a:r>
              <a:rPr lang="en-US" sz="1600" dirty="0"/>
              <a:t>      EXIT WHEN </a:t>
            </a:r>
            <a:r>
              <a:rPr lang="en-US" sz="1600" dirty="0" err="1"/>
              <a:t>c_customer_state</a:t>
            </a:r>
            <a:r>
              <a:rPr lang="en-US" sz="1600" dirty="0" err="1">
                <a:solidFill>
                  <a:srgbClr val="00B050"/>
                </a:solidFill>
              </a:rPr>
              <a:t>%NOTFOUND</a:t>
            </a:r>
            <a:r>
              <a:rPr lang="en-US" sz="1600" dirty="0"/>
              <a:t>;</a:t>
            </a:r>
          </a:p>
          <a:p>
            <a:endParaRPr lang="en-US" sz="1600" dirty="0"/>
          </a:p>
          <a:p>
            <a:r>
              <a:rPr lang="en-US" sz="1600" dirty="0"/>
              <a:t>      DBMS_OUTPUT.PUT_LINE(v_customer.id || ': ' || v_customer.name || ' is in ' || </a:t>
            </a:r>
            <a:r>
              <a:rPr lang="en-US" sz="1600" dirty="0" err="1"/>
              <a:t>v_customer.state</a:t>
            </a:r>
            <a:r>
              <a:rPr lang="en-US" sz="1600" dirty="0"/>
              <a:t>);</a:t>
            </a:r>
          </a:p>
          <a:p>
            <a:r>
              <a:rPr lang="en-US" sz="1600" dirty="0"/>
              <a:t>      END LOOP;</a:t>
            </a:r>
          </a:p>
          <a:p>
            <a:r>
              <a:rPr lang="en-US" sz="1600" dirty="0"/>
              <a:t>      -- </a:t>
            </a:r>
            <a:r>
              <a:rPr lang="en-US" sz="1600" dirty="0" err="1"/>
              <a:t>v_test_num</a:t>
            </a:r>
            <a:r>
              <a:rPr lang="en-US" sz="1600" dirty="0"/>
              <a:t> := 6/0;</a:t>
            </a:r>
          </a:p>
          <a:p>
            <a:r>
              <a:rPr lang="en-US" sz="1600" dirty="0"/>
              <a:t>      </a:t>
            </a:r>
            <a:r>
              <a:rPr lang="en-US" sz="1600" dirty="0">
                <a:solidFill>
                  <a:srgbClr val="FF0000"/>
                </a:solidFill>
              </a:rPr>
              <a:t>CLOSE</a:t>
            </a:r>
            <a:r>
              <a:rPr lang="en-US" sz="1600" dirty="0"/>
              <a:t> </a:t>
            </a:r>
            <a:r>
              <a:rPr lang="en-US" sz="1600" dirty="0" err="1"/>
              <a:t>c_customer_state</a:t>
            </a:r>
            <a:r>
              <a:rPr lang="en-US" sz="1600" dirty="0"/>
              <a:t>;</a:t>
            </a:r>
          </a:p>
          <a:p>
            <a:r>
              <a:rPr lang="en-US" sz="1600" dirty="0">
                <a:solidFill>
                  <a:srgbClr val="0070C0"/>
                </a:solidFill>
              </a:rPr>
              <a:t>EXCEPTION</a:t>
            </a:r>
          </a:p>
          <a:p>
            <a:r>
              <a:rPr lang="en-US" sz="1600" dirty="0"/>
              <a:t>      WHEN </a:t>
            </a:r>
            <a:r>
              <a:rPr lang="en-US" sz="1600" dirty="0">
                <a:solidFill>
                  <a:srgbClr val="7030A0"/>
                </a:solidFill>
              </a:rPr>
              <a:t>OTHERS</a:t>
            </a:r>
          </a:p>
          <a:p>
            <a:r>
              <a:rPr lang="en-US" sz="1600" dirty="0"/>
              <a:t>      THEN</a:t>
            </a:r>
          </a:p>
          <a:p>
            <a:r>
              <a:rPr lang="en-US" sz="1600" dirty="0"/>
              <a:t>             IF </a:t>
            </a:r>
            <a:r>
              <a:rPr lang="en-US" sz="1600" dirty="0" err="1"/>
              <a:t>c_customer_state</a:t>
            </a:r>
            <a:r>
              <a:rPr lang="en-US" sz="1600" dirty="0" err="1">
                <a:solidFill>
                  <a:srgbClr val="00B050"/>
                </a:solidFill>
              </a:rPr>
              <a:t>%ISOPEN</a:t>
            </a:r>
            <a:r>
              <a:rPr lang="en-US" sz="1600" dirty="0"/>
              <a:t> THEN</a:t>
            </a:r>
          </a:p>
          <a:p>
            <a:r>
              <a:rPr lang="en-US" sz="1600" dirty="0"/>
              <a:t>                   CLOSE </a:t>
            </a:r>
            <a:r>
              <a:rPr lang="en-US" sz="1600" dirty="0" err="1"/>
              <a:t>c_customer_state</a:t>
            </a:r>
            <a:r>
              <a:rPr lang="en-US" sz="1600" dirty="0"/>
              <a:t>;</a:t>
            </a:r>
          </a:p>
          <a:p>
            <a:r>
              <a:rPr lang="en-US" sz="1600" dirty="0"/>
              <a:t>                   DBMS_OUTPUT.PUT_LINE('the cursor has been closed');</a:t>
            </a:r>
          </a:p>
          <a:p>
            <a:r>
              <a:rPr lang="en-US" sz="1600" dirty="0"/>
              <a:t>             END IF;</a:t>
            </a:r>
          </a:p>
          <a:p>
            <a:r>
              <a:rPr lang="en-US" sz="1600" dirty="0">
                <a:solidFill>
                  <a:srgbClr val="0070C0"/>
                </a:solidFill>
              </a:rPr>
              <a:t>END;</a:t>
            </a:r>
          </a:p>
        </p:txBody>
      </p:sp>
    </p:spTree>
    <p:extLst>
      <p:ext uri="{BB962C8B-B14F-4D97-AF65-F5344CB8AC3E}">
        <p14:creationId xmlns:p14="http://schemas.microsoft.com/office/powerpoint/2010/main" val="2486671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r>
              <a:rPr lang="en-US" dirty="0"/>
              <a:t>Stored Program Units</a:t>
            </a:r>
          </a:p>
        </p:txBody>
      </p:sp>
      <p:sp>
        <p:nvSpPr>
          <p:cNvPr id="4" name="Slide Number Placeholder 3"/>
          <p:cNvSpPr>
            <a:spLocks noGrp="1"/>
          </p:cNvSpPr>
          <p:nvPr>
            <p:ph type="sldNum" sz="quarter" idx="12"/>
          </p:nvPr>
        </p:nvSpPr>
        <p:spPr/>
        <p:txBody>
          <a:bodyPr/>
          <a:lstStyle>
            <a:lvl1pPr>
              <a:defRPr sz="900">
                <a:solidFill>
                  <a:schemeClr val="tx1"/>
                </a:solidFill>
                <a:latin typeface="Arial" panose="020B0604020202020204" pitchFamily="34" charset="0"/>
                <a:ea typeface="MS PGothic" panose="020B0600070205080204" pitchFamily="34" charset="-128"/>
              </a:defRPr>
            </a:lvl1pPr>
            <a:lvl2pPr marL="742950" indent="-285750">
              <a:defRPr sz="900">
                <a:solidFill>
                  <a:schemeClr val="tx1"/>
                </a:solidFill>
                <a:latin typeface="Arial" panose="020B0604020202020204" pitchFamily="34" charset="0"/>
                <a:ea typeface="MS PGothic" panose="020B0600070205080204" pitchFamily="34" charset="-128"/>
              </a:defRPr>
            </a:lvl2pPr>
            <a:lvl3pPr marL="1143000" indent="-228600">
              <a:defRPr sz="900">
                <a:solidFill>
                  <a:schemeClr val="tx1"/>
                </a:solidFill>
                <a:latin typeface="Arial" panose="020B0604020202020204" pitchFamily="34" charset="0"/>
                <a:ea typeface="MS PGothic" panose="020B0600070205080204" pitchFamily="34" charset="-128"/>
              </a:defRPr>
            </a:lvl3pPr>
            <a:lvl4pPr marL="1600200" indent="-228600">
              <a:defRPr sz="900">
                <a:solidFill>
                  <a:schemeClr val="tx1"/>
                </a:solidFill>
                <a:latin typeface="Arial" panose="020B0604020202020204" pitchFamily="34" charset="0"/>
                <a:ea typeface="MS PGothic" panose="020B0600070205080204" pitchFamily="34" charset="-128"/>
              </a:defRPr>
            </a:lvl4pPr>
            <a:lvl5pPr marL="2057400" indent="-228600">
              <a:defRPr sz="9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900">
                <a:solidFill>
                  <a:schemeClr val="tx1"/>
                </a:solidFill>
                <a:latin typeface="Arial" panose="020B0604020202020204" pitchFamily="34" charset="0"/>
                <a:ea typeface="MS PGothic" panose="020B0600070205080204" pitchFamily="34" charset="-128"/>
              </a:defRPr>
            </a:lvl9pPr>
          </a:lstStyle>
          <a:p>
            <a:fld id="{44602906-B08E-48FD-90DD-C1AA348D6EA9}" type="slidenum">
              <a:rPr lang="en-US" sz="1400">
                <a:solidFill>
                  <a:schemeClr val="bg1"/>
                </a:solidFill>
              </a:rPr>
              <a:pPr/>
              <a:t>12</a:t>
            </a:fld>
            <a:endParaRPr lang="en-US" sz="1400">
              <a:solidFill>
                <a:schemeClr val="bg1"/>
              </a:solidFill>
            </a:endParaRPr>
          </a:p>
        </p:txBody>
      </p:sp>
      <p:sp>
        <p:nvSpPr>
          <p:cNvPr id="19" name="Content Placeholder 2"/>
          <p:cNvSpPr txBox="1">
            <a:spLocks/>
          </p:cNvSpPr>
          <p:nvPr/>
        </p:nvSpPr>
        <p:spPr>
          <a:xfrm>
            <a:off x="975360" y="1845734"/>
            <a:ext cx="10613666" cy="395105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1">
              <a:buFont typeface="Wingdings" panose="05000000000000000000" pitchFamily="2" charset="2"/>
              <a:buChar char="v"/>
            </a:pPr>
            <a:r>
              <a:rPr lang="en-US" sz="2000" dirty="0"/>
              <a:t> The PL/SQL block we have discussed so far are called anonymous </a:t>
            </a:r>
            <a:r>
              <a:rPr lang="en-US" altLang="zh-CN" sz="2000" dirty="0"/>
              <a:t>block (no name).</a:t>
            </a:r>
          </a:p>
          <a:p>
            <a:pPr lvl="1">
              <a:buFont typeface="Wingdings" panose="05000000000000000000" pitchFamily="2" charset="2"/>
              <a:buChar char="v"/>
            </a:pPr>
            <a:r>
              <a:rPr lang="en-US" sz="2000" dirty="0"/>
              <a:t> We can save some code blocks and give them names. Call them later.</a:t>
            </a:r>
          </a:p>
          <a:p>
            <a:pPr lvl="1">
              <a:buFont typeface="Wingdings" panose="05000000000000000000" pitchFamily="2" charset="2"/>
              <a:buChar char="v"/>
            </a:pPr>
            <a:r>
              <a:rPr lang="en-US" sz="2000" dirty="0"/>
              <a:t> Stored </a:t>
            </a:r>
            <a:r>
              <a:rPr lang="en-US" sz="2000" b="1" dirty="0"/>
              <a:t>Procedure, Functions</a:t>
            </a:r>
            <a:r>
              <a:rPr lang="en-US" sz="2000" dirty="0"/>
              <a:t>, Packages. </a:t>
            </a:r>
          </a:p>
          <a:p>
            <a:pPr lvl="1">
              <a:buFont typeface="Wingdings" panose="05000000000000000000" pitchFamily="2" charset="2"/>
              <a:buChar char="v"/>
            </a:pPr>
            <a:r>
              <a:rPr lang="en-US" sz="2000" dirty="0"/>
              <a:t> Can take input parameters and return values</a:t>
            </a:r>
          </a:p>
          <a:p>
            <a:pPr lvl="1">
              <a:buFont typeface="Wingdings" panose="05000000000000000000" pitchFamily="2" charset="2"/>
              <a:buChar char="v"/>
            </a:pPr>
            <a:r>
              <a:rPr lang="en-US" sz="2000" dirty="0"/>
              <a:t> Stored in the database directory. Can be called by many users later.</a:t>
            </a:r>
          </a:p>
          <a:p>
            <a:pPr lvl="1">
              <a:buFont typeface="Wingdings" panose="05000000000000000000" pitchFamily="2" charset="2"/>
              <a:buChar char="v"/>
            </a:pPr>
            <a:endParaRPr lang="en-US" sz="2000" dirty="0"/>
          </a:p>
          <a:p>
            <a:pPr lvl="1">
              <a:buFont typeface="Wingdings" panose="05000000000000000000" pitchFamily="2" charset="2"/>
              <a:buChar char="v"/>
            </a:pPr>
            <a:r>
              <a:rPr lang="en-US" sz="2000" dirty="0"/>
              <a:t> Example:  </a:t>
            </a:r>
            <a:r>
              <a:rPr lang="en-US" sz="2000" dirty="0" err="1"/>
              <a:t>substr</a:t>
            </a:r>
            <a:r>
              <a:rPr lang="en-US" sz="2000" dirty="0"/>
              <a:t>() is a function  (extract a substring from the input string) </a:t>
            </a:r>
          </a:p>
          <a:p>
            <a:pPr lvl="1">
              <a:buFont typeface="Wingdings" panose="05000000000000000000" pitchFamily="2" charset="2"/>
              <a:buChar char="v"/>
            </a:pPr>
            <a:endParaRPr lang="en-US" sz="2000" dirty="0"/>
          </a:p>
          <a:p>
            <a:pPr marL="201168" lvl="1" indent="0">
              <a:buNone/>
            </a:pPr>
            <a:r>
              <a:rPr lang="en-US" sz="2000" dirty="0"/>
              <a:t> select </a:t>
            </a:r>
            <a:r>
              <a:rPr lang="en-US" sz="2000" dirty="0" err="1"/>
              <a:t>substr</a:t>
            </a:r>
            <a:r>
              <a:rPr lang="en-US" sz="2000" dirty="0"/>
              <a:t>(name, 1, 2) from actor;   </a:t>
            </a:r>
          </a:p>
        </p:txBody>
      </p:sp>
      <p:cxnSp>
        <p:nvCxnSpPr>
          <p:cNvPr id="3" name="Straight Arrow Connector 2"/>
          <p:cNvCxnSpPr/>
          <p:nvPr/>
        </p:nvCxnSpPr>
        <p:spPr>
          <a:xfrm flipH="1" flipV="1">
            <a:off x="2239861" y="5054344"/>
            <a:ext cx="16778" cy="876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736521" y="5943623"/>
            <a:ext cx="2194832" cy="369332"/>
          </a:xfrm>
          <a:prstGeom prst="rect">
            <a:avLst/>
          </a:prstGeom>
          <a:noFill/>
        </p:spPr>
        <p:txBody>
          <a:bodyPr wrap="none" rtlCol="0">
            <a:spAutoFit/>
          </a:bodyPr>
          <a:lstStyle/>
          <a:p>
            <a:r>
              <a:rPr lang="en-US" dirty="0"/>
              <a:t>Name of the function</a:t>
            </a:r>
          </a:p>
        </p:txBody>
      </p:sp>
      <p:cxnSp>
        <p:nvCxnSpPr>
          <p:cNvPr id="9" name="Straight Arrow Connector 8"/>
          <p:cNvCxnSpPr/>
          <p:nvPr/>
        </p:nvCxnSpPr>
        <p:spPr>
          <a:xfrm flipH="1" flipV="1">
            <a:off x="3120705" y="4991450"/>
            <a:ext cx="1954635" cy="10737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543750" y="6004432"/>
            <a:ext cx="1810496" cy="369332"/>
          </a:xfrm>
          <a:prstGeom prst="rect">
            <a:avLst/>
          </a:prstGeom>
          <a:noFill/>
        </p:spPr>
        <p:txBody>
          <a:bodyPr wrap="none" rtlCol="0">
            <a:spAutoFit/>
          </a:bodyPr>
          <a:lstStyle/>
          <a:p>
            <a:r>
              <a:rPr lang="en-US" dirty="0"/>
              <a:t>Input parameters</a:t>
            </a:r>
          </a:p>
        </p:txBody>
      </p:sp>
      <p:sp>
        <p:nvSpPr>
          <p:cNvPr id="14" name="Rectangle 13"/>
          <p:cNvSpPr/>
          <p:nvPr/>
        </p:nvSpPr>
        <p:spPr>
          <a:xfrm>
            <a:off x="1837189" y="4588778"/>
            <a:ext cx="1963024" cy="4026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p:nvPr/>
        </p:nvCxnSpPr>
        <p:spPr>
          <a:xfrm>
            <a:off x="3800213" y="4991450"/>
            <a:ext cx="2944536" cy="620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459524" y="5715947"/>
            <a:ext cx="4236224" cy="369332"/>
          </a:xfrm>
          <a:prstGeom prst="rect">
            <a:avLst/>
          </a:prstGeom>
          <a:noFill/>
        </p:spPr>
        <p:txBody>
          <a:bodyPr wrap="none" rtlCol="0">
            <a:spAutoFit/>
          </a:bodyPr>
          <a:lstStyle/>
          <a:p>
            <a:r>
              <a:rPr lang="en-US" dirty="0"/>
              <a:t>Output value (first two characters of name)</a:t>
            </a:r>
          </a:p>
        </p:txBody>
      </p:sp>
    </p:spTree>
    <p:extLst>
      <p:ext uri="{BB962C8B-B14F-4D97-AF65-F5344CB8AC3E}">
        <p14:creationId xmlns:p14="http://schemas.microsoft.com/office/powerpoint/2010/main" val="336291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sp>
        <p:nvSpPr>
          <p:cNvPr id="3" name="Content Placeholder 2"/>
          <p:cNvSpPr>
            <a:spLocks noGrp="1"/>
          </p:cNvSpPr>
          <p:nvPr>
            <p:ph idx="1"/>
          </p:nvPr>
        </p:nvSpPr>
        <p:spPr/>
        <p:txBody>
          <a:bodyPr/>
          <a:lstStyle/>
          <a:p>
            <a:r>
              <a:rPr lang="en-US" dirty="0"/>
              <a:t>Example:</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113E31D-E2AB-40D1-8B51-AFA5AFEF393A}" type="slidenum">
              <a:rPr lang="en-US" smtClean="0"/>
              <a:t>13</a:t>
            </a:fld>
            <a:endParaRPr lang="en-US" dirty="0"/>
          </a:p>
        </p:txBody>
      </p:sp>
      <p:sp>
        <p:nvSpPr>
          <p:cNvPr id="10" name="Rectangle 9"/>
          <p:cNvSpPr/>
          <p:nvPr/>
        </p:nvSpPr>
        <p:spPr>
          <a:xfrm>
            <a:off x="1210810" y="2392284"/>
            <a:ext cx="8689647" cy="1477328"/>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CREATE OR REPLACE PROCEDURE </a:t>
            </a:r>
            <a:r>
              <a:rPr lang="en-US" dirty="0" err="1">
                <a:latin typeface="Times New Roman" panose="02020603050405020304" pitchFamily="18" charset="0"/>
                <a:cs typeface="Times New Roman" panose="02020603050405020304" pitchFamily="18" charset="0"/>
              </a:rPr>
              <a:t>welcome_msg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p_name</a:t>
            </a:r>
            <a:r>
              <a:rPr lang="en-US" dirty="0">
                <a:latin typeface="Times New Roman" panose="02020603050405020304" pitchFamily="18" charset="0"/>
                <a:cs typeface="Times New Roman" panose="02020603050405020304" pitchFamily="18" charset="0"/>
              </a:rPr>
              <a:t> IN VARCHAR2) </a:t>
            </a:r>
          </a:p>
          <a:p>
            <a:r>
              <a:rPr lang="en-US" dirty="0">
                <a:latin typeface="Times New Roman" panose="02020603050405020304" pitchFamily="18" charset="0"/>
                <a:cs typeface="Times New Roman" panose="02020603050405020304" pitchFamily="18" charset="0"/>
              </a:rPr>
              <a:t>IS</a:t>
            </a:r>
          </a:p>
          <a:p>
            <a:r>
              <a:rPr lang="en-US" dirty="0">
                <a:latin typeface="Times New Roman" panose="02020603050405020304" pitchFamily="18" charset="0"/>
                <a:cs typeface="Times New Roman" panose="02020603050405020304" pitchFamily="18" charset="0"/>
              </a:rPr>
              <a:t>BEGIN</a:t>
            </a:r>
          </a:p>
          <a:p>
            <a:r>
              <a:rPr lang="en-US" dirty="0" err="1">
                <a:latin typeface="Times New Roman" panose="02020603050405020304" pitchFamily="18" charset="0"/>
                <a:cs typeface="Times New Roman" panose="02020603050405020304" pitchFamily="18" charset="0"/>
              </a:rPr>
              <a:t>dbms_output.put_line</a:t>
            </a:r>
            <a:r>
              <a:rPr lang="en-US" dirty="0">
                <a:latin typeface="Times New Roman" panose="02020603050405020304" pitchFamily="18" charset="0"/>
                <a:cs typeface="Times New Roman" panose="02020603050405020304" pitchFamily="18" charset="0"/>
              </a:rPr>
              <a:t> ('Welcome '|| </a:t>
            </a:r>
            <a:r>
              <a:rPr lang="en-US" dirty="0" err="1">
                <a:latin typeface="Times New Roman" panose="02020603050405020304" pitchFamily="18" charset="0"/>
                <a:cs typeface="Times New Roman" panose="02020603050405020304" pitchFamily="18" charset="0"/>
              </a:rPr>
              <a:t>p_name</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END;</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3016" y="5429556"/>
            <a:ext cx="2962688" cy="752580"/>
          </a:xfrm>
          <a:prstGeom prst="rect">
            <a:avLst/>
          </a:prstGeom>
        </p:spPr>
      </p:pic>
      <p:cxnSp>
        <p:nvCxnSpPr>
          <p:cNvPr id="15" name="Straight Arrow Connector 14"/>
          <p:cNvCxnSpPr/>
          <p:nvPr/>
        </p:nvCxnSpPr>
        <p:spPr>
          <a:xfrm flipV="1">
            <a:off x="5690204" y="2785146"/>
            <a:ext cx="249202" cy="26731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576663" y="5458344"/>
            <a:ext cx="1736053" cy="369332"/>
          </a:xfrm>
          <a:prstGeom prst="rect">
            <a:avLst/>
          </a:prstGeom>
          <a:noFill/>
        </p:spPr>
        <p:txBody>
          <a:bodyPr wrap="none" rtlCol="0">
            <a:spAutoFit/>
          </a:bodyPr>
          <a:lstStyle/>
          <a:p>
            <a:r>
              <a:rPr lang="en-US" dirty="0"/>
              <a:t>Procedure name</a:t>
            </a:r>
          </a:p>
        </p:txBody>
      </p:sp>
      <p:cxnSp>
        <p:nvCxnSpPr>
          <p:cNvPr id="17" name="Straight Arrow Connector 16"/>
          <p:cNvCxnSpPr/>
          <p:nvPr/>
        </p:nvCxnSpPr>
        <p:spPr>
          <a:xfrm flipH="1" flipV="1">
            <a:off x="6935228" y="2805586"/>
            <a:ext cx="312860" cy="607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799556" y="3413186"/>
            <a:ext cx="1171667" cy="369332"/>
          </a:xfrm>
          <a:prstGeom prst="rect">
            <a:avLst/>
          </a:prstGeom>
          <a:noFill/>
        </p:spPr>
        <p:txBody>
          <a:bodyPr wrap="none" rtlCol="0">
            <a:spAutoFit/>
          </a:bodyPr>
          <a:lstStyle/>
          <a:p>
            <a:r>
              <a:rPr lang="en-US" dirty="0"/>
              <a:t>parameter</a:t>
            </a:r>
          </a:p>
        </p:txBody>
      </p:sp>
      <p:cxnSp>
        <p:nvCxnSpPr>
          <p:cNvPr id="22" name="Straight Arrow Connector 21"/>
          <p:cNvCxnSpPr/>
          <p:nvPr/>
        </p:nvCxnSpPr>
        <p:spPr>
          <a:xfrm flipH="1" flipV="1">
            <a:off x="7493534" y="2751400"/>
            <a:ext cx="901312" cy="649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8089439" y="3407947"/>
            <a:ext cx="1708820" cy="923330"/>
          </a:xfrm>
          <a:prstGeom prst="rect">
            <a:avLst/>
          </a:prstGeom>
          <a:noFill/>
        </p:spPr>
        <p:txBody>
          <a:bodyPr wrap="square" rtlCol="0">
            <a:spAutoFit/>
          </a:bodyPr>
          <a:lstStyle/>
          <a:p>
            <a:r>
              <a:rPr lang="en-US" dirty="0"/>
              <a:t>Mode:</a:t>
            </a:r>
          </a:p>
          <a:p>
            <a:r>
              <a:rPr lang="en-US" dirty="0"/>
              <a:t>Input or output or both</a:t>
            </a:r>
          </a:p>
        </p:txBody>
      </p:sp>
      <p:cxnSp>
        <p:nvCxnSpPr>
          <p:cNvPr id="25" name="Straight Arrow Connector 24"/>
          <p:cNvCxnSpPr/>
          <p:nvPr/>
        </p:nvCxnSpPr>
        <p:spPr>
          <a:xfrm flipH="1" flipV="1">
            <a:off x="8573016" y="2785145"/>
            <a:ext cx="2050192" cy="628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0268125" y="3365599"/>
            <a:ext cx="1708820" cy="646331"/>
          </a:xfrm>
          <a:prstGeom prst="rect">
            <a:avLst/>
          </a:prstGeom>
          <a:noFill/>
        </p:spPr>
        <p:txBody>
          <a:bodyPr wrap="square" rtlCol="0">
            <a:spAutoFit/>
          </a:bodyPr>
          <a:lstStyle/>
          <a:p>
            <a:r>
              <a:rPr lang="en-US" dirty="0"/>
              <a:t>Data type of the parameter</a:t>
            </a:r>
          </a:p>
        </p:txBody>
      </p:sp>
      <p:cxnSp>
        <p:nvCxnSpPr>
          <p:cNvPr id="32" name="Straight Arrow Connector 31"/>
          <p:cNvCxnSpPr/>
          <p:nvPr/>
        </p:nvCxnSpPr>
        <p:spPr>
          <a:xfrm flipV="1">
            <a:off x="544827" y="3407947"/>
            <a:ext cx="531302" cy="1127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1210810" y="2969703"/>
            <a:ext cx="4479394" cy="10422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151002" y="4571180"/>
            <a:ext cx="2824491" cy="369332"/>
          </a:xfrm>
          <a:prstGeom prst="rect">
            <a:avLst/>
          </a:prstGeom>
          <a:noFill/>
        </p:spPr>
        <p:txBody>
          <a:bodyPr wrap="none" rtlCol="0">
            <a:spAutoFit/>
          </a:bodyPr>
          <a:lstStyle/>
          <a:p>
            <a:r>
              <a:rPr lang="en-US" dirty="0"/>
              <a:t>Main body of the procedure</a:t>
            </a:r>
          </a:p>
        </p:txBody>
      </p:sp>
      <p:sp>
        <p:nvSpPr>
          <p:cNvPr id="36" name="TextBox 35"/>
          <p:cNvSpPr txBox="1"/>
          <p:nvPr/>
        </p:nvSpPr>
        <p:spPr>
          <a:xfrm>
            <a:off x="7274625" y="4638013"/>
            <a:ext cx="4697248" cy="646331"/>
          </a:xfrm>
          <a:prstGeom prst="rect">
            <a:avLst/>
          </a:prstGeom>
          <a:noFill/>
        </p:spPr>
        <p:txBody>
          <a:bodyPr wrap="none" rtlCol="0">
            <a:spAutoFit/>
          </a:bodyPr>
          <a:lstStyle/>
          <a:p>
            <a:r>
              <a:rPr lang="en-US" dirty="0"/>
              <a:t>Running the code will not generate any outputs.</a:t>
            </a:r>
          </a:p>
          <a:p>
            <a:r>
              <a:rPr lang="en-US" dirty="0"/>
              <a:t>The procedure will be compiled and stored</a:t>
            </a:r>
          </a:p>
        </p:txBody>
      </p:sp>
    </p:spTree>
    <p:extLst>
      <p:ext uri="{BB962C8B-B14F-4D97-AF65-F5344CB8AC3E}">
        <p14:creationId xmlns:p14="http://schemas.microsoft.com/office/powerpoint/2010/main" val="169818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P spid="24" grpId="0"/>
      <p:bldP spid="27" grpId="0"/>
      <p:bldP spid="34" grpId="0" animBg="1"/>
      <p:bldP spid="3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sp>
        <p:nvSpPr>
          <p:cNvPr id="3" name="Content Placeholder 2"/>
          <p:cNvSpPr>
            <a:spLocks noGrp="1"/>
          </p:cNvSpPr>
          <p:nvPr>
            <p:ph idx="1"/>
          </p:nvPr>
        </p:nvSpPr>
        <p:spPr/>
        <p:txBody>
          <a:bodyPr/>
          <a:lstStyle/>
          <a:p>
            <a:r>
              <a:rPr lang="en-US" dirty="0"/>
              <a:t>Execute the stored procedure. Run the following code in the </a:t>
            </a:r>
            <a:r>
              <a:rPr lang="en-US" dirty="0" err="1"/>
              <a:t>sql</a:t>
            </a:r>
            <a:r>
              <a:rPr lang="en-US" dirty="0"/>
              <a:t> script window.</a:t>
            </a:r>
          </a:p>
          <a:p>
            <a:endParaRPr lang="en-US" dirty="0"/>
          </a:p>
          <a:p>
            <a:r>
              <a:rPr lang="en-US" dirty="0"/>
              <a:t>EXEC </a:t>
            </a:r>
            <a:r>
              <a:rPr lang="en-US" dirty="0" err="1"/>
              <a:t>welcome_msg</a:t>
            </a:r>
            <a:r>
              <a:rPr lang="en-US" dirty="0"/>
              <a:t> ('John');</a:t>
            </a:r>
          </a:p>
        </p:txBody>
      </p:sp>
      <p:sp>
        <p:nvSpPr>
          <p:cNvPr id="4" name="Slide Number Placeholder 3"/>
          <p:cNvSpPr>
            <a:spLocks noGrp="1"/>
          </p:cNvSpPr>
          <p:nvPr>
            <p:ph type="sldNum" sz="quarter" idx="12"/>
          </p:nvPr>
        </p:nvSpPr>
        <p:spPr/>
        <p:txBody>
          <a:bodyPr/>
          <a:lstStyle/>
          <a:p>
            <a:fld id="{6113E31D-E2AB-40D1-8B51-AFA5AFEF393A}" type="slidenum">
              <a:rPr lang="en-US" smtClean="0"/>
              <a:t>14</a:t>
            </a:fld>
            <a:endParaRPr lang="en-US" dirty="0"/>
          </a:p>
        </p:txBody>
      </p:sp>
      <p:cxnSp>
        <p:nvCxnSpPr>
          <p:cNvPr id="6" name="Straight Arrow Connector 5"/>
          <p:cNvCxnSpPr/>
          <p:nvPr/>
        </p:nvCxnSpPr>
        <p:spPr>
          <a:xfrm flipH="1">
            <a:off x="1442337" y="2596551"/>
            <a:ext cx="489980" cy="103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932317" y="2330736"/>
            <a:ext cx="1908599" cy="369332"/>
          </a:xfrm>
          <a:prstGeom prst="rect">
            <a:avLst/>
          </a:prstGeom>
          <a:noFill/>
        </p:spPr>
        <p:txBody>
          <a:bodyPr wrap="none" rtlCol="0">
            <a:spAutoFit/>
          </a:bodyPr>
          <a:lstStyle/>
          <a:p>
            <a:r>
              <a:rPr lang="en-US" dirty="0"/>
              <a:t>Execute command</a:t>
            </a:r>
          </a:p>
        </p:txBody>
      </p:sp>
      <p:cxnSp>
        <p:nvCxnSpPr>
          <p:cNvPr id="8" name="Straight Arrow Connector 7"/>
          <p:cNvCxnSpPr/>
          <p:nvPr/>
        </p:nvCxnSpPr>
        <p:spPr>
          <a:xfrm flipH="1" flipV="1">
            <a:off x="2470893" y="3185070"/>
            <a:ext cx="1005552" cy="343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214113" y="3528204"/>
            <a:ext cx="3762440" cy="369332"/>
          </a:xfrm>
          <a:prstGeom prst="rect">
            <a:avLst/>
          </a:prstGeom>
          <a:noFill/>
        </p:spPr>
        <p:txBody>
          <a:bodyPr wrap="none" rtlCol="0">
            <a:spAutoFit/>
          </a:bodyPr>
          <a:lstStyle/>
          <a:p>
            <a:r>
              <a:rPr lang="en-US" dirty="0"/>
              <a:t>Call the name of the stored procedure</a:t>
            </a:r>
          </a:p>
        </p:txBody>
      </p:sp>
      <p:cxnSp>
        <p:nvCxnSpPr>
          <p:cNvPr id="12" name="Straight Arrow Connector 11"/>
          <p:cNvCxnSpPr/>
          <p:nvPr/>
        </p:nvCxnSpPr>
        <p:spPr>
          <a:xfrm flipH="1" flipV="1">
            <a:off x="3844506" y="3150306"/>
            <a:ext cx="3168769" cy="438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464060" y="3538495"/>
            <a:ext cx="3896265" cy="646331"/>
          </a:xfrm>
          <a:prstGeom prst="rect">
            <a:avLst/>
          </a:prstGeom>
          <a:noFill/>
        </p:spPr>
        <p:txBody>
          <a:bodyPr wrap="square" rtlCol="0">
            <a:spAutoFit/>
          </a:bodyPr>
          <a:lstStyle/>
          <a:p>
            <a:r>
              <a:rPr lang="en-US" dirty="0"/>
              <a:t>Value of the input parameter (must match data type in the definition)</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4184826"/>
            <a:ext cx="3630842" cy="1985848"/>
          </a:xfrm>
          <a:prstGeom prst="rect">
            <a:avLst/>
          </a:prstGeom>
        </p:spPr>
      </p:pic>
    </p:spTree>
    <p:extLst>
      <p:ext uri="{BB962C8B-B14F-4D97-AF65-F5344CB8AC3E}">
        <p14:creationId xmlns:p14="http://schemas.microsoft.com/office/powerpoint/2010/main" val="4255023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08059" y="378190"/>
            <a:ext cx="5819082" cy="5888912"/>
          </a:xfrm>
        </p:spPr>
      </p:pic>
      <p:sp>
        <p:nvSpPr>
          <p:cNvPr id="4" name="Slide Number Placeholder 3"/>
          <p:cNvSpPr>
            <a:spLocks noGrp="1"/>
          </p:cNvSpPr>
          <p:nvPr>
            <p:ph type="sldNum" sz="quarter" idx="12"/>
          </p:nvPr>
        </p:nvSpPr>
        <p:spPr/>
        <p:txBody>
          <a:bodyPr/>
          <a:lstStyle/>
          <a:p>
            <a:fld id="{6113E31D-E2AB-40D1-8B51-AFA5AFEF393A}" type="slidenum">
              <a:rPr lang="en-US" smtClean="0"/>
              <a:t>15</a:t>
            </a:fld>
            <a:endParaRPr lang="en-US" dirty="0"/>
          </a:p>
        </p:txBody>
      </p:sp>
      <p:cxnSp>
        <p:nvCxnSpPr>
          <p:cNvPr id="7" name="Straight Arrow Connector 6"/>
          <p:cNvCxnSpPr/>
          <p:nvPr/>
        </p:nvCxnSpPr>
        <p:spPr>
          <a:xfrm flipV="1">
            <a:off x="4647501" y="1879136"/>
            <a:ext cx="1350627" cy="465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224793" y="2093053"/>
            <a:ext cx="3225435" cy="369332"/>
          </a:xfrm>
          <a:prstGeom prst="rect">
            <a:avLst/>
          </a:prstGeom>
          <a:noFill/>
        </p:spPr>
        <p:txBody>
          <a:bodyPr wrap="none" rtlCol="0">
            <a:spAutoFit/>
          </a:bodyPr>
          <a:lstStyle/>
          <a:p>
            <a:r>
              <a:rPr lang="en-US" dirty="0"/>
              <a:t>1. Compile the stored procedure</a:t>
            </a:r>
          </a:p>
        </p:txBody>
      </p:sp>
      <p:cxnSp>
        <p:nvCxnSpPr>
          <p:cNvPr id="11" name="Straight Arrow Connector 10"/>
          <p:cNvCxnSpPr/>
          <p:nvPr/>
        </p:nvCxnSpPr>
        <p:spPr>
          <a:xfrm>
            <a:off x="4572534" y="3137980"/>
            <a:ext cx="1193268" cy="502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224792" y="2953314"/>
            <a:ext cx="3740832" cy="2031325"/>
          </a:xfrm>
          <a:prstGeom prst="rect">
            <a:avLst/>
          </a:prstGeom>
          <a:noFill/>
        </p:spPr>
        <p:txBody>
          <a:bodyPr wrap="none" rtlCol="0">
            <a:spAutoFit/>
          </a:bodyPr>
          <a:lstStyle/>
          <a:p>
            <a:r>
              <a:rPr lang="en-US" dirty="0"/>
              <a:t>2. Compiled successfully. </a:t>
            </a:r>
          </a:p>
          <a:p>
            <a:endParaRPr lang="en-US" dirty="0"/>
          </a:p>
          <a:p>
            <a:endParaRPr lang="en-US" dirty="0"/>
          </a:p>
          <a:p>
            <a:r>
              <a:rPr lang="en-US" dirty="0"/>
              <a:t>3. Execute the stored procedure</a:t>
            </a:r>
          </a:p>
          <a:p>
            <a:endParaRPr lang="en-US" dirty="0"/>
          </a:p>
          <a:p>
            <a:endParaRPr lang="en-US" dirty="0"/>
          </a:p>
          <a:p>
            <a:r>
              <a:rPr lang="en-US" dirty="0"/>
              <a:t>4. Code completed. Output generated</a:t>
            </a:r>
          </a:p>
        </p:txBody>
      </p:sp>
      <p:cxnSp>
        <p:nvCxnSpPr>
          <p:cNvPr id="15" name="Straight Arrow Connector 14"/>
          <p:cNvCxnSpPr/>
          <p:nvPr/>
        </p:nvCxnSpPr>
        <p:spPr>
          <a:xfrm flipV="1">
            <a:off x="4450228" y="2530532"/>
            <a:ext cx="1807959" cy="1405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4946204" y="3968976"/>
            <a:ext cx="819598" cy="825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932914" y="4880851"/>
            <a:ext cx="875145" cy="711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149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sp>
        <p:nvSpPr>
          <p:cNvPr id="3" name="Content Placeholder 2"/>
          <p:cNvSpPr>
            <a:spLocks noGrp="1"/>
          </p:cNvSpPr>
          <p:nvPr>
            <p:ph idx="1"/>
          </p:nvPr>
        </p:nvSpPr>
        <p:spPr/>
        <p:txBody>
          <a:bodyPr/>
          <a:lstStyle/>
          <a:p>
            <a:r>
              <a:rPr lang="en-US" dirty="0"/>
              <a:t>Types of parameters:</a:t>
            </a:r>
          </a:p>
          <a:p>
            <a:pPr>
              <a:buFont typeface="Wingdings" panose="05000000000000000000" pitchFamily="2" charset="2"/>
              <a:buChar char="§"/>
            </a:pPr>
            <a:r>
              <a:rPr lang="en-US" dirty="0"/>
              <a:t> IN (input): parameter value given to the stored procedure as input. </a:t>
            </a:r>
            <a:r>
              <a:rPr lang="en-US" b="1" dirty="0"/>
              <a:t>Mandatory</a:t>
            </a:r>
            <a:r>
              <a:rPr lang="en-US" dirty="0"/>
              <a:t>.</a:t>
            </a:r>
          </a:p>
          <a:p>
            <a:pPr>
              <a:buFont typeface="Wingdings" panose="05000000000000000000" pitchFamily="2" charset="2"/>
              <a:buChar char="§"/>
            </a:pPr>
            <a:r>
              <a:rPr lang="en-US" dirty="0"/>
              <a:t> OUT (output): parameter value generated by the stored procedure as an output. </a:t>
            </a:r>
            <a:r>
              <a:rPr lang="en-US" b="1" dirty="0"/>
              <a:t>Optional</a:t>
            </a:r>
            <a:r>
              <a:rPr lang="en-US" dirty="0"/>
              <a:t>.</a:t>
            </a:r>
          </a:p>
          <a:p>
            <a:pPr>
              <a:buFont typeface="Wingdings" panose="05000000000000000000" pitchFamily="2" charset="2"/>
              <a:buChar char="§"/>
            </a:pPr>
            <a:r>
              <a:rPr lang="en-US" dirty="0"/>
              <a:t> IN OUT (both): This parameter is used for both giving input and for getting output from the 	  	               procedure. Value usually changed in the procedure. </a:t>
            </a:r>
          </a:p>
          <a:p>
            <a:br>
              <a:rPr lang="en-US" dirty="0"/>
            </a:br>
            <a:r>
              <a:rPr lang="pt-BR" dirty="0"/>
              <a:t>exec num_sign(1.23);</a:t>
            </a:r>
          </a:p>
          <a:p>
            <a:r>
              <a:rPr lang="pt-BR" dirty="0"/>
              <a:t>exec num_sign(-3.56);</a:t>
            </a:r>
          </a:p>
          <a:p>
            <a:r>
              <a:rPr lang="pt-BR" dirty="0"/>
              <a:t>exec num_sign(0);</a:t>
            </a:r>
            <a:endParaRPr lang="en-US" dirty="0"/>
          </a:p>
        </p:txBody>
      </p:sp>
      <p:sp>
        <p:nvSpPr>
          <p:cNvPr id="4" name="Slide Number Placeholder 3"/>
          <p:cNvSpPr>
            <a:spLocks noGrp="1"/>
          </p:cNvSpPr>
          <p:nvPr>
            <p:ph type="sldNum" sz="quarter" idx="12"/>
          </p:nvPr>
        </p:nvSpPr>
        <p:spPr/>
        <p:txBody>
          <a:bodyPr/>
          <a:lstStyle/>
          <a:p>
            <a:fld id="{6113E31D-E2AB-40D1-8B51-AFA5AFEF393A}" type="slidenum">
              <a:rPr lang="en-US" smtClean="0"/>
              <a:t>16</a:t>
            </a:fld>
            <a:endParaRPr lang="en-US" dirty="0"/>
          </a:p>
        </p:txBody>
      </p:sp>
      <p:sp>
        <p:nvSpPr>
          <p:cNvPr id="5" name="Rectangle 4"/>
          <p:cNvSpPr/>
          <p:nvPr/>
        </p:nvSpPr>
        <p:spPr>
          <a:xfrm>
            <a:off x="1189561" y="3857414"/>
            <a:ext cx="6477978" cy="2893100"/>
          </a:xfrm>
          <a:prstGeom prst="rect">
            <a:avLst/>
          </a:prstGeom>
          <a:solidFill>
            <a:schemeClr val="accent5">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PROCEDURE </a:t>
            </a:r>
            <a:r>
              <a:rPr lang="en-US" sz="1600" dirty="0" err="1">
                <a:latin typeface="Times New Roman" panose="02020603050405020304" pitchFamily="18" charset="0"/>
                <a:cs typeface="Times New Roman" panose="02020603050405020304" pitchFamily="18" charset="0"/>
              </a:rPr>
              <a:t>num_sign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IN NUMBER) </a:t>
            </a:r>
          </a:p>
          <a:p>
            <a:r>
              <a:rPr lang="en-US" sz="1600" dirty="0">
                <a:latin typeface="Times New Roman" panose="02020603050405020304" pitchFamily="18" charset="0"/>
                <a:cs typeface="Times New Roman" panose="02020603050405020304" pitchFamily="18" charset="0"/>
              </a:rPr>
              <a:t>IS</a:t>
            </a:r>
          </a:p>
          <a:p>
            <a:r>
              <a:rPr lang="en-US" sz="1600" dirty="0">
                <a:latin typeface="Times New Roman" panose="02020603050405020304" pitchFamily="18" charset="0"/>
                <a:cs typeface="Times New Roman" panose="02020603050405020304" pitchFamily="18" charset="0"/>
              </a:rPr>
              <a:t>BEGIN</a:t>
            </a:r>
          </a:p>
          <a:p>
            <a:r>
              <a:rPr lang="en-US" sz="1600" dirty="0">
                <a:latin typeface="Times New Roman" panose="02020603050405020304" pitchFamily="18" charset="0"/>
                <a:cs typeface="Times New Roman" panose="02020603050405020304" pitchFamily="18" charset="0"/>
              </a:rPr>
              <a:t>IF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&gt;0 THEN</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 ‘ is positive’);</a:t>
            </a:r>
          </a:p>
          <a:p>
            <a:r>
              <a:rPr lang="en-US" sz="1600" dirty="0">
                <a:latin typeface="Times New Roman" panose="02020603050405020304" pitchFamily="18" charset="0"/>
                <a:cs typeface="Times New Roman" panose="02020603050405020304" pitchFamily="18" charset="0"/>
              </a:rPr>
              <a:t>ELSIF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&lt;0 THEN</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 ‘ is negative’);</a:t>
            </a:r>
          </a:p>
          <a:p>
            <a:r>
              <a:rPr lang="en-US" sz="1600" dirty="0">
                <a:latin typeface="Times New Roman" panose="02020603050405020304" pitchFamily="18" charset="0"/>
                <a:cs typeface="Times New Roman" panose="02020603050405020304" pitchFamily="18" charset="0"/>
              </a:rPr>
              <a:t>ELSE</a:t>
            </a:r>
          </a:p>
          <a:p>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num</a:t>
            </a:r>
            <a:r>
              <a:rPr lang="en-US" sz="1600" dirty="0">
                <a:latin typeface="Times New Roman" panose="02020603050405020304" pitchFamily="18" charset="0"/>
                <a:cs typeface="Times New Roman" panose="02020603050405020304" pitchFamily="18" charset="0"/>
              </a:rPr>
              <a:t> || ‘ is zero’);</a:t>
            </a:r>
          </a:p>
          <a:p>
            <a:r>
              <a:rPr lang="en-US" sz="1600" dirty="0">
                <a:latin typeface="Times New Roman" panose="02020603050405020304" pitchFamily="18" charset="0"/>
                <a:cs typeface="Times New Roman" panose="02020603050405020304" pitchFamily="18" charset="0"/>
              </a:rPr>
              <a:t>END IF;</a:t>
            </a:r>
          </a:p>
          <a:p>
            <a:r>
              <a:rPr lang="en-US" sz="1600" dirty="0">
                <a:latin typeface="Times New Roman" panose="02020603050405020304" pitchFamily="18" charset="0"/>
                <a:cs typeface="Times New Roman" panose="02020603050405020304" pitchFamily="18" charset="0"/>
              </a:rPr>
              <a:t>END;</a:t>
            </a:r>
          </a:p>
        </p:txBody>
      </p:sp>
      <p:sp>
        <p:nvSpPr>
          <p:cNvPr id="7" name="Rectangle 6"/>
          <p:cNvSpPr/>
          <p:nvPr/>
        </p:nvSpPr>
        <p:spPr>
          <a:xfrm>
            <a:off x="8467288" y="3857414"/>
            <a:ext cx="2591460" cy="923330"/>
          </a:xfrm>
          <a:prstGeom prst="rect">
            <a:avLst/>
          </a:prstGeom>
        </p:spPr>
        <p:txBody>
          <a:bodyPr wrap="square">
            <a:spAutoFit/>
          </a:bodyPr>
          <a:lstStyle/>
          <a:p>
            <a:r>
              <a:rPr lang="en-US" dirty="0"/>
              <a:t>exec </a:t>
            </a:r>
            <a:r>
              <a:rPr lang="en-US" dirty="0" err="1"/>
              <a:t>num_sign</a:t>
            </a:r>
            <a:r>
              <a:rPr lang="en-US" dirty="0"/>
              <a:t>(1.23);</a:t>
            </a:r>
          </a:p>
          <a:p>
            <a:r>
              <a:rPr lang="en-US" dirty="0"/>
              <a:t>exec </a:t>
            </a:r>
            <a:r>
              <a:rPr lang="en-US" dirty="0" err="1"/>
              <a:t>num_sign</a:t>
            </a:r>
            <a:r>
              <a:rPr lang="en-US" dirty="0"/>
              <a:t>(-3.56);</a:t>
            </a:r>
          </a:p>
          <a:p>
            <a:r>
              <a:rPr lang="en-US" dirty="0"/>
              <a:t>exec </a:t>
            </a:r>
            <a:r>
              <a:rPr lang="en-US" dirty="0" err="1"/>
              <a:t>num_sign</a:t>
            </a:r>
            <a:r>
              <a:rPr lang="en-US" dirty="0"/>
              <a:t>(0);</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53914" y="4865516"/>
            <a:ext cx="1476581" cy="1800476"/>
          </a:xfrm>
          <a:prstGeom prst="rect">
            <a:avLst/>
          </a:prstGeom>
        </p:spPr>
      </p:pic>
    </p:spTree>
    <p:extLst>
      <p:ext uri="{BB962C8B-B14F-4D97-AF65-F5344CB8AC3E}">
        <p14:creationId xmlns:p14="http://schemas.microsoft.com/office/powerpoint/2010/main" val="2532463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sp>
        <p:nvSpPr>
          <p:cNvPr id="3" name="Content Placeholder 2"/>
          <p:cNvSpPr>
            <a:spLocks noGrp="1"/>
          </p:cNvSpPr>
          <p:nvPr>
            <p:ph idx="1"/>
          </p:nvPr>
        </p:nvSpPr>
        <p:spPr/>
        <p:txBody>
          <a:bodyPr/>
          <a:lstStyle/>
          <a:p>
            <a:r>
              <a:rPr lang="en-US" dirty="0"/>
              <a:t>Types of parameters:</a:t>
            </a:r>
          </a:p>
          <a:p>
            <a:pPr>
              <a:buFont typeface="Wingdings" panose="05000000000000000000" pitchFamily="2" charset="2"/>
              <a:buChar char="§"/>
            </a:pPr>
            <a:r>
              <a:rPr lang="en-US" dirty="0"/>
              <a:t>  OUT (output): parameter value generated by the stored procedure as an output. Optional</a:t>
            </a:r>
          </a:p>
          <a:p>
            <a:br>
              <a:rPr lang="en-US" dirty="0"/>
            </a:br>
            <a:endParaRPr lang="en-US" dirty="0"/>
          </a:p>
        </p:txBody>
      </p:sp>
      <p:sp>
        <p:nvSpPr>
          <p:cNvPr id="4" name="Slide Number Placeholder 3"/>
          <p:cNvSpPr>
            <a:spLocks noGrp="1"/>
          </p:cNvSpPr>
          <p:nvPr>
            <p:ph type="sldNum" sz="quarter" idx="12"/>
          </p:nvPr>
        </p:nvSpPr>
        <p:spPr/>
        <p:txBody>
          <a:bodyPr/>
          <a:lstStyle/>
          <a:p>
            <a:fld id="{6113E31D-E2AB-40D1-8B51-AFA5AFEF393A}" type="slidenum">
              <a:rPr lang="en-US" smtClean="0"/>
              <a:t>17</a:t>
            </a:fld>
            <a:endParaRPr lang="en-US" dirty="0"/>
          </a:p>
        </p:txBody>
      </p:sp>
      <p:sp>
        <p:nvSpPr>
          <p:cNvPr id="5" name="Rectangle 4"/>
          <p:cNvSpPr/>
          <p:nvPr/>
        </p:nvSpPr>
        <p:spPr>
          <a:xfrm>
            <a:off x="1097280" y="2781676"/>
            <a:ext cx="8541670" cy="1323439"/>
          </a:xfrm>
          <a:prstGeom prst="rect">
            <a:avLst/>
          </a:prstGeom>
          <a:solidFill>
            <a:schemeClr val="accent5">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PROCEDURE </a:t>
            </a:r>
            <a:r>
              <a:rPr lang="en-US" sz="1600" dirty="0" err="1">
                <a:latin typeface="Times New Roman" panose="02020603050405020304" pitchFamily="18" charset="0"/>
                <a:cs typeface="Times New Roman" panose="02020603050405020304" pitchFamily="18" charset="0"/>
              </a:rPr>
              <a:t>plus_one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in_num</a:t>
            </a:r>
            <a:r>
              <a:rPr lang="en-US" sz="1600" dirty="0">
                <a:latin typeface="Times New Roman" panose="02020603050405020304" pitchFamily="18" charset="0"/>
                <a:cs typeface="Times New Roman" panose="02020603050405020304" pitchFamily="18" charset="0"/>
              </a:rPr>
              <a:t> IN NUMBER, </a:t>
            </a:r>
            <a:r>
              <a:rPr lang="en-US" sz="1600" dirty="0" err="1">
                <a:latin typeface="Times New Roman" panose="02020603050405020304" pitchFamily="18" charset="0"/>
                <a:cs typeface="Times New Roman" panose="02020603050405020304" pitchFamily="18" charset="0"/>
              </a:rPr>
              <a:t>out_num</a:t>
            </a:r>
            <a:r>
              <a:rPr lang="en-US" sz="1600" dirty="0">
                <a:latin typeface="Times New Roman" panose="02020603050405020304" pitchFamily="18" charset="0"/>
                <a:cs typeface="Times New Roman" panose="02020603050405020304" pitchFamily="18" charset="0"/>
              </a:rPr>
              <a:t> OUT NUMBER) </a:t>
            </a:r>
          </a:p>
          <a:p>
            <a:r>
              <a:rPr lang="en-US" sz="1600" dirty="0">
                <a:latin typeface="Times New Roman" panose="02020603050405020304" pitchFamily="18" charset="0"/>
                <a:cs typeface="Times New Roman" panose="02020603050405020304" pitchFamily="18" charset="0"/>
              </a:rPr>
              <a:t>IS</a:t>
            </a:r>
          </a:p>
          <a:p>
            <a:r>
              <a:rPr lang="en-US" sz="1600" dirty="0">
                <a:latin typeface="Times New Roman" panose="02020603050405020304" pitchFamily="18" charset="0"/>
                <a:cs typeface="Times New Roman" panose="02020603050405020304" pitchFamily="18" charset="0"/>
              </a:rPr>
              <a:t>BEGIN</a:t>
            </a:r>
          </a:p>
          <a:p>
            <a:r>
              <a:rPr lang="en-US" sz="1600" dirty="0" err="1">
                <a:latin typeface="Times New Roman" panose="02020603050405020304" pitchFamily="18" charset="0"/>
                <a:cs typeface="Times New Roman" panose="02020603050405020304" pitchFamily="18" charset="0"/>
              </a:rPr>
              <a:t>out_num</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in_num</a:t>
            </a:r>
            <a:r>
              <a:rPr lang="en-US" sz="1600" dirty="0">
                <a:latin typeface="Times New Roman" panose="02020603050405020304" pitchFamily="18" charset="0"/>
                <a:cs typeface="Times New Roman" panose="02020603050405020304" pitchFamily="18" charset="0"/>
              </a:rPr>
              <a:t> + 1;</a:t>
            </a:r>
          </a:p>
          <a:p>
            <a:r>
              <a:rPr lang="en-US" sz="1600" dirty="0">
                <a:latin typeface="Times New Roman" panose="02020603050405020304" pitchFamily="18" charset="0"/>
                <a:cs typeface="Times New Roman" panose="02020603050405020304" pitchFamily="18" charset="0"/>
              </a:rPr>
              <a:t>END;</a:t>
            </a:r>
          </a:p>
        </p:txBody>
      </p:sp>
      <p:sp>
        <p:nvSpPr>
          <p:cNvPr id="6" name="Rectangle 5"/>
          <p:cNvSpPr/>
          <p:nvPr/>
        </p:nvSpPr>
        <p:spPr>
          <a:xfrm>
            <a:off x="1097280" y="4594780"/>
            <a:ext cx="5535613" cy="1569660"/>
          </a:xfrm>
          <a:prstGeom prst="rect">
            <a:avLst/>
          </a:prstGeom>
          <a:solidFill>
            <a:schemeClr val="accent3">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DECLARE</a:t>
            </a:r>
          </a:p>
          <a:p>
            <a:r>
              <a:rPr lang="en-US" sz="1600" dirty="0" err="1">
                <a:latin typeface="Times New Roman" panose="02020603050405020304" pitchFamily="18" charset="0"/>
                <a:cs typeface="Times New Roman" panose="02020603050405020304" pitchFamily="18" charset="0"/>
              </a:rPr>
              <a:t>new_value</a:t>
            </a:r>
            <a:r>
              <a:rPr lang="en-US" sz="1600" dirty="0">
                <a:latin typeface="Times New Roman" panose="02020603050405020304" pitchFamily="18" charset="0"/>
                <a:cs typeface="Times New Roman" panose="02020603050405020304" pitchFamily="18" charset="0"/>
              </a:rPr>
              <a:t> number;</a:t>
            </a:r>
          </a:p>
          <a:p>
            <a:r>
              <a:rPr lang="en-US" sz="1600" dirty="0">
                <a:latin typeface="Times New Roman" panose="02020603050405020304" pitchFamily="18" charset="0"/>
                <a:cs typeface="Times New Roman" panose="02020603050405020304" pitchFamily="18" charset="0"/>
              </a:rPr>
              <a:t>BEGIN</a:t>
            </a:r>
          </a:p>
          <a:p>
            <a:r>
              <a:rPr lang="en-US" sz="1600" b="1" dirty="0" err="1">
                <a:solidFill>
                  <a:srgbClr val="FF0000"/>
                </a:solidFill>
                <a:latin typeface="Times New Roman" panose="02020603050405020304" pitchFamily="18" charset="0"/>
                <a:cs typeface="Times New Roman" panose="02020603050405020304" pitchFamily="18" charset="0"/>
              </a:rPr>
              <a:t>plus_one</a:t>
            </a:r>
            <a:r>
              <a:rPr lang="en-US" sz="1600" dirty="0">
                <a:latin typeface="Times New Roman" panose="02020603050405020304" pitchFamily="18" charset="0"/>
                <a:cs typeface="Times New Roman" panose="02020603050405020304" pitchFamily="18" charset="0"/>
              </a:rPr>
              <a:t>(&amp;</a:t>
            </a:r>
            <a:r>
              <a:rPr lang="en-US" sz="1600" dirty="0" err="1">
                <a:latin typeface="Times New Roman" panose="02020603050405020304" pitchFamily="18" charset="0"/>
                <a:cs typeface="Times New Roman" panose="02020603050405020304" pitchFamily="18" charset="0"/>
              </a:rPr>
              <a:t>user_value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new_value</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('The new value is '||</a:t>
            </a:r>
            <a:r>
              <a:rPr lang="en-US" sz="1600" dirty="0" err="1">
                <a:latin typeface="Times New Roman" panose="02020603050405020304" pitchFamily="18" charset="0"/>
                <a:cs typeface="Times New Roman" panose="02020603050405020304" pitchFamily="18" charset="0"/>
              </a:rPr>
              <a:t>new_value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END;</a:t>
            </a:r>
          </a:p>
        </p:txBody>
      </p:sp>
      <p:sp>
        <p:nvSpPr>
          <p:cNvPr id="9" name="Rectangle 8"/>
          <p:cNvSpPr/>
          <p:nvPr/>
        </p:nvSpPr>
        <p:spPr>
          <a:xfrm>
            <a:off x="7274230" y="2815232"/>
            <a:ext cx="2216371" cy="2684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H="1">
            <a:off x="4345497" y="4731391"/>
            <a:ext cx="3842158" cy="7633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187655" y="4495198"/>
            <a:ext cx="3775045" cy="1754326"/>
          </a:xfrm>
          <a:prstGeom prst="rect">
            <a:avLst/>
          </a:prstGeom>
          <a:noFill/>
        </p:spPr>
        <p:txBody>
          <a:bodyPr wrap="square" rtlCol="0">
            <a:spAutoFit/>
          </a:bodyPr>
          <a:lstStyle/>
          <a:p>
            <a:r>
              <a:rPr lang="en-US" dirty="0"/>
              <a:t>Call the stored procedure in a PL/SQL block</a:t>
            </a:r>
          </a:p>
          <a:p>
            <a:endParaRPr lang="en-US" dirty="0"/>
          </a:p>
          <a:p>
            <a:r>
              <a:rPr lang="en-US" dirty="0"/>
              <a:t>Input: &amp;</a:t>
            </a:r>
            <a:r>
              <a:rPr lang="en-US" dirty="0" err="1"/>
              <a:t>user_value</a:t>
            </a:r>
            <a:r>
              <a:rPr lang="en-US" dirty="0"/>
              <a:t> (environmental variable)</a:t>
            </a:r>
          </a:p>
          <a:p>
            <a:r>
              <a:rPr lang="en-US" dirty="0"/>
              <a:t>Output: </a:t>
            </a:r>
            <a:r>
              <a:rPr lang="en-US" dirty="0" err="1"/>
              <a:t>new_value</a:t>
            </a:r>
            <a:r>
              <a:rPr lang="en-US" dirty="0"/>
              <a:t> (declared variable)</a:t>
            </a:r>
          </a:p>
        </p:txBody>
      </p:sp>
    </p:spTree>
    <p:extLst>
      <p:ext uri="{BB962C8B-B14F-4D97-AF65-F5344CB8AC3E}">
        <p14:creationId xmlns:p14="http://schemas.microsoft.com/office/powerpoint/2010/main" val="1610654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sp>
        <p:nvSpPr>
          <p:cNvPr id="3" name="Content Placeholder 2"/>
          <p:cNvSpPr>
            <a:spLocks noGrp="1"/>
          </p:cNvSpPr>
          <p:nvPr>
            <p:ph idx="1"/>
          </p:nvPr>
        </p:nvSpPr>
        <p:spPr/>
        <p:txBody>
          <a:bodyPr/>
          <a:lstStyle/>
          <a:p>
            <a:r>
              <a:rPr lang="en-US" dirty="0"/>
              <a:t>Types of parameters:</a:t>
            </a:r>
          </a:p>
          <a:p>
            <a:pPr>
              <a:buFont typeface="Wingdings" panose="05000000000000000000" pitchFamily="2" charset="2"/>
              <a:buChar char="§"/>
            </a:pPr>
            <a:r>
              <a:rPr lang="en-US" dirty="0"/>
              <a:t>  IN OUT (both in put and output): parameter to be updated in the procedure.</a:t>
            </a:r>
          </a:p>
          <a:p>
            <a:br>
              <a:rPr lang="en-US" dirty="0"/>
            </a:br>
            <a:endParaRPr lang="en-US" dirty="0"/>
          </a:p>
        </p:txBody>
      </p:sp>
      <p:sp>
        <p:nvSpPr>
          <p:cNvPr id="4" name="Slide Number Placeholder 3"/>
          <p:cNvSpPr>
            <a:spLocks noGrp="1"/>
          </p:cNvSpPr>
          <p:nvPr>
            <p:ph type="sldNum" sz="quarter" idx="12"/>
          </p:nvPr>
        </p:nvSpPr>
        <p:spPr/>
        <p:txBody>
          <a:bodyPr/>
          <a:lstStyle/>
          <a:p>
            <a:fld id="{6113E31D-E2AB-40D1-8B51-AFA5AFEF393A}" type="slidenum">
              <a:rPr lang="en-US" smtClean="0"/>
              <a:t>18</a:t>
            </a:fld>
            <a:endParaRPr lang="en-US" dirty="0"/>
          </a:p>
        </p:txBody>
      </p:sp>
      <p:sp>
        <p:nvSpPr>
          <p:cNvPr id="5" name="Rectangle 4"/>
          <p:cNvSpPr/>
          <p:nvPr/>
        </p:nvSpPr>
        <p:spPr>
          <a:xfrm>
            <a:off x="1097280" y="2781676"/>
            <a:ext cx="8541670" cy="1323439"/>
          </a:xfrm>
          <a:prstGeom prst="rect">
            <a:avLst/>
          </a:prstGeom>
          <a:solidFill>
            <a:schemeClr val="accent5">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PROCEDURE </a:t>
            </a:r>
            <a:r>
              <a:rPr lang="en-US" sz="1600" dirty="0" err="1">
                <a:latin typeface="Times New Roman" panose="02020603050405020304" pitchFamily="18" charset="0"/>
                <a:cs typeface="Times New Roman" panose="02020603050405020304" pitchFamily="18" charset="0"/>
              </a:rPr>
              <a:t>plus_one_again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in_num</a:t>
            </a:r>
            <a:r>
              <a:rPr lang="en-US" sz="1600" dirty="0">
                <a:latin typeface="Times New Roman" panose="02020603050405020304" pitchFamily="18" charset="0"/>
                <a:cs typeface="Times New Roman" panose="02020603050405020304" pitchFamily="18" charset="0"/>
              </a:rPr>
              <a:t> IN OUT NUMBER) </a:t>
            </a:r>
          </a:p>
          <a:p>
            <a:r>
              <a:rPr lang="en-US" sz="1600" dirty="0">
                <a:latin typeface="Times New Roman" panose="02020603050405020304" pitchFamily="18" charset="0"/>
                <a:cs typeface="Times New Roman" panose="02020603050405020304" pitchFamily="18" charset="0"/>
              </a:rPr>
              <a:t>IS</a:t>
            </a:r>
          </a:p>
          <a:p>
            <a:r>
              <a:rPr lang="en-US" sz="1600" dirty="0">
                <a:latin typeface="Times New Roman" panose="02020603050405020304" pitchFamily="18" charset="0"/>
                <a:cs typeface="Times New Roman" panose="02020603050405020304" pitchFamily="18" charset="0"/>
              </a:rPr>
              <a:t>BEGIN</a:t>
            </a:r>
          </a:p>
          <a:p>
            <a:r>
              <a:rPr lang="en-US" sz="1600" dirty="0" err="1">
                <a:latin typeface="Times New Roman" panose="02020603050405020304" pitchFamily="18" charset="0"/>
                <a:cs typeface="Times New Roman" panose="02020603050405020304" pitchFamily="18" charset="0"/>
              </a:rPr>
              <a:t>in_num</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in_num</a:t>
            </a:r>
            <a:r>
              <a:rPr lang="en-US" sz="1600" dirty="0">
                <a:latin typeface="Times New Roman" panose="02020603050405020304" pitchFamily="18" charset="0"/>
                <a:cs typeface="Times New Roman" panose="02020603050405020304" pitchFamily="18" charset="0"/>
              </a:rPr>
              <a:t> + 1;</a:t>
            </a:r>
          </a:p>
          <a:p>
            <a:r>
              <a:rPr lang="en-US" sz="1600" dirty="0">
                <a:latin typeface="Times New Roman" panose="02020603050405020304" pitchFamily="18" charset="0"/>
                <a:cs typeface="Times New Roman" panose="02020603050405020304" pitchFamily="18" charset="0"/>
              </a:rPr>
              <a:t>END;</a:t>
            </a:r>
          </a:p>
        </p:txBody>
      </p:sp>
      <p:sp>
        <p:nvSpPr>
          <p:cNvPr id="6" name="Rectangle 5"/>
          <p:cNvSpPr/>
          <p:nvPr/>
        </p:nvSpPr>
        <p:spPr>
          <a:xfrm>
            <a:off x="1097280" y="4594780"/>
            <a:ext cx="5535613" cy="1815882"/>
          </a:xfrm>
          <a:prstGeom prst="rect">
            <a:avLst/>
          </a:prstGeom>
          <a:solidFill>
            <a:schemeClr val="accent3">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DECLARE</a:t>
            </a:r>
          </a:p>
          <a:p>
            <a:r>
              <a:rPr lang="en-US" sz="1600" dirty="0" err="1">
                <a:latin typeface="Times New Roman" panose="02020603050405020304" pitchFamily="18" charset="0"/>
                <a:cs typeface="Times New Roman" panose="02020603050405020304" pitchFamily="18" charset="0"/>
              </a:rPr>
              <a:t>the_num</a:t>
            </a:r>
            <a:r>
              <a:rPr lang="en-US" sz="1600" dirty="0">
                <a:latin typeface="Times New Roman" panose="02020603050405020304" pitchFamily="18" charset="0"/>
                <a:cs typeface="Times New Roman" panose="02020603050405020304" pitchFamily="18" charset="0"/>
              </a:rPr>
              <a:t> number;</a:t>
            </a:r>
          </a:p>
          <a:p>
            <a:r>
              <a:rPr lang="en-US" sz="1600" dirty="0">
                <a:latin typeface="Times New Roman" panose="02020603050405020304" pitchFamily="18" charset="0"/>
                <a:cs typeface="Times New Roman" panose="02020603050405020304" pitchFamily="18" charset="0"/>
              </a:rPr>
              <a:t>BEGIN</a:t>
            </a:r>
          </a:p>
          <a:p>
            <a:r>
              <a:rPr lang="en-US" sz="1600" dirty="0" err="1">
                <a:latin typeface="Times New Roman" panose="02020603050405020304" pitchFamily="18" charset="0"/>
                <a:cs typeface="Times New Roman" panose="02020603050405020304" pitchFamily="18" charset="0"/>
              </a:rPr>
              <a:t>the_num</a:t>
            </a:r>
            <a:r>
              <a:rPr lang="en-US" sz="1600" dirty="0">
                <a:latin typeface="Times New Roman" panose="02020603050405020304" pitchFamily="18" charset="0"/>
                <a:cs typeface="Times New Roman" panose="02020603050405020304" pitchFamily="18" charset="0"/>
              </a:rPr>
              <a:t> := &amp;</a:t>
            </a:r>
            <a:r>
              <a:rPr lang="en-US" sz="1600" dirty="0" err="1">
                <a:latin typeface="Times New Roman" panose="02020603050405020304" pitchFamily="18" charset="0"/>
                <a:cs typeface="Times New Roman" panose="02020603050405020304" pitchFamily="18" charset="0"/>
              </a:rPr>
              <a:t>user_value</a:t>
            </a:r>
            <a:r>
              <a:rPr lang="en-US" sz="1600" dirty="0">
                <a:latin typeface="Times New Roman" panose="02020603050405020304" pitchFamily="18" charset="0"/>
                <a:cs typeface="Times New Roman" panose="02020603050405020304" pitchFamily="18" charset="0"/>
              </a:rPr>
              <a:t>;</a:t>
            </a:r>
          </a:p>
          <a:p>
            <a:r>
              <a:rPr lang="en-US" sz="1600" b="1" dirty="0" err="1">
                <a:solidFill>
                  <a:srgbClr val="FF0000"/>
                </a:solidFill>
                <a:latin typeface="Times New Roman" panose="02020603050405020304" pitchFamily="18" charset="0"/>
                <a:cs typeface="Times New Roman" panose="02020603050405020304" pitchFamily="18" charset="0"/>
              </a:rPr>
              <a:t>plus_one_again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the_num</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('The new value is '||</a:t>
            </a:r>
            <a:r>
              <a:rPr lang="en-US" sz="1600" dirty="0" err="1">
                <a:latin typeface="Times New Roman" panose="02020603050405020304" pitchFamily="18" charset="0"/>
                <a:cs typeface="Times New Roman" panose="02020603050405020304" pitchFamily="18" charset="0"/>
              </a:rPr>
              <a:t>the_num</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END;</a:t>
            </a:r>
          </a:p>
        </p:txBody>
      </p:sp>
      <p:cxnSp>
        <p:nvCxnSpPr>
          <p:cNvPr id="11" name="Straight Arrow Connector 10"/>
          <p:cNvCxnSpPr/>
          <p:nvPr/>
        </p:nvCxnSpPr>
        <p:spPr>
          <a:xfrm flipH="1">
            <a:off x="4345497" y="5192785"/>
            <a:ext cx="3145872" cy="3020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491369" y="4779445"/>
            <a:ext cx="4471331" cy="923330"/>
          </a:xfrm>
          <a:prstGeom prst="rect">
            <a:avLst/>
          </a:prstGeom>
          <a:noFill/>
        </p:spPr>
        <p:txBody>
          <a:bodyPr wrap="square" rtlCol="0">
            <a:spAutoFit/>
          </a:bodyPr>
          <a:lstStyle/>
          <a:p>
            <a:r>
              <a:rPr lang="en-US" dirty="0"/>
              <a:t>Call the stored procedure in a PL/SQL block</a:t>
            </a:r>
          </a:p>
          <a:p>
            <a:r>
              <a:rPr lang="en-US" dirty="0"/>
              <a:t>Input: </a:t>
            </a:r>
            <a:r>
              <a:rPr lang="en-US" dirty="0" err="1"/>
              <a:t>the_num</a:t>
            </a:r>
            <a:r>
              <a:rPr lang="en-US" dirty="0"/>
              <a:t>  </a:t>
            </a:r>
            <a:r>
              <a:rPr lang="en-US" altLang="zh-CN" dirty="0"/>
              <a:t>Takes value from user</a:t>
            </a:r>
          </a:p>
          <a:p>
            <a:r>
              <a:rPr lang="en-US" dirty="0" err="1"/>
              <a:t>Ouput</a:t>
            </a:r>
            <a:r>
              <a:rPr lang="en-US" dirty="0"/>
              <a:t>: </a:t>
            </a:r>
            <a:r>
              <a:rPr lang="en-US" dirty="0" err="1"/>
              <a:t>the_num</a:t>
            </a:r>
            <a:r>
              <a:rPr lang="en-US" dirty="0"/>
              <a:t>  updated by the procedure</a:t>
            </a:r>
          </a:p>
        </p:txBody>
      </p:sp>
    </p:spTree>
    <p:extLst>
      <p:ext uri="{BB962C8B-B14F-4D97-AF65-F5344CB8AC3E}">
        <p14:creationId xmlns:p14="http://schemas.microsoft.com/office/powerpoint/2010/main" val="2295491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You can also use stored procedures to access database tables.</a:t>
            </a:r>
          </a:p>
          <a:p>
            <a:pPr>
              <a:buFont typeface="Wingdings" panose="05000000000000000000" pitchFamily="2" charset="2"/>
              <a:buChar char="q"/>
            </a:pPr>
            <a:r>
              <a:rPr lang="en-US" dirty="0"/>
              <a:t>Q. implement a stored procedure to find the total number of products within a given price range (defined by </a:t>
            </a:r>
            <a:r>
              <a:rPr lang="en-US" dirty="0" err="1"/>
              <a:t>lower_price</a:t>
            </a:r>
            <a:r>
              <a:rPr lang="en-US" dirty="0"/>
              <a:t> and </a:t>
            </a:r>
            <a:r>
              <a:rPr lang="en-US" dirty="0" err="1"/>
              <a:t>upper_price</a:t>
            </a:r>
            <a:r>
              <a:rPr lang="en-US" dirty="0"/>
              <a:t>). Display a message to show this number. </a:t>
            </a:r>
          </a:p>
        </p:txBody>
      </p:sp>
      <p:sp>
        <p:nvSpPr>
          <p:cNvPr id="4" name="Slide Number Placeholder 3"/>
          <p:cNvSpPr>
            <a:spLocks noGrp="1"/>
          </p:cNvSpPr>
          <p:nvPr>
            <p:ph type="sldNum" sz="quarter" idx="12"/>
          </p:nvPr>
        </p:nvSpPr>
        <p:spPr/>
        <p:txBody>
          <a:bodyPr/>
          <a:lstStyle/>
          <a:p>
            <a:fld id="{6113E31D-E2AB-40D1-8B51-AFA5AFEF393A}" type="slidenum">
              <a:rPr lang="en-US" smtClean="0"/>
              <a:t>19</a:t>
            </a:fld>
            <a:endParaRPr lang="en-US" dirty="0"/>
          </a:p>
        </p:txBody>
      </p:sp>
      <p:sp>
        <p:nvSpPr>
          <p:cNvPr id="5" name="Rectangle 4"/>
          <p:cNvSpPr/>
          <p:nvPr/>
        </p:nvSpPr>
        <p:spPr>
          <a:xfrm>
            <a:off x="1097280" y="3222504"/>
            <a:ext cx="9011454" cy="2308324"/>
          </a:xfrm>
          <a:prstGeom prst="rect">
            <a:avLst/>
          </a:prstGeom>
          <a:solidFill>
            <a:schemeClr val="accent5">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PROCEDURE </a:t>
            </a:r>
            <a:r>
              <a:rPr lang="en-US" sz="1600" dirty="0" err="1">
                <a:latin typeface="Times New Roman" panose="02020603050405020304" pitchFamily="18" charset="0"/>
                <a:cs typeface="Times New Roman" panose="02020603050405020304" pitchFamily="18" charset="0"/>
              </a:rPr>
              <a:t>search_by_price</a:t>
            </a:r>
            <a:r>
              <a:rPr lang="en-US" sz="1600" dirty="0">
                <a:latin typeface="Times New Roman" panose="02020603050405020304" pitchFamily="18" charset="0"/>
                <a:cs typeface="Times New Roman" panose="02020603050405020304" pitchFamily="18" charset="0"/>
              </a:rPr>
              <a:t>(</a:t>
            </a:r>
            <a:r>
              <a:rPr lang="en-US" sz="1600" dirty="0" err="1">
                <a:solidFill>
                  <a:srgbClr val="FF0000"/>
                </a:solidFill>
                <a:latin typeface="Times New Roman" panose="02020603050405020304" pitchFamily="18" charset="0"/>
                <a:cs typeface="Times New Roman" panose="02020603050405020304" pitchFamily="18" charset="0"/>
              </a:rPr>
              <a:t>lower_price</a:t>
            </a:r>
            <a:r>
              <a:rPr lang="en-US" sz="1600" dirty="0">
                <a:latin typeface="Times New Roman" panose="02020603050405020304" pitchFamily="18" charset="0"/>
                <a:cs typeface="Times New Roman" panose="02020603050405020304" pitchFamily="18" charset="0"/>
              </a:rPr>
              <a:t> IN INT, </a:t>
            </a:r>
            <a:r>
              <a:rPr lang="en-US" sz="1600" dirty="0" err="1">
                <a:solidFill>
                  <a:srgbClr val="FF0000"/>
                </a:solidFill>
                <a:latin typeface="Times New Roman" panose="02020603050405020304" pitchFamily="18" charset="0"/>
                <a:cs typeface="Times New Roman" panose="02020603050405020304" pitchFamily="18" charset="0"/>
              </a:rPr>
              <a:t>upper_price</a:t>
            </a:r>
            <a:r>
              <a:rPr lang="en-US" sz="1600" dirty="0">
                <a:latin typeface="Times New Roman" panose="02020603050405020304" pitchFamily="18" charset="0"/>
                <a:cs typeface="Times New Roman" panose="02020603050405020304" pitchFamily="18" charset="0"/>
              </a:rPr>
              <a:t> IN INT) </a:t>
            </a:r>
          </a:p>
          <a:p>
            <a:r>
              <a:rPr lang="en-US" sz="1600" dirty="0">
                <a:latin typeface="Times New Roman" panose="02020603050405020304" pitchFamily="18" charset="0"/>
                <a:cs typeface="Times New Roman" panose="02020603050405020304" pitchFamily="18" charset="0"/>
              </a:rPr>
              <a:t>IS</a:t>
            </a:r>
          </a:p>
          <a:p>
            <a:r>
              <a:rPr lang="en-US" sz="1600" dirty="0">
                <a:latin typeface="Times New Roman" panose="02020603050405020304" pitchFamily="18" charset="0"/>
                <a:cs typeface="Times New Roman" panose="02020603050405020304" pitchFamily="18" charset="0"/>
              </a:rPr>
              <a:t>total INT;</a:t>
            </a:r>
          </a:p>
          <a:p>
            <a:r>
              <a:rPr lang="en-US" sz="1600" dirty="0">
                <a:latin typeface="Times New Roman" panose="02020603050405020304" pitchFamily="18" charset="0"/>
                <a:cs typeface="Times New Roman" panose="02020603050405020304" pitchFamily="18" charset="0"/>
              </a:rPr>
              <a:t>BEGIN</a:t>
            </a:r>
          </a:p>
          <a:p>
            <a:r>
              <a:rPr lang="en-US" sz="1600" dirty="0">
                <a:latin typeface="Times New Roman" panose="02020603050405020304" pitchFamily="18" charset="0"/>
                <a:cs typeface="Times New Roman" panose="02020603050405020304" pitchFamily="18" charset="0"/>
              </a:rPr>
              <a:t>SELECT count(*) INTO total </a:t>
            </a:r>
          </a:p>
          <a:p>
            <a:r>
              <a:rPr lang="en-US" sz="1600" dirty="0">
                <a:latin typeface="Times New Roman" panose="02020603050405020304" pitchFamily="18" charset="0"/>
                <a:cs typeface="Times New Roman" panose="02020603050405020304" pitchFamily="18" charset="0"/>
              </a:rPr>
              <a:t>FROM </a:t>
            </a:r>
            <a:r>
              <a:rPr lang="en-US" sz="1600" dirty="0" err="1">
                <a:latin typeface="Times New Roman" panose="02020603050405020304" pitchFamily="18" charset="0"/>
                <a:cs typeface="Times New Roman" panose="02020603050405020304" pitchFamily="18" charset="0"/>
              </a:rPr>
              <a:t>Product_T</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WHERE </a:t>
            </a:r>
            <a:r>
              <a:rPr lang="en-US" sz="1600" dirty="0" err="1">
                <a:latin typeface="Times New Roman" panose="02020603050405020304" pitchFamily="18" charset="0"/>
                <a:cs typeface="Times New Roman" panose="02020603050405020304" pitchFamily="18" charset="0"/>
              </a:rPr>
              <a:t>ProductStandardPrice</a:t>
            </a:r>
            <a:r>
              <a:rPr lang="en-US" sz="1600" dirty="0">
                <a:latin typeface="Times New Roman" panose="02020603050405020304" pitchFamily="18" charset="0"/>
                <a:cs typeface="Times New Roman" panose="02020603050405020304" pitchFamily="18" charset="0"/>
              </a:rPr>
              <a:t> BETWEEN </a:t>
            </a:r>
            <a:r>
              <a:rPr lang="en-US" sz="1600" dirty="0" err="1">
                <a:solidFill>
                  <a:srgbClr val="FF0000"/>
                </a:solidFill>
                <a:latin typeface="Times New Roman" panose="02020603050405020304" pitchFamily="18" charset="0"/>
                <a:cs typeface="Times New Roman" panose="02020603050405020304" pitchFamily="18" charset="0"/>
              </a:rPr>
              <a:t>lower_price</a:t>
            </a:r>
            <a:r>
              <a:rPr lang="en-US" sz="1600" dirty="0">
                <a:latin typeface="Times New Roman" panose="02020603050405020304" pitchFamily="18" charset="0"/>
                <a:cs typeface="Times New Roman" panose="02020603050405020304" pitchFamily="18" charset="0"/>
              </a:rPr>
              <a:t> AND </a:t>
            </a:r>
            <a:r>
              <a:rPr lang="en-US" sz="1600" dirty="0" err="1">
                <a:solidFill>
                  <a:srgbClr val="FF0000"/>
                </a:solidFill>
                <a:latin typeface="Times New Roman" panose="02020603050405020304" pitchFamily="18" charset="0"/>
                <a:cs typeface="Times New Roman" panose="02020603050405020304" pitchFamily="18" charset="0"/>
              </a:rPr>
              <a:t>upper_price</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(‘There are ’|| total || ‘ products between $’ || </a:t>
            </a:r>
            <a:r>
              <a:rPr lang="en-US" sz="1600" dirty="0" err="1">
                <a:latin typeface="Times New Roman" panose="02020603050405020304" pitchFamily="18" charset="0"/>
                <a:cs typeface="Times New Roman" panose="02020603050405020304" pitchFamily="18" charset="0"/>
              </a:rPr>
              <a:t>lower_price</a:t>
            </a:r>
            <a:r>
              <a:rPr lang="en-US" sz="1600" dirty="0">
                <a:latin typeface="Times New Roman" panose="02020603050405020304" pitchFamily="18" charset="0"/>
                <a:cs typeface="Times New Roman" panose="02020603050405020304" pitchFamily="18" charset="0"/>
              </a:rPr>
              <a:t> ||’ and $’ || </a:t>
            </a:r>
            <a:r>
              <a:rPr lang="en-US" sz="1600" dirty="0" err="1">
                <a:latin typeface="Times New Roman" panose="02020603050405020304" pitchFamily="18" charset="0"/>
                <a:cs typeface="Times New Roman" panose="02020603050405020304" pitchFamily="18" charset="0"/>
              </a:rPr>
              <a:t>upper_price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END;</a:t>
            </a:r>
          </a:p>
        </p:txBody>
      </p:sp>
      <p:cxnSp>
        <p:nvCxnSpPr>
          <p:cNvPr id="7" name="Straight Arrow Connector 6"/>
          <p:cNvCxnSpPr/>
          <p:nvPr/>
        </p:nvCxnSpPr>
        <p:spPr>
          <a:xfrm flipH="1">
            <a:off x="2155971" y="3867325"/>
            <a:ext cx="29277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083728" y="3672748"/>
            <a:ext cx="6547883" cy="369332"/>
          </a:xfrm>
          <a:prstGeom prst="rect">
            <a:avLst/>
          </a:prstGeom>
          <a:noFill/>
        </p:spPr>
        <p:txBody>
          <a:bodyPr wrap="none" rtlCol="0">
            <a:spAutoFit/>
          </a:bodyPr>
          <a:lstStyle/>
          <a:p>
            <a:r>
              <a:rPr lang="en-US" dirty="0"/>
              <a:t>Declare local variables here. No need to use the “DECLARE” keyword</a:t>
            </a:r>
          </a:p>
        </p:txBody>
      </p:sp>
      <p:sp>
        <p:nvSpPr>
          <p:cNvPr id="9" name="Rectangle 8"/>
          <p:cNvSpPr/>
          <p:nvPr/>
        </p:nvSpPr>
        <p:spPr>
          <a:xfrm>
            <a:off x="1097280" y="5977468"/>
            <a:ext cx="3747821" cy="369332"/>
          </a:xfrm>
          <a:prstGeom prst="rect">
            <a:avLst/>
          </a:prstGeom>
        </p:spPr>
        <p:txBody>
          <a:bodyPr wrap="none">
            <a:spAutoFit/>
          </a:bodyPr>
          <a:lstStyle/>
          <a:p>
            <a:r>
              <a:rPr lang="en-US" dirty="0"/>
              <a:t>Test:  exec </a:t>
            </a:r>
            <a:r>
              <a:rPr lang="en-US" dirty="0" err="1"/>
              <a:t>search_by_price</a:t>
            </a:r>
            <a:r>
              <a:rPr lang="en-US" dirty="0"/>
              <a:t>(100, 200);</a:t>
            </a:r>
          </a:p>
        </p:txBody>
      </p:sp>
    </p:spTree>
    <p:extLst>
      <p:ext uri="{BB962C8B-B14F-4D97-AF65-F5344CB8AC3E}">
        <p14:creationId xmlns:p14="http://schemas.microsoft.com/office/powerpoint/2010/main" val="1722870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Q. implement a stored procedure (</a:t>
            </a:r>
            <a:r>
              <a:rPr lang="en-US" dirty="0" err="1"/>
              <a:t>search_by_finish</a:t>
            </a:r>
            <a:r>
              <a:rPr lang="en-US" dirty="0"/>
              <a:t>) to find the average price of products with the given finish type. Use the following commands to test the code.</a:t>
            </a:r>
          </a:p>
        </p:txBody>
      </p:sp>
      <p:sp>
        <p:nvSpPr>
          <p:cNvPr id="4" name="Slide Number Placeholder 3"/>
          <p:cNvSpPr>
            <a:spLocks noGrp="1"/>
          </p:cNvSpPr>
          <p:nvPr>
            <p:ph type="sldNum" sz="quarter" idx="12"/>
          </p:nvPr>
        </p:nvSpPr>
        <p:spPr/>
        <p:txBody>
          <a:bodyPr/>
          <a:lstStyle/>
          <a:p>
            <a:fld id="{6113E31D-E2AB-40D1-8B51-AFA5AFEF393A}" type="slidenum">
              <a:rPr lang="en-US" smtClean="0"/>
              <a:t>20</a:t>
            </a:fld>
            <a:endParaRPr lang="en-US" dirty="0"/>
          </a:p>
        </p:txBody>
      </p:sp>
      <p:sp>
        <p:nvSpPr>
          <p:cNvPr id="9" name="Rectangle 8"/>
          <p:cNvSpPr/>
          <p:nvPr/>
        </p:nvSpPr>
        <p:spPr>
          <a:xfrm>
            <a:off x="1097280" y="3175546"/>
            <a:ext cx="3185937" cy="369332"/>
          </a:xfrm>
          <a:prstGeom prst="rect">
            <a:avLst/>
          </a:prstGeom>
        </p:spPr>
        <p:txBody>
          <a:bodyPr wrap="none">
            <a:spAutoFit/>
          </a:bodyPr>
          <a:lstStyle/>
          <a:p>
            <a:r>
              <a:rPr lang="en-US" dirty="0"/>
              <a:t>exec </a:t>
            </a:r>
            <a:r>
              <a:rPr lang="en-US" dirty="0" err="1"/>
              <a:t>search_by_finish</a:t>
            </a:r>
            <a:r>
              <a:rPr lang="en-US" dirty="0"/>
              <a:t>(‘Cherry’);</a:t>
            </a:r>
          </a:p>
        </p:txBody>
      </p:sp>
      <p:sp>
        <p:nvSpPr>
          <p:cNvPr id="10" name="Rectangle 9"/>
          <p:cNvSpPr/>
          <p:nvPr/>
        </p:nvSpPr>
        <p:spPr>
          <a:xfrm>
            <a:off x="1097279" y="3653252"/>
            <a:ext cx="3645422" cy="369332"/>
          </a:xfrm>
          <a:prstGeom prst="rect">
            <a:avLst/>
          </a:prstGeom>
        </p:spPr>
        <p:txBody>
          <a:bodyPr wrap="none">
            <a:spAutoFit/>
          </a:bodyPr>
          <a:lstStyle/>
          <a:p>
            <a:r>
              <a:rPr lang="en-US" dirty="0"/>
              <a:t>exec </a:t>
            </a:r>
            <a:r>
              <a:rPr lang="en-US" dirty="0" err="1"/>
              <a:t>search_by_finish</a:t>
            </a:r>
            <a:r>
              <a:rPr lang="en-US" dirty="0"/>
              <a:t>(‘Natural Ash’);</a:t>
            </a:r>
          </a:p>
        </p:txBody>
      </p:sp>
      <p:sp>
        <p:nvSpPr>
          <p:cNvPr id="6" name="Rectangle 5"/>
          <p:cNvSpPr/>
          <p:nvPr/>
        </p:nvSpPr>
        <p:spPr>
          <a:xfrm>
            <a:off x="4959816" y="3170935"/>
            <a:ext cx="5395131" cy="369332"/>
          </a:xfrm>
          <a:prstGeom prst="rect">
            <a:avLst/>
          </a:prstGeom>
        </p:spPr>
        <p:txBody>
          <a:bodyPr wrap="none">
            <a:spAutoFit/>
          </a:bodyPr>
          <a:lstStyle/>
          <a:p>
            <a:r>
              <a:rPr lang="en-US"/>
              <a:t>The average price of products with Cherry finish is $250</a:t>
            </a:r>
            <a:endParaRPr lang="en-US" dirty="0"/>
          </a:p>
        </p:txBody>
      </p:sp>
      <p:sp>
        <p:nvSpPr>
          <p:cNvPr id="7" name="Rectangle 6"/>
          <p:cNvSpPr/>
          <p:nvPr/>
        </p:nvSpPr>
        <p:spPr>
          <a:xfrm>
            <a:off x="4924915" y="3648641"/>
            <a:ext cx="6153351" cy="369332"/>
          </a:xfrm>
          <a:prstGeom prst="rect">
            <a:avLst/>
          </a:prstGeom>
        </p:spPr>
        <p:txBody>
          <a:bodyPr wrap="none">
            <a:spAutoFit/>
          </a:bodyPr>
          <a:lstStyle/>
          <a:p>
            <a:r>
              <a:rPr lang="en-US" dirty="0"/>
              <a:t>The average price of products with Natural Ash finish is $458.33</a:t>
            </a:r>
          </a:p>
        </p:txBody>
      </p:sp>
    </p:spTree>
    <p:extLst>
      <p:ext uri="{BB962C8B-B14F-4D97-AF65-F5344CB8AC3E}">
        <p14:creationId xmlns:p14="http://schemas.microsoft.com/office/powerpoint/2010/main" val="3012789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4" name="Slide Number Placeholder 3"/>
          <p:cNvSpPr>
            <a:spLocks noGrp="1"/>
          </p:cNvSpPr>
          <p:nvPr>
            <p:ph type="sldNum" sz="quarter" idx="12"/>
          </p:nvPr>
        </p:nvSpPr>
        <p:spPr/>
        <p:txBody>
          <a:bodyPr/>
          <a:lstStyle/>
          <a:p>
            <a:fld id="{6113E31D-E2AB-40D1-8B51-AFA5AFEF393A}" type="slidenum">
              <a:rPr lang="en-US" smtClean="0"/>
              <a:t>21</a:t>
            </a:fld>
            <a:endParaRPr lang="en-US" dirty="0"/>
          </a:p>
        </p:txBody>
      </p:sp>
      <p:sp>
        <p:nvSpPr>
          <p:cNvPr id="5" name="Rectangle 4"/>
          <p:cNvSpPr/>
          <p:nvPr/>
        </p:nvSpPr>
        <p:spPr>
          <a:xfrm>
            <a:off x="1097280" y="2052939"/>
            <a:ext cx="8902397" cy="2554545"/>
          </a:xfrm>
          <a:prstGeom prst="rect">
            <a:avLst/>
          </a:prstGeom>
          <a:solidFill>
            <a:schemeClr val="accent6">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PROCEDURE </a:t>
            </a:r>
            <a:r>
              <a:rPr lang="en-US" sz="1600" dirty="0" err="1">
                <a:latin typeface="Times New Roman" panose="02020603050405020304" pitchFamily="18" charset="0"/>
                <a:cs typeface="Times New Roman" panose="02020603050405020304" pitchFamily="18" charset="0"/>
              </a:rPr>
              <a:t>search_by_finish</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input_finish</a:t>
            </a:r>
            <a:r>
              <a:rPr lang="en-US" sz="1600" dirty="0">
                <a:latin typeface="Times New Roman" panose="02020603050405020304" pitchFamily="18" charset="0"/>
                <a:cs typeface="Times New Roman" panose="02020603050405020304" pitchFamily="18" charset="0"/>
              </a:rPr>
              <a:t> IN VARCHAR2) </a:t>
            </a:r>
          </a:p>
          <a:p>
            <a:r>
              <a:rPr lang="en-US" sz="1600" dirty="0">
                <a:latin typeface="Times New Roman" panose="02020603050405020304" pitchFamily="18" charset="0"/>
                <a:cs typeface="Times New Roman" panose="02020603050405020304" pitchFamily="18" charset="0"/>
              </a:rPr>
              <a:t>IS</a:t>
            </a:r>
          </a:p>
          <a:p>
            <a:r>
              <a:rPr lang="en-US" sz="1600" dirty="0" err="1">
                <a:latin typeface="Times New Roman" panose="02020603050405020304" pitchFamily="18" charset="0"/>
                <a:cs typeface="Times New Roman" panose="02020603050405020304" pitchFamily="18" charset="0"/>
              </a:rPr>
              <a:t>avg_price</a:t>
            </a:r>
            <a:r>
              <a:rPr lang="en-US" sz="1600" dirty="0">
                <a:latin typeface="Times New Roman" panose="02020603050405020304" pitchFamily="18" charset="0"/>
                <a:cs typeface="Times New Roman" panose="02020603050405020304" pitchFamily="18" charset="0"/>
              </a:rPr>
              <a:t> NUMBER;</a:t>
            </a:r>
          </a:p>
          <a:p>
            <a:r>
              <a:rPr lang="en-US" sz="1600" dirty="0">
                <a:latin typeface="Times New Roman" panose="02020603050405020304" pitchFamily="18" charset="0"/>
                <a:cs typeface="Times New Roman" panose="02020603050405020304" pitchFamily="18" charset="0"/>
              </a:rPr>
              <a:t>BEGIN</a:t>
            </a:r>
          </a:p>
          <a:p>
            <a:r>
              <a:rPr lang="en-US" sz="1600" dirty="0">
                <a:latin typeface="Times New Roman" panose="02020603050405020304" pitchFamily="18" charset="0"/>
                <a:cs typeface="Times New Roman" panose="02020603050405020304" pitchFamily="18" charset="0"/>
              </a:rPr>
              <a:t>SELECT </a:t>
            </a:r>
            <a:r>
              <a:rPr lang="en-US" sz="1600" b="1" dirty="0">
                <a:latin typeface="Times New Roman" panose="02020603050405020304" pitchFamily="18" charset="0"/>
                <a:cs typeface="Times New Roman" panose="02020603050405020304" pitchFamily="18" charset="0"/>
              </a:rPr>
              <a:t>round(</a:t>
            </a:r>
            <a:r>
              <a:rPr lang="en-US" sz="1600" b="1" dirty="0" err="1">
                <a:latin typeface="Times New Roman" panose="02020603050405020304" pitchFamily="18" charset="0"/>
                <a:cs typeface="Times New Roman" panose="02020603050405020304" pitchFamily="18" charset="0"/>
              </a:rPr>
              <a:t>avg</a:t>
            </a:r>
            <a:r>
              <a:rPr lang="en-US" sz="1600" b="1" dirty="0">
                <a:latin typeface="Times New Roman" panose="02020603050405020304" pitchFamily="18" charset="0"/>
                <a:cs typeface="Times New Roman" panose="02020603050405020304" pitchFamily="18" charset="0"/>
              </a:rPr>
              <a:t>(</a:t>
            </a:r>
            <a:r>
              <a:rPr lang="en-US" sz="1600" b="1" dirty="0" err="1">
                <a:latin typeface="Times New Roman" panose="02020603050405020304" pitchFamily="18" charset="0"/>
                <a:cs typeface="Times New Roman" panose="02020603050405020304" pitchFamily="18" charset="0"/>
              </a:rPr>
              <a:t>productstandardprice</a:t>
            </a:r>
            <a:r>
              <a:rPr lang="en-US" sz="1600" b="1" dirty="0">
                <a:latin typeface="Times New Roman" panose="02020603050405020304" pitchFamily="18" charset="0"/>
                <a:cs typeface="Times New Roman" panose="02020603050405020304" pitchFamily="18" charset="0"/>
              </a:rPr>
              <a:t>), 2) </a:t>
            </a:r>
            <a:r>
              <a:rPr lang="en-US" sz="1600" dirty="0">
                <a:latin typeface="Times New Roman" panose="02020603050405020304" pitchFamily="18" charset="0"/>
                <a:cs typeface="Times New Roman" panose="02020603050405020304" pitchFamily="18" charset="0"/>
              </a:rPr>
              <a:t>INTO </a:t>
            </a:r>
            <a:r>
              <a:rPr lang="en-US" sz="1600" b="1" dirty="0" err="1">
                <a:latin typeface="Times New Roman" panose="02020603050405020304" pitchFamily="18" charset="0"/>
                <a:cs typeface="Times New Roman" panose="02020603050405020304" pitchFamily="18" charset="0"/>
              </a:rPr>
              <a:t>avg_price</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FROM </a:t>
            </a:r>
            <a:r>
              <a:rPr lang="en-US" sz="1600" dirty="0" err="1">
                <a:latin typeface="Times New Roman" panose="02020603050405020304" pitchFamily="18" charset="0"/>
                <a:cs typeface="Times New Roman" panose="02020603050405020304" pitchFamily="18" charset="0"/>
              </a:rPr>
              <a:t>Product_T</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WHERE </a:t>
            </a:r>
            <a:r>
              <a:rPr lang="en-US" sz="1600" dirty="0" err="1">
                <a:latin typeface="Times New Roman" panose="02020603050405020304" pitchFamily="18" charset="0"/>
                <a:cs typeface="Times New Roman" panose="02020603050405020304" pitchFamily="18" charset="0"/>
              </a:rPr>
              <a:t>productfinish</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input_finish</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('The average price of products with '|| </a:t>
            </a:r>
            <a:r>
              <a:rPr lang="en-US" sz="1600" dirty="0" err="1">
                <a:latin typeface="Times New Roman" panose="02020603050405020304" pitchFamily="18" charset="0"/>
                <a:cs typeface="Times New Roman" panose="02020603050405020304" pitchFamily="18" charset="0"/>
              </a:rPr>
              <a:t>input_finish</a:t>
            </a:r>
            <a:r>
              <a:rPr lang="en-US" sz="1600" dirty="0">
                <a:latin typeface="Times New Roman" panose="02020603050405020304" pitchFamily="18" charset="0"/>
                <a:cs typeface="Times New Roman" panose="02020603050405020304" pitchFamily="18" charset="0"/>
              </a:rPr>
              <a:t> || ' finish is $' || </a:t>
            </a:r>
            <a:r>
              <a:rPr lang="en-US" sz="1600" dirty="0" err="1">
                <a:latin typeface="Times New Roman" panose="02020603050405020304" pitchFamily="18" charset="0"/>
                <a:cs typeface="Times New Roman" panose="02020603050405020304" pitchFamily="18" charset="0"/>
              </a:rPr>
              <a:t>avg_price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END IF;</a:t>
            </a:r>
          </a:p>
          <a:p>
            <a:r>
              <a:rPr lang="en-US" sz="1600" dirty="0">
                <a:latin typeface="Times New Roman" panose="02020603050405020304" pitchFamily="18" charset="0"/>
                <a:cs typeface="Times New Roman" panose="02020603050405020304" pitchFamily="18" charset="0"/>
              </a:rPr>
              <a:t>END;</a:t>
            </a:r>
          </a:p>
        </p:txBody>
      </p:sp>
      <p:sp>
        <p:nvSpPr>
          <p:cNvPr id="17" name="TextBox 16"/>
          <p:cNvSpPr txBox="1"/>
          <p:nvPr/>
        </p:nvSpPr>
        <p:spPr>
          <a:xfrm>
            <a:off x="2072081" y="5410899"/>
            <a:ext cx="1494320" cy="369332"/>
          </a:xfrm>
          <a:prstGeom prst="rect">
            <a:avLst/>
          </a:prstGeom>
          <a:noFill/>
        </p:spPr>
        <p:txBody>
          <a:bodyPr wrap="none" rtlCol="0">
            <a:spAutoFit/>
          </a:bodyPr>
          <a:lstStyle/>
          <a:p>
            <a:r>
              <a:rPr lang="en-US" dirty="0"/>
              <a:t>Any problem?</a:t>
            </a:r>
          </a:p>
        </p:txBody>
      </p:sp>
    </p:spTree>
    <p:extLst>
      <p:ext uri="{BB962C8B-B14F-4D97-AF65-F5344CB8AC3E}">
        <p14:creationId xmlns:p14="http://schemas.microsoft.com/office/powerpoint/2010/main" val="814415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Q. implement a stored procedure (</a:t>
            </a:r>
            <a:r>
              <a:rPr lang="en-US" dirty="0" err="1"/>
              <a:t>search_by_finish</a:t>
            </a:r>
            <a:r>
              <a:rPr lang="en-US" dirty="0"/>
              <a:t>) to find the average price of products with the given finish type. Use the following commands to test the code.</a:t>
            </a:r>
          </a:p>
        </p:txBody>
      </p:sp>
      <p:sp>
        <p:nvSpPr>
          <p:cNvPr id="4" name="Slide Number Placeholder 3"/>
          <p:cNvSpPr>
            <a:spLocks noGrp="1"/>
          </p:cNvSpPr>
          <p:nvPr>
            <p:ph type="sldNum" sz="quarter" idx="12"/>
          </p:nvPr>
        </p:nvSpPr>
        <p:spPr/>
        <p:txBody>
          <a:bodyPr/>
          <a:lstStyle/>
          <a:p>
            <a:fld id="{6113E31D-E2AB-40D1-8B51-AFA5AFEF393A}" type="slidenum">
              <a:rPr lang="en-US" smtClean="0"/>
              <a:t>22</a:t>
            </a:fld>
            <a:endParaRPr lang="en-US" dirty="0"/>
          </a:p>
        </p:txBody>
      </p:sp>
      <p:sp>
        <p:nvSpPr>
          <p:cNvPr id="9" name="Rectangle 8"/>
          <p:cNvSpPr/>
          <p:nvPr/>
        </p:nvSpPr>
        <p:spPr>
          <a:xfrm>
            <a:off x="1097280" y="3175546"/>
            <a:ext cx="3185937" cy="369332"/>
          </a:xfrm>
          <a:prstGeom prst="rect">
            <a:avLst/>
          </a:prstGeom>
        </p:spPr>
        <p:txBody>
          <a:bodyPr wrap="none">
            <a:spAutoFit/>
          </a:bodyPr>
          <a:lstStyle/>
          <a:p>
            <a:r>
              <a:rPr lang="en-US" dirty="0"/>
              <a:t>exec </a:t>
            </a:r>
            <a:r>
              <a:rPr lang="en-US" dirty="0" err="1"/>
              <a:t>search_by_finish</a:t>
            </a:r>
            <a:r>
              <a:rPr lang="en-US" dirty="0"/>
              <a:t>(‘Cherry’);</a:t>
            </a:r>
          </a:p>
        </p:txBody>
      </p:sp>
      <p:sp>
        <p:nvSpPr>
          <p:cNvPr id="10" name="Rectangle 9"/>
          <p:cNvSpPr/>
          <p:nvPr/>
        </p:nvSpPr>
        <p:spPr>
          <a:xfrm>
            <a:off x="1097279" y="3653252"/>
            <a:ext cx="3645422" cy="369332"/>
          </a:xfrm>
          <a:prstGeom prst="rect">
            <a:avLst/>
          </a:prstGeom>
        </p:spPr>
        <p:txBody>
          <a:bodyPr wrap="none">
            <a:spAutoFit/>
          </a:bodyPr>
          <a:lstStyle/>
          <a:p>
            <a:r>
              <a:rPr lang="en-US" dirty="0"/>
              <a:t>exec </a:t>
            </a:r>
            <a:r>
              <a:rPr lang="en-US" dirty="0" err="1"/>
              <a:t>search_by_finish</a:t>
            </a:r>
            <a:r>
              <a:rPr lang="en-US" dirty="0"/>
              <a:t>(‘Natural Ash’);</a:t>
            </a:r>
          </a:p>
        </p:txBody>
      </p:sp>
      <p:sp>
        <p:nvSpPr>
          <p:cNvPr id="11" name="Rectangle 10"/>
          <p:cNvSpPr/>
          <p:nvPr/>
        </p:nvSpPr>
        <p:spPr>
          <a:xfrm>
            <a:off x="1097279" y="4130958"/>
            <a:ext cx="3430170" cy="369332"/>
          </a:xfrm>
          <a:prstGeom prst="rect">
            <a:avLst/>
          </a:prstGeom>
        </p:spPr>
        <p:txBody>
          <a:bodyPr wrap="none">
            <a:spAutoFit/>
          </a:bodyPr>
          <a:lstStyle/>
          <a:p>
            <a:r>
              <a:rPr lang="en-US" dirty="0"/>
              <a:t>exec </a:t>
            </a:r>
            <a:r>
              <a:rPr lang="en-US" dirty="0" err="1"/>
              <a:t>search_by_finish</a:t>
            </a:r>
            <a:r>
              <a:rPr lang="en-US" dirty="0"/>
              <a:t>(‘unknown’);</a:t>
            </a:r>
          </a:p>
        </p:txBody>
      </p:sp>
      <p:sp>
        <p:nvSpPr>
          <p:cNvPr id="5" name="TextBox 4"/>
          <p:cNvSpPr txBox="1"/>
          <p:nvPr/>
        </p:nvSpPr>
        <p:spPr>
          <a:xfrm>
            <a:off x="4742701" y="4130958"/>
            <a:ext cx="6902852" cy="369332"/>
          </a:xfrm>
          <a:prstGeom prst="rect">
            <a:avLst/>
          </a:prstGeom>
          <a:noFill/>
        </p:spPr>
        <p:txBody>
          <a:bodyPr wrap="none" rtlCol="0">
            <a:spAutoFit/>
          </a:bodyPr>
          <a:lstStyle/>
          <a:p>
            <a:r>
              <a:rPr lang="en-US" dirty="0"/>
              <a:t>How do you handle this? The message should be “Unknown finish type”</a:t>
            </a:r>
          </a:p>
        </p:txBody>
      </p:sp>
      <p:sp>
        <p:nvSpPr>
          <p:cNvPr id="6" name="Rectangle 5"/>
          <p:cNvSpPr/>
          <p:nvPr/>
        </p:nvSpPr>
        <p:spPr>
          <a:xfrm>
            <a:off x="4959816" y="3170935"/>
            <a:ext cx="5395131" cy="369332"/>
          </a:xfrm>
          <a:prstGeom prst="rect">
            <a:avLst/>
          </a:prstGeom>
        </p:spPr>
        <p:txBody>
          <a:bodyPr wrap="none">
            <a:spAutoFit/>
          </a:bodyPr>
          <a:lstStyle/>
          <a:p>
            <a:r>
              <a:rPr lang="en-US"/>
              <a:t>The average price of products with Cherry finish is $250</a:t>
            </a:r>
            <a:endParaRPr lang="en-US" dirty="0"/>
          </a:p>
        </p:txBody>
      </p:sp>
      <p:sp>
        <p:nvSpPr>
          <p:cNvPr id="7" name="Rectangle 6"/>
          <p:cNvSpPr/>
          <p:nvPr/>
        </p:nvSpPr>
        <p:spPr>
          <a:xfrm>
            <a:off x="4924915" y="3648641"/>
            <a:ext cx="6153351" cy="369332"/>
          </a:xfrm>
          <a:prstGeom prst="rect">
            <a:avLst/>
          </a:prstGeom>
        </p:spPr>
        <p:txBody>
          <a:bodyPr wrap="none">
            <a:spAutoFit/>
          </a:bodyPr>
          <a:lstStyle/>
          <a:p>
            <a:r>
              <a:rPr lang="en-US" dirty="0"/>
              <a:t>The average price of products with Natural Ash finish is $458.33</a:t>
            </a:r>
          </a:p>
        </p:txBody>
      </p:sp>
      <p:sp>
        <p:nvSpPr>
          <p:cNvPr id="8" name="TextBox 7"/>
          <p:cNvSpPr txBox="1"/>
          <p:nvPr/>
        </p:nvSpPr>
        <p:spPr>
          <a:xfrm>
            <a:off x="1166070" y="5209563"/>
            <a:ext cx="4073808" cy="369332"/>
          </a:xfrm>
          <a:prstGeom prst="rect">
            <a:avLst/>
          </a:prstGeom>
          <a:noFill/>
        </p:spPr>
        <p:txBody>
          <a:bodyPr wrap="none" rtlCol="0">
            <a:spAutoFit/>
          </a:bodyPr>
          <a:lstStyle/>
          <a:p>
            <a:r>
              <a:rPr lang="en-US" dirty="0">
                <a:solidFill>
                  <a:srgbClr val="FF0000"/>
                </a:solidFill>
              </a:rPr>
              <a:t>What if the input is an invalid finish type?</a:t>
            </a:r>
          </a:p>
        </p:txBody>
      </p:sp>
    </p:spTree>
    <p:extLst>
      <p:ext uri="{BB962C8B-B14F-4D97-AF65-F5344CB8AC3E}">
        <p14:creationId xmlns:p14="http://schemas.microsoft.com/office/powerpoint/2010/main" val="3650292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Updated Solution</a:t>
            </a:r>
          </a:p>
        </p:txBody>
      </p:sp>
      <p:sp>
        <p:nvSpPr>
          <p:cNvPr id="4" name="Slide Number Placeholder 3"/>
          <p:cNvSpPr>
            <a:spLocks noGrp="1"/>
          </p:cNvSpPr>
          <p:nvPr>
            <p:ph type="sldNum" sz="quarter" idx="12"/>
          </p:nvPr>
        </p:nvSpPr>
        <p:spPr/>
        <p:txBody>
          <a:bodyPr/>
          <a:lstStyle/>
          <a:p>
            <a:fld id="{6113E31D-E2AB-40D1-8B51-AFA5AFEF393A}" type="slidenum">
              <a:rPr lang="en-US" smtClean="0"/>
              <a:t>23</a:t>
            </a:fld>
            <a:endParaRPr lang="en-US" dirty="0"/>
          </a:p>
        </p:txBody>
      </p:sp>
      <p:sp>
        <p:nvSpPr>
          <p:cNvPr id="5" name="Rectangle 4"/>
          <p:cNvSpPr/>
          <p:nvPr/>
        </p:nvSpPr>
        <p:spPr>
          <a:xfrm>
            <a:off x="711125" y="2103273"/>
            <a:ext cx="8902397" cy="3293209"/>
          </a:xfrm>
          <a:prstGeom prst="rect">
            <a:avLst/>
          </a:prstGeom>
          <a:solidFill>
            <a:schemeClr val="accent6">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PROCEDURE </a:t>
            </a:r>
            <a:r>
              <a:rPr lang="en-US" sz="1600" dirty="0" err="1">
                <a:latin typeface="Times New Roman" panose="02020603050405020304" pitchFamily="18" charset="0"/>
                <a:cs typeface="Times New Roman" panose="02020603050405020304" pitchFamily="18" charset="0"/>
              </a:rPr>
              <a:t>search_by_finish</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input_finish</a:t>
            </a:r>
            <a:r>
              <a:rPr lang="en-US" sz="1600" dirty="0">
                <a:latin typeface="Times New Roman" panose="02020603050405020304" pitchFamily="18" charset="0"/>
                <a:cs typeface="Times New Roman" panose="02020603050405020304" pitchFamily="18" charset="0"/>
              </a:rPr>
              <a:t> IN VARCHAR2) </a:t>
            </a:r>
          </a:p>
          <a:p>
            <a:r>
              <a:rPr lang="en-US" sz="1600" dirty="0">
                <a:latin typeface="Times New Roman" panose="02020603050405020304" pitchFamily="18" charset="0"/>
                <a:cs typeface="Times New Roman" panose="02020603050405020304" pitchFamily="18" charset="0"/>
              </a:rPr>
              <a:t>IS</a:t>
            </a:r>
          </a:p>
          <a:p>
            <a:r>
              <a:rPr lang="en-US" sz="1600" dirty="0" err="1">
                <a:latin typeface="Times New Roman" panose="02020603050405020304" pitchFamily="18" charset="0"/>
                <a:cs typeface="Times New Roman" panose="02020603050405020304" pitchFamily="18" charset="0"/>
              </a:rPr>
              <a:t>avg_price</a:t>
            </a:r>
            <a:r>
              <a:rPr lang="en-US" sz="1600" dirty="0">
                <a:latin typeface="Times New Roman" panose="02020603050405020304" pitchFamily="18" charset="0"/>
                <a:cs typeface="Times New Roman" panose="02020603050405020304" pitchFamily="18" charset="0"/>
              </a:rPr>
              <a:t> NUMBER;</a:t>
            </a:r>
          </a:p>
          <a:p>
            <a:r>
              <a:rPr lang="en-US" sz="1600" dirty="0">
                <a:latin typeface="Times New Roman" panose="02020603050405020304" pitchFamily="18" charset="0"/>
                <a:cs typeface="Times New Roman" panose="02020603050405020304" pitchFamily="18" charset="0"/>
              </a:rPr>
              <a:t>BEGIN</a:t>
            </a:r>
          </a:p>
          <a:p>
            <a:r>
              <a:rPr lang="en-US" sz="1600" dirty="0">
                <a:latin typeface="Times New Roman" panose="02020603050405020304" pitchFamily="18" charset="0"/>
                <a:cs typeface="Times New Roman" panose="02020603050405020304" pitchFamily="18" charset="0"/>
              </a:rPr>
              <a:t>SELECT </a:t>
            </a:r>
            <a:r>
              <a:rPr lang="en-US" sz="1600" b="1" dirty="0">
                <a:latin typeface="Times New Roman" panose="02020603050405020304" pitchFamily="18" charset="0"/>
                <a:cs typeface="Times New Roman" panose="02020603050405020304" pitchFamily="18" charset="0"/>
              </a:rPr>
              <a:t>round(</a:t>
            </a:r>
            <a:r>
              <a:rPr lang="en-US" sz="1600" b="1" dirty="0" err="1">
                <a:latin typeface="Times New Roman" panose="02020603050405020304" pitchFamily="18" charset="0"/>
                <a:cs typeface="Times New Roman" panose="02020603050405020304" pitchFamily="18" charset="0"/>
              </a:rPr>
              <a:t>avg</a:t>
            </a:r>
            <a:r>
              <a:rPr lang="en-US" sz="1600" b="1" dirty="0">
                <a:latin typeface="Times New Roman" panose="02020603050405020304" pitchFamily="18" charset="0"/>
                <a:cs typeface="Times New Roman" panose="02020603050405020304" pitchFamily="18" charset="0"/>
              </a:rPr>
              <a:t>(</a:t>
            </a:r>
            <a:r>
              <a:rPr lang="en-US" sz="1600" b="1" dirty="0" err="1">
                <a:latin typeface="Times New Roman" panose="02020603050405020304" pitchFamily="18" charset="0"/>
                <a:cs typeface="Times New Roman" panose="02020603050405020304" pitchFamily="18" charset="0"/>
              </a:rPr>
              <a:t>productstandardprice</a:t>
            </a:r>
            <a:r>
              <a:rPr lang="en-US" sz="1600" b="1" dirty="0">
                <a:latin typeface="Times New Roman" panose="02020603050405020304" pitchFamily="18" charset="0"/>
                <a:cs typeface="Times New Roman" panose="02020603050405020304" pitchFamily="18" charset="0"/>
              </a:rPr>
              <a:t>), 2) </a:t>
            </a:r>
            <a:r>
              <a:rPr lang="en-US" sz="1600" dirty="0">
                <a:latin typeface="Times New Roman" panose="02020603050405020304" pitchFamily="18" charset="0"/>
                <a:cs typeface="Times New Roman" panose="02020603050405020304" pitchFamily="18" charset="0"/>
              </a:rPr>
              <a:t>INTO </a:t>
            </a:r>
            <a:r>
              <a:rPr lang="en-US" sz="1600" b="1" dirty="0" err="1">
                <a:latin typeface="Times New Roman" panose="02020603050405020304" pitchFamily="18" charset="0"/>
                <a:cs typeface="Times New Roman" panose="02020603050405020304" pitchFamily="18" charset="0"/>
              </a:rPr>
              <a:t>avg_price</a:t>
            </a:r>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FROM </a:t>
            </a:r>
            <a:r>
              <a:rPr lang="en-US" sz="1600" dirty="0" err="1">
                <a:latin typeface="Times New Roman" panose="02020603050405020304" pitchFamily="18" charset="0"/>
                <a:cs typeface="Times New Roman" panose="02020603050405020304" pitchFamily="18" charset="0"/>
              </a:rPr>
              <a:t>Product_T</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WHERE </a:t>
            </a:r>
            <a:r>
              <a:rPr lang="en-US" sz="1600" dirty="0" err="1">
                <a:latin typeface="Times New Roman" panose="02020603050405020304" pitchFamily="18" charset="0"/>
                <a:cs typeface="Times New Roman" panose="02020603050405020304" pitchFamily="18" charset="0"/>
              </a:rPr>
              <a:t>productfinish</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input_finish</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IF </a:t>
            </a:r>
            <a:r>
              <a:rPr lang="en-US" sz="1600" dirty="0" err="1">
                <a:latin typeface="Times New Roman" panose="02020603050405020304" pitchFamily="18" charset="0"/>
                <a:cs typeface="Times New Roman" panose="02020603050405020304" pitchFamily="18" charset="0"/>
              </a:rPr>
              <a:t>avg_price</a:t>
            </a:r>
            <a:r>
              <a:rPr lang="en-US" sz="1600" dirty="0">
                <a:latin typeface="Times New Roman" panose="02020603050405020304" pitchFamily="18" charset="0"/>
                <a:cs typeface="Times New Roman" panose="02020603050405020304" pitchFamily="18" charset="0"/>
              </a:rPr>
              <a:t> IS NOT NULL THEN</a:t>
            </a:r>
          </a:p>
          <a:p>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('The average price of products with '|| </a:t>
            </a:r>
            <a:r>
              <a:rPr lang="en-US" sz="1600" dirty="0" err="1">
                <a:latin typeface="Times New Roman" panose="02020603050405020304" pitchFamily="18" charset="0"/>
                <a:cs typeface="Times New Roman" panose="02020603050405020304" pitchFamily="18" charset="0"/>
              </a:rPr>
              <a:t>input_finish</a:t>
            </a:r>
            <a:r>
              <a:rPr lang="en-US" sz="1600" dirty="0">
                <a:latin typeface="Times New Roman" panose="02020603050405020304" pitchFamily="18" charset="0"/>
                <a:cs typeface="Times New Roman" panose="02020603050405020304" pitchFamily="18" charset="0"/>
              </a:rPr>
              <a:t> || ' finish is $' || </a:t>
            </a:r>
            <a:r>
              <a:rPr lang="en-US" sz="1600" dirty="0" err="1">
                <a:latin typeface="Times New Roman" panose="02020603050405020304" pitchFamily="18" charset="0"/>
                <a:cs typeface="Times New Roman" panose="02020603050405020304" pitchFamily="18" charset="0"/>
              </a:rPr>
              <a:t>avg_price</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ELSE</a:t>
            </a:r>
          </a:p>
          <a:p>
            <a:r>
              <a:rPr lang="en-US" sz="1600" dirty="0" err="1">
                <a:latin typeface="Times New Roman" panose="02020603050405020304" pitchFamily="18" charset="0"/>
                <a:cs typeface="Times New Roman" panose="02020603050405020304" pitchFamily="18" charset="0"/>
              </a:rPr>
              <a:t>dbms_output.put_line</a:t>
            </a:r>
            <a:r>
              <a:rPr lang="en-US" sz="1600" dirty="0">
                <a:latin typeface="Times New Roman" panose="02020603050405020304" pitchFamily="18" charset="0"/>
                <a:cs typeface="Times New Roman" panose="02020603050405020304" pitchFamily="18" charset="0"/>
              </a:rPr>
              <a:t>('Unknown finish type');</a:t>
            </a:r>
          </a:p>
          <a:p>
            <a:r>
              <a:rPr lang="en-US" sz="1600" dirty="0">
                <a:latin typeface="Times New Roman" panose="02020603050405020304" pitchFamily="18" charset="0"/>
                <a:cs typeface="Times New Roman" panose="02020603050405020304" pitchFamily="18" charset="0"/>
              </a:rPr>
              <a:t>END IF;</a:t>
            </a:r>
          </a:p>
          <a:p>
            <a:r>
              <a:rPr lang="en-US" sz="1600" dirty="0">
                <a:latin typeface="Times New Roman" panose="02020603050405020304" pitchFamily="18" charset="0"/>
                <a:cs typeface="Times New Roman" panose="02020603050405020304" pitchFamily="18" charset="0"/>
              </a:rPr>
              <a:t>END;</a:t>
            </a:r>
          </a:p>
        </p:txBody>
      </p:sp>
      <p:sp>
        <p:nvSpPr>
          <p:cNvPr id="9" name="TextBox 8"/>
          <p:cNvSpPr txBox="1"/>
          <p:nvPr/>
        </p:nvSpPr>
        <p:spPr>
          <a:xfrm>
            <a:off x="9551474" y="2026127"/>
            <a:ext cx="2640526" cy="646331"/>
          </a:xfrm>
          <a:prstGeom prst="rect">
            <a:avLst/>
          </a:prstGeom>
          <a:noFill/>
        </p:spPr>
        <p:txBody>
          <a:bodyPr wrap="square" rtlCol="0">
            <a:spAutoFit/>
          </a:bodyPr>
          <a:lstStyle/>
          <a:p>
            <a:r>
              <a:rPr lang="en-US" dirty="0" err="1"/>
              <a:t>avg_price</a:t>
            </a:r>
            <a:r>
              <a:rPr lang="en-US" dirty="0"/>
              <a:t> will be NULL if no products found</a:t>
            </a:r>
          </a:p>
        </p:txBody>
      </p:sp>
      <p:cxnSp>
        <p:nvCxnSpPr>
          <p:cNvPr id="10" name="Straight Arrow Connector 9"/>
          <p:cNvCxnSpPr/>
          <p:nvPr/>
        </p:nvCxnSpPr>
        <p:spPr>
          <a:xfrm flipH="1">
            <a:off x="3789030" y="3749878"/>
            <a:ext cx="3824193" cy="2394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6342449" y="2741511"/>
            <a:ext cx="3209026" cy="549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738181" y="3263723"/>
            <a:ext cx="4180343" cy="830997"/>
          </a:xfrm>
          <a:prstGeom prst="rect">
            <a:avLst/>
          </a:prstGeom>
          <a:noFill/>
        </p:spPr>
        <p:txBody>
          <a:bodyPr wrap="square" rtlCol="0">
            <a:spAutoFit/>
          </a:bodyPr>
          <a:lstStyle/>
          <a:p>
            <a:r>
              <a:rPr lang="en-US" sz="1600" dirty="0"/>
              <a:t>EXCEPTION on NO_DATA_FOUND will not work because </a:t>
            </a:r>
            <a:r>
              <a:rPr lang="en-US" sz="1600" dirty="0" err="1"/>
              <a:t>avg_price</a:t>
            </a:r>
            <a:r>
              <a:rPr lang="en-US" sz="1600" dirty="0"/>
              <a:t> has a value (NULL). The error will not be triggered</a:t>
            </a:r>
          </a:p>
        </p:txBody>
      </p:sp>
    </p:spTree>
    <p:extLst>
      <p:ext uri="{BB962C8B-B14F-4D97-AF65-F5344CB8AC3E}">
        <p14:creationId xmlns:p14="http://schemas.microsoft.com/office/powerpoint/2010/main" val="25445600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Use stored procedures in a PL/SQL code block. Can you interpret this code?</a:t>
            </a:r>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a:buFont typeface="Wingdings" panose="05000000000000000000" pitchFamily="2" charset="2"/>
              <a:buChar char="q"/>
            </a:pPr>
            <a:r>
              <a:rPr lang="en-US" dirty="0"/>
              <a:t> Calculate the average price of products with the same finish type as the one specified by user</a:t>
            </a:r>
          </a:p>
          <a:p>
            <a:pPr>
              <a:buFont typeface="Wingdings" panose="05000000000000000000" pitchFamily="2" charset="2"/>
              <a:buChar char="q"/>
            </a:pPr>
            <a:r>
              <a:rPr lang="en-US" dirty="0"/>
              <a:t> If the specified product does not exist, show ‘unknown finish type’.</a:t>
            </a:r>
          </a:p>
          <a:p>
            <a:pPr>
              <a:buFont typeface="Wingdings" panose="05000000000000000000" pitchFamily="2" charset="2"/>
              <a:buChar char="q"/>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6113E31D-E2AB-40D1-8B51-AFA5AFEF393A}" type="slidenum">
              <a:rPr lang="en-US" smtClean="0"/>
              <a:t>24</a:t>
            </a:fld>
            <a:endParaRPr lang="en-US" dirty="0"/>
          </a:p>
        </p:txBody>
      </p:sp>
      <p:sp>
        <p:nvSpPr>
          <p:cNvPr id="5" name="Rectangle 4"/>
          <p:cNvSpPr/>
          <p:nvPr/>
        </p:nvSpPr>
        <p:spPr>
          <a:xfrm>
            <a:off x="1194033" y="2548137"/>
            <a:ext cx="7354349" cy="230832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DECLARE</a:t>
            </a:r>
          </a:p>
          <a:p>
            <a:r>
              <a:rPr lang="en-US" sz="1600" dirty="0" err="1">
                <a:latin typeface="Times New Roman" panose="02020603050405020304" pitchFamily="18" charset="0"/>
                <a:cs typeface="Times New Roman" panose="02020603050405020304" pitchFamily="18" charset="0"/>
              </a:rPr>
              <a:t>finish_type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product_t.productfinish%Type</a:t>
            </a:r>
            <a:r>
              <a:rPr lang="en-US" sz="1600" dirty="0">
                <a:latin typeface="Times New Roman" panose="02020603050405020304" pitchFamily="18" charset="0"/>
                <a:cs typeface="Times New Roman" panose="02020603050405020304" pitchFamily="18" charset="0"/>
              </a:rPr>
              <a:t>;</a:t>
            </a:r>
          </a:p>
          <a:p>
            <a:r>
              <a:rPr lang="en-US" sz="1600" b="1" dirty="0">
                <a:latin typeface="Times New Roman" panose="02020603050405020304" pitchFamily="18" charset="0"/>
                <a:cs typeface="Times New Roman" panose="02020603050405020304" pitchFamily="18" charset="0"/>
              </a:rPr>
              <a:t>BEGIN</a:t>
            </a:r>
          </a:p>
          <a:p>
            <a:r>
              <a:rPr lang="en-US" sz="1600" dirty="0">
                <a:latin typeface="Times New Roman" panose="02020603050405020304" pitchFamily="18" charset="0"/>
                <a:cs typeface="Times New Roman" panose="02020603050405020304" pitchFamily="18" charset="0"/>
              </a:rPr>
              <a:t>select </a:t>
            </a:r>
            <a:r>
              <a:rPr lang="en-US" sz="1600" dirty="0" err="1">
                <a:latin typeface="Times New Roman" panose="02020603050405020304" pitchFamily="18" charset="0"/>
                <a:cs typeface="Times New Roman" panose="02020603050405020304" pitchFamily="18" charset="0"/>
              </a:rPr>
              <a:t>productfinish</a:t>
            </a:r>
            <a:r>
              <a:rPr lang="en-US" sz="1600" dirty="0">
                <a:latin typeface="Times New Roman" panose="02020603050405020304" pitchFamily="18" charset="0"/>
                <a:cs typeface="Times New Roman" panose="02020603050405020304" pitchFamily="18" charset="0"/>
              </a:rPr>
              <a:t> into </a:t>
            </a:r>
            <a:r>
              <a:rPr lang="en-US" sz="1600" dirty="0" err="1">
                <a:latin typeface="Times New Roman" panose="02020603050405020304" pitchFamily="18" charset="0"/>
                <a:cs typeface="Times New Roman" panose="02020603050405020304" pitchFamily="18" charset="0"/>
              </a:rPr>
              <a:t>finish_type</a:t>
            </a:r>
            <a:r>
              <a:rPr lang="en-US" sz="1600" dirty="0">
                <a:latin typeface="Times New Roman" panose="02020603050405020304" pitchFamily="18" charset="0"/>
                <a:cs typeface="Times New Roman" panose="02020603050405020304" pitchFamily="18" charset="0"/>
              </a:rPr>
              <a:t> from </a:t>
            </a:r>
            <a:r>
              <a:rPr lang="en-US" sz="1600" dirty="0" err="1">
                <a:latin typeface="Times New Roman" panose="02020603050405020304" pitchFamily="18" charset="0"/>
                <a:cs typeface="Times New Roman" panose="02020603050405020304" pitchFamily="18" charset="0"/>
              </a:rPr>
              <a:t>product_t</a:t>
            </a:r>
            <a:r>
              <a:rPr lang="en-US" sz="1600" dirty="0">
                <a:latin typeface="Times New Roman" panose="02020603050405020304" pitchFamily="18" charset="0"/>
                <a:cs typeface="Times New Roman" panose="02020603050405020304" pitchFamily="18" charset="0"/>
              </a:rPr>
              <a:t> where </a:t>
            </a:r>
            <a:r>
              <a:rPr lang="en-US" sz="1600" dirty="0" err="1">
                <a:latin typeface="Times New Roman" panose="02020603050405020304" pitchFamily="18" charset="0"/>
                <a:cs typeface="Times New Roman" panose="02020603050405020304" pitchFamily="18" charset="0"/>
              </a:rPr>
              <a:t>productid</a:t>
            </a:r>
            <a:r>
              <a:rPr lang="en-US" sz="1600" dirty="0">
                <a:latin typeface="Times New Roman" panose="02020603050405020304" pitchFamily="18" charset="0"/>
                <a:cs typeface="Times New Roman" panose="02020603050405020304" pitchFamily="18" charset="0"/>
              </a:rPr>
              <a:t> = &amp;</a:t>
            </a:r>
            <a:r>
              <a:rPr lang="en-US" sz="1600" dirty="0" err="1">
                <a:latin typeface="Times New Roman" panose="02020603050405020304" pitchFamily="18" charset="0"/>
                <a:cs typeface="Times New Roman" panose="02020603050405020304" pitchFamily="18" charset="0"/>
              </a:rPr>
              <a:t>pid</a:t>
            </a:r>
            <a:r>
              <a:rPr lang="en-US" sz="1600" dirty="0">
                <a:latin typeface="Times New Roman" panose="02020603050405020304" pitchFamily="18" charset="0"/>
                <a:cs typeface="Times New Roman" panose="02020603050405020304" pitchFamily="18" charset="0"/>
              </a:rPr>
              <a:t>;</a:t>
            </a:r>
          </a:p>
          <a:p>
            <a:r>
              <a:rPr lang="en-US" sz="1600" dirty="0" err="1">
                <a:solidFill>
                  <a:srgbClr val="FF0000"/>
                </a:solidFill>
                <a:latin typeface="Times New Roman" panose="02020603050405020304" pitchFamily="18" charset="0"/>
                <a:cs typeface="Times New Roman" panose="02020603050405020304" pitchFamily="18" charset="0"/>
              </a:rPr>
              <a:t>search_by_finish</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finish_type</a:t>
            </a:r>
            <a:r>
              <a:rPr lang="en-US" sz="1600" dirty="0">
                <a:latin typeface="Times New Roman" panose="02020603050405020304" pitchFamily="18" charset="0"/>
                <a:cs typeface="Times New Roman" panose="02020603050405020304" pitchFamily="18" charset="0"/>
              </a:rPr>
              <a:t>);</a:t>
            </a:r>
          </a:p>
          <a:p>
            <a:r>
              <a:rPr lang="en-US" sz="1600" b="1" dirty="0">
                <a:latin typeface="Times New Roman" panose="02020603050405020304" pitchFamily="18" charset="0"/>
                <a:cs typeface="Times New Roman" panose="02020603050405020304" pitchFamily="18" charset="0"/>
              </a:rPr>
              <a:t>EXCEPTION</a:t>
            </a:r>
          </a:p>
          <a:p>
            <a:r>
              <a:rPr lang="en-US" sz="1600" dirty="0">
                <a:latin typeface="Times New Roman" panose="02020603050405020304" pitchFamily="18" charset="0"/>
                <a:cs typeface="Times New Roman" panose="02020603050405020304" pitchFamily="18" charset="0"/>
              </a:rPr>
              <a:t>WHEN NO_DATA_FOUND THEN </a:t>
            </a:r>
          </a:p>
          <a:p>
            <a:r>
              <a:rPr lang="en-US" sz="1600" dirty="0" err="1">
                <a:solidFill>
                  <a:srgbClr val="FF0000"/>
                </a:solidFill>
                <a:latin typeface="Times New Roman" panose="02020603050405020304" pitchFamily="18" charset="0"/>
                <a:cs typeface="Times New Roman" panose="02020603050405020304" pitchFamily="18" charset="0"/>
              </a:rPr>
              <a:t>search_by_finish</a:t>
            </a:r>
            <a:r>
              <a:rPr lang="en-US" sz="1600" dirty="0">
                <a:latin typeface="Times New Roman" panose="02020603050405020304" pitchFamily="18" charset="0"/>
                <a:cs typeface="Times New Roman" panose="02020603050405020304" pitchFamily="18" charset="0"/>
              </a:rPr>
              <a:t>('unknown');</a:t>
            </a:r>
          </a:p>
          <a:p>
            <a:r>
              <a:rPr lang="en-US" sz="1600" b="1" dirty="0">
                <a:latin typeface="Times New Roman" panose="02020603050405020304" pitchFamily="18" charset="0"/>
                <a:cs typeface="Times New Roman" panose="02020603050405020304" pitchFamily="18" charset="0"/>
              </a:rPr>
              <a:t>END</a:t>
            </a: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577204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Functions</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dirty="0"/>
              <a:t> Similar to stored procedures with some differences</a:t>
            </a:r>
          </a:p>
          <a:p>
            <a:pPr>
              <a:buFont typeface="Wingdings" panose="05000000000000000000" pitchFamily="2" charset="2"/>
              <a:buChar char="q"/>
            </a:pPr>
            <a:r>
              <a:rPr lang="en-US" dirty="0"/>
              <a:t> Must have an output (return value)</a:t>
            </a:r>
          </a:p>
          <a:p>
            <a:pPr>
              <a:buFont typeface="Wingdings" panose="05000000000000000000" pitchFamily="2" charset="2"/>
              <a:buChar char="q"/>
            </a:pPr>
            <a:r>
              <a:rPr lang="en-US" dirty="0"/>
              <a:t> Usually used for calculation (vs. stored procedures usually used to perform operations)</a:t>
            </a:r>
          </a:p>
          <a:p>
            <a:pPr>
              <a:buFont typeface="Wingdings" panose="05000000000000000000" pitchFamily="2" charset="2"/>
              <a:buChar char="q"/>
            </a:pPr>
            <a:r>
              <a:rPr lang="en-US" dirty="0"/>
              <a:t> Can be called in the SELECT statement of SQL or PL/</a:t>
            </a:r>
            <a:r>
              <a:rPr lang="en-US" altLang="zh-CN" dirty="0"/>
              <a:t>SQL if the function itself has no SELECT.</a:t>
            </a:r>
          </a:p>
          <a:p>
            <a:pPr>
              <a:buFont typeface="Wingdings" panose="05000000000000000000" pitchFamily="2" charset="2"/>
              <a:buChar char="q"/>
            </a:pPr>
            <a:r>
              <a:rPr lang="en-US" altLang="zh-CN" dirty="0"/>
              <a:t> No need to feed output variables to the function.</a:t>
            </a:r>
          </a:p>
          <a:p>
            <a:pPr marL="0" indent="0">
              <a:buNone/>
            </a:pPr>
            <a:r>
              <a:rPr lang="en-US" dirty="0"/>
              <a:t>Count(), AVG(), INSTR(), SUBSTR(), CEIL(), FLOOR()… are embedded functions. </a:t>
            </a:r>
          </a:p>
        </p:txBody>
      </p:sp>
      <p:sp>
        <p:nvSpPr>
          <p:cNvPr id="4" name="Slide Number Placeholder 3"/>
          <p:cNvSpPr>
            <a:spLocks noGrp="1"/>
          </p:cNvSpPr>
          <p:nvPr>
            <p:ph type="sldNum" sz="quarter" idx="12"/>
          </p:nvPr>
        </p:nvSpPr>
        <p:spPr/>
        <p:txBody>
          <a:bodyPr/>
          <a:lstStyle/>
          <a:p>
            <a:fld id="{6113E31D-E2AB-40D1-8B51-AFA5AFEF393A}" type="slidenum">
              <a:rPr lang="en-US" smtClean="0"/>
              <a:t>25</a:t>
            </a:fld>
            <a:endParaRPr lang="en-US" dirty="0"/>
          </a:p>
        </p:txBody>
      </p:sp>
    </p:spTree>
    <p:extLst>
      <p:ext uri="{BB962C8B-B14F-4D97-AF65-F5344CB8AC3E}">
        <p14:creationId xmlns:p14="http://schemas.microsoft.com/office/powerpoint/2010/main" val="2726165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Functions</a:t>
            </a:r>
          </a:p>
        </p:txBody>
      </p:sp>
      <p:sp>
        <p:nvSpPr>
          <p:cNvPr id="3" name="Content Placeholder 2"/>
          <p:cNvSpPr>
            <a:spLocks noGrp="1"/>
          </p:cNvSpPr>
          <p:nvPr>
            <p:ph idx="1"/>
          </p:nvPr>
        </p:nvSpPr>
        <p:spPr>
          <a:xfrm>
            <a:off x="1097280" y="1845734"/>
            <a:ext cx="10227858" cy="4023360"/>
          </a:xfrm>
        </p:spPr>
        <p:txBody>
          <a:bodyPr/>
          <a:lstStyle/>
          <a:p>
            <a:pPr>
              <a:buFont typeface="Wingdings" panose="05000000000000000000" pitchFamily="2" charset="2"/>
              <a:buChar char="q"/>
            </a:pPr>
            <a:r>
              <a:rPr lang="en-US" dirty="0"/>
              <a:t> Implement the </a:t>
            </a:r>
            <a:r>
              <a:rPr lang="en-US" dirty="0" err="1"/>
              <a:t>plus_one</a:t>
            </a:r>
            <a:r>
              <a:rPr lang="en-US" dirty="0"/>
              <a:t> procedure as a function. Given a number, return the number plus one.</a:t>
            </a:r>
          </a:p>
        </p:txBody>
      </p:sp>
      <p:sp>
        <p:nvSpPr>
          <p:cNvPr id="4" name="Slide Number Placeholder 3"/>
          <p:cNvSpPr>
            <a:spLocks noGrp="1"/>
          </p:cNvSpPr>
          <p:nvPr>
            <p:ph type="sldNum" sz="quarter" idx="12"/>
          </p:nvPr>
        </p:nvSpPr>
        <p:spPr/>
        <p:txBody>
          <a:bodyPr/>
          <a:lstStyle/>
          <a:p>
            <a:fld id="{6113E31D-E2AB-40D1-8B51-AFA5AFEF393A}" type="slidenum">
              <a:rPr lang="en-US" smtClean="0"/>
              <a:t>26</a:t>
            </a:fld>
            <a:endParaRPr lang="en-US" dirty="0"/>
          </a:p>
        </p:txBody>
      </p:sp>
      <p:sp>
        <p:nvSpPr>
          <p:cNvPr id="5" name="Rectangle 4"/>
          <p:cNvSpPr/>
          <p:nvPr/>
        </p:nvSpPr>
        <p:spPr>
          <a:xfrm>
            <a:off x="1412144" y="2518281"/>
            <a:ext cx="7664743" cy="1754326"/>
          </a:xfrm>
          <a:prstGeom prst="rect">
            <a:avLst/>
          </a:prstGeom>
          <a:solidFill>
            <a:schemeClr val="accent6">
              <a:lumMod val="20000"/>
              <a:lumOff val="80000"/>
            </a:schemeClr>
          </a:solidFill>
        </p:spPr>
        <p:txBody>
          <a:bodyPr wrap="square">
            <a:spAutoFit/>
          </a:bodyPr>
          <a:lstStyle/>
          <a:p>
            <a:r>
              <a:rPr lang="en-US" dirty="0">
                <a:latin typeface="Times New Roman" panose="02020603050405020304" pitchFamily="18" charset="0"/>
                <a:cs typeface="Times New Roman" panose="02020603050405020304" pitchFamily="18" charset="0"/>
              </a:rPr>
              <a:t>CREATE OR REPLACE FUNCTION </a:t>
            </a:r>
            <a:r>
              <a:rPr lang="en-US" dirty="0" err="1">
                <a:latin typeface="Times New Roman" panose="02020603050405020304" pitchFamily="18" charset="0"/>
                <a:cs typeface="Times New Roman" panose="02020603050405020304" pitchFamily="18" charset="0"/>
              </a:rPr>
              <a:t>plus_one_func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in_num</a:t>
            </a:r>
            <a:r>
              <a:rPr lang="en-US" dirty="0">
                <a:latin typeface="Times New Roman" panose="02020603050405020304" pitchFamily="18" charset="0"/>
                <a:cs typeface="Times New Roman" panose="02020603050405020304" pitchFamily="18" charset="0"/>
              </a:rPr>
              <a:t> IN NUMBER) </a:t>
            </a:r>
          </a:p>
          <a:p>
            <a:r>
              <a:rPr lang="en-US" dirty="0">
                <a:latin typeface="Times New Roman" panose="02020603050405020304" pitchFamily="18" charset="0"/>
                <a:cs typeface="Times New Roman" panose="02020603050405020304" pitchFamily="18" charset="0"/>
              </a:rPr>
              <a:t>RETURN NUMBER</a:t>
            </a:r>
          </a:p>
          <a:p>
            <a:r>
              <a:rPr lang="en-US" dirty="0">
                <a:latin typeface="Times New Roman" panose="02020603050405020304" pitchFamily="18" charset="0"/>
                <a:cs typeface="Times New Roman" panose="02020603050405020304" pitchFamily="18" charset="0"/>
              </a:rPr>
              <a:t>IS</a:t>
            </a:r>
          </a:p>
          <a:p>
            <a:r>
              <a:rPr lang="en-US" dirty="0">
                <a:latin typeface="Times New Roman" panose="02020603050405020304" pitchFamily="18" charset="0"/>
                <a:cs typeface="Times New Roman" panose="02020603050405020304" pitchFamily="18" charset="0"/>
              </a:rPr>
              <a:t>BEGIN</a:t>
            </a:r>
          </a:p>
          <a:p>
            <a:r>
              <a:rPr lang="en-US" altLang="zh-CN" dirty="0">
                <a:latin typeface="Times New Roman" panose="02020603050405020304" pitchFamily="18" charset="0"/>
                <a:cs typeface="Times New Roman" panose="02020603050405020304" pitchFamily="18" charset="0"/>
              </a:rPr>
              <a:t>RETURN(</a:t>
            </a:r>
            <a:r>
              <a:rPr lang="en-US" altLang="zh-CN" dirty="0" err="1">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n_num</a:t>
            </a:r>
            <a:r>
              <a:rPr lang="en-US" dirty="0">
                <a:latin typeface="Times New Roman" panose="02020603050405020304" pitchFamily="18" charset="0"/>
                <a:cs typeface="Times New Roman" panose="02020603050405020304" pitchFamily="18" charset="0"/>
              </a:rPr>
              <a:t> + 1);</a:t>
            </a:r>
          </a:p>
          <a:p>
            <a:r>
              <a:rPr lang="en-US" dirty="0">
                <a:latin typeface="Times New Roman" panose="02020603050405020304" pitchFamily="18" charset="0"/>
                <a:cs typeface="Times New Roman" panose="02020603050405020304" pitchFamily="18" charset="0"/>
              </a:rPr>
              <a:t>END;</a:t>
            </a:r>
          </a:p>
        </p:txBody>
      </p:sp>
      <p:cxnSp>
        <p:nvCxnSpPr>
          <p:cNvPr id="7" name="Straight Arrow Connector 6"/>
          <p:cNvCxnSpPr/>
          <p:nvPr/>
        </p:nvCxnSpPr>
        <p:spPr>
          <a:xfrm flipH="1" flipV="1">
            <a:off x="6090407" y="2944536"/>
            <a:ext cx="2910980" cy="732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076887" y="2795279"/>
            <a:ext cx="2951342" cy="1477328"/>
          </a:xfrm>
          <a:prstGeom prst="rect">
            <a:avLst/>
          </a:prstGeom>
          <a:noFill/>
        </p:spPr>
        <p:txBody>
          <a:bodyPr wrap="square" rtlCol="0">
            <a:spAutoFit/>
          </a:bodyPr>
          <a:lstStyle/>
          <a:p>
            <a:r>
              <a:rPr lang="en-US" dirty="0"/>
              <a:t>All the stored procedures and functions share the same namespace. No duplicate names allowed. Must use a new name.</a:t>
            </a:r>
          </a:p>
        </p:txBody>
      </p:sp>
      <p:sp>
        <p:nvSpPr>
          <p:cNvPr id="9" name="Rectangle 8"/>
          <p:cNvSpPr/>
          <p:nvPr/>
        </p:nvSpPr>
        <p:spPr>
          <a:xfrm>
            <a:off x="1412144" y="5011069"/>
            <a:ext cx="4551246" cy="369332"/>
          </a:xfrm>
          <a:prstGeom prst="rect">
            <a:avLst/>
          </a:prstGeom>
          <a:solidFill>
            <a:schemeClr val="accent6">
              <a:lumMod val="20000"/>
              <a:lumOff val="80000"/>
            </a:schemeClr>
          </a:solidFill>
        </p:spPr>
        <p:txBody>
          <a:bodyPr wrap="none">
            <a:spAutoFit/>
          </a:bodyPr>
          <a:lstStyle/>
          <a:p>
            <a:r>
              <a:rPr lang="en-US" dirty="0">
                <a:latin typeface="Times New Roman" panose="02020603050405020304" pitchFamily="18" charset="0"/>
                <a:cs typeface="Times New Roman" panose="02020603050405020304" pitchFamily="18" charset="0"/>
              </a:rPr>
              <a:t>select </a:t>
            </a:r>
            <a:r>
              <a:rPr lang="en-US" dirty="0" err="1">
                <a:latin typeface="Times New Roman" panose="02020603050405020304" pitchFamily="18" charset="0"/>
                <a:cs typeface="Times New Roman" panose="02020603050405020304" pitchFamily="18" charset="0"/>
              </a:rPr>
              <a:t>plus_one_func</a:t>
            </a:r>
            <a:r>
              <a:rPr lang="en-US" dirty="0">
                <a:latin typeface="Times New Roman" panose="02020603050405020304" pitchFamily="18" charset="0"/>
                <a:cs typeface="Times New Roman" panose="02020603050405020304" pitchFamily="18" charset="0"/>
              </a:rPr>
              <a:t>(100) as output from dual;</a:t>
            </a:r>
          </a:p>
        </p:txBody>
      </p:sp>
      <p:sp>
        <p:nvSpPr>
          <p:cNvPr id="10" name="TextBox 9"/>
          <p:cNvSpPr txBox="1"/>
          <p:nvPr/>
        </p:nvSpPr>
        <p:spPr>
          <a:xfrm>
            <a:off x="998596" y="4533363"/>
            <a:ext cx="3774431" cy="369332"/>
          </a:xfrm>
          <a:prstGeom prst="rect">
            <a:avLst/>
          </a:prstGeom>
          <a:noFill/>
        </p:spPr>
        <p:txBody>
          <a:bodyPr wrap="none" rtlCol="0">
            <a:spAutoFit/>
          </a:bodyPr>
          <a:lstStyle/>
          <a:p>
            <a:r>
              <a:rPr lang="en-US" dirty="0"/>
              <a:t>Call function from a simple SQL query:</a:t>
            </a:r>
          </a:p>
        </p:txBody>
      </p:sp>
      <p:pic>
        <p:nvPicPr>
          <p:cNvPr id="11" name="Picture 10"/>
          <p:cNvPicPr>
            <a:picLocks noChangeAspect="1"/>
          </p:cNvPicPr>
          <p:nvPr/>
        </p:nvPicPr>
        <p:blipFill>
          <a:blip r:embed="rId2"/>
          <a:stretch>
            <a:fillRect/>
          </a:stretch>
        </p:blipFill>
        <p:spPr>
          <a:xfrm>
            <a:off x="1431934" y="5545992"/>
            <a:ext cx="1047750" cy="485775"/>
          </a:xfrm>
          <a:prstGeom prst="rect">
            <a:avLst/>
          </a:prstGeom>
        </p:spPr>
      </p:pic>
      <p:cxnSp>
        <p:nvCxnSpPr>
          <p:cNvPr id="12" name="Straight Arrow Connector 11"/>
          <p:cNvCxnSpPr/>
          <p:nvPr/>
        </p:nvCxnSpPr>
        <p:spPr>
          <a:xfrm flipH="1" flipV="1">
            <a:off x="3593288" y="3019245"/>
            <a:ext cx="4780508" cy="18731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472480" y="4579529"/>
            <a:ext cx="2951342" cy="646331"/>
          </a:xfrm>
          <a:prstGeom prst="rect">
            <a:avLst/>
          </a:prstGeom>
          <a:noFill/>
        </p:spPr>
        <p:txBody>
          <a:bodyPr wrap="square" rtlCol="0">
            <a:spAutoFit/>
          </a:bodyPr>
          <a:lstStyle/>
          <a:p>
            <a:r>
              <a:rPr lang="en-US" dirty="0"/>
              <a:t>Define the data type of the returned value (mandatory)</a:t>
            </a:r>
          </a:p>
        </p:txBody>
      </p:sp>
    </p:spTree>
    <p:extLst>
      <p:ext uri="{BB962C8B-B14F-4D97-AF65-F5344CB8AC3E}">
        <p14:creationId xmlns:p14="http://schemas.microsoft.com/office/powerpoint/2010/main" val="3267832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Functions</a:t>
            </a:r>
          </a:p>
        </p:txBody>
      </p:sp>
      <p:sp>
        <p:nvSpPr>
          <p:cNvPr id="3" name="Content Placeholder 2"/>
          <p:cNvSpPr>
            <a:spLocks noGrp="1"/>
          </p:cNvSpPr>
          <p:nvPr>
            <p:ph idx="1"/>
          </p:nvPr>
        </p:nvSpPr>
        <p:spPr>
          <a:xfrm>
            <a:off x="1097280" y="1845734"/>
            <a:ext cx="10227858" cy="4023360"/>
          </a:xfrm>
        </p:spPr>
        <p:txBody>
          <a:bodyPr/>
          <a:lstStyle/>
          <a:p>
            <a:pPr>
              <a:buFont typeface="Wingdings" panose="05000000000000000000" pitchFamily="2" charset="2"/>
              <a:buChar char="q"/>
            </a:pPr>
            <a:r>
              <a:rPr lang="en-US" dirty="0"/>
              <a:t> Implement the </a:t>
            </a:r>
            <a:r>
              <a:rPr lang="en-US" dirty="0" err="1"/>
              <a:t>plus_one</a:t>
            </a:r>
            <a:r>
              <a:rPr lang="en-US" dirty="0"/>
              <a:t> procedure as a function. Given a number, return the number plus one.</a:t>
            </a:r>
          </a:p>
        </p:txBody>
      </p:sp>
      <p:sp>
        <p:nvSpPr>
          <p:cNvPr id="4" name="Slide Number Placeholder 3"/>
          <p:cNvSpPr>
            <a:spLocks noGrp="1"/>
          </p:cNvSpPr>
          <p:nvPr>
            <p:ph type="sldNum" sz="quarter" idx="12"/>
          </p:nvPr>
        </p:nvSpPr>
        <p:spPr/>
        <p:txBody>
          <a:bodyPr/>
          <a:lstStyle/>
          <a:p>
            <a:fld id="{6113E31D-E2AB-40D1-8B51-AFA5AFEF393A}" type="slidenum">
              <a:rPr lang="en-US" smtClean="0"/>
              <a:t>27</a:t>
            </a:fld>
            <a:endParaRPr lang="en-US" dirty="0"/>
          </a:p>
        </p:txBody>
      </p:sp>
      <p:sp>
        <p:nvSpPr>
          <p:cNvPr id="5" name="Rectangle 4"/>
          <p:cNvSpPr/>
          <p:nvPr/>
        </p:nvSpPr>
        <p:spPr>
          <a:xfrm>
            <a:off x="1412144" y="2518281"/>
            <a:ext cx="7664743" cy="1754326"/>
          </a:xfrm>
          <a:prstGeom prst="rect">
            <a:avLst/>
          </a:prstGeom>
          <a:solidFill>
            <a:schemeClr val="accent6">
              <a:lumMod val="20000"/>
              <a:lumOff val="80000"/>
            </a:schemeClr>
          </a:solidFill>
        </p:spPr>
        <p:txBody>
          <a:bodyPr wrap="square">
            <a:spAutoFit/>
          </a:bodyPr>
          <a:lstStyle/>
          <a:p>
            <a:r>
              <a:rPr lang="en-US" dirty="0">
                <a:latin typeface="Times New Roman" panose="02020603050405020304" pitchFamily="18" charset="0"/>
                <a:cs typeface="Times New Roman" panose="02020603050405020304" pitchFamily="18" charset="0"/>
              </a:rPr>
              <a:t>CREATE OR REPLACE FUNCTION </a:t>
            </a:r>
            <a:r>
              <a:rPr lang="en-US" b="1" dirty="0" err="1">
                <a:solidFill>
                  <a:srgbClr val="FF0000"/>
                </a:solidFill>
                <a:latin typeface="Times New Roman" panose="02020603050405020304" pitchFamily="18" charset="0"/>
                <a:cs typeface="Times New Roman" panose="02020603050405020304" pitchFamily="18" charset="0"/>
              </a:rPr>
              <a:t>plus_one_func</a:t>
            </a:r>
            <a:r>
              <a:rPr lang="en-US" b="1"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in_num</a:t>
            </a:r>
            <a:r>
              <a:rPr lang="en-US" dirty="0">
                <a:latin typeface="Times New Roman" panose="02020603050405020304" pitchFamily="18" charset="0"/>
                <a:cs typeface="Times New Roman" panose="02020603050405020304" pitchFamily="18" charset="0"/>
              </a:rPr>
              <a:t> IN NUMBER) </a:t>
            </a:r>
          </a:p>
          <a:p>
            <a:r>
              <a:rPr lang="en-US" dirty="0">
                <a:latin typeface="Times New Roman" panose="02020603050405020304" pitchFamily="18" charset="0"/>
                <a:cs typeface="Times New Roman" panose="02020603050405020304" pitchFamily="18" charset="0"/>
              </a:rPr>
              <a:t>RETURN NUMBER</a:t>
            </a:r>
          </a:p>
          <a:p>
            <a:r>
              <a:rPr lang="en-US" dirty="0">
                <a:latin typeface="Times New Roman" panose="02020603050405020304" pitchFamily="18" charset="0"/>
                <a:cs typeface="Times New Roman" panose="02020603050405020304" pitchFamily="18" charset="0"/>
              </a:rPr>
              <a:t>IS</a:t>
            </a:r>
          </a:p>
          <a:p>
            <a:r>
              <a:rPr lang="en-US" dirty="0">
                <a:latin typeface="Times New Roman" panose="02020603050405020304" pitchFamily="18" charset="0"/>
                <a:cs typeface="Times New Roman" panose="02020603050405020304" pitchFamily="18" charset="0"/>
              </a:rPr>
              <a:t>BEGIN</a:t>
            </a:r>
          </a:p>
          <a:p>
            <a:r>
              <a:rPr lang="en-US" altLang="zh-CN" dirty="0">
                <a:latin typeface="Times New Roman" panose="02020603050405020304" pitchFamily="18" charset="0"/>
                <a:cs typeface="Times New Roman" panose="02020603050405020304" pitchFamily="18" charset="0"/>
              </a:rPr>
              <a:t>RETURN(</a:t>
            </a:r>
            <a:r>
              <a:rPr lang="en-US" altLang="zh-CN" dirty="0" err="1">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n_num</a:t>
            </a:r>
            <a:r>
              <a:rPr lang="en-US" dirty="0">
                <a:latin typeface="Times New Roman" panose="02020603050405020304" pitchFamily="18" charset="0"/>
                <a:cs typeface="Times New Roman" panose="02020603050405020304" pitchFamily="18" charset="0"/>
              </a:rPr>
              <a:t> + 1);</a:t>
            </a:r>
          </a:p>
          <a:p>
            <a:r>
              <a:rPr lang="en-US" dirty="0">
                <a:latin typeface="Times New Roman" panose="02020603050405020304" pitchFamily="18" charset="0"/>
                <a:cs typeface="Times New Roman" panose="02020603050405020304" pitchFamily="18" charset="0"/>
              </a:rPr>
              <a:t>END;</a:t>
            </a:r>
          </a:p>
        </p:txBody>
      </p:sp>
      <p:sp>
        <p:nvSpPr>
          <p:cNvPr id="9" name="Rectangle 8"/>
          <p:cNvSpPr/>
          <p:nvPr/>
        </p:nvSpPr>
        <p:spPr>
          <a:xfrm>
            <a:off x="1412144" y="4937925"/>
            <a:ext cx="6471643" cy="1477328"/>
          </a:xfrm>
          <a:prstGeom prst="rect">
            <a:avLst/>
          </a:prstGeom>
          <a:solidFill>
            <a:schemeClr val="accent6">
              <a:lumMod val="20000"/>
              <a:lumOff val="80000"/>
            </a:schemeClr>
          </a:solidFill>
        </p:spPr>
        <p:txBody>
          <a:bodyPr wrap="none">
            <a:spAutoFit/>
          </a:bodyPr>
          <a:lstStyle/>
          <a:p>
            <a:r>
              <a:rPr lang="en-US" dirty="0">
                <a:latin typeface="Times New Roman" panose="02020603050405020304" pitchFamily="18" charset="0"/>
                <a:cs typeface="Times New Roman" panose="02020603050405020304" pitchFamily="18" charset="0"/>
              </a:rPr>
              <a:t>DECLARE</a:t>
            </a:r>
          </a:p>
          <a:p>
            <a:r>
              <a:rPr lang="en-US" dirty="0" err="1">
                <a:latin typeface="Times New Roman" panose="02020603050405020304" pitchFamily="18" charset="0"/>
                <a:cs typeface="Times New Roman" panose="02020603050405020304" pitchFamily="18" charset="0"/>
              </a:rPr>
              <a:t>old_num</a:t>
            </a:r>
            <a:r>
              <a:rPr lang="en-US" dirty="0">
                <a:latin typeface="Times New Roman" panose="02020603050405020304" pitchFamily="18" charset="0"/>
                <a:cs typeface="Times New Roman" panose="02020603050405020304" pitchFamily="18" charset="0"/>
              </a:rPr>
              <a:t> Number := &amp;</a:t>
            </a:r>
            <a:r>
              <a:rPr lang="en-US" dirty="0" err="1">
                <a:latin typeface="Times New Roman" panose="02020603050405020304" pitchFamily="18" charset="0"/>
                <a:cs typeface="Times New Roman" panose="02020603050405020304" pitchFamily="18" charset="0"/>
              </a:rPr>
              <a:t>user_input</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BEGIN</a:t>
            </a:r>
          </a:p>
          <a:p>
            <a:r>
              <a:rPr lang="en-US" dirty="0" err="1">
                <a:latin typeface="Times New Roman" panose="02020603050405020304" pitchFamily="18" charset="0"/>
                <a:cs typeface="Times New Roman" panose="02020603050405020304" pitchFamily="18" charset="0"/>
              </a:rPr>
              <a:t>dbms_output.put_line</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old_num</a:t>
            </a:r>
            <a:r>
              <a:rPr lang="en-US" dirty="0">
                <a:latin typeface="Times New Roman" panose="02020603050405020304" pitchFamily="18" charset="0"/>
                <a:cs typeface="Times New Roman" panose="02020603050405020304" pitchFamily="18" charset="0"/>
              </a:rPr>
              <a:t> ||'+1='|| </a:t>
            </a:r>
            <a:r>
              <a:rPr lang="en-US" b="1" dirty="0" err="1">
                <a:solidFill>
                  <a:srgbClr val="FF0000"/>
                </a:solidFill>
                <a:latin typeface="Times New Roman" panose="02020603050405020304" pitchFamily="18" charset="0"/>
                <a:cs typeface="Times New Roman" panose="02020603050405020304" pitchFamily="18" charset="0"/>
              </a:rPr>
              <a:t>plus_one_func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old_num</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END;</a:t>
            </a:r>
          </a:p>
        </p:txBody>
      </p:sp>
      <p:sp>
        <p:nvSpPr>
          <p:cNvPr id="10" name="TextBox 9"/>
          <p:cNvSpPr txBox="1"/>
          <p:nvPr/>
        </p:nvSpPr>
        <p:spPr>
          <a:xfrm>
            <a:off x="998596" y="4533363"/>
            <a:ext cx="4570482" cy="369332"/>
          </a:xfrm>
          <a:prstGeom prst="rect">
            <a:avLst/>
          </a:prstGeom>
          <a:noFill/>
        </p:spPr>
        <p:txBody>
          <a:bodyPr wrap="none" rtlCol="0">
            <a:spAutoFit/>
          </a:bodyPr>
          <a:lstStyle/>
          <a:p>
            <a:r>
              <a:rPr lang="en-US" dirty="0"/>
              <a:t>Call function from an anonymous PL/SQL block</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86458" y="5201488"/>
            <a:ext cx="1524213" cy="1000265"/>
          </a:xfrm>
          <a:prstGeom prst="rect">
            <a:avLst/>
          </a:prstGeom>
        </p:spPr>
      </p:pic>
      <p:cxnSp>
        <p:nvCxnSpPr>
          <p:cNvPr id="14" name="Straight Arrow Connector 13"/>
          <p:cNvCxnSpPr/>
          <p:nvPr/>
        </p:nvCxnSpPr>
        <p:spPr>
          <a:xfrm flipV="1">
            <a:off x="2924355" y="2838092"/>
            <a:ext cx="5046453" cy="242402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219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Functions</a:t>
            </a:r>
          </a:p>
        </p:txBody>
      </p:sp>
      <p:sp>
        <p:nvSpPr>
          <p:cNvPr id="3" name="Content Placeholder 2"/>
          <p:cNvSpPr>
            <a:spLocks noGrp="1"/>
          </p:cNvSpPr>
          <p:nvPr>
            <p:ph idx="1"/>
          </p:nvPr>
        </p:nvSpPr>
        <p:spPr>
          <a:xfrm>
            <a:off x="1097280" y="1845734"/>
            <a:ext cx="10227858" cy="4023360"/>
          </a:xfrm>
        </p:spPr>
        <p:txBody>
          <a:bodyPr/>
          <a:lstStyle/>
          <a:p>
            <a:pPr>
              <a:buFont typeface="Wingdings" panose="05000000000000000000" pitchFamily="2" charset="2"/>
              <a:buChar char="q"/>
            </a:pPr>
            <a:r>
              <a:rPr lang="en-US" dirty="0"/>
              <a:t> Return the first word in the given string</a:t>
            </a:r>
          </a:p>
        </p:txBody>
      </p:sp>
      <p:sp>
        <p:nvSpPr>
          <p:cNvPr id="4" name="Slide Number Placeholder 3"/>
          <p:cNvSpPr>
            <a:spLocks noGrp="1"/>
          </p:cNvSpPr>
          <p:nvPr>
            <p:ph type="sldNum" sz="quarter" idx="12"/>
          </p:nvPr>
        </p:nvSpPr>
        <p:spPr/>
        <p:txBody>
          <a:bodyPr/>
          <a:lstStyle/>
          <a:p>
            <a:fld id="{6113E31D-E2AB-40D1-8B51-AFA5AFEF393A}" type="slidenum">
              <a:rPr lang="en-US" smtClean="0"/>
              <a:t>28</a:t>
            </a:fld>
            <a:endParaRPr lang="en-US" dirty="0"/>
          </a:p>
        </p:txBody>
      </p:sp>
      <p:sp>
        <p:nvSpPr>
          <p:cNvPr id="5" name="Rectangle 4"/>
          <p:cNvSpPr/>
          <p:nvPr/>
        </p:nvSpPr>
        <p:spPr>
          <a:xfrm>
            <a:off x="1361810" y="2304801"/>
            <a:ext cx="8713368" cy="2554545"/>
          </a:xfrm>
          <a:prstGeom prst="rect">
            <a:avLst/>
          </a:prstGeom>
          <a:solidFill>
            <a:schemeClr val="accent6">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FUNCTION </a:t>
            </a:r>
            <a:r>
              <a:rPr lang="en-US" sz="1600" b="1" dirty="0" err="1">
                <a:solidFill>
                  <a:srgbClr val="FF0000"/>
                </a:solidFill>
                <a:latin typeface="Times New Roman" panose="02020603050405020304" pitchFamily="18" charset="0"/>
                <a:cs typeface="Times New Roman" panose="02020603050405020304" pitchFamily="18" charset="0"/>
              </a:rPr>
              <a:t>first_word</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 IN VARCHAR2) </a:t>
            </a:r>
          </a:p>
          <a:p>
            <a:r>
              <a:rPr lang="en-US" sz="1600" dirty="0">
                <a:latin typeface="Times New Roman" panose="02020603050405020304" pitchFamily="18" charset="0"/>
                <a:cs typeface="Times New Roman" panose="02020603050405020304" pitchFamily="18" charset="0"/>
              </a:rPr>
              <a:t>RETURN VARCHAR2</a:t>
            </a:r>
          </a:p>
          <a:p>
            <a:r>
              <a:rPr lang="en-US" sz="1600" dirty="0">
                <a:latin typeface="Times New Roman" panose="02020603050405020304" pitchFamily="18" charset="0"/>
                <a:cs typeface="Times New Roman" panose="02020603050405020304" pitchFamily="18" charset="0"/>
              </a:rPr>
              <a:t>IS</a:t>
            </a:r>
          </a:p>
          <a:p>
            <a:r>
              <a:rPr lang="en-US" sz="1600" dirty="0">
                <a:latin typeface="Times New Roman" panose="02020603050405020304" pitchFamily="18" charset="0"/>
                <a:cs typeface="Times New Roman" panose="02020603050405020304" pitchFamily="18" charset="0"/>
              </a:rPr>
              <a:t>BEGIN</a:t>
            </a:r>
          </a:p>
          <a:p>
            <a:r>
              <a:rPr lang="en-US" sz="1600" dirty="0">
                <a:latin typeface="Times New Roman" panose="02020603050405020304" pitchFamily="18" charset="0"/>
                <a:cs typeface="Times New Roman" panose="02020603050405020304" pitchFamily="18" charset="0"/>
              </a:rPr>
              <a:t>IF </a:t>
            </a:r>
            <a:r>
              <a:rPr lang="en-US" sz="1600" dirty="0" err="1">
                <a:latin typeface="Times New Roman" panose="02020603050405020304" pitchFamily="18" charset="0"/>
                <a:cs typeface="Times New Roman" panose="02020603050405020304" pitchFamily="18" charset="0"/>
              </a:rPr>
              <a:t>instr</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 ' ')=0 THEN</a:t>
            </a:r>
          </a:p>
          <a:p>
            <a:r>
              <a:rPr lang="en-US" sz="1600" dirty="0">
                <a:latin typeface="Times New Roman" panose="02020603050405020304" pitchFamily="18" charset="0"/>
                <a:cs typeface="Times New Roman" panose="02020603050405020304" pitchFamily="18" charset="0"/>
              </a:rPr>
              <a:t>RETURN </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ELSE</a:t>
            </a:r>
          </a:p>
          <a:p>
            <a:r>
              <a:rPr lang="en-US" sz="1600" dirty="0">
                <a:latin typeface="Times New Roman" panose="02020603050405020304" pitchFamily="18" charset="0"/>
                <a:cs typeface="Times New Roman" panose="02020603050405020304" pitchFamily="18" charset="0"/>
              </a:rPr>
              <a:t>RETURN </a:t>
            </a:r>
            <a:r>
              <a:rPr lang="en-US" sz="1600" dirty="0" err="1">
                <a:latin typeface="Times New Roman" panose="02020603050405020304" pitchFamily="18" charset="0"/>
                <a:cs typeface="Times New Roman" panose="02020603050405020304" pitchFamily="18" charset="0"/>
              </a:rPr>
              <a:t>substr</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 1, </a:t>
            </a:r>
            <a:r>
              <a:rPr lang="en-US" sz="1600" dirty="0" err="1">
                <a:latin typeface="Times New Roman" panose="02020603050405020304" pitchFamily="18" charset="0"/>
                <a:cs typeface="Times New Roman" panose="02020603050405020304" pitchFamily="18" charset="0"/>
              </a:rPr>
              <a:t>instr</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 ' ')-1);</a:t>
            </a:r>
          </a:p>
          <a:p>
            <a:r>
              <a:rPr lang="en-US" sz="1600" dirty="0">
                <a:latin typeface="Times New Roman" panose="02020603050405020304" pitchFamily="18" charset="0"/>
                <a:cs typeface="Times New Roman" panose="02020603050405020304" pitchFamily="18" charset="0"/>
              </a:rPr>
              <a:t>END IF;</a:t>
            </a:r>
          </a:p>
          <a:p>
            <a:r>
              <a:rPr lang="en-US" sz="1600" dirty="0">
                <a:latin typeface="Times New Roman" panose="02020603050405020304" pitchFamily="18" charset="0"/>
                <a:cs typeface="Times New Roman" panose="02020603050405020304" pitchFamily="18" charset="0"/>
              </a:rPr>
              <a:t>END;</a:t>
            </a:r>
          </a:p>
        </p:txBody>
      </p:sp>
      <p:cxnSp>
        <p:nvCxnSpPr>
          <p:cNvPr id="7" name="Straight Arrow Connector 6"/>
          <p:cNvCxnSpPr/>
          <p:nvPr/>
        </p:nvCxnSpPr>
        <p:spPr>
          <a:xfrm flipH="1">
            <a:off x="4054415" y="2969703"/>
            <a:ext cx="2832947" cy="4400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6980570" y="2710198"/>
            <a:ext cx="2815451" cy="369332"/>
          </a:xfrm>
          <a:prstGeom prst="rect">
            <a:avLst/>
          </a:prstGeom>
          <a:noFill/>
        </p:spPr>
        <p:txBody>
          <a:bodyPr wrap="none" rtlCol="0">
            <a:spAutoFit/>
          </a:bodyPr>
          <a:lstStyle/>
          <a:p>
            <a:r>
              <a:rPr lang="en-US" dirty="0"/>
              <a:t>No white space. Single word</a:t>
            </a:r>
          </a:p>
        </p:txBody>
      </p:sp>
      <p:sp>
        <p:nvSpPr>
          <p:cNvPr id="22" name="TextBox 21"/>
          <p:cNvSpPr txBox="1"/>
          <p:nvPr/>
        </p:nvSpPr>
        <p:spPr>
          <a:xfrm>
            <a:off x="6211209" y="4000436"/>
            <a:ext cx="4554773" cy="369332"/>
          </a:xfrm>
          <a:prstGeom prst="rect">
            <a:avLst/>
          </a:prstGeom>
          <a:noFill/>
        </p:spPr>
        <p:txBody>
          <a:bodyPr wrap="none" rtlCol="0">
            <a:spAutoFit/>
          </a:bodyPr>
          <a:lstStyle/>
          <a:p>
            <a:r>
              <a:rPr lang="en-US" dirty="0"/>
              <a:t>Return everything before the first white space.</a:t>
            </a:r>
          </a:p>
        </p:txBody>
      </p:sp>
    </p:spTree>
    <p:extLst>
      <p:ext uri="{BB962C8B-B14F-4D97-AF65-F5344CB8AC3E}">
        <p14:creationId xmlns:p14="http://schemas.microsoft.com/office/powerpoint/2010/main" val="1943909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Functions</a:t>
            </a:r>
          </a:p>
        </p:txBody>
      </p:sp>
      <p:sp>
        <p:nvSpPr>
          <p:cNvPr id="3" name="Content Placeholder 2"/>
          <p:cNvSpPr>
            <a:spLocks noGrp="1"/>
          </p:cNvSpPr>
          <p:nvPr>
            <p:ph idx="1"/>
          </p:nvPr>
        </p:nvSpPr>
        <p:spPr>
          <a:xfrm>
            <a:off x="1097280" y="1845734"/>
            <a:ext cx="10227858" cy="4023360"/>
          </a:xfrm>
        </p:spPr>
        <p:txBody>
          <a:bodyPr/>
          <a:lstStyle/>
          <a:p>
            <a:pPr>
              <a:buFont typeface="Wingdings" panose="05000000000000000000" pitchFamily="2" charset="2"/>
              <a:buChar char="q"/>
            </a:pPr>
            <a:r>
              <a:rPr lang="en-US" dirty="0"/>
              <a:t> Count how many words are there in a given string (number of white spaces + 1).</a:t>
            </a:r>
          </a:p>
        </p:txBody>
      </p:sp>
      <p:sp>
        <p:nvSpPr>
          <p:cNvPr id="4" name="Slide Number Placeholder 3"/>
          <p:cNvSpPr>
            <a:spLocks noGrp="1"/>
          </p:cNvSpPr>
          <p:nvPr>
            <p:ph type="sldNum" sz="quarter" idx="12"/>
          </p:nvPr>
        </p:nvSpPr>
        <p:spPr/>
        <p:txBody>
          <a:bodyPr/>
          <a:lstStyle/>
          <a:p>
            <a:fld id="{6113E31D-E2AB-40D1-8B51-AFA5AFEF393A}" type="slidenum">
              <a:rPr lang="en-US" smtClean="0"/>
              <a:t>29</a:t>
            </a:fld>
            <a:endParaRPr lang="en-US" dirty="0"/>
          </a:p>
        </p:txBody>
      </p:sp>
      <p:sp>
        <p:nvSpPr>
          <p:cNvPr id="5" name="Rectangle 4"/>
          <p:cNvSpPr/>
          <p:nvPr/>
        </p:nvSpPr>
        <p:spPr>
          <a:xfrm>
            <a:off x="1361810" y="2304801"/>
            <a:ext cx="8713368" cy="3785652"/>
          </a:xfrm>
          <a:prstGeom prst="rect">
            <a:avLst/>
          </a:prstGeom>
          <a:solidFill>
            <a:schemeClr val="accent6">
              <a:lumMod val="20000"/>
              <a:lumOff val="80000"/>
            </a:schemeClr>
          </a:solidFill>
        </p:spPr>
        <p:txBody>
          <a:bodyPr wrap="square">
            <a:spAutoFit/>
          </a:bodyPr>
          <a:lstStyle/>
          <a:p>
            <a:r>
              <a:rPr lang="en-US" sz="1600" dirty="0">
                <a:latin typeface="Times New Roman" panose="02020603050405020304" pitchFamily="18" charset="0"/>
                <a:cs typeface="Times New Roman" panose="02020603050405020304" pitchFamily="18" charset="0"/>
              </a:rPr>
              <a:t>CREATE OR REPLACE FUNCTION </a:t>
            </a:r>
            <a:r>
              <a:rPr lang="en-US" sz="1600" b="1" dirty="0" err="1">
                <a:solidFill>
                  <a:srgbClr val="FF0000"/>
                </a:solidFill>
                <a:latin typeface="Times New Roman" panose="02020603050405020304" pitchFamily="18" charset="0"/>
                <a:cs typeface="Times New Roman" panose="02020603050405020304" pitchFamily="18" charset="0"/>
              </a:rPr>
              <a:t>word_count</a:t>
            </a:r>
            <a:r>
              <a:rPr lang="en-US" sz="1600" dirty="0">
                <a:solidFill>
                  <a:srgbClr val="FF0000"/>
                </a:solidFill>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 IN VARCHAR2) </a:t>
            </a:r>
          </a:p>
          <a:p>
            <a:r>
              <a:rPr lang="en-US" sz="1600" dirty="0">
                <a:latin typeface="Times New Roman" panose="02020603050405020304" pitchFamily="18" charset="0"/>
                <a:cs typeface="Times New Roman" panose="02020603050405020304" pitchFamily="18" charset="0"/>
              </a:rPr>
              <a:t>RETURN NUMBER</a:t>
            </a:r>
          </a:p>
          <a:p>
            <a:r>
              <a:rPr lang="en-US" sz="1600" dirty="0">
                <a:latin typeface="Times New Roman" panose="02020603050405020304" pitchFamily="18" charset="0"/>
                <a:cs typeface="Times New Roman" panose="02020603050405020304" pitchFamily="18" charset="0"/>
              </a:rPr>
              <a:t>IS</a:t>
            </a:r>
          </a:p>
          <a:p>
            <a:r>
              <a:rPr lang="en-US" sz="1600" dirty="0" err="1">
                <a:latin typeface="Times New Roman" panose="02020603050405020304" pitchFamily="18" charset="0"/>
                <a:cs typeface="Times New Roman" panose="02020603050405020304" pitchFamily="18" charset="0"/>
              </a:rPr>
              <a:t>temp_str</a:t>
            </a:r>
            <a:r>
              <a:rPr lang="en-US" sz="1600" dirty="0">
                <a:latin typeface="Times New Roman" panose="02020603050405020304" pitchFamily="18" charset="0"/>
                <a:cs typeface="Times New Roman" panose="02020603050405020304" pitchFamily="18" charset="0"/>
              </a:rPr>
              <a:t> VARCHAR2(1000) := </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a:t>
            </a:r>
          </a:p>
          <a:p>
            <a:r>
              <a:rPr lang="en-US" sz="1600" dirty="0" err="1">
                <a:latin typeface="Times New Roman" panose="02020603050405020304" pitchFamily="18" charset="0"/>
                <a:cs typeface="Times New Roman" panose="02020603050405020304" pitchFamily="18" charset="0"/>
              </a:rPr>
              <a:t>num_words</a:t>
            </a:r>
            <a:r>
              <a:rPr lang="en-US" sz="1600" dirty="0">
                <a:latin typeface="Times New Roman" panose="02020603050405020304" pitchFamily="18" charset="0"/>
                <a:cs typeface="Times New Roman" panose="02020603050405020304" pitchFamily="18" charset="0"/>
              </a:rPr>
              <a:t> NUMBER := 0;</a:t>
            </a:r>
          </a:p>
          <a:p>
            <a:r>
              <a:rPr lang="en-US" sz="1600" dirty="0">
                <a:latin typeface="Times New Roman" panose="02020603050405020304" pitchFamily="18" charset="0"/>
                <a:cs typeface="Times New Roman" panose="02020603050405020304" pitchFamily="18" charset="0"/>
              </a:rPr>
              <a:t>BEGIN</a:t>
            </a:r>
          </a:p>
          <a:p>
            <a:r>
              <a:rPr lang="en-US" sz="1600" dirty="0">
                <a:latin typeface="Times New Roman" panose="02020603050405020304" pitchFamily="18" charset="0"/>
                <a:cs typeface="Times New Roman" panose="02020603050405020304" pitchFamily="18" charset="0"/>
              </a:rPr>
              <a:t>IF length(</a:t>
            </a:r>
            <a:r>
              <a:rPr lang="en-US" sz="1600" dirty="0" err="1">
                <a:latin typeface="Times New Roman" panose="02020603050405020304" pitchFamily="18" charset="0"/>
                <a:cs typeface="Times New Roman" panose="02020603050405020304" pitchFamily="18" charset="0"/>
              </a:rPr>
              <a:t>input_str</a:t>
            </a:r>
            <a:r>
              <a:rPr lang="en-US" sz="1600" dirty="0">
                <a:latin typeface="Times New Roman" panose="02020603050405020304" pitchFamily="18" charset="0"/>
                <a:cs typeface="Times New Roman" panose="02020603050405020304" pitchFamily="18" charset="0"/>
              </a:rPr>
              <a:t>) &gt;0 THEN</a:t>
            </a:r>
          </a:p>
          <a:p>
            <a:r>
              <a:rPr lang="en-US" sz="1600" dirty="0">
                <a:latin typeface="Times New Roman" panose="02020603050405020304" pitchFamily="18" charset="0"/>
                <a:cs typeface="Times New Roman" panose="02020603050405020304" pitchFamily="18" charset="0"/>
              </a:rPr>
              <a:t>LOOP</a:t>
            </a:r>
          </a:p>
          <a:p>
            <a:r>
              <a:rPr lang="en-US" sz="1600" dirty="0" err="1">
                <a:latin typeface="Times New Roman" panose="02020603050405020304" pitchFamily="18" charset="0"/>
                <a:cs typeface="Times New Roman" panose="02020603050405020304" pitchFamily="18" charset="0"/>
              </a:rPr>
              <a:t>num_words</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num_words</a:t>
            </a:r>
            <a:r>
              <a:rPr lang="en-US" sz="1600" dirty="0">
                <a:latin typeface="Times New Roman" panose="02020603050405020304" pitchFamily="18" charset="0"/>
                <a:cs typeface="Times New Roman" panose="02020603050405020304" pitchFamily="18" charset="0"/>
              </a:rPr>
              <a:t> + 1;</a:t>
            </a:r>
          </a:p>
          <a:p>
            <a:r>
              <a:rPr lang="en-US" sz="1600" dirty="0">
                <a:latin typeface="Times New Roman" panose="02020603050405020304" pitchFamily="18" charset="0"/>
                <a:cs typeface="Times New Roman" panose="02020603050405020304" pitchFamily="18" charset="0"/>
              </a:rPr>
              <a:t>EXIT WHEN </a:t>
            </a:r>
            <a:r>
              <a:rPr lang="en-US" sz="1600" dirty="0" err="1">
                <a:latin typeface="Times New Roman" panose="02020603050405020304" pitchFamily="18" charset="0"/>
                <a:cs typeface="Times New Roman" panose="02020603050405020304" pitchFamily="18" charset="0"/>
              </a:rPr>
              <a:t>instr</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temp_str</a:t>
            </a:r>
            <a:r>
              <a:rPr lang="en-US" sz="1600" dirty="0">
                <a:latin typeface="Times New Roman" panose="02020603050405020304" pitchFamily="18" charset="0"/>
                <a:cs typeface="Times New Roman" panose="02020603050405020304" pitchFamily="18" charset="0"/>
              </a:rPr>
              <a:t>, ' ') = 0;</a:t>
            </a:r>
          </a:p>
          <a:p>
            <a:r>
              <a:rPr lang="en-US" sz="1600" dirty="0" err="1">
                <a:latin typeface="Times New Roman" panose="02020603050405020304" pitchFamily="18" charset="0"/>
                <a:cs typeface="Times New Roman" panose="02020603050405020304" pitchFamily="18" charset="0"/>
              </a:rPr>
              <a:t>temp_str</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substr</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temp_str</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instr</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temp_str</a:t>
            </a:r>
            <a:r>
              <a:rPr lang="en-US" sz="1600" dirty="0">
                <a:latin typeface="Times New Roman" panose="02020603050405020304" pitchFamily="18" charset="0"/>
                <a:cs typeface="Times New Roman" panose="02020603050405020304" pitchFamily="18" charset="0"/>
              </a:rPr>
              <a:t>, ' ')+1);</a:t>
            </a:r>
          </a:p>
          <a:p>
            <a:r>
              <a:rPr lang="en-US" sz="1600" dirty="0">
                <a:latin typeface="Times New Roman" panose="02020603050405020304" pitchFamily="18" charset="0"/>
                <a:cs typeface="Times New Roman" panose="02020603050405020304" pitchFamily="18" charset="0"/>
              </a:rPr>
              <a:t>END LOOP;</a:t>
            </a:r>
          </a:p>
          <a:p>
            <a:r>
              <a:rPr lang="en-US" sz="1600" dirty="0">
                <a:latin typeface="Times New Roman" panose="02020603050405020304" pitchFamily="18" charset="0"/>
                <a:cs typeface="Times New Roman" panose="02020603050405020304" pitchFamily="18" charset="0"/>
              </a:rPr>
              <a:t>END IF;</a:t>
            </a:r>
          </a:p>
          <a:p>
            <a:r>
              <a:rPr lang="en-US" sz="1600" dirty="0">
                <a:latin typeface="Times New Roman" panose="02020603050405020304" pitchFamily="18" charset="0"/>
                <a:cs typeface="Times New Roman" panose="02020603050405020304" pitchFamily="18" charset="0"/>
              </a:rPr>
              <a:t>RETURN </a:t>
            </a:r>
            <a:r>
              <a:rPr lang="en-US" sz="1600" dirty="0" err="1">
                <a:latin typeface="Times New Roman" panose="02020603050405020304" pitchFamily="18" charset="0"/>
                <a:cs typeface="Times New Roman" panose="02020603050405020304" pitchFamily="18" charset="0"/>
              </a:rPr>
              <a:t>num_words</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END;</a:t>
            </a:r>
          </a:p>
        </p:txBody>
      </p:sp>
      <p:cxnSp>
        <p:nvCxnSpPr>
          <p:cNvPr id="8" name="Straight Arrow Connector 7"/>
          <p:cNvCxnSpPr/>
          <p:nvPr/>
        </p:nvCxnSpPr>
        <p:spPr>
          <a:xfrm flipH="1">
            <a:off x="3993160" y="3103927"/>
            <a:ext cx="2793534" cy="402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912528" y="2825602"/>
            <a:ext cx="2403094" cy="369332"/>
          </a:xfrm>
          <a:prstGeom prst="rect">
            <a:avLst/>
          </a:prstGeom>
          <a:noFill/>
        </p:spPr>
        <p:txBody>
          <a:bodyPr wrap="none" rtlCol="0">
            <a:spAutoFit/>
          </a:bodyPr>
          <a:lstStyle/>
          <a:p>
            <a:r>
              <a:rPr lang="en-US" dirty="0"/>
              <a:t>Number of words so far</a:t>
            </a:r>
          </a:p>
        </p:txBody>
      </p:sp>
      <p:cxnSp>
        <p:nvCxnSpPr>
          <p:cNvPr id="13" name="Straight Arrow Connector 12"/>
          <p:cNvCxnSpPr/>
          <p:nvPr/>
        </p:nvCxnSpPr>
        <p:spPr>
          <a:xfrm flipH="1">
            <a:off x="3993160" y="3550274"/>
            <a:ext cx="2793534" cy="402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6786694" y="3247946"/>
            <a:ext cx="3167406" cy="369332"/>
          </a:xfrm>
          <a:prstGeom prst="rect">
            <a:avLst/>
          </a:prstGeom>
          <a:noFill/>
        </p:spPr>
        <p:txBody>
          <a:bodyPr wrap="none" rtlCol="0">
            <a:spAutoFit/>
          </a:bodyPr>
          <a:lstStyle/>
          <a:p>
            <a:r>
              <a:rPr lang="en-US" dirty="0"/>
              <a:t>If input is empty string, return 0</a:t>
            </a:r>
          </a:p>
        </p:txBody>
      </p:sp>
      <p:cxnSp>
        <p:nvCxnSpPr>
          <p:cNvPr id="16" name="Straight Arrow Connector 15"/>
          <p:cNvCxnSpPr/>
          <p:nvPr/>
        </p:nvCxnSpPr>
        <p:spPr>
          <a:xfrm flipH="1">
            <a:off x="4072855" y="4055505"/>
            <a:ext cx="2793534" cy="402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912528" y="3742081"/>
            <a:ext cx="2348400" cy="369332"/>
          </a:xfrm>
          <a:prstGeom prst="rect">
            <a:avLst/>
          </a:prstGeom>
          <a:noFill/>
        </p:spPr>
        <p:txBody>
          <a:bodyPr wrap="none" rtlCol="0">
            <a:spAutoFit/>
          </a:bodyPr>
          <a:lstStyle/>
          <a:p>
            <a:r>
              <a:rPr lang="en-US" dirty="0"/>
              <a:t>Add one to word count</a:t>
            </a:r>
          </a:p>
        </p:txBody>
      </p:sp>
      <p:cxnSp>
        <p:nvCxnSpPr>
          <p:cNvPr id="18" name="Straight Arrow Connector 17"/>
          <p:cNvCxnSpPr/>
          <p:nvPr/>
        </p:nvCxnSpPr>
        <p:spPr>
          <a:xfrm flipH="1">
            <a:off x="4585982" y="4279081"/>
            <a:ext cx="2793534" cy="402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353490" y="4094415"/>
            <a:ext cx="4808368" cy="369332"/>
          </a:xfrm>
          <a:prstGeom prst="rect">
            <a:avLst/>
          </a:prstGeom>
          <a:noFill/>
        </p:spPr>
        <p:txBody>
          <a:bodyPr wrap="none" rtlCol="0">
            <a:spAutoFit/>
          </a:bodyPr>
          <a:lstStyle/>
          <a:p>
            <a:r>
              <a:rPr lang="en-US" dirty="0"/>
              <a:t>Exit loop if no more white space (no more words)</a:t>
            </a:r>
          </a:p>
        </p:txBody>
      </p:sp>
      <p:sp>
        <p:nvSpPr>
          <p:cNvPr id="20" name="TextBox 19"/>
          <p:cNvSpPr txBox="1"/>
          <p:nvPr/>
        </p:nvSpPr>
        <p:spPr>
          <a:xfrm>
            <a:off x="7496275" y="4603805"/>
            <a:ext cx="4200498" cy="646331"/>
          </a:xfrm>
          <a:prstGeom prst="rect">
            <a:avLst/>
          </a:prstGeom>
          <a:noFill/>
        </p:spPr>
        <p:txBody>
          <a:bodyPr wrap="square" rtlCol="0">
            <a:spAutoFit/>
          </a:bodyPr>
          <a:lstStyle/>
          <a:p>
            <a:r>
              <a:rPr lang="en-US" dirty="0"/>
              <a:t>Remove the first word and whitespace </a:t>
            </a:r>
          </a:p>
          <a:p>
            <a:r>
              <a:rPr lang="en-US" dirty="0"/>
              <a:t>save the remaining string into </a:t>
            </a:r>
            <a:r>
              <a:rPr lang="en-US" dirty="0" err="1"/>
              <a:t>temp_str</a:t>
            </a:r>
            <a:endParaRPr lang="en-US" dirty="0"/>
          </a:p>
        </p:txBody>
      </p:sp>
      <p:cxnSp>
        <p:nvCxnSpPr>
          <p:cNvPr id="21" name="Straight Arrow Connector 20"/>
          <p:cNvCxnSpPr/>
          <p:nvPr/>
        </p:nvCxnSpPr>
        <p:spPr>
          <a:xfrm flipH="1">
            <a:off x="5679066" y="4788471"/>
            <a:ext cx="1700450" cy="186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760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the code</a:t>
            </a:r>
          </a:p>
        </p:txBody>
      </p:sp>
      <p:sp>
        <p:nvSpPr>
          <p:cNvPr id="3" name="Content Placeholder 2"/>
          <p:cNvSpPr>
            <a:spLocks noGrp="1"/>
          </p:cNvSpPr>
          <p:nvPr>
            <p:ph idx="1"/>
          </p:nvPr>
        </p:nvSpPr>
        <p:spPr>
          <a:xfrm>
            <a:off x="1097280" y="1837345"/>
            <a:ext cx="10058400" cy="4023360"/>
          </a:xfrm>
        </p:spPr>
        <p:txBody>
          <a:bodyPr/>
          <a:lstStyle/>
          <a:p>
            <a:r>
              <a:rPr lang="en-US" dirty="0"/>
              <a:t>select </a:t>
            </a:r>
            <a:r>
              <a:rPr lang="en-US" dirty="0" err="1"/>
              <a:t>word_count</a:t>
            </a:r>
            <a:r>
              <a:rPr lang="en-US" dirty="0"/>
              <a:t>(‘This is an example') from dual;</a:t>
            </a:r>
          </a:p>
          <a:p>
            <a:r>
              <a:rPr lang="en-US" dirty="0"/>
              <a:t>select title, </a:t>
            </a:r>
            <a:r>
              <a:rPr lang="en-US" dirty="0" err="1"/>
              <a:t>word_count</a:t>
            </a:r>
            <a:r>
              <a:rPr lang="en-US" dirty="0"/>
              <a:t>(title) from movie order by 2 </a:t>
            </a:r>
            <a:r>
              <a:rPr lang="en-US" dirty="0" err="1"/>
              <a:t>desc</a:t>
            </a:r>
            <a:r>
              <a:rPr lang="en-US" dirty="0"/>
              <a:t>;</a:t>
            </a:r>
          </a:p>
        </p:txBody>
      </p:sp>
      <p:sp>
        <p:nvSpPr>
          <p:cNvPr id="4" name="Slide Number Placeholder 3"/>
          <p:cNvSpPr>
            <a:spLocks noGrp="1"/>
          </p:cNvSpPr>
          <p:nvPr>
            <p:ph type="sldNum" sz="quarter" idx="12"/>
          </p:nvPr>
        </p:nvSpPr>
        <p:spPr/>
        <p:txBody>
          <a:bodyPr/>
          <a:lstStyle/>
          <a:p>
            <a:fld id="{6113E31D-E2AB-40D1-8B51-AFA5AFEF393A}" type="slidenum">
              <a:rPr lang="en-US" smtClean="0"/>
              <a:t>30</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2921293"/>
            <a:ext cx="8268854" cy="3238952"/>
          </a:xfrm>
          <a:prstGeom prst="rect">
            <a:avLst/>
          </a:prstGeom>
        </p:spPr>
      </p:pic>
      <p:sp>
        <p:nvSpPr>
          <p:cNvPr id="6" name="TextBox 5"/>
          <p:cNvSpPr txBox="1"/>
          <p:nvPr/>
        </p:nvSpPr>
        <p:spPr>
          <a:xfrm>
            <a:off x="9566695" y="4937375"/>
            <a:ext cx="2171189" cy="923330"/>
          </a:xfrm>
          <a:prstGeom prst="rect">
            <a:avLst/>
          </a:prstGeom>
          <a:noFill/>
        </p:spPr>
        <p:txBody>
          <a:bodyPr wrap="square" rtlCol="0">
            <a:spAutoFit/>
          </a:bodyPr>
          <a:lstStyle/>
          <a:p>
            <a:r>
              <a:rPr lang="en-US" dirty="0"/>
              <a:t>You can try to modify the code to exclude </a:t>
            </a:r>
          </a:p>
          <a:p>
            <a:r>
              <a:rPr lang="en-US" dirty="0"/>
              <a:t>Punctuation marks. </a:t>
            </a:r>
          </a:p>
        </p:txBody>
      </p:sp>
      <p:cxnSp>
        <p:nvCxnSpPr>
          <p:cNvPr id="8" name="Straight Arrow Connector 7"/>
          <p:cNvCxnSpPr>
            <a:stCxn id="6" idx="1"/>
          </p:cNvCxnSpPr>
          <p:nvPr/>
        </p:nvCxnSpPr>
        <p:spPr>
          <a:xfrm flipH="1" flipV="1">
            <a:off x="4502989" y="4615132"/>
            <a:ext cx="5063706" cy="7839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00842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Stored Procedures vs. Functions</a:t>
            </a:r>
          </a:p>
        </p:txBody>
      </p:sp>
      <p:graphicFrame>
        <p:nvGraphicFramePr>
          <p:cNvPr id="5" name="Content Placeholder 4"/>
          <p:cNvGraphicFramePr>
            <a:graphicFrameLocks noGrp="1"/>
          </p:cNvGraphicFramePr>
          <p:nvPr>
            <p:ph idx="1"/>
          </p:nvPr>
        </p:nvGraphicFramePr>
        <p:xfrm>
          <a:off x="1192213" y="2165985"/>
          <a:ext cx="9867900" cy="2103120"/>
        </p:xfrm>
        <a:graphic>
          <a:graphicData uri="http://schemas.openxmlformats.org/drawingml/2006/table">
            <a:tbl>
              <a:tblPr/>
              <a:tblGrid>
                <a:gridCol w="4933950">
                  <a:extLst>
                    <a:ext uri="{9D8B030D-6E8A-4147-A177-3AD203B41FA5}">
                      <a16:colId xmlns:a16="http://schemas.microsoft.com/office/drawing/2014/main" val="20000"/>
                    </a:ext>
                  </a:extLst>
                </a:gridCol>
                <a:gridCol w="4933950">
                  <a:extLst>
                    <a:ext uri="{9D8B030D-6E8A-4147-A177-3AD203B41FA5}">
                      <a16:colId xmlns:a16="http://schemas.microsoft.com/office/drawing/2014/main" val="20001"/>
                    </a:ext>
                  </a:extLst>
                </a:gridCol>
              </a:tblGrid>
              <a:tr h="0">
                <a:tc>
                  <a:txBody>
                    <a:bodyPr/>
                    <a:lstStyle/>
                    <a:p>
                      <a:pPr algn="l" fontAlgn="ctr"/>
                      <a:r>
                        <a:rPr lang="en-US" b="1" dirty="0">
                          <a:effectLst/>
                        </a:rPr>
                        <a:t>Procedure</a:t>
                      </a:r>
                      <a:endParaRPr lang="en-US" dirty="0">
                        <a:effectLst/>
                      </a:endParaRPr>
                    </a:p>
                  </a:txBody>
                  <a:tcPr anchor="ctr">
                    <a:lnL>
                      <a:noFill/>
                    </a:lnL>
                    <a:lnR>
                      <a:noFill/>
                    </a:lnR>
                    <a:lnT>
                      <a:noFill/>
                    </a:lnT>
                    <a:lnB w="9525" cap="flat" cmpd="sng" algn="ctr">
                      <a:solidFill>
                        <a:srgbClr val="DDDDDD"/>
                      </a:solidFill>
                      <a:prstDash val="solid"/>
                      <a:round/>
                      <a:headEnd type="none" w="med" len="med"/>
                      <a:tailEnd type="none" w="med" len="med"/>
                    </a:lnB>
                    <a:solidFill>
                      <a:srgbClr val="FFFFFF"/>
                    </a:solidFill>
                  </a:tcPr>
                </a:tc>
                <a:tc>
                  <a:txBody>
                    <a:bodyPr/>
                    <a:lstStyle/>
                    <a:p>
                      <a:pPr algn="l" fontAlgn="ctr"/>
                      <a:r>
                        <a:rPr lang="en-US" b="1">
                          <a:effectLst/>
                        </a:rPr>
                        <a:t>Function</a:t>
                      </a:r>
                      <a:endParaRPr lang="en-US">
                        <a:effectLst/>
                      </a:endParaRPr>
                    </a:p>
                  </a:txBody>
                  <a:tcPr anchor="ctr">
                    <a:lnL>
                      <a:noFill/>
                    </a:lnL>
                    <a:lnR>
                      <a:noFill/>
                    </a:lnR>
                    <a:lnT>
                      <a:noFill/>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fontAlgn="ctr">
                        <a:buFont typeface="Arial" panose="020B0604020202020204" pitchFamily="34" charset="0"/>
                        <a:buChar char="•"/>
                      </a:pPr>
                      <a:r>
                        <a:rPr lang="en-US">
                          <a:effectLst/>
                        </a:rPr>
                        <a:t>Used mainly to a execute certain process</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ctr">
                        <a:buFont typeface="Arial" panose="020B0604020202020204" pitchFamily="34" charset="0"/>
                        <a:buChar char="•"/>
                      </a:pPr>
                      <a:r>
                        <a:rPr lang="en-US">
                          <a:effectLst/>
                        </a:rPr>
                        <a:t>Used mainly to perform some calculation</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1"/>
                  </a:ext>
                </a:extLst>
              </a:tr>
              <a:tr h="0">
                <a:tc>
                  <a:txBody>
                    <a:bodyPr/>
                    <a:lstStyle/>
                    <a:p>
                      <a:pPr fontAlgn="ctr">
                        <a:buFont typeface="Arial" panose="020B0604020202020204" pitchFamily="34" charset="0"/>
                        <a:buChar char="•"/>
                      </a:pPr>
                      <a:r>
                        <a:rPr lang="en-US">
                          <a:effectLst/>
                        </a:rPr>
                        <a:t>Cannot call in SELECT statement</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buFont typeface="Arial" panose="020B0604020202020204" pitchFamily="34" charset="0"/>
                        <a:buChar char="•"/>
                      </a:pPr>
                      <a:r>
                        <a:rPr lang="en-US">
                          <a:effectLst/>
                        </a:rPr>
                        <a:t>A Function that contains no DML statements can be called in SELECT statement</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fontAlgn="ctr">
                        <a:buFont typeface="Arial" panose="020B0604020202020204" pitchFamily="34" charset="0"/>
                        <a:buChar char="•"/>
                      </a:pPr>
                      <a:r>
                        <a:rPr lang="en-US">
                          <a:effectLst/>
                        </a:rPr>
                        <a:t>Use OUT parameter to return the value</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ctr">
                        <a:buFont typeface="Arial" panose="020B0604020202020204" pitchFamily="34" charset="0"/>
                        <a:buChar char="•"/>
                      </a:pPr>
                      <a:r>
                        <a:rPr lang="en-US">
                          <a:effectLst/>
                        </a:rPr>
                        <a:t>Use RETURN to return the value</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3"/>
                  </a:ext>
                </a:extLst>
              </a:tr>
              <a:tr h="0">
                <a:tc>
                  <a:txBody>
                    <a:bodyPr/>
                    <a:lstStyle/>
                    <a:p>
                      <a:pPr fontAlgn="ctr">
                        <a:buFont typeface="Arial" panose="020B0604020202020204" pitchFamily="34" charset="0"/>
                        <a:buChar char="•"/>
                      </a:pPr>
                      <a:r>
                        <a:rPr lang="en-US">
                          <a:effectLst/>
                        </a:rPr>
                        <a:t>It is not mandatory to return the value</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ctr">
                        <a:buFont typeface="Arial" panose="020B0604020202020204" pitchFamily="34" charset="0"/>
                        <a:buChar char="•"/>
                      </a:pPr>
                      <a:r>
                        <a:rPr lang="en-US" dirty="0">
                          <a:effectLst/>
                        </a:rPr>
                        <a:t>It is mandatory to return the value</a:t>
                      </a:r>
                    </a:p>
                  </a:txBody>
                  <a:tcPr anchor="ctr">
                    <a:lnL>
                      <a:noFill/>
                    </a:lnL>
                    <a:lnR>
                      <a:noFill/>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6113E31D-E2AB-40D1-8B51-AFA5AFEF393A}" type="slidenum">
              <a:rPr lang="en-US" smtClean="0"/>
              <a:t>31</a:t>
            </a:fld>
            <a:endParaRPr lang="en-US" dirty="0"/>
          </a:p>
        </p:txBody>
      </p:sp>
    </p:spTree>
    <p:extLst>
      <p:ext uri="{BB962C8B-B14F-4D97-AF65-F5344CB8AC3E}">
        <p14:creationId xmlns:p14="http://schemas.microsoft.com/office/powerpoint/2010/main" val="1120138081"/>
      </p:ext>
    </p:extLst>
  </p:cSld>
  <p:clrMapOvr>
    <a:masterClrMapping/>
  </p:clrMapOvr>
</p:sld>
</file>

<file path=ppt/theme/theme1.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20966</TotalTime>
  <Words>3106</Words>
  <Application>Microsoft Office PowerPoint</Application>
  <PresentationFormat>宽屏</PresentationFormat>
  <Paragraphs>446</Paragraphs>
  <Slides>31</Slides>
  <Notes>10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31</vt:i4>
      </vt:variant>
    </vt:vector>
  </HeadingPairs>
  <TitlesOfParts>
    <vt:vector size="37" baseType="lpstr">
      <vt:lpstr>Arial</vt:lpstr>
      <vt:lpstr>Calibri</vt:lpstr>
      <vt:lpstr>Calibri Light</vt:lpstr>
      <vt:lpstr>Times New Roman</vt:lpstr>
      <vt:lpstr>Wingdings</vt:lpstr>
      <vt:lpstr>1_Retrospect</vt:lpstr>
      <vt:lpstr>Database Systems</vt:lpstr>
      <vt:lpstr>Cursor</vt:lpstr>
      <vt:lpstr>Cursor FOR Loop </vt:lpstr>
      <vt:lpstr>PowerPoint 演示文稿</vt:lpstr>
      <vt:lpstr>PowerPoint 演示文稿</vt:lpstr>
      <vt:lpstr>Exceptions</vt:lpstr>
      <vt:lpstr>Error Handling</vt:lpstr>
      <vt:lpstr>Program Flow with Exceptions</vt:lpstr>
      <vt:lpstr>PowerPoint 演示文稿</vt:lpstr>
      <vt:lpstr>Built-in Exceptions</vt:lpstr>
      <vt:lpstr>PowerPoint 演示文稿</vt:lpstr>
      <vt:lpstr>Stored Program Units</vt:lpstr>
      <vt:lpstr>Stored Procedure</vt:lpstr>
      <vt:lpstr>Stored Procedure</vt:lpstr>
      <vt:lpstr>Stored Procedure</vt:lpstr>
      <vt:lpstr>Stored Procedure</vt:lpstr>
      <vt:lpstr>Stored Procedure</vt:lpstr>
      <vt:lpstr>Stored Procedure</vt:lpstr>
      <vt:lpstr>Stored Procedure</vt:lpstr>
      <vt:lpstr>In-Class Exercise</vt:lpstr>
      <vt:lpstr>Solution</vt:lpstr>
      <vt:lpstr>Exercise</vt:lpstr>
      <vt:lpstr>Updated Solution</vt:lpstr>
      <vt:lpstr>Stored Procedure</vt:lpstr>
      <vt:lpstr>Stored Functions</vt:lpstr>
      <vt:lpstr>Stored Functions</vt:lpstr>
      <vt:lpstr>Stored Functions</vt:lpstr>
      <vt:lpstr>Stored Functions</vt:lpstr>
      <vt:lpstr>Stored Functions</vt:lpstr>
      <vt:lpstr>Test the code</vt:lpstr>
      <vt:lpstr>Stored Procedures vs. Functions</vt:lpstr>
    </vt:vector>
  </TitlesOfParts>
  <Company>Tippie College of Business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Zhou, Xun</dc:creator>
  <cp:lastModifiedBy>Xun Zhou</cp:lastModifiedBy>
  <cp:revision>1305</cp:revision>
  <dcterms:created xsi:type="dcterms:W3CDTF">2014-09-09T01:52:12Z</dcterms:created>
  <dcterms:modified xsi:type="dcterms:W3CDTF">2025-10-20T16:49:04Z</dcterms:modified>
</cp:coreProperties>
</file>