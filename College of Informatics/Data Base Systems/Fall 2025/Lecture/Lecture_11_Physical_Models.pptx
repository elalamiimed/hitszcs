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4" r:id="rId1"/>
  </p:sldMasterIdLst>
  <p:notesMasterIdLst>
    <p:notesMasterId r:id="rId33"/>
  </p:notesMasterIdLst>
  <p:sldIdLst>
    <p:sldId id="407" r:id="rId2"/>
    <p:sldId id="413" r:id="rId3"/>
    <p:sldId id="415" r:id="rId4"/>
    <p:sldId id="721" r:id="rId5"/>
    <p:sldId id="649" r:id="rId6"/>
    <p:sldId id="723" r:id="rId7"/>
    <p:sldId id="722" r:id="rId8"/>
    <p:sldId id="751" r:id="rId9"/>
    <p:sldId id="752" r:id="rId10"/>
    <p:sldId id="724" r:id="rId11"/>
    <p:sldId id="753" r:id="rId12"/>
    <p:sldId id="765" r:id="rId13"/>
    <p:sldId id="754" r:id="rId14"/>
    <p:sldId id="755" r:id="rId15"/>
    <p:sldId id="756" r:id="rId16"/>
    <p:sldId id="757" r:id="rId17"/>
    <p:sldId id="758" r:id="rId18"/>
    <p:sldId id="764" r:id="rId19"/>
    <p:sldId id="736" r:id="rId20"/>
    <p:sldId id="759" r:id="rId21"/>
    <p:sldId id="761" r:id="rId22"/>
    <p:sldId id="762" r:id="rId23"/>
    <p:sldId id="735" r:id="rId24"/>
    <p:sldId id="737" r:id="rId25"/>
    <p:sldId id="738" r:id="rId26"/>
    <p:sldId id="763" r:id="rId27"/>
    <p:sldId id="749" r:id="rId28"/>
    <p:sldId id="740" r:id="rId29"/>
    <p:sldId id="743" r:id="rId30"/>
    <p:sldId id="744" r:id="rId31"/>
    <p:sldId id="750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ou, Xun" initials="ZX" lastIdx="1" clrIdx="0">
    <p:extLst>
      <p:ext uri="{19B8F6BF-5375-455C-9EA6-DF929625EA0E}">
        <p15:presenceInfo xmlns:p15="http://schemas.microsoft.com/office/powerpoint/2012/main" userId="S-1-5-21-1343024091-1383384898-725345543-87632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FF"/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40" autoAdjust="0"/>
    <p:restoredTop sz="96433" autoAdjust="0"/>
  </p:normalViewPr>
  <p:slideViewPr>
    <p:cSldViewPr snapToGrid="0">
      <p:cViewPr varScale="1">
        <p:scale>
          <a:sx n="116" d="100"/>
          <a:sy n="116" d="100"/>
        </p:scale>
        <p:origin x="595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-1098" y="-11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un Zhou" userId="307cf16e35cdea9e" providerId="LiveId" clId="{2F516AB3-3098-4D4B-AC6E-78600C258EE7}"/>
    <pc:docChg chg="undo custSel addSld delSld modSld">
      <pc:chgData name="Xun Zhou" userId="307cf16e35cdea9e" providerId="LiveId" clId="{2F516AB3-3098-4D4B-AC6E-78600C258EE7}" dt="2025-10-28T05:41:21.291" v="3029" actId="47"/>
      <pc:docMkLst>
        <pc:docMk/>
      </pc:docMkLst>
      <pc:sldChg chg="del">
        <pc:chgData name="Xun Zhou" userId="307cf16e35cdea9e" providerId="LiveId" clId="{2F516AB3-3098-4D4B-AC6E-78600C258EE7}" dt="2025-10-26T08:03:54.937" v="1106" actId="47"/>
        <pc:sldMkLst>
          <pc:docMk/>
          <pc:sldMk cId="3324530723" sldId="260"/>
        </pc:sldMkLst>
      </pc:sldChg>
      <pc:sldChg chg="del">
        <pc:chgData name="Xun Zhou" userId="307cf16e35cdea9e" providerId="LiveId" clId="{2F516AB3-3098-4D4B-AC6E-78600C258EE7}" dt="2025-10-26T08:03:54.937" v="1106" actId="47"/>
        <pc:sldMkLst>
          <pc:docMk/>
          <pc:sldMk cId="4259381529" sldId="261"/>
        </pc:sldMkLst>
      </pc:sldChg>
      <pc:sldChg chg="del">
        <pc:chgData name="Xun Zhou" userId="307cf16e35cdea9e" providerId="LiveId" clId="{2F516AB3-3098-4D4B-AC6E-78600C258EE7}" dt="2025-10-26T08:03:54.937" v="1106" actId="47"/>
        <pc:sldMkLst>
          <pc:docMk/>
          <pc:sldMk cId="1476694644" sldId="262"/>
        </pc:sldMkLst>
      </pc:sldChg>
      <pc:sldChg chg="del">
        <pc:chgData name="Xun Zhou" userId="307cf16e35cdea9e" providerId="LiveId" clId="{2F516AB3-3098-4D4B-AC6E-78600C258EE7}" dt="2025-10-26T08:03:54.937" v="1106" actId="47"/>
        <pc:sldMkLst>
          <pc:docMk/>
          <pc:sldMk cId="1273264805" sldId="264"/>
        </pc:sldMkLst>
      </pc:sldChg>
      <pc:sldChg chg="add del">
        <pc:chgData name="Xun Zhou" userId="307cf16e35cdea9e" providerId="LiveId" clId="{2F516AB3-3098-4D4B-AC6E-78600C258EE7}" dt="2025-10-26T08:12:32.952" v="1535" actId="47"/>
        <pc:sldMkLst>
          <pc:docMk/>
          <pc:sldMk cId="2130369069" sldId="265"/>
        </pc:sldMkLst>
      </pc:sldChg>
      <pc:sldChg chg="del">
        <pc:chgData name="Xun Zhou" userId="307cf16e35cdea9e" providerId="LiveId" clId="{2F516AB3-3098-4D4B-AC6E-78600C258EE7}" dt="2025-10-26T08:03:54.937" v="1106" actId="47"/>
        <pc:sldMkLst>
          <pc:docMk/>
          <pc:sldMk cId="2753070023" sldId="273"/>
        </pc:sldMkLst>
      </pc:sldChg>
      <pc:sldChg chg="del">
        <pc:chgData name="Xun Zhou" userId="307cf16e35cdea9e" providerId="LiveId" clId="{2F516AB3-3098-4D4B-AC6E-78600C258EE7}" dt="2025-10-26T08:03:54.937" v="1106" actId="47"/>
        <pc:sldMkLst>
          <pc:docMk/>
          <pc:sldMk cId="194359570" sldId="274"/>
        </pc:sldMkLst>
      </pc:sldChg>
      <pc:sldChg chg="del">
        <pc:chgData name="Xun Zhou" userId="307cf16e35cdea9e" providerId="LiveId" clId="{2F516AB3-3098-4D4B-AC6E-78600C258EE7}" dt="2025-10-26T08:03:54.937" v="1106" actId="47"/>
        <pc:sldMkLst>
          <pc:docMk/>
          <pc:sldMk cId="1359596723" sldId="275"/>
        </pc:sldMkLst>
      </pc:sldChg>
      <pc:sldChg chg="del">
        <pc:chgData name="Xun Zhou" userId="307cf16e35cdea9e" providerId="LiveId" clId="{2F516AB3-3098-4D4B-AC6E-78600C258EE7}" dt="2025-10-26T08:03:54.937" v="1106" actId="47"/>
        <pc:sldMkLst>
          <pc:docMk/>
          <pc:sldMk cId="462911150" sldId="276"/>
        </pc:sldMkLst>
      </pc:sldChg>
      <pc:sldChg chg="del">
        <pc:chgData name="Xun Zhou" userId="307cf16e35cdea9e" providerId="LiveId" clId="{2F516AB3-3098-4D4B-AC6E-78600C258EE7}" dt="2025-10-26T08:03:54.937" v="1106" actId="47"/>
        <pc:sldMkLst>
          <pc:docMk/>
          <pc:sldMk cId="719458354" sldId="277"/>
        </pc:sldMkLst>
      </pc:sldChg>
      <pc:sldChg chg="del">
        <pc:chgData name="Xun Zhou" userId="307cf16e35cdea9e" providerId="LiveId" clId="{2F516AB3-3098-4D4B-AC6E-78600C258EE7}" dt="2025-10-26T08:03:54.937" v="1106" actId="47"/>
        <pc:sldMkLst>
          <pc:docMk/>
          <pc:sldMk cId="3549649612" sldId="278"/>
        </pc:sldMkLst>
      </pc:sldChg>
      <pc:sldChg chg="del">
        <pc:chgData name="Xun Zhou" userId="307cf16e35cdea9e" providerId="LiveId" clId="{2F516AB3-3098-4D4B-AC6E-78600C258EE7}" dt="2025-10-26T08:03:54.937" v="1106" actId="47"/>
        <pc:sldMkLst>
          <pc:docMk/>
          <pc:sldMk cId="1834581677" sldId="279"/>
        </pc:sldMkLst>
      </pc:sldChg>
      <pc:sldChg chg="del">
        <pc:chgData name="Xun Zhou" userId="307cf16e35cdea9e" providerId="LiveId" clId="{2F516AB3-3098-4D4B-AC6E-78600C258EE7}" dt="2025-10-26T08:03:54.937" v="1106" actId="47"/>
        <pc:sldMkLst>
          <pc:docMk/>
          <pc:sldMk cId="1539256650" sldId="283"/>
        </pc:sldMkLst>
      </pc:sldChg>
      <pc:sldChg chg="del">
        <pc:chgData name="Xun Zhou" userId="307cf16e35cdea9e" providerId="LiveId" clId="{2F516AB3-3098-4D4B-AC6E-78600C258EE7}" dt="2025-10-26T08:03:54.937" v="1106" actId="47"/>
        <pc:sldMkLst>
          <pc:docMk/>
          <pc:sldMk cId="149864628" sldId="284"/>
        </pc:sldMkLst>
      </pc:sldChg>
      <pc:sldChg chg="addSp delSp modSp add del mod modClrScheme chgLayout">
        <pc:chgData name="Xun Zhou" userId="307cf16e35cdea9e" providerId="LiveId" clId="{2F516AB3-3098-4D4B-AC6E-78600C258EE7}" dt="2025-10-28T01:08:10.287" v="2068" actId="47"/>
        <pc:sldMkLst>
          <pc:docMk/>
          <pc:sldMk cId="2493175059" sldId="298"/>
        </pc:sldMkLst>
        <pc:spChg chg="del">
          <ac:chgData name="Xun Zhou" userId="307cf16e35cdea9e" providerId="LiveId" clId="{2F516AB3-3098-4D4B-AC6E-78600C258EE7}" dt="2025-10-28T00:54:35.540" v="1849" actId="478"/>
          <ac:spMkLst>
            <pc:docMk/>
            <pc:sldMk cId="2493175059" sldId="298"/>
            <ac:spMk id="2" creationId="{B33F4930-B428-ADCF-38D9-DAAECFB146EF}"/>
          </ac:spMkLst>
        </pc:spChg>
        <pc:spChg chg="mod">
          <ac:chgData name="Xun Zhou" userId="307cf16e35cdea9e" providerId="LiveId" clId="{2F516AB3-3098-4D4B-AC6E-78600C258EE7}" dt="2025-10-28T00:54:31.632" v="1848" actId="20577"/>
          <ac:spMkLst>
            <pc:docMk/>
            <pc:sldMk cId="2493175059" sldId="298"/>
            <ac:spMk id="3" creationId="{BC3E877E-D9F7-4E46-1535-EC6B65354134}"/>
          </ac:spMkLst>
        </pc:spChg>
        <pc:spChg chg="mod ord">
          <ac:chgData name="Xun Zhou" userId="307cf16e35cdea9e" providerId="LiveId" clId="{2F516AB3-3098-4D4B-AC6E-78600C258EE7}" dt="2025-10-28T00:54:52.039" v="1854" actId="700"/>
          <ac:spMkLst>
            <pc:docMk/>
            <pc:sldMk cId="2493175059" sldId="298"/>
            <ac:spMk id="4" creationId="{BFF78FC1-701A-EA46-3183-BA47B8AB78F4}"/>
          </ac:spMkLst>
        </pc:spChg>
        <pc:spChg chg="add mod">
          <ac:chgData name="Xun Zhou" userId="307cf16e35cdea9e" providerId="LiveId" clId="{2F516AB3-3098-4D4B-AC6E-78600C258EE7}" dt="2025-10-28T00:53:52.262" v="1672" actId="1076"/>
          <ac:spMkLst>
            <pc:docMk/>
            <pc:sldMk cId="2493175059" sldId="298"/>
            <ac:spMk id="6" creationId="{2CE42F91-3C76-4A03-850C-E704846CCB49}"/>
          </ac:spMkLst>
        </pc:spChg>
        <pc:spChg chg="add del mod">
          <ac:chgData name="Xun Zhou" userId="307cf16e35cdea9e" providerId="LiveId" clId="{2F516AB3-3098-4D4B-AC6E-78600C258EE7}" dt="2025-10-28T00:54:36.666" v="1850" actId="478"/>
          <ac:spMkLst>
            <pc:docMk/>
            <pc:sldMk cId="2493175059" sldId="298"/>
            <ac:spMk id="8" creationId="{1AB1AFF8-6E09-4F85-B758-25393CF0C39D}"/>
          </ac:spMkLst>
        </pc:spChg>
        <pc:picChg chg="mod">
          <ac:chgData name="Xun Zhou" userId="307cf16e35cdea9e" providerId="LiveId" clId="{2F516AB3-3098-4D4B-AC6E-78600C258EE7}" dt="2025-10-28T00:55:14.480" v="1862" actId="1076"/>
          <ac:picMkLst>
            <pc:docMk/>
            <pc:sldMk cId="2493175059" sldId="298"/>
            <ac:picMk id="7" creationId="{72016D41-CE14-17DE-4A7B-10C7933946E2}"/>
          </ac:picMkLst>
        </pc:picChg>
      </pc:sldChg>
      <pc:sldChg chg="del">
        <pc:chgData name="Xun Zhou" userId="307cf16e35cdea9e" providerId="LiveId" clId="{2F516AB3-3098-4D4B-AC6E-78600C258EE7}" dt="2025-10-26T08:03:54.937" v="1106" actId="47"/>
        <pc:sldMkLst>
          <pc:docMk/>
          <pc:sldMk cId="1451328827" sldId="304"/>
        </pc:sldMkLst>
      </pc:sldChg>
      <pc:sldChg chg="del">
        <pc:chgData name="Xun Zhou" userId="307cf16e35cdea9e" providerId="LiveId" clId="{2F516AB3-3098-4D4B-AC6E-78600C258EE7}" dt="2025-10-26T08:03:54.937" v="1106" actId="47"/>
        <pc:sldMkLst>
          <pc:docMk/>
          <pc:sldMk cId="4164455954" sldId="305"/>
        </pc:sldMkLst>
      </pc:sldChg>
      <pc:sldChg chg="del">
        <pc:chgData name="Xun Zhou" userId="307cf16e35cdea9e" providerId="LiveId" clId="{2F516AB3-3098-4D4B-AC6E-78600C258EE7}" dt="2025-10-26T08:03:54.937" v="1106" actId="47"/>
        <pc:sldMkLst>
          <pc:docMk/>
          <pc:sldMk cId="1208604829" sldId="306"/>
        </pc:sldMkLst>
      </pc:sldChg>
      <pc:sldChg chg="del">
        <pc:chgData name="Xun Zhou" userId="307cf16e35cdea9e" providerId="LiveId" clId="{2F516AB3-3098-4D4B-AC6E-78600C258EE7}" dt="2025-10-26T08:03:54.937" v="1106" actId="47"/>
        <pc:sldMkLst>
          <pc:docMk/>
          <pc:sldMk cId="2777202346" sldId="307"/>
        </pc:sldMkLst>
      </pc:sldChg>
      <pc:sldChg chg="del">
        <pc:chgData name="Xun Zhou" userId="307cf16e35cdea9e" providerId="LiveId" clId="{2F516AB3-3098-4D4B-AC6E-78600C258EE7}" dt="2025-10-26T08:03:54.937" v="1106" actId="47"/>
        <pc:sldMkLst>
          <pc:docMk/>
          <pc:sldMk cId="4227353135" sldId="408"/>
        </pc:sldMkLst>
      </pc:sldChg>
      <pc:sldChg chg="del">
        <pc:chgData name="Xun Zhou" userId="307cf16e35cdea9e" providerId="LiveId" clId="{2F516AB3-3098-4D4B-AC6E-78600C258EE7}" dt="2025-10-26T08:03:54.937" v="1106" actId="47"/>
        <pc:sldMkLst>
          <pc:docMk/>
          <pc:sldMk cId="2072156081" sldId="409"/>
        </pc:sldMkLst>
      </pc:sldChg>
      <pc:sldChg chg="del">
        <pc:chgData name="Xun Zhou" userId="307cf16e35cdea9e" providerId="LiveId" clId="{2F516AB3-3098-4D4B-AC6E-78600C258EE7}" dt="2025-10-26T08:03:54.937" v="1106" actId="47"/>
        <pc:sldMkLst>
          <pc:docMk/>
          <pc:sldMk cId="58385580" sldId="410"/>
        </pc:sldMkLst>
      </pc:sldChg>
      <pc:sldChg chg="del">
        <pc:chgData name="Xun Zhou" userId="307cf16e35cdea9e" providerId="LiveId" clId="{2F516AB3-3098-4D4B-AC6E-78600C258EE7}" dt="2025-10-26T08:03:54.937" v="1106" actId="47"/>
        <pc:sldMkLst>
          <pc:docMk/>
          <pc:sldMk cId="2613723632" sldId="411"/>
        </pc:sldMkLst>
      </pc:sldChg>
      <pc:sldChg chg="del">
        <pc:chgData name="Xun Zhou" userId="307cf16e35cdea9e" providerId="LiveId" clId="{2F516AB3-3098-4D4B-AC6E-78600C258EE7}" dt="2025-10-26T08:03:54.937" v="1106" actId="47"/>
        <pc:sldMkLst>
          <pc:docMk/>
          <pc:sldMk cId="2923374796" sldId="412"/>
        </pc:sldMkLst>
      </pc:sldChg>
      <pc:sldChg chg="modSp add del mod">
        <pc:chgData name="Xun Zhou" userId="307cf16e35cdea9e" providerId="LiveId" clId="{2F516AB3-3098-4D4B-AC6E-78600C258EE7}" dt="2025-10-26T08:29:48.417" v="1601" actId="47"/>
        <pc:sldMkLst>
          <pc:docMk/>
          <pc:sldMk cId="1147453127" sldId="417"/>
        </pc:sldMkLst>
        <pc:spChg chg="mod">
          <ac:chgData name="Xun Zhou" userId="307cf16e35cdea9e" providerId="LiveId" clId="{2F516AB3-3098-4D4B-AC6E-78600C258EE7}" dt="2025-10-26T08:20:52.963" v="1597" actId="6549"/>
          <ac:spMkLst>
            <pc:docMk/>
            <pc:sldMk cId="1147453127" sldId="417"/>
            <ac:spMk id="5" creationId="{70947E03-AE49-4DD7-B9F1-237C959C7158}"/>
          </ac:spMkLst>
        </pc:spChg>
        <pc:picChg chg="mod">
          <ac:chgData name="Xun Zhou" userId="307cf16e35cdea9e" providerId="LiveId" clId="{2F516AB3-3098-4D4B-AC6E-78600C258EE7}" dt="2025-10-26T08:20:41.724" v="1593" actId="1076"/>
          <ac:picMkLst>
            <pc:docMk/>
            <pc:sldMk cId="1147453127" sldId="417"/>
            <ac:picMk id="2" creationId="{E60B0322-7A57-4754-9928-37753E4313BD}"/>
          </ac:picMkLst>
        </pc:picChg>
      </pc:sldChg>
      <pc:sldChg chg="modSp add del mod">
        <pc:chgData name="Xun Zhou" userId="307cf16e35cdea9e" providerId="LiveId" clId="{2F516AB3-3098-4D4B-AC6E-78600C258EE7}" dt="2025-10-26T08:29:48.417" v="1601" actId="47"/>
        <pc:sldMkLst>
          <pc:docMk/>
          <pc:sldMk cId="502431957" sldId="420"/>
        </pc:sldMkLst>
        <pc:spChg chg="mod">
          <ac:chgData name="Xun Zhou" userId="307cf16e35cdea9e" providerId="LiveId" clId="{2F516AB3-3098-4D4B-AC6E-78600C258EE7}" dt="2025-10-26T08:20:33.377" v="1591" actId="1076"/>
          <ac:spMkLst>
            <pc:docMk/>
            <pc:sldMk cId="502431957" sldId="420"/>
            <ac:spMk id="3" creationId="{1D9BB982-1780-40AF-99CB-C24C58FDC91C}"/>
          </ac:spMkLst>
        </pc:spChg>
      </pc:sldChg>
      <pc:sldChg chg="add del">
        <pc:chgData name="Xun Zhou" userId="307cf16e35cdea9e" providerId="LiveId" clId="{2F516AB3-3098-4D4B-AC6E-78600C258EE7}" dt="2025-10-26T08:29:48.417" v="1601" actId="47"/>
        <pc:sldMkLst>
          <pc:docMk/>
          <pc:sldMk cId="1927920194" sldId="429"/>
        </pc:sldMkLst>
      </pc:sldChg>
      <pc:sldChg chg="add del">
        <pc:chgData name="Xun Zhou" userId="307cf16e35cdea9e" providerId="LiveId" clId="{2F516AB3-3098-4D4B-AC6E-78600C258EE7}" dt="2025-10-26T08:29:48.417" v="1601" actId="47"/>
        <pc:sldMkLst>
          <pc:docMk/>
          <pc:sldMk cId="1091280755" sldId="433"/>
        </pc:sldMkLst>
      </pc:sldChg>
      <pc:sldChg chg="addSp modSp mod">
        <pc:chgData name="Xun Zhou" userId="307cf16e35cdea9e" providerId="LiveId" clId="{2F516AB3-3098-4D4B-AC6E-78600C258EE7}" dt="2025-10-26T07:34:30.763" v="553" actId="20577"/>
        <pc:sldMkLst>
          <pc:docMk/>
          <pc:sldMk cId="132984434" sldId="724"/>
        </pc:sldMkLst>
        <pc:spChg chg="add mod">
          <ac:chgData name="Xun Zhou" userId="307cf16e35cdea9e" providerId="LiveId" clId="{2F516AB3-3098-4D4B-AC6E-78600C258EE7}" dt="2025-10-26T07:28:34.159" v="93" actId="1076"/>
          <ac:spMkLst>
            <pc:docMk/>
            <pc:sldMk cId="132984434" sldId="724"/>
            <ac:spMk id="6" creationId="{66454E7C-17D5-4450-BC5E-07253C672135}"/>
          </ac:spMkLst>
        </pc:spChg>
        <pc:spChg chg="mod">
          <ac:chgData name="Xun Zhou" userId="307cf16e35cdea9e" providerId="LiveId" clId="{2F516AB3-3098-4D4B-AC6E-78600C258EE7}" dt="2025-10-26T07:34:30.763" v="553" actId="20577"/>
          <ac:spMkLst>
            <pc:docMk/>
            <pc:sldMk cId="132984434" sldId="724"/>
            <ac:spMk id="7" creationId="{EC1D7016-725C-40D3-AC67-656AFBCE3F25}"/>
          </ac:spMkLst>
        </pc:spChg>
      </pc:sldChg>
      <pc:sldChg chg="del">
        <pc:chgData name="Xun Zhou" userId="307cf16e35cdea9e" providerId="LiveId" clId="{2F516AB3-3098-4D4B-AC6E-78600C258EE7}" dt="2025-10-26T08:01:12.345" v="914" actId="47"/>
        <pc:sldMkLst>
          <pc:docMk/>
          <pc:sldMk cId="1089832543" sldId="726"/>
        </pc:sldMkLst>
      </pc:sldChg>
      <pc:sldChg chg="del">
        <pc:chgData name="Xun Zhou" userId="307cf16e35cdea9e" providerId="LiveId" clId="{2F516AB3-3098-4D4B-AC6E-78600C258EE7}" dt="2025-10-26T08:01:12.345" v="914" actId="47"/>
        <pc:sldMkLst>
          <pc:docMk/>
          <pc:sldMk cId="1066001641" sldId="727"/>
        </pc:sldMkLst>
      </pc:sldChg>
      <pc:sldChg chg="del">
        <pc:chgData name="Xun Zhou" userId="307cf16e35cdea9e" providerId="LiveId" clId="{2F516AB3-3098-4D4B-AC6E-78600C258EE7}" dt="2025-10-26T08:01:12.345" v="914" actId="47"/>
        <pc:sldMkLst>
          <pc:docMk/>
          <pc:sldMk cId="3974078813" sldId="728"/>
        </pc:sldMkLst>
      </pc:sldChg>
      <pc:sldChg chg="del">
        <pc:chgData name="Xun Zhou" userId="307cf16e35cdea9e" providerId="LiveId" clId="{2F516AB3-3098-4D4B-AC6E-78600C258EE7}" dt="2025-10-26T08:01:12.345" v="914" actId="47"/>
        <pc:sldMkLst>
          <pc:docMk/>
          <pc:sldMk cId="1235951204" sldId="729"/>
        </pc:sldMkLst>
      </pc:sldChg>
      <pc:sldChg chg="del">
        <pc:chgData name="Xun Zhou" userId="307cf16e35cdea9e" providerId="LiveId" clId="{2F516AB3-3098-4D4B-AC6E-78600C258EE7}" dt="2025-10-26T08:01:12.345" v="914" actId="47"/>
        <pc:sldMkLst>
          <pc:docMk/>
          <pc:sldMk cId="349280221" sldId="730"/>
        </pc:sldMkLst>
      </pc:sldChg>
      <pc:sldChg chg="del">
        <pc:chgData name="Xun Zhou" userId="307cf16e35cdea9e" providerId="LiveId" clId="{2F516AB3-3098-4D4B-AC6E-78600C258EE7}" dt="2025-10-26T08:01:12.345" v="914" actId="47"/>
        <pc:sldMkLst>
          <pc:docMk/>
          <pc:sldMk cId="4204066686" sldId="731"/>
        </pc:sldMkLst>
      </pc:sldChg>
      <pc:sldChg chg="del">
        <pc:chgData name="Xun Zhou" userId="307cf16e35cdea9e" providerId="LiveId" clId="{2F516AB3-3098-4D4B-AC6E-78600C258EE7}" dt="2025-10-26T08:01:12.345" v="914" actId="47"/>
        <pc:sldMkLst>
          <pc:docMk/>
          <pc:sldMk cId="1555162696" sldId="732"/>
        </pc:sldMkLst>
      </pc:sldChg>
      <pc:sldChg chg="addSp modSp mod">
        <pc:chgData name="Xun Zhou" userId="307cf16e35cdea9e" providerId="LiveId" clId="{2F516AB3-3098-4D4B-AC6E-78600C258EE7}" dt="2025-10-28T01:19:53.548" v="2704" actId="1076"/>
        <pc:sldMkLst>
          <pc:docMk/>
          <pc:sldMk cId="2564974590" sldId="735"/>
        </pc:sldMkLst>
        <pc:spChg chg="mod">
          <ac:chgData name="Xun Zhou" userId="307cf16e35cdea9e" providerId="LiveId" clId="{2F516AB3-3098-4D4B-AC6E-78600C258EE7}" dt="2025-10-28T01:19:04.516" v="2702" actId="1076"/>
          <ac:spMkLst>
            <pc:docMk/>
            <pc:sldMk cId="2564974590" sldId="735"/>
            <ac:spMk id="2" creationId="{00000000-0000-0000-0000-000000000000}"/>
          </ac:spMkLst>
        </pc:spChg>
        <pc:spChg chg="mod">
          <ac:chgData name="Xun Zhou" userId="307cf16e35cdea9e" providerId="LiveId" clId="{2F516AB3-3098-4D4B-AC6E-78600C258EE7}" dt="2025-10-28T01:16:45.778" v="2535" actId="1076"/>
          <ac:spMkLst>
            <pc:docMk/>
            <pc:sldMk cId="2564974590" sldId="735"/>
            <ac:spMk id="3" creationId="{00000000-0000-0000-0000-000000000000}"/>
          </ac:spMkLst>
        </pc:spChg>
        <pc:spChg chg="add">
          <ac:chgData name="Xun Zhou" userId="307cf16e35cdea9e" providerId="LiveId" clId="{2F516AB3-3098-4D4B-AC6E-78600C258EE7}" dt="2025-10-28T01:15:37.967" v="2444" actId="11529"/>
          <ac:spMkLst>
            <pc:docMk/>
            <pc:sldMk cId="2564974590" sldId="735"/>
            <ac:spMk id="4" creationId="{9A8C335A-F6AD-45C4-AF7D-8C923A8A0CA6}"/>
          </ac:spMkLst>
        </pc:spChg>
        <pc:spChg chg="add mod">
          <ac:chgData name="Xun Zhou" userId="307cf16e35cdea9e" providerId="LiveId" clId="{2F516AB3-3098-4D4B-AC6E-78600C258EE7}" dt="2025-10-28T01:16:33.020" v="2532" actId="1076"/>
          <ac:spMkLst>
            <pc:docMk/>
            <pc:sldMk cId="2564974590" sldId="735"/>
            <ac:spMk id="5" creationId="{4C4988EC-BFE7-4F11-9133-804B43222A12}"/>
          </ac:spMkLst>
        </pc:spChg>
        <pc:spChg chg="add mod">
          <ac:chgData name="Xun Zhou" userId="307cf16e35cdea9e" providerId="LiveId" clId="{2F516AB3-3098-4D4B-AC6E-78600C258EE7}" dt="2025-10-28T01:16:10.783" v="2520" actId="1038"/>
          <ac:spMkLst>
            <pc:docMk/>
            <pc:sldMk cId="2564974590" sldId="735"/>
            <ac:spMk id="13" creationId="{86DABE55-63F6-4F55-BC35-8D9C8FC48A58}"/>
          </ac:spMkLst>
        </pc:spChg>
        <pc:spChg chg="add mod">
          <ac:chgData name="Xun Zhou" userId="307cf16e35cdea9e" providerId="LiveId" clId="{2F516AB3-3098-4D4B-AC6E-78600C258EE7}" dt="2025-10-28T01:16:18.619" v="2522" actId="1076"/>
          <ac:spMkLst>
            <pc:docMk/>
            <pc:sldMk cId="2564974590" sldId="735"/>
            <ac:spMk id="14" creationId="{3FCD146E-A9A2-4579-AB95-3C2C6250265A}"/>
          </ac:spMkLst>
        </pc:spChg>
        <pc:spChg chg="add mod">
          <ac:chgData name="Xun Zhou" userId="307cf16e35cdea9e" providerId="LiveId" clId="{2F516AB3-3098-4D4B-AC6E-78600C258EE7}" dt="2025-10-28T01:16:18.619" v="2522" actId="1076"/>
          <ac:spMkLst>
            <pc:docMk/>
            <pc:sldMk cId="2564974590" sldId="735"/>
            <ac:spMk id="15" creationId="{7A4D98F9-E85E-4598-A591-4298C85A62B8}"/>
          </ac:spMkLst>
        </pc:spChg>
        <pc:spChg chg="add mod">
          <ac:chgData name="Xun Zhou" userId="307cf16e35cdea9e" providerId="LiveId" clId="{2F516AB3-3098-4D4B-AC6E-78600C258EE7}" dt="2025-10-28T01:16:35.701" v="2533" actId="20577"/>
          <ac:spMkLst>
            <pc:docMk/>
            <pc:sldMk cId="2564974590" sldId="735"/>
            <ac:spMk id="16" creationId="{5939E5C1-ACE3-4E7F-A7CA-444120E539F6}"/>
          </ac:spMkLst>
        </pc:spChg>
        <pc:spChg chg="add mod">
          <ac:chgData name="Xun Zhou" userId="307cf16e35cdea9e" providerId="LiveId" clId="{2F516AB3-3098-4D4B-AC6E-78600C258EE7}" dt="2025-10-28T01:16:26.179" v="2528" actId="20577"/>
          <ac:spMkLst>
            <pc:docMk/>
            <pc:sldMk cId="2564974590" sldId="735"/>
            <ac:spMk id="17" creationId="{659B282C-D1B5-4A28-B08C-64D00B946434}"/>
          </ac:spMkLst>
        </pc:spChg>
        <pc:spChg chg="add mod">
          <ac:chgData name="Xun Zhou" userId="307cf16e35cdea9e" providerId="LiveId" clId="{2F516AB3-3098-4D4B-AC6E-78600C258EE7}" dt="2025-10-28T01:16:30.649" v="2531" actId="20577"/>
          <ac:spMkLst>
            <pc:docMk/>
            <pc:sldMk cId="2564974590" sldId="735"/>
            <ac:spMk id="18" creationId="{06375ECA-AC06-4EC1-A78D-892A41C501A2}"/>
          </ac:spMkLst>
        </pc:spChg>
        <pc:spChg chg="mod">
          <ac:chgData name="Xun Zhou" userId="307cf16e35cdea9e" providerId="LiveId" clId="{2F516AB3-3098-4D4B-AC6E-78600C258EE7}" dt="2025-10-26T08:12:45.248" v="1541" actId="1076"/>
          <ac:spMkLst>
            <pc:docMk/>
            <pc:sldMk cId="2564974590" sldId="735"/>
            <ac:spMk id="28676" creationId="{00000000-0000-0000-0000-000000000000}"/>
          </ac:spMkLst>
        </pc:spChg>
        <pc:spChg chg="mod">
          <ac:chgData name="Xun Zhou" userId="307cf16e35cdea9e" providerId="LiveId" clId="{2F516AB3-3098-4D4B-AC6E-78600C258EE7}" dt="2025-10-28T01:19:50.548" v="2703" actId="1076"/>
          <ac:spMkLst>
            <pc:docMk/>
            <pc:sldMk cId="2564974590" sldId="735"/>
            <ac:spMk id="28678" creationId="{00000000-0000-0000-0000-000000000000}"/>
          </ac:spMkLst>
        </pc:spChg>
        <pc:spChg chg="mod">
          <ac:chgData name="Xun Zhou" userId="307cf16e35cdea9e" providerId="LiveId" clId="{2F516AB3-3098-4D4B-AC6E-78600C258EE7}" dt="2025-10-28T01:19:50.548" v="2703" actId="1076"/>
          <ac:spMkLst>
            <pc:docMk/>
            <pc:sldMk cId="2564974590" sldId="735"/>
            <ac:spMk id="28679" creationId="{00000000-0000-0000-0000-000000000000}"/>
          </ac:spMkLst>
        </pc:spChg>
        <pc:spChg chg="mod">
          <ac:chgData name="Xun Zhou" userId="307cf16e35cdea9e" providerId="LiveId" clId="{2F516AB3-3098-4D4B-AC6E-78600C258EE7}" dt="2025-10-28T01:19:53.548" v="2704" actId="1076"/>
          <ac:spMkLst>
            <pc:docMk/>
            <pc:sldMk cId="2564974590" sldId="735"/>
            <ac:spMk id="28680" creationId="{00000000-0000-0000-0000-000000000000}"/>
          </ac:spMkLst>
        </pc:spChg>
        <pc:spChg chg="mod">
          <ac:chgData name="Xun Zhou" userId="307cf16e35cdea9e" providerId="LiveId" clId="{2F516AB3-3098-4D4B-AC6E-78600C258EE7}" dt="2025-10-28T01:16:42.730" v="2534" actId="14100"/>
          <ac:spMkLst>
            <pc:docMk/>
            <pc:sldMk cId="2564974590" sldId="735"/>
            <ac:spMk id="28681" creationId="{00000000-0000-0000-0000-000000000000}"/>
          </ac:spMkLst>
        </pc:spChg>
        <pc:picChg chg="mod">
          <ac:chgData name="Xun Zhou" userId="307cf16e35cdea9e" providerId="LiveId" clId="{2F516AB3-3098-4D4B-AC6E-78600C258EE7}" dt="2025-10-28T01:16:02.568" v="2470" actId="1076"/>
          <ac:picMkLst>
            <pc:docMk/>
            <pc:sldMk cId="2564974590" sldId="735"/>
            <ac:picMk id="28674" creationId="{00000000-0000-0000-0000-000000000000}"/>
          </ac:picMkLst>
        </pc:picChg>
      </pc:sldChg>
      <pc:sldChg chg="modSp mod">
        <pc:chgData name="Xun Zhou" userId="307cf16e35cdea9e" providerId="LiveId" clId="{2F516AB3-3098-4D4B-AC6E-78600C258EE7}" dt="2025-10-26T08:01:45.675" v="938" actId="20577"/>
        <pc:sldMkLst>
          <pc:docMk/>
          <pc:sldMk cId="3194248959" sldId="736"/>
        </pc:sldMkLst>
        <pc:spChg chg="mod">
          <ac:chgData name="Xun Zhou" userId="307cf16e35cdea9e" providerId="LiveId" clId="{2F516AB3-3098-4D4B-AC6E-78600C258EE7}" dt="2025-10-26T08:01:45.675" v="938" actId="20577"/>
          <ac:spMkLst>
            <pc:docMk/>
            <pc:sldMk cId="3194248959" sldId="736"/>
            <ac:spMk id="3" creationId="{00000000-0000-0000-0000-000000000000}"/>
          </ac:spMkLst>
        </pc:spChg>
      </pc:sldChg>
      <pc:sldChg chg="modSp mod modClrScheme chgLayout">
        <pc:chgData name="Xun Zhou" userId="307cf16e35cdea9e" providerId="LiveId" clId="{2F516AB3-3098-4D4B-AC6E-78600C258EE7}" dt="2025-10-26T08:13:35.366" v="1544" actId="1076"/>
        <pc:sldMkLst>
          <pc:docMk/>
          <pc:sldMk cId="4227737403" sldId="737"/>
        </pc:sldMkLst>
        <pc:spChg chg="mod ord">
          <ac:chgData name="Xun Zhou" userId="307cf16e35cdea9e" providerId="LiveId" clId="{2F516AB3-3098-4D4B-AC6E-78600C258EE7}" dt="2025-10-26T08:13:35.366" v="1544" actId="1076"/>
          <ac:spMkLst>
            <pc:docMk/>
            <pc:sldMk cId="4227737403" sldId="737"/>
            <ac:spMk id="2" creationId="{00000000-0000-0000-0000-000000000000}"/>
          </ac:spMkLst>
        </pc:spChg>
        <pc:spChg chg="mod ord">
          <ac:chgData name="Xun Zhou" userId="307cf16e35cdea9e" providerId="LiveId" clId="{2F516AB3-3098-4D4B-AC6E-78600C258EE7}" dt="2025-10-26T08:13:30.419" v="1543" actId="700"/>
          <ac:spMkLst>
            <pc:docMk/>
            <pc:sldMk cId="4227737403" sldId="737"/>
            <ac:spMk id="4" creationId="{00000000-0000-0000-0000-000000000000}"/>
          </ac:spMkLst>
        </pc:spChg>
        <pc:spChg chg="mod">
          <ac:chgData name="Xun Zhou" userId="307cf16e35cdea9e" providerId="LiveId" clId="{2F516AB3-3098-4D4B-AC6E-78600C258EE7}" dt="2025-10-26T08:13:04.789" v="1542" actId="1076"/>
          <ac:spMkLst>
            <pc:docMk/>
            <pc:sldMk cId="4227737403" sldId="737"/>
            <ac:spMk id="5" creationId="{00000000-0000-0000-0000-000000000000}"/>
          </ac:spMkLst>
        </pc:spChg>
      </pc:sldChg>
      <pc:sldChg chg="del">
        <pc:chgData name="Xun Zhou" userId="307cf16e35cdea9e" providerId="LiveId" clId="{2F516AB3-3098-4D4B-AC6E-78600C258EE7}" dt="2025-10-26T08:17:38.420" v="1578" actId="47"/>
        <pc:sldMkLst>
          <pc:docMk/>
          <pc:sldMk cId="3966662547" sldId="741"/>
        </pc:sldMkLst>
      </pc:sldChg>
      <pc:sldChg chg="del">
        <pc:chgData name="Xun Zhou" userId="307cf16e35cdea9e" providerId="LiveId" clId="{2F516AB3-3098-4D4B-AC6E-78600C258EE7}" dt="2025-10-26T08:17:38.420" v="1578" actId="47"/>
        <pc:sldMkLst>
          <pc:docMk/>
          <pc:sldMk cId="359257938" sldId="742"/>
        </pc:sldMkLst>
      </pc:sldChg>
      <pc:sldChg chg="del">
        <pc:chgData name="Xun Zhou" userId="307cf16e35cdea9e" providerId="LiveId" clId="{2F516AB3-3098-4D4B-AC6E-78600C258EE7}" dt="2025-10-26T08:01:13.541" v="915" actId="47"/>
        <pc:sldMkLst>
          <pc:docMk/>
          <pc:sldMk cId="1129193457" sldId="745"/>
        </pc:sldMkLst>
      </pc:sldChg>
      <pc:sldChg chg="del">
        <pc:chgData name="Xun Zhou" userId="307cf16e35cdea9e" providerId="LiveId" clId="{2F516AB3-3098-4D4B-AC6E-78600C258EE7}" dt="2025-10-26T08:01:14.247" v="916" actId="47"/>
        <pc:sldMkLst>
          <pc:docMk/>
          <pc:sldMk cId="545992389" sldId="746"/>
        </pc:sldMkLst>
      </pc:sldChg>
      <pc:sldChg chg="del">
        <pc:chgData name="Xun Zhou" userId="307cf16e35cdea9e" providerId="LiveId" clId="{2F516AB3-3098-4D4B-AC6E-78600C258EE7}" dt="2025-10-26T08:01:14.967" v="917" actId="47"/>
        <pc:sldMkLst>
          <pc:docMk/>
          <pc:sldMk cId="58634975" sldId="747"/>
        </pc:sldMkLst>
      </pc:sldChg>
      <pc:sldChg chg="del">
        <pc:chgData name="Xun Zhou" userId="307cf16e35cdea9e" providerId="LiveId" clId="{2F516AB3-3098-4D4B-AC6E-78600C258EE7}" dt="2025-10-26T08:01:15.457" v="918" actId="47"/>
        <pc:sldMkLst>
          <pc:docMk/>
          <pc:sldMk cId="304615429" sldId="748"/>
        </pc:sldMkLst>
      </pc:sldChg>
      <pc:sldChg chg="add del">
        <pc:chgData name="Xun Zhou" userId="307cf16e35cdea9e" providerId="LiveId" clId="{2F516AB3-3098-4D4B-AC6E-78600C258EE7}" dt="2025-10-26T08:29:44.051" v="1600" actId="47"/>
        <pc:sldMkLst>
          <pc:docMk/>
          <pc:sldMk cId="2240216242" sldId="750"/>
        </pc:sldMkLst>
      </pc:sldChg>
      <pc:sldChg chg="modSp mod">
        <pc:chgData name="Xun Zhou" userId="307cf16e35cdea9e" providerId="LiveId" clId="{2F516AB3-3098-4D4B-AC6E-78600C258EE7}" dt="2025-10-26T07:24:50.246" v="0" actId="20577"/>
        <pc:sldMkLst>
          <pc:docMk/>
          <pc:sldMk cId="766810091" sldId="752"/>
        </pc:sldMkLst>
        <pc:spChg chg="mod">
          <ac:chgData name="Xun Zhou" userId="307cf16e35cdea9e" providerId="LiveId" clId="{2F516AB3-3098-4D4B-AC6E-78600C258EE7}" dt="2025-10-26T07:24:50.246" v="0" actId="20577"/>
          <ac:spMkLst>
            <pc:docMk/>
            <pc:sldMk cId="766810091" sldId="752"/>
            <ac:spMk id="13" creationId="{E57F7125-7049-4A79-A485-A41B5B88CE5F}"/>
          </ac:spMkLst>
        </pc:spChg>
      </pc:sldChg>
      <pc:sldChg chg="addSp delSp modSp mod">
        <pc:chgData name="Xun Zhou" userId="307cf16e35cdea9e" providerId="LiveId" clId="{2F516AB3-3098-4D4B-AC6E-78600C258EE7}" dt="2025-10-28T01:12:36.208" v="2335" actId="20577"/>
        <pc:sldMkLst>
          <pc:docMk/>
          <pc:sldMk cId="3891477709" sldId="753"/>
        </pc:sldMkLst>
        <pc:spChg chg="mod">
          <ac:chgData name="Xun Zhou" userId="307cf16e35cdea9e" providerId="LiveId" clId="{2F516AB3-3098-4D4B-AC6E-78600C258EE7}" dt="2025-10-26T07:32:08.922" v="281" actId="20577"/>
          <ac:spMkLst>
            <pc:docMk/>
            <pc:sldMk cId="3891477709" sldId="753"/>
            <ac:spMk id="2" creationId="{626E3453-7533-4818-A34A-98EBB22C1C1E}"/>
          </ac:spMkLst>
        </pc:spChg>
        <pc:spChg chg="mod">
          <ac:chgData name="Xun Zhou" userId="307cf16e35cdea9e" providerId="LiveId" clId="{2F516AB3-3098-4D4B-AC6E-78600C258EE7}" dt="2025-10-28T01:12:36.208" v="2335" actId="20577"/>
          <ac:spMkLst>
            <pc:docMk/>
            <pc:sldMk cId="3891477709" sldId="753"/>
            <ac:spMk id="3" creationId="{62247891-BA92-42CB-A32F-6C89D65CF824}"/>
          </ac:spMkLst>
        </pc:spChg>
        <pc:picChg chg="add del mod">
          <ac:chgData name="Xun Zhou" userId="307cf16e35cdea9e" providerId="LiveId" clId="{2F516AB3-3098-4D4B-AC6E-78600C258EE7}" dt="2025-10-28T01:12:30.901" v="2333" actId="478"/>
          <ac:picMkLst>
            <pc:docMk/>
            <pc:sldMk cId="3891477709" sldId="753"/>
            <ac:picMk id="6" creationId="{9277B7CB-683B-4E04-95C1-BC5B35F4A533}"/>
          </ac:picMkLst>
        </pc:picChg>
      </pc:sldChg>
      <pc:sldChg chg="addSp delSp modSp new mod">
        <pc:chgData name="Xun Zhou" userId="307cf16e35cdea9e" providerId="LiveId" clId="{2F516AB3-3098-4D4B-AC6E-78600C258EE7}" dt="2025-10-26T07:33:40.785" v="476" actId="20577"/>
        <pc:sldMkLst>
          <pc:docMk/>
          <pc:sldMk cId="3524004291" sldId="754"/>
        </pc:sldMkLst>
        <pc:spChg chg="mod">
          <ac:chgData name="Xun Zhou" userId="307cf16e35cdea9e" providerId="LiveId" clId="{2F516AB3-3098-4D4B-AC6E-78600C258EE7}" dt="2025-10-26T07:32:31.481" v="335" actId="20577"/>
          <ac:spMkLst>
            <pc:docMk/>
            <pc:sldMk cId="3524004291" sldId="754"/>
            <ac:spMk id="2" creationId="{FB7D153E-627C-4866-B00E-081A4A44369A}"/>
          </ac:spMkLst>
        </pc:spChg>
        <pc:spChg chg="mod">
          <ac:chgData name="Xun Zhou" userId="307cf16e35cdea9e" providerId="LiveId" clId="{2F516AB3-3098-4D4B-AC6E-78600C258EE7}" dt="2025-10-26T07:33:40.785" v="476" actId="20577"/>
          <ac:spMkLst>
            <pc:docMk/>
            <pc:sldMk cId="3524004291" sldId="754"/>
            <ac:spMk id="3" creationId="{778EC35A-AC3D-4B2D-86C8-A0B970D007B3}"/>
          </ac:spMkLst>
        </pc:spChg>
        <pc:spChg chg="add del mod topLvl">
          <ac:chgData name="Xun Zhou" userId="307cf16e35cdea9e" providerId="LiveId" clId="{2F516AB3-3098-4D4B-AC6E-78600C258EE7}" dt="2025-10-26T07:32:50.586" v="342" actId="478"/>
          <ac:spMkLst>
            <pc:docMk/>
            <pc:sldMk cId="3524004291" sldId="754"/>
            <ac:spMk id="8" creationId="{C650E74B-591E-458A-917E-150643CB32A1}"/>
          </ac:spMkLst>
        </pc:spChg>
        <pc:spChg chg="add del mod topLvl">
          <ac:chgData name="Xun Zhou" userId="307cf16e35cdea9e" providerId="LiveId" clId="{2F516AB3-3098-4D4B-AC6E-78600C258EE7}" dt="2025-10-26T07:32:50.586" v="342" actId="478"/>
          <ac:spMkLst>
            <pc:docMk/>
            <pc:sldMk cId="3524004291" sldId="754"/>
            <ac:spMk id="10" creationId="{B217B68A-DF15-41F0-8FD2-9510A0448A5C}"/>
          </ac:spMkLst>
        </pc:spChg>
        <pc:spChg chg="add del mod topLvl">
          <ac:chgData name="Xun Zhou" userId="307cf16e35cdea9e" providerId="LiveId" clId="{2F516AB3-3098-4D4B-AC6E-78600C258EE7}" dt="2025-10-26T07:32:50.586" v="342" actId="478"/>
          <ac:spMkLst>
            <pc:docMk/>
            <pc:sldMk cId="3524004291" sldId="754"/>
            <ac:spMk id="12" creationId="{0B1E371A-3BC4-4E53-BA85-85F10887FAC0}"/>
          </ac:spMkLst>
        </pc:spChg>
        <pc:grpChg chg="add del mod">
          <ac:chgData name="Xun Zhou" userId="307cf16e35cdea9e" providerId="LiveId" clId="{2F516AB3-3098-4D4B-AC6E-78600C258EE7}" dt="2025-10-26T07:32:40.563" v="337" actId="165"/>
          <ac:grpSpMkLst>
            <pc:docMk/>
            <pc:sldMk cId="3524004291" sldId="754"/>
            <ac:grpSpMk id="5" creationId="{D0BF33CD-3A70-4248-AEA0-20AEC4A0B517}"/>
          </ac:grpSpMkLst>
        </pc:grpChg>
        <pc:picChg chg="add del mod topLvl">
          <ac:chgData name="Xun Zhou" userId="307cf16e35cdea9e" providerId="LiveId" clId="{2F516AB3-3098-4D4B-AC6E-78600C258EE7}" dt="2025-10-26T07:32:53.553" v="343" actId="1076"/>
          <ac:picMkLst>
            <pc:docMk/>
            <pc:sldMk cId="3524004291" sldId="754"/>
            <ac:picMk id="6" creationId="{9ABC920B-1DF8-4E3C-8F7F-746C9B8900CE}"/>
          </ac:picMkLst>
        </pc:picChg>
        <pc:picChg chg="add del mod topLvl">
          <ac:chgData name="Xun Zhou" userId="307cf16e35cdea9e" providerId="LiveId" clId="{2F516AB3-3098-4D4B-AC6E-78600C258EE7}" dt="2025-10-26T07:32:50.586" v="342" actId="478"/>
          <ac:picMkLst>
            <pc:docMk/>
            <pc:sldMk cId="3524004291" sldId="754"/>
            <ac:picMk id="7" creationId="{B172F3C9-A815-4D9D-B03E-28500AEDAE3A}"/>
          </ac:picMkLst>
        </pc:picChg>
        <pc:picChg chg="add del mod topLvl">
          <ac:chgData name="Xun Zhou" userId="307cf16e35cdea9e" providerId="LiveId" clId="{2F516AB3-3098-4D4B-AC6E-78600C258EE7}" dt="2025-10-26T07:32:50.586" v="342" actId="478"/>
          <ac:picMkLst>
            <pc:docMk/>
            <pc:sldMk cId="3524004291" sldId="754"/>
            <ac:picMk id="9" creationId="{CA4ED721-5D11-4D54-8FF6-5A502C912C0E}"/>
          </ac:picMkLst>
        </pc:picChg>
        <pc:picChg chg="add del mod topLvl">
          <ac:chgData name="Xun Zhou" userId="307cf16e35cdea9e" providerId="LiveId" clId="{2F516AB3-3098-4D4B-AC6E-78600C258EE7}" dt="2025-10-26T07:32:50.586" v="342" actId="478"/>
          <ac:picMkLst>
            <pc:docMk/>
            <pc:sldMk cId="3524004291" sldId="754"/>
            <ac:picMk id="11" creationId="{3B2346D2-AB34-4244-818E-A11A1457CA7A}"/>
          </ac:picMkLst>
        </pc:picChg>
      </pc:sldChg>
      <pc:sldChg chg="addSp delSp modSp add mod">
        <pc:chgData name="Xun Zhou" userId="307cf16e35cdea9e" providerId="LiveId" clId="{2F516AB3-3098-4D4B-AC6E-78600C258EE7}" dt="2025-10-26T07:34:18.573" v="545" actId="20577"/>
        <pc:sldMkLst>
          <pc:docMk/>
          <pc:sldMk cId="2033481239" sldId="755"/>
        </pc:sldMkLst>
        <pc:spChg chg="mod">
          <ac:chgData name="Xun Zhou" userId="307cf16e35cdea9e" providerId="LiveId" clId="{2F516AB3-3098-4D4B-AC6E-78600C258EE7}" dt="2025-10-26T07:34:18.573" v="545" actId="20577"/>
          <ac:spMkLst>
            <pc:docMk/>
            <pc:sldMk cId="2033481239" sldId="755"/>
            <ac:spMk id="3" creationId="{778EC35A-AC3D-4B2D-86C8-A0B970D007B3}"/>
          </ac:spMkLst>
        </pc:spChg>
        <pc:picChg chg="add del">
          <ac:chgData name="Xun Zhou" userId="307cf16e35cdea9e" providerId="LiveId" clId="{2F516AB3-3098-4D4B-AC6E-78600C258EE7}" dt="2025-10-26T07:33:58.713" v="479" actId="478"/>
          <ac:picMkLst>
            <pc:docMk/>
            <pc:sldMk cId="2033481239" sldId="755"/>
            <ac:picMk id="6" creationId="{9ABC920B-1DF8-4E3C-8F7F-746C9B8900CE}"/>
          </ac:picMkLst>
        </pc:picChg>
      </pc:sldChg>
      <pc:sldChg chg="addSp delSp modSp new mod">
        <pc:chgData name="Xun Zhou" userId="307cf16e35cdea9e" providerId="LiveId" clId="{2F516AB3-3098-4D4B-AC6E-78600C258EE7}" dt="2025-10-26T07:36:24.425" v="748" actId="20577"/>
        <pc:sldMkLst>
          <pc:docMk/>
          <pc:sldMk cId="1710350042" sldId="756"/>
        </pc:sldMkLst>
        <pc:spChg chg="mod">
          <ac:chgData name="Xun Zhou" userId="307cf16e35cdea9e" providerId="LiveId" clId="{2F516AB3-3098-4D4B-AC6E-78600C258EE7}" dt="2025-10-26T07:34:56.345" v="568" actId="20577"/>
          <ac:spMkLst>
            <pc:docMk/>
            <pc:sldMk cId="1710350042" sldId="756"/>
            <ac:spMk id="2" creationId="{7BB5491B-0BEC-404A-90E4-5C8FCB2B639B}"/>
          </ac:spMkLst>
        </pc:spChg>
        <pc:spChg chg="mod">
          <ac:chgData name="Xun Zhou" userId="307cf16e35cdea9e" providerId="LiveId" clId="{2F516AB3-3098-4D4B-AC6E-78600C258EE7}" dt="2025-10-26T07:36:24.425" v="748" actId="20577"/>
          <ac:spMkLst>
            <pc:docMk/>
            <pc:sldMk cId="1710350042" sldId="756"/>
            <ac:spMk id="3" creationId="{74DA9B96-D67C-4C82-91C7-143CC754263E}"/>
          </ac:spMkLst>
        </pc:spChg>
        <pc:spChg chg="del mod topLvl">
          <ac:chgData name="Xun Zhou" userId="307cf16e35cdea9e" providerId="LiveId" clId="{2F516AB3-3098-4D4B-AC6E-78600C258EE7}" dt="2025-10-26T07:35:23.322" v="623" actId="478"/>
          <ac:spMkLst>
            <pc:docMk/>
            <pc:sldMk cId="1710350042" sldId="756"/>
            <ac:spMk id="8" creationId="{EAA03BCF-B532-406F-BDF4-7E8CCB79F73A}"/>
          </ac:spMkLst>
        </pc:spChg>
        <pc:spChg chg="del mod topLvl">
          <ac:chgData name="Xun Zhou" userId="307cf16e35cdea9e" providerId="LiveId" clId="{2F516AB3-3098-4D4B-AC6E-78600C258EE7}" dt="2025-10-26T07:35:23.322" v="623" actId="478"/>
          <ac:spMkLst>
            <pc:docMk/>
            <pc:sldMk cId="1710350042" sldId="756"/>
            <ac:spMk id="10" creationId="{3869116D-FA72-40A7-A2ED-2A3A1084DA09}"/>
          </ac:spMkLst>
        </pc:spChg>
        <pc:spChg chg="del mod topLvl">
          <ac:chgData name="Xun Zhou" userId="307cf16e35cdea9e" providerId="LiveId" clId="{2F516AB3-3098-4D4B-AC6E-78600C258EE7}" dt="2025-10-26T07:35:23.322" v="623" actId="478"/>
          <ac:spMkLst>
            <pc:docMk/>
            <pc:sldMk cId="1710350042" sldId="756"/>
            <ac:spMk id="15" creationId="{1F55A96E-46DB-474B-AD6D-2B579F865C09}"/>
          </ac:spMkLst>
        </pc:spChg>
        <pc:spChg chg="del mod topLvl">
          <ac:chgData name="Xun Zhou" userId="307cf16e35cdea9e" providerId="LiveId" clId="{2F516AB3-3098-4D4B-AC6E-78600C258EE7}" dt="2025-10-26T07:35:23.322" v="623" actId="478"/>
          <ac:spMkLst>
            <pc:docMk/>
            <pc:sldMk cId="1710350042" sldId="756"/>
            <ac:spMk id="16" creationId="{202B37F3-14F6-4202-A47E-E4D76EFF54DF}"/>
          </ac:spMkLst>
        </pc:spChg>
        <pc:spChg chg="del mod topLvl">
          <ac:chgData name="Xun Zhou" userId="307cf16e35cdea9e" providerId="LiveId" clId="{2F516AB3-3098-4D4B-AC6E-78600C258EE7}" dt="2025-10-26T07:35:23.322" v="623" actId="478"/>
          <ac:spMkLst>
            <pc:docMk/>
            <pc:sldMk cId="1710350042" sldId="756"/>
            <ac:spMk id="17" creationId="{0E27EFAF-4A26-4D84-94D6-CA901F868BE4}"/>
          </ac:spMkLst>
        </pc:spChg>
        <pc:spChg chg="del mod topLvl">
          <ac:chgData name="Xun Zhou" userId="307cf16e35cdea9e" providerId="LiveId" clId="{2F516AB3-3098-4D4B-AC6E-78600C258EE7}" dt="2025-10-26T07:35:23.322" v="623" actId="478"/>
          <ac:spMkLst>
            <pc:docMk/>
            <pc:sldMk cId="1710350042" sldId="756"/>
            <ac:spMk id="18" creationId="{F8CB8551-741A-4EE5-86DE-D64FE110CCE7}"/>
          </ac:spMkLst>
        </pc:spChg>
        <pc:spChg chg="del mod topLvl">
          <ac:chgData name="Xun Zhou" userId="307cf16e35cdea9e" providerId="LiveId" clId="{2F516AB3-3098-4D4B-AC6E-78600C258EE7}" dt="2025-10-26T07:35:23.322" v="623" actId="478"/>
          <ac:spMkLst>
            <pc:docMk/>
            <pc:sldMk cId="1710350042" sldId="756"/>
            <ac:spMk id="20" creationId="{BA1C5A88-39F7-47C8-AB30-D0D2A510DEE6}"/>
          </ac:spMkLst>
        </pc:spChg>
        <pc:grpChg chg="add del mod">
          <ac:chgData name="Xun Zhou" userId="307cf16e35cdea9e" providerId="LiveId" clId="{2F516AB3-3098-4D4B-AC6E-78600C258EE7}" dt="2025-10-26T07:35:17.914" v="621" actId="165"/>
          <ac:grpSpMkLst>
            <pc:docMk/>
            <pc:sldMk cId="1710350042" sldId="756"/>
            <ac:grpSpMk id="5" creationId="{370B7FDD-A094-4D3A-A4E7-FFD753CCD0CC}"/>
          </ac:grpSpMkLst>
        </pc:grpChg>
        <pc:picChg chg="mod topLvl">
          <ac:chgData name="Xun Zhou" userId="307cf16e35cdea9e" providerId="LiveId" clId="{2F516AB3-3098-4D4B-AC6E-78600C258EE7}" dt="2025-10-26T07:35:39.780" v="625" actId="1076"/>
          <ac:picMkLst>
            <pc:docMk/>
            <pc:sldMk cId="1710350042" sldId="756"/>
            <ac:picMk id="6" creationId="{0175D85F-B08E-4729-8DA3-2035C07EC092}"/>
          </ac:picMkLst>
        </pc:picChg>
        <pc:picChg chg="del mod topLvl">
          <ac:chgData name="Xun Zhou" userId="307cf16e35cdea9e" providerId="LiveId" clId="{2F516AB3-3098-4D4B-AC6E-78600C258EE7}" dt="2025-10-26T07:35:23.322" v="623" actId="478"/>
          <ac:picMkLst>
            <pc:docMk/>
            <pc:sldMk cId="1710350042" sldId="756"/>
            <ac:picMk id="7" creationId="{4ECAFAF1-E8CC-4B39-9908-A72E846BEECB}"/>
          </ac:picMkLst>
        </pc:picChg>
        <pc:picChg chg="del mod topLvl">
          <ac:chgData name="Xun Zhou" userId="307cf16e35cdea9e" providerId="LiveId" clId="{2F516AB3-3098-4D4B-AC6E-78600C258EE7}" dt="2025-10-26T07:35:23.322" v="623" actId="478"/>
          <ac:picMkLst>
            <pc:docMk/>
            <pc:sldMk cId="1710350042" sldId="756"/>
            <ac:picMk id="9" creationId="{C6224944-2887-408A-91C5-54D1DE13F0A8}"/>
          </ac:picMkLst>
        </pc:picChg>
        <pc:picChg chg="del mod topLvl">
          <ac:chgData name="Xun Zhou" userId="307cf16e35cdea9e" providerId="LiveId" clId="{2F516AB3-3098-4D4B-AC6E-78600C258EE7}" dt="2025-10-26T07:35:23.322" v="623" actId="478"/>
          <ac:picMkLst>
            <pc:docMk/>
            <pc:sldMk cId="1710350042" sldId="756"/>
            <ac:picMk id="11" creationId="{E8E5BCED-0520-4438-B2B9-526725D065C7}"/>
          </ac:picMkLst>
        </pc:picChg>
        <pc:picChg chg="del mod topLvl">
          <ac:chgData name="Xun Zhou" userId="307cf16e35cdea9e" providerId="LiveId" clId="{2F516AB3-3098-4D4B-AC6E-78600C258EE7}" dt="2025-10-26T07:35:23.322" v="623" actId="478"/>
          <ac:picMkLst>
            <pc:docMk/>
            <pc:sldMk cId="1710350042" sldId="756"/>
            <ac:picMk id="12" creationId="{683E8F0D-C102-4EA7-945F-F907BF680F84}"/>
          </ac:picMkLst>
        </pc:picChg>
        <pc:picChg chg="del mod topLvl">
          <ac:chgData name="Xun Zhou" userId="307cf16e35cdea9e" providerId="LiveId" clId="{2F516AB3-3098-4D4B-AC6E-78600C258EE7}" dt="2025-10-26T07:35:23.322" v="623" actId="478"/>
          <ac:picMkLst>
            <pc:docMk/>
            <pc:sldMk cId="1710350042" sldId="756"/>
            <ac:picMk id="13" creationId="{51F175F4-C9FB-45C2-9DCD-BF055A3448D6}"/>
          </ac:picMkLst>
        </pc:picChg>
        <pc:picChg chg="del mod topLvl">
          <ac:chgData name="Xun Zhou" userId="307cf16e35cdea9e" providerId="LiveId" clId="{2F516AB3-3098-4D4B-AC6E-78600C258EE7}" dt="2025-10-26T07:35:23.322" v="623" actId="478"/>
          <ac:picMkLst>
            <pc:docMk/>
            <pc:sldMk cId="1710350042" sldId="756"/>
            <ac:picMk id="14" creationId="{3747B8AC-8C60-4752-B0BD-3DD0782B457F}"/>
          </ac:picMkLst>
        </pc:picChg>
        <pc:picChg chg="del mod topLvl">
          <ac:chgData name="Xun Zhou" userId="307cf16e35cdea9e" providerId="LiveId" clId="{2F516AB3-3098-4D4B-AC6E-78600C258EE7}" dt="2025-10-26T07:35:23.322" v="623" actId="478"/>
          <ac:picMkLst>
            <pc:docMk/>
            <pc:sldMk cId="1710350042" sldId="756"/>
            <ac:picMk id="19" creationId="{E8F934B3-71B2-44F0-9A79-01A200C48B87}"/>
          </ac:picMkLst>
        </pc:picChg>
        <pc:picChg chg="add del mod">
          <ac:chgData name="Xun Zhou" userId="307cf16e35cdea9e" providerId="LiveId" clId="{2F516AB3-3098-4D4B-AC6E-78600C258EE7}" dt="2025-10-26T07:35:52.067" v="629"/>
          <ac:picMkLst>
            <pc:docMk/>
            <pc:sldMk cId="1710350042" sldId="756"/>
            <ac:picMk id="21" creationId="{18C080B3-D269-452E-83CD-BBC4E76724CE}"/>
          </ac:picMkLst>
        </pc:picChg>
      </pc:sldChg>
      <pc:sldChg chg="addSp delSp modSp add mod">
        <pc:chgData name="Xun Zhou" userId="307cf16e35cdea9e" providerId="LiveId" clId="{2F516AB3-3098-4D4B-AC6E-78600C258EE7}" dt="2025-10-26T07:37:03.946" v="757" actId="1076"/>
        <pc:sldMkLst>
          <pc:docMk/>
          <pc:sldMk cId="1683010435" sldId="757"/>
        </pc:sldMkLst>
        <pc:picChg chg="del">
          <ac:chgData name="Xun Zhou" userId="307cf16e35cdea9e" providerId="LiveId" clId="{2F516AB3-3098-4D4B-AC6E-78600C258EE7}" dt="2025-10-26T07:36:37.523" v="750" actId="478"/>
          <ac:picMkLst>
            <pc:docMk/>
            <pc:sldMk cId="1683010435" sldId="757"/>
            <ac:picMk id="6" creationId="{0175D85F-B08E-4729-8DA3-2035C07EC092}"/>
          </ac:picMkLst>
        </pc:picChg>
        <pc:picChg chg="add mod">
          <ac:chgData name="Xun Zhou" userId="307cf16e35cdea9e" providerId="LiveId" clId="{2F516AB3-3098-4D4B-AC6E-78600C258EE7}" dt="2025-10-26T07:37:03.946" v="757" actId="1076"/>
          <ac:picMkLst>
            <pc:docMk/>
            <pc:sldMk cId="1683010435" sldId="757"/>
            <ac:picMk id="7" creationId="{05603256-0CAE-47E0-999A-ACE2AB52D4CE}"/>
          </ac:picMkLst>
        </pc:picChg>
      </pc:sldChg>
      <pc:sldChg chg="addSp delSp modSp add mod">
        <pc:chgData name="Xun Zhou" userId="307cf16e35cdea9e" providerId="LiveId" clId="{2F516AB3-3098-4D4B-AC6E-78600C258EE7}" dt="2025-10-28T01:03:27.016" v="1915" actId="478"/>
        <pc:sldMkLst>
          <pc:docMk/>
          <pc:sldMk cId="3208182332" sldId="758"/>
        </pc:sldMkLst>
        <pc:spChg chg="mod">
          <ac:chgData name="Xun Zhou" userId="307cf16e35cdea9e" providerId="LiveId" clId="{2F516AB3-3098-4D4B-AC6E-78600C258EE7}" dt="2025-10-28T01:02:49.260" v="1911" actId="20577"/>
          <ac:spMkLst>
            <pc:docMk/>
            <pc:sldMk cId="3208182332" sldId="758"/>
            <ac:spMk id="3" creationId="{74DA9B96-D67C-4C82-91C7-143CC754263E}"/>
          </ac:spMkLst>
        </pc:spChg>
        <pc:spChg chg="add del mod">
          <ac:chgData name="Xun Zhou" userId="307cf16e35cdea9e" providerId="LiveId" clId="{2F516AB3-3098-4D4B-AC6E-78600C258EE7}" dt="2025-10-28T01:03:27.016" v="1915" actId="478"/>
          <ac:spMkLst>
            <pc:docMk/>
            <pc:sldMk cId="3208182332" sldId="758"/>
            <ac:spMk id="9" creationId="{6902D8AD-8267-4929-BB4D-3FD5E0BCA89A}"/>
          </ac:spMkLst>
        </pc:spChg>
        <pc:spChg chg="del mod topLvl">
          <ac:chgData name="Xun Zhou" userId="307cf16e35cdea9e" providerId="LiveId" clId="{2F516AB3-3098-4D4B-AC6E-78600C258EE7}" dt="2025-10-26T07:37:33.082" v="764" actId="478"/>
          <ac:spMkLst>
            <pc:docMk/>
            <pc:sldMk cId="3208182332" sldId="758"/>
            <ac:spMk id="16" creationId="{D7F31AED-D97F-479F-BB57-FB864D746AE4}"/>
          </ac:spMkLst>
        </pc:spChg>
        <pc:spChg chg="del mod topLvl">
          <ac:chgData name="Xun Zhou" userId="307cf16e35cdea9e" providerId="LiveId" clId="{2F516AB3-3098-4D4B-AC6E-78600C258EE7}" dt="2025-10-26T07:37:33.082" v="764" actId="478"/>
          <ac:spMkLst>
            <pc:docMk/>
            <pc:sldMk cId="3208182332" sldId="758"/>
            <ac:spMk id="17" creationId="{53D07968-354F-43F6-AF2B-07040162FECF}"/>
          </ac:spMkLst>
        </pc:spChg>
        <pc:spChg chg="del mod topLvl">
          <ac:chgData name="Xun Zhou" userId="307cf16e35cdea9e" providerId="LiveId" clId="{2F516AB3-3098-4D4B-AC6E-78600C258EE7}" dt="2025-10-26T07:37:33.082" v="764" actId="478"/>
          <ac:spMkLst>
            <pc:docMk/>
            <pc:sldMk cId="3208182332" sldId="758"/>
            <ac:spMk id="18" creationId="{E42F77AA-A9FC-423C-8F61-175FE3FA8143}"/>
          </ac:spMkLst>
        </pc:spChg>
        <pc:spChg chg="del mod topLvl">
          <ac:chgData name="Xun Zhou" userId="307cf16e35cdea9e" providerId="LiveId" clId="{2F516AB3-3098-4D4B-AC6E-78600C258EE7}" dt="2025-10-26T07:37:33.082" v="764" actId="478"/>
          <ac:spMkLst>
            <pc:docMk/>
            <pc:sldMk cId="3208182332" sldId="758"/>
            <ac:spMk id="19" creationId="{6F11252E-470B-4CE3-BAD7-075FBDD71F4B}"/>
          </ac:spMkLst>
        </pc:spChg>
        <pc:spChg chg="del mod topLvl">
          <ac:chgData name="Xun Zhou" userId="307cf16e35cdea9e" providerId="LiveId" clId="{2F516AB3-3098-4D4B-AC6E-78600C258EE7}" dt="2025-10-26T07:37:33.082" v="764" actId="478"/>
          <ac:spMkLst>
            <pc:docMk/>
            <pc:sldMk cId="3208182332" sldId="758"/>
            <ac:spMk id="20" creationId="{D28C8E75-5298-4E02-9162-5B78BC18DEF3}"/>
          </ac:spMkLst>
        </pc:spChg>
        <pc:spChg chg="del mod topLvl">
          <ac:chgData name="Xun Zhou" userId="307cf16e35cdea9e" providerId="LiveId" clId="{2F516AB3-3098-4D4B-AC6E-78600C258EE7}" dt="2025-10-26T07:37:33.082" v="764" actId="478"/>
          <ac:spMkLst>
            <pc:docMk/>
            <pc:sldMk cId="3208182332" sldId="758"/>
            <ac:spMk id="21" creationId="{A0694273-003B-4C6F-ABD6-53FCA88EDA8B}"/>
          </ac:spMkLst>
        </pc:spChg>
        <pc:spChg chg="del mod topLvl">
          <ac:chgData name="Xun Zhou" userId="307cf16e35cdea9e" providerId="LiveId" clId="{2F516AB3-3098-4D4B-AC6E-78600C258EE7}" dt="2025-10-26T07:37:33.082" v="764" actId="478"/>
          <ac:spMkLst>
            <pc:docMk/>
            <pc:sldMk cId="3208182332" sldId="758"/>
            <ac:spMk id="22" creationId="{AFEF1342-F754-4D47-A5B9-6431D58194A8}"/>
          </ac:spMkLst>
        </pc:spChg>
        <pc:grpChg chg="add del mod">
          <ac:chgData name="Xun Zhou" userId="307cf16e35cdea9e" providerId="LiveId" clId="{2F516AB3-3098-4D4B-AC6E-78600C258EE7}" dt="2025-10-26T07:37:28.878" v="762" actId="165"/>
          <ac:grpSpMkLst>
            <pc:docMk/>
            <pc:sldMk cId="3208182332" sldId="758"/>
            <ac:grpSpMk id="6" creationId="{3C438DF1-C1DF-46BF-AFE9-C2FF20190AAF}"/>
          </ac:grpSpMkLst>
        </pc:grpChg>
        <pc:picChg chg="add del mod">
          <ac:chgData name="Xun Zhou" userId="307cf16e35cdea9e" providerId="LiveId" clId="{2F516AB3-3098-4D4B-AC6E-78600C258EE7}" dt="2025-10-28T01:01:42.692" v="1873" actId="478"/>
          <ac:picMkLst>
            <pc:docMk/>
            <pc:sldMk cId="3208182332" sldId="758"/>
            <ac:picMk id="6" creationId="{55F31485-9541-4BA9-9B99-3E14F197BA34}"/>
          </ac:picMkLst>
        </pc:picChg>
        <pc:picChg chg="del">
          <ac:chgData name="Xun Zhou" userId="307cf16e35cdea9e" providerId="LiveId" clId="{2F516AB3-3098-4D4B-AC6E-78600C258EE7}" dt="2025-10-26T07:37:21.931" v="759" actId="478"/>
          <ac:picMkLst>
            <pc:docMk/>
            <pc:sldMk cId="3208182332" sldId="758"/>
            <ac:picMk id="7" creationId="{05603256-0CAE-47E0-999A-ACE2AB52D4CE}"/>
          </ac:picMkLst>
        </pc:picChg>
        <pc:picChg chg="mod topLvl">
          <ac:chgData name="Xun Zhou" userId="307cf16e35cdea9e" providerId="LiveId" clId="{2F516AB3-3098-4D4B-AC6E-78600C258EE7}" dt="2025-10-28T01:01:31.898" v="1871" actId="1076"/>
          <ac:picMkLst>
            <pc:docMk/>
            <pc:sldMk cId="3208182332" sldId="758"/>
            <ac:picMk id="8" creationId="{62A3232E-7BA8-425E-91DD-2BCEBE50E39C}"/>
          </ac:picMkLst>
        </pc:picChg>
        <pc:picChg chg="del mod topLvl">
          <ac:chgData name="Xun Zhou" userId="307cf16e35cdea9e" providerId="LiveId" clId="{2F516AB3-3098-4D4B-AC6E-78600C258EE7}" dt="2025-10-26T07:37:33.082" v="764" actId="478"/>
          <ac:picMkLst>
            <pc:docMk/>
            <pc:sldMk cId="3208182332" sldId="758"/>
            <ac:picMk id="9" creationId="{8DC4E949-8B9B-4287-9CFF-66B4BA0547CC}"/>
          </ac:picMkLst>
        </pc:picChg>
        <pc:picChg chg="del mod topLvl">
          <ac:chgData name="Xun Zhou" userId="307cf16e35cdea9e" providerId="LiveId" clId="{2F516AB3-3098-4D4B-AC6E-78600C258EE7}" dt="2025-10-26T07:37:33.082" v="764" actId="478"/>
          <ac:picMkLst>
            <pc:docMk/>
            <pc:sldMk cId="3208182332" sldId="758"/>
            <ac:picMk id="10" creationId="{B681B0A9-B808-4F39-9399-E92570BFE5A4}"/>
          </ac:picMkLst>
        </pc:picChg>
        <pc:picChg chg="del mod topLvl">
          <ac:chgData name="Xun Zhou" userId="307cf16e35cdea9e" providerId="LiveId" clId="{2F516AB3-3098-4D4B-AC6E-78600C258EE7}" dt="2025-10-26T07:37:33.082" v="764" actId="478"/>
          <ac:picMkLst>
            <pc:docMk/>
            <pc:sldMk cId="3208182332" sldId="758"/>
            <ac:picMk id="11" creationId="{09C499B3-419E-4FEA-9836-D177C85A7A1E}"/>
          </ac:picMkLst>
        </pc:picChg>
        <pc:picChg chg="del mod topLvl">
          <ac:chgData name="Xun Zhou" userId="307cf16e35cdea9e" providerId="LiveId" clId="{2F516AB3-3098-4D4B-AC6E-78600C258EE7}" dt="2025-10-26T07:37:33.082" v="764" actId="478"/>
          <ac:picMkLst>
            <pc:docMk/>
            <pc:sldMk cId="3208182332" sldId="758"/>
            <ac:picMk id="12" creationId="{9AB29EF9-A4AD-4C8B-A598-F6DFE5AA9562}"/>
          </ac:picMkLst>
        </pc:picChg>
        <pc:picChg chg="del mod topLvl">
          <ac:chgData name="Xun Zhou" userId="307cf16e35cdea9e" providerId="LiveId" clId="{2F516AB3-3098-4D4B-AC6E-78600C258EE7}" dt="2025-10-26T07:37:33.082" v="764" actId="478"/>
          <ac:picMkLst>
            <pc:docMk/>
            <pc:sldMk cId="3208182332" sldId="758"/>
            <ac:picMk id="13" creationId="{F3F58BBF-DC2A-4D6A-9547-36CB21E147DF}"/>
          </ac:picMkLst>
        </pc:picChg>
        <pc:picChg chg="del mod topLvl">
          <ac:chgData name="Xun Zhou" userId="307cf16e35cdea9e" providerId="LiveId" clId="{2F516AB3-3098-4D4B-AC6E-78600C258EE7}" dt="2025-10-26T07:37:33.082" v="764" actId="478"/>
          <ac:picMkLst>
            <pc:docMk/>
            <pc:sldMk cId="3208182332" sldId="758"/>
            <ac:picMk id="14" creationId="{38587CF3-65D3-4831-9C9B-313E9C9C520A}"/>
          </ac:picMkLst>
        </pc:picChg>
        <pc:picChg chg="del mod topLvl">
          <ac:chgData name="Xun Zhou" userId="307cf16e35cdea9e" providerId="LiveId" clId="{2F516AB3-3098-4D4B-AC6E-78600C258EE7}" dt="2025-10-26T07:37:33.082" v="764" actId="478"/>
          <ac:picMkLst>
            <pc:docMk/>
            <pc:sldMk cId="3208182332" sldId="758"/>
            <ac:picMk id="15" creationId="{C70D25BA-1259-49CA-9E76-159559650EFE}"/>
          </ac:picMkLst>
        </pc:picChg>
      </pc:sldChg>
      <pc:sldChg chg="modSp new mod">
        <pc:chgData name="Xun Zhou" userId="307cf16e35cdea9e" providerId="LiveId" clId="{2F516AB3-3098-4D4B-AC6E-78600C258EE7}" dt="2025-10-26T08:05:14.148" v="1183" actId="20577"/>
        <pc:sldMkLst>
          <pc:docMk/>
          <pc:sldMk cId="281855876" sldId="759"/>
        </pc:sldMkLst>
        <pc:spChg chg="mod">
          <ac:chgData name="Xun Zhou" userId="307cf16e35cdea9e" providerId="LiveId" clId="{2F516AB3-3098-4D4B-AC6E-78600C258EE7}" dt="2025-10-26T08:02:14.462" v="948" actId="20577"/>
          <ac:spMkLst>
            <pc:docMk/>
            <pc:sldMk cId="281855876" sldId="759"/>
            <ac:spMk id="2" creationId="{C68F1537-3797-4305-8D7A-ED62E0D5E40D}"/>
          </ac:spMkLst>
        </pc:spChg>
        <pc:spChg chg="mod">
          <ac:chgData name="Xun Zhou" userId="307cf16e35cdea9e" providerId="LiveId" clId="{2F516AB3-3098-4D4B-AC6E-78600C258EE7}" dt="2025-10-26T08:05:14.148" v="1183" actId="20577"/>
          <ac:spMkLst>
            <pc:docMk/>
            <pc:sldMk cId="281855876" sldId="759"/>
            <ac:spMk id="3" creationId="{3081E8EF-6D47-49B3-94B1-F14CEAEEF3D1}"/>
          </ac:spMkLst>
        </pc:spChg>
      </pc:sldChg>
      <pc:sldChg chg="delSp modSp add del mod">
        <pc:chgData name="Xun Zhou" userId="307cf16e35cdea9e" providerId="LiveId" clId="{2F516AB3-3098-4D4B-AC6E-78600C258EE7}" dt="2025-10-26T08:11:16.534" v="1372" actId="47"/>
        <pc:sldMkLst>
          <pc:docMk/>
          <pc:sldMk cId="29233803" sldId="760"/>
        </pc:sldMkLst>
        <pc:spChg chg="del">
          <ac:chgData name="Xun Zhou" userId="307cf16e35cdea9e" providerId="LiveId" clId="{2F516AB3-3098-4D4B-AC6E-78600C258EE7}" dt="2025-10-26T08:07:36.861" v="1187" actId="478"/>
          <ac:spMkLst>
            <pc:docMk/>
            <pc:sldMk cId="29233803" sldId="760"/>
            <ac:spMk id="5" creationId="{4D809F95-7AB8-812A-93F6-7858D445C1A9}"/>
          </ac:spMkLst>
        </pc:spChg>
        <pc:spChg chg="del">
          <ac:chgData name="Xun Zhou" userId="307cf16e35cdea9e" providerId="LiveId" clId="{2F516AB3-3098-4D4B-AC6E-78600C258EE7}" dt="2025-10-26T08:07:36.861" v="1187" actId="478"/>
          <ac:spMkLst>
            <pc:docMk/>
            <pc:sldMk cId="29233803" sldId="760"/>
            <ac:spMk id="6" creationId="{1D6A4202-9EB2-C54B-5C6A-4B2A32C17F77}"/>
          </ac:spMkLst>
        </pc:spChg>
        <pc:spChg chg="del">
          <ac:chgData name="Xun Zhou" userId="307cf16e35cdea9e" providerId="LiveId" clId="{2F516AB3-3098-4D4B-AC6E-78600C258EE7}" dt="2025-10-26T08:07:36.861" v="1187" actId="478"/>
          <ac:spMkLst>
            <pc:docMk/>
            <pc:sldMk cId="29233803" sldId="760"/>
            <ac:spMk id="8" creationId="{03381BC5-37C9-7782-5466-AFB4F8C289C3}"/>
          </ac:spMkLst>
        </pc:spChg>
        <pc:spChg chg="del">
          <ac:chgData name="Xun Zhou" userId="307cf16e35cdea9e" providerId="LiveId" clId="{2F516AB3-3098-4D4B-AC6E-78600C258EE7}" dt="2025-10-26T08:07:36.861" v="1187" actId="478"/>
          <ac:spMkLst>
            <pc:docMk/>
            <pc:sldMk cId="29233803" sldId="760"/>
            <ac:spMk id="10" creationId="{40203513-39CA-EAB6-ADE1-9553303DA8C2}"/>
          </ac:spMkLst>
        </pc:spChg>
        <pc:spChg chg="del">
          <ac:chgData name="Xun Zhou" userId="307cf16e35cdea9e" providerId="LiveId" clId="{2F516AB3-3098-4D4B-AC6E-78600C258EE7}" dt="2025-10-26T08:07:36.861" v="1187" actId="478"/>
          <ac:spMkLst>
            <pc:docMk/>
            <pc:sldMk cId="29233803" sldId="760"/>
            <ac:spMk id="11" creationId="{1455FAE4-766A-1C65-DCB0-DD04DC59015C}"/>
          </ac:spMkLst>
        </pc:spChg>
        <pc:spChg chg="del">
          <ac:chgData name="Xun Zhou" userId="307cf16e35cdea9e" providerId="LiveId" clId="{2F516AB3-3098-4D4B-AC6E-78600C258EE7}" dt="2025-10-26T08:07:36.861" v="1187" actId="478"/>
          <ac:spMkLst>
            <pc:docMk/>
            <pc:sldMk cId="29233803" sldId="760"/>
            <ac:spMk id="12" creationId="{7A403DA4-5DC3-D059-AE56-0064A5731302}"/>
          </ac:spMkLst>
        </pc:spChg>
        <pc:spChg chg="del">
          <ac:chgData name="Xun Zhou" userId="307cf16e35cdea9e" providerId="LiveId" clId="{2F516AB3-3098-4D4B-AC6E-78600C258EE7}" dt="2025-10-26T08:07:31.022" v="1184" actId="478"/>
          <ac:spMkLst>
            <pc:docMk/>
            <pc:sldMk cId="29233803" sldId="760"/>
            <ac:spMk id="13" creationId="{4A4C2369-AB7E-7FE0-ABD9-8A50F3AC2D79}"/>
          </ac:spMkLst>
        </pc:spChg>
        <pc:spChg chg="del">
          <ac:chgData name="Xun Zhou" userId="307cf16e35cdea9e" providerId="LiveId" clId="{2F516AB3-3098-4D4B-AC6E-78600C258EE7}" dt="2025-10-26T08:07:31.022" v="1184" actId="478"/>
          <ac:spMkLst>
            <pc:docMk/>
            <pc:sldMk cId="29233803" sldId="760"/>
            <ac:spMk id="14" creationId="{D5744377-27FE-629E-9F9B-C15CF6578A9C}"/>
          </ac:spMkLst>
        </pc:spChg>
        <pc:spChg chg="del">
          <ac:chgData name="Xun Zhou" userId="307cf16e35cdea9e" providerId="LiveId" clId="{2F516AB3-3098-4D4B-AC6E-78600C258EE7}" dt="2025-10-26T08:07:31.022" v="1184" actId="478"/>
          <ac:spMkLst>
            <pc:docMk/>
            <pc:sldMk cId="29233803" sldId="760"/>
            <ac:spMk id="15" creationId="{26CCACDE-896A-607D-A712-610654F012DF}"/>
          </ac:spMkLst>
        </pc:spChg>
        <pc:spChg chg="del">
          <ac:chgData name="Xun Zhou" userId="307cf16e35cdea9e" providerId="LiveId" clId="{2F516AB3-3098-4D4B-AC6E-78600C258EE7}" dt="2025-10-26T08:07:31.022" v="1184" actId="478"/>
          <ac:spMkLst>
            <pc:docMk/>
            <pc:sldMk cId="29233803" sldId="760"/>
            <ac:spMk id="16" creationId="{13508606-85DF-6213-B7FB-93DB4FCC934D}"/>
          </ac:spMkLst>
        </pc:spChg>
        <pc:spChg chg="del">
          <ac:chgData name="Xun Zhou" userId="307cf16e35cdea9e" providerId="LiveId" clId="{2F516AB3-3098-4D4B-AC6E-78600C258EE7}" dt="2025-10-26T08:07:31.022" v="1184" actId="478"/>
          <ac:spMkLst>
            <pc:docMk/>
            <pc:sldMk cId="29233803" sldId="760"/>
            <ac:spMk id="17" creationId="{E5E917EE-2B25-70A2-8673-8EFF174375D4}"/>
          </ac:spMkLst>
        </pc:spChg>
        <pc:spChg chg="del">
          <ac:chgData name="Xun Zhou" userId="307cf16e35cdea9e" providerId="LiveId" clId="{2F516AB3-3098-4D4B-AC6E-78600C258EE7}" dt="2025-10-26T08:07:31.022" v="1184" actId="478"/>
          <ac:spMkLst>
            <pc:docMk/>
            <pc:sldMk cId="29233803" sldId="760"/>
            <ac:spMk id="18" creationId="{E551ADBB-AE6C-DE11-DEBE-58FAB30E5558}"/>
          </ac:spMkLst>
        </pc:spChg>
        <pc:spChg chg="del">
          <ac:chgData name="Xun Zhou" userId="307cf16e35cdea9e" providerId="LiveId" clId="{2F516AB3-3098-4D4B-AC6E-78600C258EE7}" dt="2025-10-26T08:07:31.022" v="1184" actId="478"/>
          <ac:spMkLst>
            <pc:docMk/>
            <pc:sldMk cId="29233803" sldId="760"/>
            <ac:spMk id="19" creationId="{6CAC9974-2217-85A3-C851-877DF126B147}"/>
          </ac:spMkLst>
        </pc:spChg>
        <pc:spChg chg="del">
          <ac:chgData name="Xun Zhou" userId="307cf16e35cdea9e" providerId="LiveId" clId="{2F516AB3-3098-4D4B-AC6E-78600C258EE7}" dt="2025-10-26T08:07:31.022" v="1184" actId="478"/>
          <ac:spMkLst>
            <pc:docMk/>
            <pc:sldMk cId="29233803" sldId="760"/>
            <ac:spMk id="20" creationId="{F1678ECF-E1E5-D454-DF6E-BD6897D47A8E}"/>
          </ac:spMkLst>
        </pc:spChg>
        <pc:spChg chg="del">
          <ac:chgData name="Xun Zhou" userId="307cf16e35cdea9e" providerId="LiveId" clId="{2F516AB3-3098-4D4B-AC6E-78600C258EE7}" dt="2025-10-26T08:07:31.022" v="1184" actId="478"/>
          <ac:spMkLst>
            <pc:docMk/>
            <pc:sldMk cId="29233803" sldId="760"/>
            <ac:spMk id="21" creationId="{C5656AE9-80A7-C43B-52B0-EA1AA0AC4825}"/>
          </ac:spMkLst>
        </pc:spChg>
        <pc:picChg chg="del mod">
          <ac:chgData name="Xun Zhou" userId="307cf16e35cdea9e" providerId="LiveId" clId="{2F516AB3-3098-4D4B-AC6E-78600C258EE7}" dt="2025-10-26T08:07:47.144" v="1192" actId="21"/>
          <ac:picMkLst>
            <pc:docMk/>
            <pc:sldMk cId="29233803" sldId="760"/>
            <ac:picMk id="7" creationId="{C1065CB6-9C15-4315-F7BF-2BCFDD912FA9}"/>
          </ac:picMkLst>
        </pc:picChg>
      </pc:sldChg>
      <pc:sldChg chg="addSp modSp add mod">
        <pc:chgData name="Xun Zhou" userId="307cf16e35cdea9e" providerId="LiveId" clId="{2F516AB3-3098-4D4B-AC6E-78600C258EE7}" dt="2025-10-26T08:10:27.956" v="1371" actId="1076"/>
        <pc:sldMkLst>
          <pc:docMk/>
          <pc:sldMk cId="342334710" sldId="761"/>
        </pc:sldMkLst>
        <pc:spChg chg="mod">
          <ac:chgData name="Xun Zhou" userId="307cf16e35cdea9e" providerId="LiveId" clId="{2F516AB3-3098-4D4B-AC6E-78600C258EE7}" dt="2025-10-26T08:10:07.673" v="1362" actId="20577"/>
          <ac:spMkLst>
            <pc:docMk/>
            <pc:sldMk cId="342334710" sldId="761"/>
            <ac:spMk id="3" creationId="{3081E8EF-6D47-49B3-94B1-F14CEAEEF3D1}"/>
          </ac:spMkLst>
        </pc:spChg>
        <pc:picChg chg="add mod modCrop">
          <ac:chgData name="Xun Zhou" userId="307cf16e35cdea9e" providerId="LiveId" clId="{2F516AB3-3098-4D4B-AC6E-78600C258EE7}" dt="2025-10-26T08:10:27.956" v="1371" actId="1076"/>
          <ac:picMkLst>
            <pc:docMk/>
            <pc:sldMk cId="342334710" sldId="761"/>
            <ac:picMk id="5" creationId="{58B8C402-A8E0-4172-928F-87DA8896381D}"/>
          </ac:picMkLst>
        </pc:picChg>
      </pc:sldChg>
      <pc:sldChg chg="addSp delSp modSp add mod">
        <pc:chgData name="Xun Zhou" userId="307cf16e35cdea9e" providerId="LiveId" clId="{2F516AB3-3098-4D4B-AC6E-78600C258EE7}" dt="2025-10-26T08:12:14.944" v="1534" actId="20577"/>
        <pc:sldMkLst>
          <pc:docMk/>
          <pc:sldMk cId="3366316654" sldId="762"/>
        </pc:sldMkLst>
        <pc:spChg chg="mod">
          <ac:chgData name="Xun Zhou" userId="307cf16e35cdea9e" providerId="LiveId" clId="{2F516AB3-3098-4D4B-AC6E-78600C258EE7}" dt="2025-10-26T08:12:14.944" v="1534" actId="20577"/>
          <ac:spMkLst>
            <pc:docMk/>
            <pc:sldMk cId="3366316654" sldId="762"/>
            <ac:spMk id="3" creationId="{3081E8EF-6D47-49B3-94B1-F14CEAEEF3D1}"/>
          </ac:spMkLst>
        </pc:spChg>
        <pc:picChg chg="add del">
          <ac:chgData name="Xun Zhou" userId="307cf16e35cdea9e" providerId="LiveId" clId="{2F516AB3-3098-4D4B-AC6E-78600C258EE7}" dt="2025-10-26T08:11:24.367" v="1376" actId="478"/>
          <ac:picMkLst>
            <pc:docMk/>
            <pc:sldMk cId="3366316654" sldId="762"/>
            <ac:picMk id="5" creationId="{58B8C402-A8E0-4172-928F-87DA8896381D}"/>
          </ac:picMkLst>
        </pc:picChg>
        <pc:picChg chg="add mod">
          <ac:chgData name="Xun Zhou" userId="307cf16e35cdea9e" providerId="LiveId" clId="{2F516AB3-3098-4D4B-AC6E-78600C258EE7}" dt="2025-10-26T08:11:31.774" v="1379" actId="1076"/>
          <ac:picMkLst>
            <pc:docMk/>
            <pc:sldMk cId="3366316654" sldId="762"/>
            <ac:picMk id="6" creationId="{E43DA6D7-D5F2-43E9-A231-E250A5751611}"/>
          </ac:picMkLst>
        </pc:picChg>
      </pc:sldChg>
      <pc:sldChg chg="new del">
        <pc:chgData name="Xun Zhou" userId="307cf16e35cdea9e" providerId="LiveId" clId="{2F516AB3-3098-4D4B-AC6E-78600C258EE7}" dt="2025-10-26T08:16:30.403" v="1546" actId="680"/>
        <pc:sldMkLst>
          <pc:docMk/>
          <pc:sldMk cId="1278027384" sldId="763"/>
        </pc:sldMkLst>
      </pc:sldChg>
      <pc:sldChg chg="modSp add del mod">
        <pc:chgData name="Xun Zhou" userId="307cf16e35cdea9e" providerId="LiveId" clId="{2F516AB3-3098-4D4B-AC6E-78600C258EE7}" dt="2025-10-26T08:29:48.417" v="1601" actId="47"/>
        <pc:sldMkLst>
          <pc:docMk/>
          <pc:sldMk cId="2580125380" sldId="763"/>
        </pc:sldMkLst>
        <pc:spChg chg="mod">
          <ac:chgData name="Xun Zhou" userId="307cf16e35cdea9e" providerId="LiveId" clId="{2F516AB3-3098-4D4B-AC6E-78600C258EE7}" dt="2025-10-26T08:16:38.331" v="1576" actId="20577"/>
          <ac:spMkLst>
            <pc:docMk/>
            <pc:sldMk cId="2580125380" sldId="763"/>
            <ac:spMk id="2" creationId="{00000000-0000-0000-0000-000000000000}"/>
          </ac:spMkLst>
        </pc:spChg>
        <pc:spChg chg="mod">
          <ac:chgData name="Xun Zhou" userId="307cf16e35cdea9e" providerId="LiveId" clId="{2F516AB3-3098-4D4B-AC6E-78600C258EE7}" dt="2025-10-26T08:16:40.966" v="1577" actId="6549"/>
          <ac:spMkLst>
            <pc:docMk/>
            <pc:sldMk cId="2580125380" sldId="763"/>
            <ac:spMk id="3" creationId="{00000000-0000-0000-0000-000000000000}"/>
          </ac:spMkLst>
        </pc:spChg>
      </pc:sldChg>
      <pc:sldChg chg="addSp modSp new mod">
        <pc:chgData name="Xun Zhou" userId="307cf16e35cdea9e" providerId="LiveId" clId="{2F516AB3-3098-4D4B-AC6E-78600C258EE7}" dt="2025-10-28T01:07:03.302" v="2067" actId="1076"/>
        <pc:sldMkLst>
          <pc:docMk/>
          <pc:sldMk cId="3670613787" sldId="763"/>
        </pc:sldMkLst>
        <pc:spChg chg="add mod">
          <ac:chgData name="Xun Zhou" userId="307cf16e35cdea9e" providerId="LiveId" clId="{2F516AB3-3098-4D4B-AC6E-78600C258EE7}" dt="2025-10-28T01:05:54.550" v="1969" actId="20577"/>
          <ac:spMkLst>
            <pc:docMk/>
            <pc:sldMk cId="3670613787" sldId="763"/>
            <ac:spMk id="3" creationId="{36024E04-DBF3-462E-8CC9-15151098D63B}"/>
          </ac:spMkLst>
        </pc:spChg>
        <pc:spChg chg="add mod">
          <ac:chgData name="Xun Zhou" userId="307cf16e35cdea9e" providerId="LiveId" clId="{2F516AB3-3098-4D4B-AC6E-78600C258EE7}" dt="2025-10-28T01:07:01.462" v="2066" actId="1076"/>
          <ac:spMkLst>
            <pc:docMk/>
            <pc:sldMk cId="3670613787" sldId="763"/>
            <ac:spMk id="6" creationId="{36DD048F-025E-4D1B-9B6B-7E409A224CC4}"/>
          </ac:spMkLst>
        </pc:spChg>
        <pc:picChg chg="add mod">
          <ac:chgData name="Xun Zhou" userId="307cf16e35cdea9e" providerId="LiveId" clId="{2F516AB3-3098-4D4B-AC6E-78600C258EE7}" dt="2025-10-28T01:07:03.302" v="2067" actId="1076"/>
          <ac:picMkLst>
            <pc:docMk/>
            <pc:sldMk cId="3670613787" sldId="763"/>
            <ac:picMk id="5" creationId="{BD6F8BC3-188A-4786-96B3-E7F8675F03E4}"/>
          </ac:picMkLst>
        </pc:picChg>
      </pc:sldChg>
      <pc:sldChg chg="modSp add mod">
        <pc:chgData name="Xun Zhou" userId="307cf16e35cdea9e" providerId="LiveId" clId="{2F516AB3-3098-4D4B-AC6E-78600C258EE7}" dt="2025-10-28T01:04:42.438" v="1934" actId="2710"/>
        <pc:sldMkLst>
          <pc:docMk/>
          <pc:sldMk cId="3602983671" sldId="764"/>
        </pc:sldMkLst>
        <pc:spChg chg="mod">
          <ac:chgData name="Xun Zhou" userId="307cf16e35cdea9e" providerId="LiveId" clId="{2F516AB3-3098-4D4B-AC6E-78600C258EE7}" dt="2025-10-28T01:04:42.438" v="1934" actId="2710"/>
          <ac:spMkLst>
            <pc:docMk/>
            <pc:sldMk cId="3602983671" sldId="764"/>
            <ac:spMk id="9" creationId="{6902D8AD-8267-4929-BB4D-3FD5E0BCA89A}"/>
          </ac:spMkLst>
        </pc:spChg>
      </pc:sldChg>
      <pc:sldChg chg="new del">
        <pc:chgData name="Xun Zhou" userId="307cf16e35cdea9e" providerId="LiveId" clId="{2F516AB3-3098-4D4B-AC6E-78600C258EE7}" dt="2025-10-26T08:29:29.400" v="1598" actId="47"/>
        <pc:sldMkLst>
          <pc:docMk/>
          <pc:sldMk cId="3667377172" sldId="764"/>
        </pc:sldMkLst>
      </pc:sldChg>
      <pc:sldChg chg="modSp add mod">
        <pc:chgData name="Xun Zhou" userId="307cf16e35cdea9e" providerId="LiveId" clId="{2F516AB3-3098-4D4B-AC6E-78600C258EE7}" dt="2025-10-28T01:12:49.384" v="2342" actId="1076"/>
        <pc:sldMkLst>
          <pc:docMk/>
          <pc:sldMk cId="1810185894" sldId="765"/>
        </pc:sldMkLst>
        <pc:spChg chg="mod">
          <ac:chgData name="Xun Zhou" userId="307cf16e35cdea9e" providerId="LiveId" clId="{2F516AB3-3098-4D4B-AC6E-78600C258EE7}" dt="2025-10-28T01:12:42.398" v="2337" actId="313"/>
          <ac:spMkLst>
            <pc:docMk/>
            <pc:sldMk cId="1810185894" sldId="765"/>
            <ac:spMk id="3" creationId="{62247891-BA92-42CB-A32F-6C89D65CF824}"/>
          </ac:spMkLst>
        </pc:spChg>
        <pc:picChg chg="mod">
          <ac:chgData name="Xun Zhou" userId="307cf16e35cdea9e" providerId="LiveId" clId="{2F516AB3-3098-4D4B-AC6E-78600C258EE7}" dt="2025-10-28T01:12:49.384" v="2342" actId="1076"/>
          <ac:picMkLst>
            <pc:docMk/>
            <pc:sldMk cId="1810185894" sldId="765"/>
            <ac:picMk id="6" creationId="{9277B7CB-683B-4E04-95C1-BC5B35F4A533}"/>
          </ac:picMkLst>
        </pc:picChg>
      </pc:sldChg>
      <pc:sldChg chg="addSp delSp modSp add del mod delAnim">
        <pc:chgData name="Xun Zhou" userId="307cf16e35cdea9e" providerId="LiveId" clId="{2F516AB3-3098-4D4B-AC6E-78600C258EE7}" dt="2025-10-28T05:41:21.291" v="3029" actId="47"/>
        <pc:sldMkLst>
          <pc:docMk/>
          <pc:sldMk cId="467107817" sldId="766"/>
        </pc:sldMkLst>
        <pc:spChg chg="del">
          <ac:chgData name="Xun Zhou" userId="307cf16e35cdea9e" providerId="LiveId" clId="{2F516AB3-3098-4D4B-AC6E-78600C258EE7}" dt="2025-10-28T01:14:38.419" v="2347" actId="478"/>
          <ac:spMkLst>
            <pc:docMk/>
            <pc:sldMk cId="467107817" sldId="766"/>
            <ac:spMk id="2" creationId="{00000000-0000-0000-0000-000000000000}"/>
          </ac:spMkLst>
        </pc:spChg>
        <pc:spChg chg="del mod">
          <ac:chgData name="Xun Zhou" userId="307cf16e35cdea9e" providerId="LiveId" clId="{2F516AB3-3098-4D4B-AC6E-78600C258EE7}" dt="2025-10-28T01:14:37.044" v="2346" actId="478"/>
          <ac:spMkLst>
            <pc:docMk/>
            <pc:sldMk cId="467107817" sldId="766"/>
            <ac:spMk id="3" creationId="{00000000-0000-0000-0000-000000000000}"/>
          </ac:spMkLst>
        </pc:spChg>
        <pc:spChg chg="add mod">
          <ac:chgData name="Xun Zhou" userId="307cf16e35cdea9e" providerId="LiveId" clId="{2F516AB3-3098-4D4B-AC6E-78600C258EE7}" dt="2025-10-28T01:21:10.189" v="2810" actId="1076"/>
          <ac:spMkLst>
            <pc:docMk/>
            <pc:sldMk cId="467107817" sldId="766"/>
            <ac:spMk id="12" creationId="{89951B58-F6F2-493F-8D57-24C4BDF4E6B7}"/>
          </ac:spMkLst>
        </pc:spChg>
        <pc:spChg chg="add mod">
          <ac:chgData name="Xun Zhou" userId="307cf16e35cdea9e" providerId="LiveId" clId="{2F516AB3-3098-4D4B-AC6E-78600C258EE7}" dt="2025-10-28T01:21:10.189" v="2810" actId="1076"/>
          <ac:spMkLst>
            <pc:docMk/>
            <pc:sldMk cId="467107817" sldId="766"/>
            <ac:spMk id="13" creationId="{C511FF93-08C3-45BD-BE02-6C4CD4DC0828}"/>
          </ac:spMkLst>
        </pc:spChg>
        <pc:spChg chg="add mod">
          <ac:chgData name="Xun Zhou" userId="307cf16e35cdea9e" providerId="LiveId" clId="{2F516AB3-3098-4D4B-AC6E-78600C258EE7}" dt="2025-10-28T01:21:10.189" v="2810" actId="1076"/>
          <ac:spMkLst>
            <pc:docMk/>
            <pc:sldMk cId="467107817" sldId="766"/>
            <ac:spMk id="14" creationId="{1CF8FAB0-5358-4224-A2C8-564C44FD5FE7}"/>
          </ac:spMkLst>
        </pc:spChg>
        <pc:spChg chg="add mod">
          <ac:chgData name="Xun Zhou" userId="307cf16e35cdea9e" providerId="LiveId" clId="{2F516AB3-3098-4D4B-AC6E-78600C258EE7}" dt="2025-10-28T01:21:10.189" v="2810" actId="1076"/>
          <ac:spMkLst>
            <pc:docMk/>
            <pc:sldMk cId="467107817" sldId="766"/>
            <ac:spMk id="15" creationId="{90AE74F3-BD38-4085-A322-F00E6CF5FBC7}"/>
          </ac:spMkLst>
        </pc:spChg>
        <pc:spChg chg="add mod">
          <ac:chgData name="Xun Zhou" userId="307cf16e35cdea9e" providerId="LiveId" clId="{2F516AB3-3098-4D4B-AC6E-78600C258EE7}" dt="2025-10-28T01:21:10.189" v="2810" actId="1076"/>
          <ac:spMkLst>
            <pc:docMk/>
            <pc:sldMk cId="467107817" sldId="766"/>
            <ac:spMk id="16" creationId="{76016401-B4D1-40D5-BB75-F00451DE6CCB}"/>
          </ac:spMkLst>
        </pc:spChg>
        <pc:spChg chg="add mod">
          <ac:chgData name="Xun Zhou" userId="307cf16e35cdea9e" providerId="LiveId" clId="{2F516AB3-3098-4D4B-AC6E-78600C258EE7}" dt="2025-10-28T01:21:10.189" v="2810" actId="1076"/>
          <ac:spMkLst>
            <pc:docMk/>
            <pc:sldMk cId="467107817" sldId="766"/>
            <ac:spMk id="17" creationId="{DE9C802B-91BA-4290-95CB-153E0A722447}"/>
          </ac:spMkLst>
        </pc:spChg>
        <pc:spChg chg="add mod">
          <ac:chgData name="Xun Zhou" userId="307cf16e35cdea9e" providerId="LiveId" clId="{2F516AB3-3098-4D4B-AC6E-78600C258EE7}" dt="2025-10-28T01:21:10.189" v="2810" actId="1076"/>
          <ac:spMkLst>
            <pc:docMk/>
            <pc:sldMk cId="467107817" sldId="766"/>
            <ac:spMk id="18" creationId="{483A7688-BA0A-4DF4-86D9-10838AE57D7F}"/>
          </ac:spMkLst>
        </pc:spChg>
        <pc:spChg chg="add mod">
          <ac:chgData name="Xun Zhou" userId="307cf16e35cdea9e" providerId="LiveId" clId="{2F516AB3-3098-4D4B-AC6E-78600C258EE7}" dt="2025-10-28T01:21:10.189" v="2810" actId="1076"/>
          <ac:spMkLst>
            <pc:docMk/>
            <pc:sldMk cId="467107817" sldId="766"/>
            <ac:spMk id="19" creationId="{6B62FB46-53CD-44C4-9BF6-B609470E103F}"/>
          </ac:spMkLst>
        </pc:spChg>
        <pc:spChg chg="add mod">
          <ac:chgData name="Xun Zhou" userId="307cf16e35cdea9e" providerId="LiveId" clId="{2F516AB3-3098-4D4B-AC6E-78600C258EE7}" dt="2025-10-28T01:21:10.189" v="2810" actId="1076"/>
          <ac:spMkLst>
            <pc:docMk/>
            <pc:sldMk cId="467107817" sldId="766"/>
            <ac:spMk id="20" creationId="{CEA2992D-7B00-4B1F-92D8-D974F5F734EC}"/>
          </ac:spMkLst>
        </pc:spChg>
        <pc:spChg chg="add mod">
          <ac:chgData name="Xun Zhou" userId="307cf16e35cdea9e" providerId="LiveId" clId="{2F516AB3-3098-4D4B-AC6E-78600C258EE7}" dt="2025-10-28T01:21:10.189" v="2810" actId="1076"/>
          <ac:spMkLst>
            <pc:docMk/>
            <pc:sldMk cId="467107817" sldId="766"/>
            <ac:spMk id="21" creationId="{D7C26C02-8F89-4CE8-A4E1-18F3B123977C}"/>
          </ac:spMkLst>
        </pc:spChg>
        <pc:spChg chg="add mod">
          <ac:chgData name="Xun Zhou" userId="307cf16e35cdea9e" providerId="LiveId" clId="{2F516AB3-3098-4D4B-AC6E-78600C258EE7}" dt="2025-10-28T01:21:10.189" v="2810" actId="1076"/>
          <ac:spMkLst>
            <pc:docMk/>
            <pc:sldMk cId="467107817" sldId="766"/>
            <ac:spMk id="22" creationId="{D2669FD5-EAF5-4DD5-8249-7C2FA4ED3F4E}"/>
          </ac:spMkLst>
        </pc:spChg>
        <pc:spChg chg="mod">
          <ac:chgData name="Xun Zhou" userId="307cf16e35cdea9e" providerId="LiveId" clId="{2F516AB3-3098-4D4B-AC6E-78600C258EE7}" dt="2025-10-28T05:41:16.062" v="3028" actId="20577"/>
          <ac:spMkLst>
            <pc:docMk/>
            <pc:sldMk cId="467107817" sldId="766"/>
            <ac:spMk id="28676" creationId="{00000000-0000-0000-0000-000000000000}"/>
          </ac:spMkLst>
        </pc:spChg>
        <pc:spChg chg="del">
          <ac:chgData name="Xun Zhou" userId="307cf16e35cdea9e" providerId="LiveId" clId="{2F516AB3-3098-4D4B-AC6E-78600C258EE7}" dt="2025-10-28T01:21:07.899" v="2808" actId="478"/>
          <ac:spMkLst>
            <pc:docMk/>
            <pc:sldMk cId="467107817" sldId="766"/>
            <ac:spMk id="28678" creationId="{00000000-0000-0000-0000-000000000000}"/>
          </ac:spMkLst>
        </pc:spChg>
        <pc:spChg chg="del">
          <ac:chgData name="Xun Zhou" userId="307cf16e35cdea9e" providerId="LiveId" clId="{2F516AB3-3098-4D4B-AC6E-78600C258EE7}" dt="2025-10-28T01:21:07.899" v="2808" actId="478"/>
          <ac:spMkLst>
            <pc:docMk/>
            <pc:sldMk cId="467107817" sldId="766"/>
            <ac:spMk id="28679" creationId="{00000000-0000-0000-0000-000000000000}"/>
          </ac:spMkLst>
        </pc:spChg>
        <pc:spChg chg="del">
          <ac:chgData name="Xun Zhou" userId="307cf16e35cdea9e" providerId="LiveId" clId="{2F516AB3-3098-4D4B-AC6E-78600C258EE7}" dt="2025-10-28T01:21:07.899" v="2808" actId="478"/>
          <ac:spMkLst>
            <pc:docMk/>
            <pc:sldMk cId="467107817" sldId="766"/>
            <ac:spMk id="28680" creationId="{00000000-0000-0000-0000-000000000000}"/>
          </ac:spMkLst>
        </pc:spChg>
        <pc:spChg chg="del">
          <ac:chgData name="Xun Zhou" userId="307cf16e35cdea9e" providerId="LiveId" clId="{2F516AB3-3098-4D4B-AC6E-78600C258EE7}" dt="2025-10-28T01:14:34.487" v="2344" actId="478"/>
          <ac:spMkLst>
            <pc:docMk/>
            <pc:sldMk cId="467107817" sldId="766"/>
            <ac:spMk id="28681" creationId="{00000000-0000-0000-0000-000000000000}"/>
          </ac:spMkLst>
        </pc:spChg>
        <pc:picChg chg="add mod">
          <ac:chgData name="Xun Zhou" userId="307cf16e35cdea9e" providerId="LiveId" clId="{2F516AB3-3098-4D4B-AC6E-78600C258EE7}" dt="2025-10-28T01:21:10.189" v="2810" actId="1076"/>
          <ac:picMkLst>
            <pc:docMk/>
            <pc:sldMk cId="467107817" sldId="766"/>
            <ac:picMk id="11" creationId="{60000E2F-2E15-4316-B033-7FBDA9BCD6B2}"/>
          </ac:picMkLst>
        </pc:picChg>
        <pc:picChg chg="del mod">
          <ac:chgData name="Xun Zhou" userId="307cf16e35cdea9e" providerId="LiveId" clId="{2F516AB3-3098-4D4B-AC6E-78600C258EE7}" dt="2025-10-28T01:21:05.315" v="2807" actId="478"/>
          <ac:picMkLst>
            <pc:docMk/>
            <pc:sldMk cId="467107817" sldId="766"/>
            <ac:picMk id="2867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EB7E-867D-4282-8DE5-F36A179E3AC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0BA66-FF30-40C0-A8D7-30028C97E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50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BA66-FF30-40C0-A8D7-30028C97E1F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9205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0BA66-FF30-40C0-A8D7-30028C97E1F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379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479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3590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2201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61BE73-C545-F640-A573-268FA64B083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0733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dirty="0">
                <a:latin typeface="Times New Roman" charset="0"/>
              </a:rPr>
              <a:t>Input</a:t>
            </a:r>
            <a:r>
              <a:rPr lang="en-US" baseline="0" dirty="0">
                <a:latin typeface="Times New Roman" charset="0"/>
              </a:rPr>
              <a:t> is key, output is position. A record’s storage position is determined by hash function when the record is inserted</a:t>
            </a:r>
            <a:endParaRPr lang="en-US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12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42AF0-9EB6-4DA0-AA18-4D452EF1FC35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13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054D9-3FC8-4F5A-9887-8169F77364C0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25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5D39E-5580-4DD5-8F06-2604FE426769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81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662ED-3FA5-4E29-AD84-CBD2ED8A40E8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317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A719D-44E6-47A2-84AB-0AB0DB21914A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222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E2FE4-6D64-44AB-8717-E7988512E516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84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C0149-D071-4618-B927-DAD5ED66D149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147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D1A81E-A393-41C9-9B38-2D3A71971022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376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F7BDC-98EC-441F-8CC2-C970B2D9F19F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4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6D57-56A4-4768-98BC-B1DCE3579E3C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830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EF54B-6BF3-4F64-AA49-C79910828BAA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10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E73FADF-1024-4215-908D-689AC4B31A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2251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Database S</a:t>
            </a:r>
            <a:r>
              <a:rPr lang="en-US" altLang="zh-CN" sz="6600" dirty="0"/>
              <a:t>ystems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COMP 3010E FALL 2025</a:t>
            </a:r>
          </a:p>
          <a:p>
            <a:endParaRPr lang="en-US" dirty="0"/>
          </a:p>
          <a:p>
            <a:r>
              <a:rPr lang="en-US" dirty="0"/>
              <a:t>Lecture 11 Physical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7101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732454-5304-4725-8D25-B16775F95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Agenda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C89AD8-64FF-4AC8-BE0C-A2D34CC27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33857" indent="-457200">
              <a:lnSpc>
                <a:spcPct val="100000"/>
              </a:lnSpc>
              <a:buFont typeface="Wingdings" panose="05000000000000000000" pitchFamily="2" charset="2"/>
              <a:buChar char="p"/>
              <a:tabLst>
                <a:tab pos="1122680" algn="l"/>
              </a:tabLst>
            </a:pPr>
            <a:r>
              <a:rPr lang="en-US" altLang="zh-CN" sz="2800" spc="-5" dirty="0">
                <a:latin typeface="+mj-lt"/>
                <a:ea typeface="华文楷体" panose="02010600040101010101" charset="-122"/>
                <a:cs typeface="Times New Roman" panose="02020603050405020304" pitchFamily="18" charset="0"/>
              </a:rPr>
              <a:t>Storage Media</a:t>
            </a:r>
          </a:p>
          <a:p>
            <a:pPr marL="633857" indent="-457200">
              <a:lnSpc>
                <a:spcPct val="100000"/>
              </a:lnSpc>
              <a:buFont typeface="Wingdings" panose="05000000000000000000" pitchFamily="2" charset="2"/>
              <a:buChar char="p"/>
              <a:tabLst>
                <a:tab pos="1122680" algn="l"/>
              </a:tabLst>
            </a:pPr>
            <a:r>
              <a:rPr lang="en-US" altLang="zh-CN" sz="2800" spc="-5" dirty="0">
                <a:latin typeface="+mj-lt"/>
                <a:ea typeface="华文楷体" panose="02010600040101010101" charset="-122"/>
                <a:cs typeface="Times New Roman" panose="02020603050405020304" pitchFamily="18" charset="0"/>
              </a:rPr>
              <a:t>Representation of Databases on Disks</a:t>
            </a:r>
          </a:p>
          <a:p>
            <a:pPr marL="633857" indent="-457200">
              <a:lnSpc>
                <a:spcPct val="100000"/>
              </a:lnSpc>
              <a:buFont typeface="Wingdings" panose="05000000000000000000" pitchFamily="2" charset="2"/>
              <a:buChar char="p"/>
              <a:tabLst>
                <a:tab pos="1122680" algn="l"/>
              </a:tabLst>
            </a:pPr>
            <a:r>
              <a:rPr lang="en-US" altLang="zh-CN" sz="2800" spc="-5" dirty="0">
                <a:latin typeface="+mj-lt"/>
                <a:ea typeface="华文楷体" panose="02010600040101010101" charset="-122"/>
                <a:cs typeface="Times New Roman" panose="02020603050405020304" pitchFamily="18" charset="0"/>
              </a:rPr>
              <a:t>Buffer Management</a:t>
            </a:r>
          </a:p>
          <a:p>
            <a:pPr marL="633857" indent="-457200">
              <a:lnSpc>
                <a:spcPct val="100000"/>
              </a:lnSpc>
              <a:buFont typeface="Wingdings" panose="05000000000000000000" pitchFamily="2" charset="2"/>
              <a:buChar char="p"/>
              <a:tabLst>
                <a:tab pos="1122680" algn="l"/>
              </a:tabLst>
            </a:pPr>
            <a:r>
              <a:rPr lang="en-US" altLang="zh-CN" sz="2800" spc="-5" dirty="0">
                <a:latin typeface="+mj-lt"/>
                <a:ea typeface="华文楷体" panose="02010600040101010101" charset="-122"/>
                <a:cs typeface="Times New Roman" panose="02020603050405020304" pitchFamily="18" charset="0"/>
              </a:rPr>
              <a:t>Indexing</a:t>
            </a:r>
            <a:endParaRPr lang="zh-CN" altLang="en-US" sz="2800" spc="-5" dirty="0">
              <a:latin typeface="+mj-lt"/>
              <a:ea typeface="华文楷体" panose="02010600040101010101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1C6C1C-CCB4-4B36-B524-B351CEF36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576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Physical </a:t>
            </a:r>
            <a:r>
              <a:rPr lang="en-US" altLang="zh-CN" dirty="0"/>
              <a:t>Design</a:t>
            </a:r>
            <a:r>
              <a:rPr lang="en-US" dirty="0"/>
              <a:t>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2845" y="1970724"/>
            <a:ext cx="9540240" cy="4023360"/>
          </a:xfrm>
        </p:spPr>
        <p:txBody>
          <a:bodyPr/>
          <a:lstStyle/>
          <a:p>
            <a:pPr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en-US" dirty="0"/>
              <a:t> </a:t>
            </a:r>
            <a:r>
              <a:rPr 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Purpose–translate the logical description of data into the </a:t>
            </a:r>
            <a:r>
              <a:rPr lang="en-US" i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technical specifications</a:t>
            </a:r>
            <a:r>
              <a:rPr 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for storing and retrieving data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Select what designs to use in your database</a:t>
            </a:r>
          </a:p>
          <a:p>
            <a:pPr marL="201168" lvl="1" indent="0">
              <a:spcAft>
                <a:spcPts val="0"/>
              </a:spcAft>
              <a:buNone/>
              <a:defRPr/>
            </a:pPr>
            <a:endParaRPr lang="en-US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Goal–create a design for storing data that will provide </a:t>
            </a:r>
            <a:r>
              <a:rPr lang="en-US" i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adequate performance</a:t>
            </a:r>
            <a:r>
              <a:rPr 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and ensure </a:t>
            </a:r>
            <a:r>
              <a:rPr lang="en-US" i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database integrity</a:t>
            </a:r>
            <a:r>
              <a:rPr 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, </a:t>
            </a:r>
            <a:r>
              <a:rPr lang="en-US" i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security</a:t>
            </a:r>
            <a:r>
              <a:rPr 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, and </a:t>
            </a:r>
            <a:r>
              <a:rPr lang="en-US" i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recoverability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797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699" y="263527"/>
            <a:ext cx="8247888" cy="1450757"/>
          </a:xfrm>
        </p:spPr>
        <p:txBody>
          <a:bodyPr/>
          <a:lstStyle/>
          <a:p>
            <a:r>
              <a:rPr lang="en-US" dirty="0"/>
              <a:t>Logical Design vs. Physical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Logical Design: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Provide a systematic structure to data storage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Reduce redundancy in data storage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Avoid anomalies and improve integrity of data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Physical Design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Improve performance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e.g., </a:t>
            </a:r>
            <a:r>
              <a:rPr lang="en-US" u="sng" dirty="0">
                <a:latin typeface="Times New Roman" pitchFamily="18" charset="0"/>
                <a:cs typeface="Times New Roman" pitchFamily="18" charset="0"/>
              </a:rPr>
              <a:t>faster access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optimal size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Enhance security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Easy backup and recovery  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Before you implement your database using SQL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995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Design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5427" y="1964146"/>
            <a:ext cx="10058400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Choosing Suitable Data Types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Optimize your table design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File organization and Indexing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Optimize your SQL queries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058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Storage Hierarchies of Computer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6</a:t>
            </a:fld>
            <a:endParaRPr lang="en-US" dirty="0"/>
          </a:p>
        </p:txBody>
      </p:sp>
      <p:sp>
        <p:nvSpPr>
          <p:cNvPr id="13" name="AutoShape 8" descr="http://www.ts.avnet.com/uk/images/StorageHierarchy.jpg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222052" y="1737360"/>
            <a:ext cx="5947334" cy="12824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 stored on Hard Disk - Won’t lose after power off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Load data into RAM for processing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 may not fit in RAM</a:t>
            </a:r>
          </a:p>
        </p:txBody>
      </p:sp>
      <p:pic>
        <p:nvPicPr>
          <p:cNvPr id="1026" name="Picture 2" descr="[OS] Storage Structure, Storage Hierarchy">
            <a:extLst>
              <a:ext uri="{FF2B5EF4-FFF2-40B4-BE49-F238E27FC236}">
                <a16:creationId xmlns:a16="http://schemas.microsoft.com/office/drawing/2014/main" id="{6743FDAF-DB7D-4439-9A24-09FA04D82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7763" y="2222672"/>
            <a:ext cx="6751923" cy="441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6CF0DE1-6626-4FBA-9C6D-18CF1B4C1891}"/>
              </a:ext>
            </a:extLst>
          </p:cNvPr>
          <p:cNvSpPr txBox="1"/>
          <p:nvPr/>
        </p:nvSpPr>
        <p:spPr>
          <a:xfrm>
            <a:off x="616838" y="3271143"/>
            <a:ext cx="473141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Data transfer units:</a:t>
            </a:r>
          </a:p>
          <a:p>
            <a:endParaRPr lang="en-US" altLang="zh-CN" sz="1600" dirty="0"/>
          </a:p>
          <a:p>
            <a:r>
              <a:rPr lang="en-US" altLang="zh-CN" sz="1600" dirty="0"/>
              <a:t>Cache </a:t>
            </a:r>
            <a:r>
              <a:rPr lang="en-US" altLang="zh-CN" sz="1600" dirty="0">
                <a:sym typeface="Wingdings" panose="05000000000000000000" pitchFamily="2" charset="2"/>
              </a:rPr>
              <a:t> RAM: Cache line, 64B</a:t>
            </a:r>
          </a:p>
          <a:p>
            <a:endParaRPr lang="en-US" altLang="zh-CN" sz="1600" dirty="0">
              <a:sym typeface="Wingdings" panose="05000000000000000000" pitchFamily="2" charset="2"/>
            </a:endParaRPr>
          </a:p>
          <a:p>
            <a:r>
              <a:rPr lang="en-US" altLang="zh-CN" sz="1600" dirty="0">
                <a:sym typeface="Wingdings" panose="05000000000000000000" pitchFamily="2" charset="2"/>
              </a:rPr>
              <a:t>RAM  HDD: Block/page, 512B-16KB</a:t>
            </a:r>
          </a:p>
          <a:p>
            <a:endParaRPr lang="en-US" altLang="zh-CN" sz="1600" dirty="0">
              <a:sym typeface="Wingdings" panose="05000000000000000000" pitchFamily="2" charset="2"/>
            </a:endParaRPr>
          </a:p>
          <a:p>
            <a:r>
              <a:rPr lang="en-US" altLang="zh-CN" sz="1600" dirty="0">
                <a:sym typeface="Wingdings" panose="05000000000000000000" pitchFamily="2" charset="2"/>
              </a:rPr>
              <a:t>HDD  Tertiary Storage: Block/page, 512B-16KB</a:t>
            </a:r>
          </a:p>
          <a:p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24280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Structure of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Traditional Magnetic Disk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Read/Write much slower than RAM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Sequential Read/Write faster than Random Read/Write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7</a:t>
            </a:fld>
            <a:endParaRPr lang="en-US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005" y="3429000"/>
            <a:ext cx="5805995" cy="2890800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9628" y="3379987"/>
            <a:ext cx="3313684" cy="2658806"/>
          </a:xfrm>
          <a:prstGeom prst="rect">
            <a:avLst/>
          </a:prstGeom>
        </p:spPr>
      </p:pic>
      <p:cxnSp>
        <p:nvCxnSpPr>
          <p:cNvPr id="39" name="Straight Arrow Connector 38"/>
          <p:cNvCxnSpPr/>
          <p:nvPr/>
        </p:nvCxnSpPr>
        <p:spPr>
          <a:xfrm flipH="1">
            <a:off x="11094720" y="3271613"/>
            <a:ext cx="91440" cy="512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289798" y="2801370"/>
            <a:ext cx="1883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Sector (512 bytes)</a:t>
            </a:r>
          </a:p>
        </p:txBody>
      </p:sp>
      <p:pic>
        <p:nvPicPr>
          <p:cNvPr id="9" name="Graphic 7">
            <a:extLst>
              <a:ext uri="{FF2B5EF4-FFF2-40B4-BE49-F238E27FC236}">
                <a16:creationId xmlns:a16="http://schemas.microsoft.com/office/drawing/2014/main" id="{A7873591-CC81-40C1-8FA6-376AACFBCE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09858" y="3318801"/>
            <a:ext cx="3856879" cy="300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404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7C9617-1A08-4B83-B9EE-6CA06F849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Solid-State Drives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A249DB-0A59-400A-B833-2304B0D98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Read/Write in blocks instead of sequentially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Faster than HDD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251766-E168-4C8F-A885-31444D8EB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8</a:t>
            </a:fld>
            <a:endParaRPr lang="en-US" dirty="0"/>
          </a:p>
        </p:txBody>
      </p:sp>
      <p:pic>
        <p:nvPicPr>
          <p:cNvPr id="5" name="Picture 2" descr="Storage 101: Understanding the NAND Flash Solid State Drive - Simple Talk">
            <a:extLst>
              <a:ext uri="{FF2B5EF4-FFF2-40B4-BE49-F238E27FC236}">
                <a16:creationId xmlns:a16="http://schemas.microsoft.com/office/drawing/2014/main" id="{688EC9A0-19A4-4E71-8343-91AC812ADD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0531" y="2667718"/>
            <a:ext cx="5715149" cy="3201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690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0374AE-E84E-4A4F-A0E4-60BF25D40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 Organization on Disks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69EDB1-2BB3-44AD-B54C-8ED6F9F9E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9</a:t>
            </a:fld>
            <a:endParaRPr 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8D24B66-AD3D-406C-9BC5-0F315ED0AD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07113" y="1903148"/>
            <a:ext cx="4344588" cy="388457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57F7125-7049-4A79-A485-A41B5B88CE5F}"/>
              </a:ext>
            </a:extLst>
          </p:cNvPr>
          <p:cNvSpPr txBox="1"/>
          <p:nvPr/>
        </p:nvSpPr>
        <p:spPr>
          <a:xfrm>
            <a:off x="1186308" y="1903148"/>
            <a:ext cx="6094902" cy="1559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A table is stored in one or more database files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A file is divided into pages/blocks (minimum unit of data read/write)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Wingdings" panose="05000000000000000000" pitchFamily="2" charset="2"/>
              <a:buChar char="p"/>
              <a:tabLst/>
              <a:defRPr/>
            </a:pP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  <a:ea typeface="宋体" panose="02010600030101010101" pitchFamily="2" charset="-122"/>
              </a:rPr>
              <a:t>A page/block contains a number of records</a:t>
            </a:r>
          </a:p>
        </p:txBody>
      </p:sp>
    </p:spTree>
    <p:extLst>
      <p:ext uri="{BB962C8B-B14F-4D97-AF65-F5344CB8AC3E}">
        <p14:creationId xmlns:p14="http://schemas.microsoft.com/office/powerpoint/2010/main" val="766810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8173" y="341688"/>
            <a:ext cx="8110728" cy="1450757"/>
          </a:xfrm>
        </p:spPr>
        <p:txBody>
          <a:bodyPr/>
          <a:lstStyle/>
          <a:p>
            <a:r>
              <a:rPr lang="en-US" dirty="0"/>
              <a:t>Data Organization on Hard Disk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10</a:t>
            </a:fld>
            <a:endParaRPr 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EC1D7016-725C-40D3-AC67-656AFBCE3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Header contains the metadata of the record (tuple)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Length of the record, Null value locations, pointer to schema info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Align columns by multiples of 4 or 8 bytes. </a:t>
            </a:r>
            <a:endParaRPr lang="zh-CN" altLang="en-US" dirty="0"/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66B5B231-8BFB-49B8-A637-78A699394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203" y="4044457"/>
            <a:ext cx="8394160" cy="193917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54E7C-17D5-4450-BC5E-07253C672135}"/>
              </a:ext>
            </a:extLst>
          </p:cNvPr>
          <p:cNvSpPr/>
          <p:nvPr/>
        </p:nvSpPr>
        <p:spPr>
          <a:xfrm>
            <a:off x="8258284" y="1845734"/>
            <a:ext cx="380653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Foo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 INT NOT NULL,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 BIGINT NOT NULL, 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 CHAR(1) NOT NULL, 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 VARCHAR(10) NOT NULL );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84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6E3453-7533-4818-A34A-98EBB22C1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Database Page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247891-BA92-42CB-A32F-6C89D65CF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Each page is a fixed data block (512B-16KB)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Could be larger than OS block size (e.g., Oracle by default uses 8KB vs. 512B OS block)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Each page has a unique page ID in DMBS</a:t>
            </a:r>
          </a:p>
          <a:p>
            <a:pPr>
              <a:buFont typeface="Wingdings" panose="05000000000000000000" pitchFamily="2" charset="2"/>
              <a:buChar char="p"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1B6B00-9F4C-4D10-8278-4CAF764B8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477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6E3453-7533-4818-A34A-98EBB22C1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Database Page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247891-BA92-42CB-A32F-6C89D65CF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Pages need to be loaded into the main memory to process and written back if modified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Buffer management (a separate topic to discuss)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1B6B00-9F4C-4D10-8278-4CAF764B8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277B7CB-683B-4E04-95C1-BC5B35F4A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201" y="2774367"/>
            <a:ext cx="6998573" cy="368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185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7D153E-627C-4866-B00E-081A4A443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Page Layout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8EC35A-AC3D-4B2D-86C8-A0B970D00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Header info: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Page size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Checksum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/>
              <a:t> </a:t>
            </a:r>
            <a:r>
              <a:rPr lang="en-US" altLang="zh-CN" dirty="0"/>
              <a:t>DBMS version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Transaction visibility settings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</a:t>
            </a:r>
            <a:r>
              <a:rPr lang="en-US" altLang="zh-CN" dirty="0" err="1"/>
              <a:t>etc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FC557C-2D80-4D5A-91CA-452E4B246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13</a:t>
            </a:fld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ABC920B-1DF8-4E3C-8F7F-746C9B890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515" y="1667983"/>
            <a:ext cx="7592485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04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7D153E-627C-4866-B00E-081A4A443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Page Layout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8EC35A-AC3D-4B2D-86C8-A0B970D00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Record layout in a page: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Tuple-oriented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Log-structured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FC557C-2D80-4D5A-91CA-452E4B246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14</a:t>
            </a:fld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ABC920B-1DF8-4E3C-8F7F-746C9B890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515" y="1667983"/>
            <a:ext cx="7592485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481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B5491B-0BEC-404A-90E4-5C8FCB2B6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Page Layout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DA9B96-D67C-4C82-91C7-143CC7542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The most common strategy: slotted page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Tuples are added from the end of the page backwards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Slot array keeps track of the position of tuples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0867F6-7FE3-4A4E-9C90-677E0E120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15</a:t>
            </a:fld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175D85F-B08E-4729-8DA3-2035C07EC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780" y="2276790"/>
            <a:ext cx="4937484" cy="397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350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B5491B-0BEC-404A-90E4-5C8FCB2B6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Page Layout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DA9B96-D67C-4C82-91C7-143CC7542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The most common strategy: slotted page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Tuples are added from the end of the page backwards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Slot array keeps track of the position of tuples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0867F6-7FE3-4A4E-9C90-677E0E120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16</a:t>
            </a:fld>
            <a:endParaRPr 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5603256-0CAE-47E0-999A-ACE2AB52D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5290" y="2271285"/>
            <a:ext cx="5000926" cy="405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010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B5491B-0BEC-404A-90E4-5C8FCB2B6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Page Layout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DA9B96-D67C-4C82-91C7-143CC7542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Each tuple is assigned a unique identifier 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Most common identifier is a combination of (</a:t>
            </a:r>
            <a:r>
              <a:rPr lang="en-US" altLang="zh-CN" dirty="0" err="1"/>
              <a:t>pageID</a:t>
            </a:r>
            <a:r>
              <a:rPr lang="en-US" altLang="zh-CN" dirty="0"/>
              <a:t>, </a:t>
            </a:r>
            <a:r>
              <a:rPr lang="en-US" altLang="zh-CN" dirty="0" err="1"/>
              <a:t>SlotID</a:t>
            </a:r>
            <a:r>
              <a:rPr lang="en-US" altLang="zh-CN" dirty="0"/>
              <a:t>)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Supports tuples with varying lengths</a:t>
            </a:r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0867F6-7FE3-4A4E-9C90-677E0E120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17</a:t>
            </a:fld>
            <a:endParaRPr 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2A3232E-7BA8-425E-91DD-2BCEBE50E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2229" y="2436812"/>
            <a:ext cx="3916457" cy="3727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182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B5491B-0BEC-404A-90E4-5C8FCB2B6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Page Layout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DA9B96-D67C-4C82-91C7-143CC7542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Each tuple is assigned a unique identifier 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Most common identifier is a combination of (</a:t>
            </a:r>
            <a:r>
              <a:rPr lang="en-US" altLang="zh-CN" dirty="0" err="1"/>
              <a:t>pageID</a:t>
            </a:r>
            <a:r>
              <a:rPr lang="en-US" altLang="zh-CN" dirty="0"/>
              <a:t>, </a:t>
            </a:r>
            <a:r>
              <a:rPr lang="en-US" altLang="zh-CN" dirty="0" err="1"/>
              <a:t>SlotID</a:t>
            </a:r>
            <a:r>
              <a:rPr lang="en-US" altLang="zh-CN" dirty="0"/>
              <a:t>)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Supports tuples with varying lengths</a:t>
            </a:r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0867F6-7FE3-4A4E-9C90-677E0E120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18</a:t>
            </a:fld>
            <a:endParaRPr 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2A3232E-7BA8-425E-91DD-2BCEBE50E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2229" y="2436812"/>
            <a:ext cx="3916457" cy="372762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902D8AD-8267-4929-BB4D-3FD5E0BCA89A}"/>
              </a:ext>
            </a:extLst>
          </p:cNvPr>
          <p:cNvSpPr txBox="1"/>
          <p:nvPr/>
        </p:nvSpPr>
        <p:spPr>
          <a:xfrm>
            <a:off x="879979" y="3429000"/>
            <a:ext cx="58760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If a tuple is modified and becomes larger, use the original space to store a pointer to the new location of the tuple (can be in another block)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If a tuple is deleted, just remove the pointer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If a tuple is modified and becomes smaller, just leave the unnecessary space empty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For insertion, look for a page with enough free space and compact the page if needed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2983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Organization on Disk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A file is a piece of disk space used to store records in your tables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How to arrange your records on the disk to improve query efficiency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altLang="zh-CN" dirty="0"/>
              <a:t>Heap file</a:t>
            </a:r>
            <a:r>
              <a:rPr lang="en-US" dirty="0"/>
              <a:t>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 Sequential File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 Hash File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 Indexing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248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8F1537-3797-4305-8D7A-ED62E0D5E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Heap File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81E8EF-6D47-49B3-94B1-F14CEAEEF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Pages unordered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Tuples randomly stored in pages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Search/update/delete a tuple requires full search of the file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Organizing Heap files: (1) linked list, (2) page directory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099232-9FAF-4784-BED0-399C7C91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55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8F1537-3797-4305-8D7A-ED62E0D5E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Heap File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81E8EF-6D47-49B3-94B1-F14CEAEEF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Linked list:</a:t>
            </a:r>
            <a:r>
              <a:rPr lang="zh-CN" altLang="en-US" dirty="0"/>
              <a:t> 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A header page with two lists: free pages and data pages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Two-way pointers in head of each page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099232-9FAF-4784-BED0-399C7C91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21</a:t>
            </a:fld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8B8C402-A8E0-4172-928F-87DA889638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33" r="10249"/>
          <a:stretch/>
        </p:blipFill>
        <p:spPr>
          <a:xfrm>
            <a:off x="5999517" y="2897971"/>
            <a:ext cx="5696909" cy="334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347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8F1537-3797-4305-8D7A-ED62E0D5E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Heap File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81E8EF-6D47-49B3-94B1-F14CEAEEF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Directory:</a:t>
            </a:r>
            <a:r>
              <a:rPr lang="zh-CN" altLang="en-US" dirty="0"/>
              <a:t> 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maintain a directory of every page and their location, their number of free slots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/>
              <a:t> Need to update directory when pages changed.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099232-9FAF-4784-BED0-399C7C91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22</a:t>
            </a:fld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43DA6D7-D5F2-43E9-A231-E250A5751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208" y="3205981"/>
            <a:ext cx="8060228" cy="290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3166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10" descr="Noname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76200"/>
            <a:ext cx="5257800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DD28DA37-AD74-9E4C-ABC5-DE054EB624AB}" type="slidenum">
              <a:rPr lang="en-US">
                <a:solidFill>
                  <a:srgbClr val="000000"/>
                </a:solidFill>
                <a:latin typeface="Arial" charset="0"/>
              </a:rPr>
              <a:pPr eaLnBrk="1" hangingPunct="1"/>
              <a:t>23</a:t>
            </a:fld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676" name="Text Box 3"/>
          <p:cNvSpPr txBox="1">
            <a:spLocks noChangeArrowheads="1"/>
          </p:cNvSpPr>
          <p:nvPr/>
        </p:nvSpPr>
        <p:spPr bwMode="auto">
          <a:xfrm>
            <a:off x="347560" y="208182"/>
            <a:ext cx="498644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r>
              <a:rPr lang="en-US" sz="3200" b="1" dirty="0">
                <a:solidFill>
                  <a:srgbClr val="000000"/>
                </a:solidFill>
                <a:latin typeface="+mj-lt"/>
              </a:rPr>
              <a:t>Sequential file organization</a:t>
            </a:r>
            <a:endParaRPr lang="en-US" sz="3200" b="1" i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28678" name="Text Box 5"/>
          <p:cNvSpPr txBox="1">
            <a:spLocks noChangeArrowheads="1"/>
          </p:cNvSpPr>
          <p:nvPr/>
        </p:nvSpPr>
        <p:spPr bwMode="auto">
          <a:xfrm>
            <a:off x="6778974" y="70389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b="1">
                <a:solidFill>
                  <a:schemeClr val="hlink"/>
                </a:solidFill>
                <a:latin typeface="Times New Roman" charset="0"/>
              </a:rPr>
              <a:t>1</a:t>
            </a:r>
          </a:p>
        </p:txBody>
      </p:sp>
      <p:sp>
        <p:nvSpPr>
          <p:cNvPr id="28679" name="Text Box 6"/>
          <p:cNvSpPr txBox="1">
            <a:spLocks noChangeArrowheads="1"/>
          </p:cNvSpPr>
          <p:nvPr/>
        </p:nvSpPr>
        <p:spPr bwMode="auto">
          <a:xfrm>
            <a:off x="6778974" y="116109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b="1">
                <a:solidFill>
                  <a:schemeClr val="hlink"/>
                </a:solidFill>
                <a:latin typeface="Times New Roman" charset="0"/>
              </a:rPr>
              <a:t>2</a:t>
            </a:r>
          </a:p>
        </p:txBody>
      </p:sp>
      <p:sp>
        <p:nvSpPr>
          <p:cNvPr id="28680" name="Text Box 7"/>
          <p:cNvSpPr txBox="1">
            <a:spLocks noChangeArrowheads="1"/>
          </p:cNvSpPr>
          <p:nvPr/>
        </p:nvSpPr>
        <p:spPr bwMode="auto">
          <a:xfrm>
            <a:off x="6772624" y="5326877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b="1" i="1" dirty="0">
                <a:solidFill>
                  <a:schemeClr val="hlink"/>
                </a:solidFill>
                <a:latin typeface="Times New Roman" charset="0"/>
              </a:rPr>
              <a:t>n</a:t>
            </a:r>
          </a:p>
        </p:txBody>
      </p:sp>
      <p:sp>
        <p:nvSpPr>
          <p:cNvPr id="28681" name="Rectangle 8"/>
          <p:cNvSpPr>
            <a:spLocks noChangeArrowheads="1"/>
          </p:cNvSpPr>
          <p:nvPr/>
        </p:nvSpPr>
        <p:spPr bwMode="auto">
          <a:xfrm>
            <a:off x="473646" y="1405804"/>
            <a:ext cx="3717354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en-US" sz="2400" dirty="0">
                <a:solidFill>
                  <a:srgbClr val="990000"/>
                </a:solidFill>
                <a:latin typeface="Times New Roman" charset="0"/>
              </a:rPr>
              <a:t>	Records of the file are stored in sequence by the primary key field values</a:t>
            </a:r>
          </a:p>
        </p:txBody>
      </p:sp>
      <p:sp>
        <p:nvSpPr>
          <p:cNvPr id="2" name="Rectangle 1"/>
          <p:cNvSpPr/>
          <p:nvPr/>
        </p:nvSpPr>
        <p:spPr>
          <a:xfrm>
            <a:off x="817151" y="4692831"/>
            <a:ext cx="40472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en-US" dirty="0">
                <a:solidFill>
                  <a:srgbClr val="990000"/>
                </a:solidFill>
                <a:latin typeface="Times New Roman" charset="0"/>
              </a:rPr>
              <a:t>Average number of blocks to load into main memory: </a:t>
            </a:r>
            <a:r>
              <a:rPr lang="en-US" i="1" dirty="0">
                <a:solidFill>
                  <a:srgbClr val="990000"/>
                </a:solidFill>
                <a:latin typeface="Times New Roman" charset="0"/>
              </a:rPr>
              <a:t>N</a:t>
            </a:r>
            <a:r>
              <a:rPr lang="en-US" dirty="0">
                <a:solidFill>
                  <a:srgbClr val="990000"/>
                </a:solidFill>
                <a:latin typeface="Times New Roman" charset="0"/>
              </a:rPr>
              <a:t>/2, where </a:t>
            </a:r>
            <a:r>
              <a:rPr lang="en-US" i="1" dirty="0">
                <a:solidFill>
                  <a:srgbClr val="990000"/>
                </a:solidFill>
                <a:latin typeface="Times New Roman" charset="0"/>
              </a:rPr>
              <a:t>N</a:t>
            </a:r>
            <a:r>
              <a:rPr lang="en-US" dirty="0">
                <a:solidFill>
                  <a:srgbClr val="990000"/>
                </a:solidFill>
                <a:latin typeface="Times New Roman" charset="0"/>
              </a:rPr>
              <a:t> = total number of blocks.</a:t>
            </a:r>
            <a:endParaRPr lang="en-US" i="1" dirty="0">
              <a:solidFill>
                <a:srgbClr val="990000"/>
              </a:solidFill>
              <a:latin typeface="Times New Roman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53346" y="2945914"/>
            <a:ext cx="33952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SELECT *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FROM Team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WHERE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TeamNickName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=‘Hawkeyes’</a:t>
            </a:r>
          </a:p>
        </p:txBody>
      </p:sp>
      <p:sp>
        <p:nvSpPr>
          <p:cNvPr id="4" name="右大括号 3">
            <a:extLst>
              <a:ext uri="{FF2B5EF4-FFF2-40B4-BE49-F238E27FC236}">
                <a16:creationId xmlns:a16="http://schemas.microsoft.com/office/drawing/2014/main" id="{9A8C335A-F6AD-45C4-AF7D-8C923A8A0CA6}"/>
              </a:ext>
            </a:extLst>
          </p:cNvPr>
          <p:cNvSpPr/>
          <p:nvPr/>
        </p:nvSpPr>
        <p:spPr>
          <a:xfrm>
            <a:off x="8861128" y="703891"/>
            <a:ext cx="428921" cy="124332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C4988EC-BFE7-4F11-9133-804B43222A12}"/>
              </a:ext>
            </a:extLst>
          </p:cNvPr>
          <p:cNvSpPr txBox="1"/>
          <p:nvPr/>
        </p:nvSpPr>
        <p:spPr>
          <a:xfrm>
            <a:off x="9371647" y="1140885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Block 1</a:t>
            </a:r>
            <a:endParaRPr lang="zh-CN" altLang="en-US" dirty="0"/>
          </a:p>
        </p:txBody>
      </p:sp>
      <p:sp>
        <p:nvSpPr>
          <p:cNvPr id="13" name="右大括号 12">
            <a:extLst>
              <a:ext uri="{FF2B5EF4-FFF2-40B4-BE49-F238E27FC236}">
                <a16:creationId xmlns:a16="http://schemas.microsoft.com/office/drawing/2014/main" id="{86DABE55-63F6-4F55-BC35-8D9C8FC48A58}"/>
              </a:ext>
            </a:extLst>
          </p:cNvPr>
          <p:cNvSpPr/>
          <p:nvPr/>
        </p:nvSpPr>
        <p:spPr>
          <a:xfrm>
            <a:off x="8855648" y="1974623"/>
            <a:ext cx="428921" cy="124332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右大括号 13">
            <a:extLst>
              <a:ext uri="{FF2B5EF4-FFF2-40B4-BE49-F238E27FC236}">
                <a16:creationId xmlns:a16="http://schemas.microsoft.com/office/drawing/2014/main" id="{3FCD146E-A9A2-4579-AB95-3C2C6250265A}"/>
              </a:ext>
            </a:extLst>
          </p:cNvPr>
          <p:cNvSpPr/>
          <p:nvPr/>
        </p:nvSpPr>
        <p:spPr>
          <a:xfrm>
            <a:off x="8852817" y="3179537"/>
            <a:ext cx="428921" cy="124332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右大括号 14">
            <a:extLst>
              <a:ext uri="{FF2B5EF4-FFF2-40B4-BE49-F238E27FC236}">
                <a16:creationId xmlns:a16="http://schemas.microsoft.com/office/drawing/2014/main" id="{7A4D98F9-E85E-4598-A591-4298C85A62B8}"/>
              </a:ext>
            </a:extLst>
          </p:cNvPr>
          <p:cNvSpPr/>
          <p:nvPr/>
        </p:nvSpPr>
        <p:spPr>
          <a:xfrm>
            <a:off x="8847337" y="4450269"/>
            <a:ext cx="428921" cy="124332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939E5C1-ACE3-4E7F-A7CA-444120E539F6}"/>
              </a:ext>
            </a:extLst>
          </p:cNvPr>
          <p:cNvSpPr txBox="1"/>
          <p:nvPr/>
        </p:nvSpPr>
        <p:spPr>
          <a:xfrm>
            <a:off x="9371647" y="2434504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Block 2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9B282C-D1B5-4A28-B08C-64D00B946434}"/>
              </a:ext>
            </a:extLst>
          </p:cNvPr>
          <p:cNvSpPr txBox="1"/>
          <p:nvPr/>
        </p:nvSpPr>
        <p:spPr>
          <a:xfrm>
            <a:off x="9396917" y="3615669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Block 3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6375ECA-AC06-4EC1-A78D-892A41C501A2}"/>
              </a:ext>
            </a:extLst>
          </p:cNvPr>
          <p:cNvSpPr txBox="1"/>
          <p:nvPr/>
        </p:nvSpPr>
        <p:spPr>
          <a:xfrm>
            <a:off x="9396916" y="4853061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Block 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4974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01D08093-336C-E841-854E-1F66187001D3}" type="slidenum">
              <a:rPr lang="en-US">
                <a:solidFill>
                  <a:srgbClr val="000000"/>
                </a:solidFill>
                <a:latin typeface="Arial" charset="0"/>
              </a:rPr>
              <a:pPr eaLnBrk="1" hangingPunct="1"/>
              <a:t>24</a:t>
            </a:fld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1066800" y="1616018"/>
            <a:ext cx="10058400" cy="40227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Indexed File Organization: </a:t>
            </a:r>
          </a:p>
          <a:p>
            <a:pPr lvl="1">
              <a:lnSpc>
                <a:spcPct val="90000"/>
              </a:lnSpc>
            </a:pPr>
            <a:r>
              <a:rPr lang="en-US" sz="25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storage of records with an index that allows software to locate individual records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Index: </a:t>
            </a:r>
          </a:p>
          <a:p>
            <a:pPr lvl="1">
              <a:lnSpc>
                <a:spcPct val="90000"/>
              </a:lnSpc>
            </a:pPr>
            <a:r>
              <a:rPr lang="en-US" sz="25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table or other data structure used to determine in a file the location of records that satisfy some condition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Primary keys are automatically indexed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Other fields or combinations of fields can also be indexed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98383" y="3992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tx1"/>
                </a:solidFill>
                <a:latin typeface="+mn-lt"/>
              </a:rPr>
              <a:t>Indexed File Organizations</a:t>
            </a:r>
          </a:p>
        </p:txBody>
      </p:sp>
    </p:spTree>
    <p:extLst>
      <p:ext uri="{BB962C8B-B14F-4D97-AF65-F5344CB8AC3E}">
        <p14:creationId xmlns:p14="http://schemas.microsoft.com/office/powerpoint/2010/main" val="4227737403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6" descr="Noname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609600"/>
            <a:ext cx="809625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1E134172-A4F0-694F-B6E4-627179AC432D}" type="slidenum">
              <a:rPr lang="en-US">
                <a:solidFill>
                  <a:srgbClr val="000000"/>
                </a:solidFill>
                <a:latin typeface="Arial" charset="0"/>
              </a:rPr>
              <a:pPr eaLnBrk="1" hangingPunct="1"/>
              <a:t>25</a:t>
            </a:fld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0724" name="Text Box 3"/>
          <p:cNvSpPr txBox="1">
            <a:spLocks noChangeArrowheads="1"/>
          </p:cNvSpPr>
          <p:nvPr/>
        </p:nvSpPr>
        <p:spPr bwMode="auto">
          <a:xfrm>
            <a:off x="3276600" y="152401"/>
            <a:ext cx="5181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  <a:latin typeface="Arial" charset="0"/>
              </a:rPr>
              <a:t>Indexed file organization</a:t>
            </a:r>
          </a:p>
        </p:txBody>
      </p:sp>
      <p:sp>
        <p:nvSpPr>
          <p:cNvPr id="30725" name="Text Box 4"/>
          <p:cNvSpPr txBox="1">
            <a:spLocks noChangeArrowheads="1"/>
          </p:cNvSpPr>
          <p:nvPr/>
        </p:nvSpPr>
        <p:spPr bwMode="auto">
          <a:xfrm>
            <a:off x="7239000" y="5105401"/>
            <a:ext cx="2971800" cy="1348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r>
              <a:rPr lang="en-US" sz="2400" b="1" dirty="0">
                <a:solidFill>
                  <a:srgbClr val="990000"/>
                </a:solidFill>
                <a:latin typeface="Arial" charset="0"/>
              </a:rPr>
              <a:t>uses a </a:t>
            </a:r>
            <a:r>
              <a:rPr lang="en-US" sz="2400" b="1" i="1" dirty="0">
                <a:solidFill>
                  <a:srgbClr val="990000"/>
                </a:solidFill>
                <a:latin typeface="Arial" charset="0"/>
              </a:rPr>
              <a:t>tree search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dirty="0">
                <a:solidFill>
                  <a:srgbClr val="990000"/>
                </a:solidFill>
                <a:latin typeface="Times New Roman" charset="0"/>
              </a:rPr>
              <a:t>Average time to find desired record = </a:t>
            </a:r>
            <a:r>
              <a:rPr lang="en-US" i="1" dirty="0">
                <a:solidFill>
                  <a:srgbClr val="990000"/>
                </a:solidFill>
                <a:latin typeface="Times New Roman" charset="0"/>
              </a:rPr>
              <a:t>depth of the tree </a:t>
            </a:r>
            <a:r>
              <a:rPr lang="en-US" dirty="0">
                <a:solidFill>
                  <a:srgbClr val="990000"/>
                </a:solidFill>
                <a:latin typeface="Times New Roman" charset="0"/>
              </a:rPr>
              <a:t>(usually </a:t>
            </a:r>
            <a:r>
              <a:rPr lang="en-US" dirty="0" err="1">
                <a:solidFill>
                  <a:srgbClr val="990000"/>
                </a:solidFill>
                <a:latin typeface="Times New Roman" charset="0"/>
              </a:rPr>
              <a:t>logN</a:t>
            </a:r>
            <a:r>
              <a:rPr lang="en-US" dirty="0">
                <a:solidFill>
                  <a:srgbClr val="990000"/>
                </a:solidFill>
                <a:latin typeface="Times New Roman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198355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85937C0-C6FB-426A-9B20-1F2810196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6024E04-DBF3-462E-8CC9-15151098D63B}"/>
              </a:ext>
            </a:extLst>
          </p:cNvPr>
          <p:cNvSpPr txBox="1">
            <a:spLocks/>
          </p:cNvSpPr>
          <p:nvPr/>
        </p:nvSpPr>
        <p:spPr>
          <a:xfrm>
            <a:off x="998383" y="3992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tx1"/>
                </a:solidFill>
                <a:latin typeface="+mn-lt"/>
              </a:rPr>
              <a:t>Index-oriented storage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D6F8BC3-188A-4786-96B3-E7F8675F0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28" y="2863720"/>
            <a:ext cx="10857143" cy="2485714"/>
          </a:xfrm>
          <a:prstGeom prst="rect">
            <a:avLst/>
          </a:prstGeom>
        </p:spPr>
      </p:pic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36DD048F-025E-4D1B-9B6B-7E409A224CC4}"/>
              </a:ext>
            </a:extLst>
          </p:cNvPr>
          <p:cNvSpPr txBox="1">
            <a:spLocks/>
          </p:cNvSpPr>
          <p:nvPr/>
        </p:nvSpPr>
        <p:spPr>
          <a:xfrm>
            <a:off x="1053644" y="1417637"/>
            <a:ext cx="10857142" cy="402272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p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Index structure: Tree-index (B+ tree), Hash Index, others (discussed later) </a:t>
            </a:r>
          </a:p>
        </p:txBody>
      </p:sp>
    </p:spTree>
    <p:extLst>
      <p:ext uri="{BB962C8B-B14F-4D97-AF65-F5344CB8AC3E}">
        <p14:creationId xmlns:p14="http://schemas.microsoft.com/office/powerpoint/2010/main" val="36706137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of Using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SzPct val="95000"/>
              <a:buFont typeface="Arial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Use on larger tables</a:t>
            </a:r>
          </a:p>
          <a:p>
            <a:pPr lvl="1">
              <a:buSzPct val="95000"/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Indexing takes more storage space</a:t>
            </a:r>
          </a:p>
          <a:p>
            <a:pPr>
              <a:buSzPct val="95000"/>
              <a:buFont typeface="Arial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Index the primary key of each table (by default)</a:t>
            </a:r>
          </a:p>
          <a:p>
            <a:pPr>
              <a:buSzPct val="95000"/>
              <a:buFont typeface="Arial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Index search fields</a:t>
            </a:r>
          </a:p>
          <a:p>
            <a:pPr lvl="1">
              <a:buSzPct val="95000"/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Fields/attributes that frequently appear in WHERE clauses.</a:t>
            </a:r>
          </a:p>
          <a:p>
            <a:pPr lvl="2">
              <a:buSzPct val="95000"/>
              <a:buFont typeface="Arial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E.g., Name on Facebook</a:t>
            </a:r>
          </a:p>
          <a:p>
            <a:pPr>
              <a:buSzPct val="95000"/>
              <a:buFont typeface="Arial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Index fields that often appear in SQL ORDER BY and GROUP BY commands</a:t>
            </a:r>
          </a:p>
          <a:p>
            <a:pPr lvl="1">
              <a:buSzPct val="95000"/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E.g., Price, rating on Amazon</a:t>
            </a:r>
          </a:p>
          <a:p>
            <a:pPr>
              <a:buSzPct val="95000"/>
              <a:buFont typeface="Arial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Index attributes that have a significant variety in values </a:t>
            </a:r>
          </a:p>
          <a:p>
            <a:pPr lvl="1">
              <a:buSzPct val="95000"/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When there are &gt;100 values but not when there are &lt;30 values</a:t>
            </a:r>
          </a:p>
          <a:p>
            <a:pPr>
              <a:buSzPct val="95000"/>
              <a:buFont typeface="Arial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… 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8073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INDEX command in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22475" y="1981201"/>
            <a:ext cx="7556313" cy="132834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Example: If there are a large number of queries based on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CustomerName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performance would be improved by keeping an index on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CustomerName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4821494" y="4823741"/>
            <a:ext cx="29291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000" dirty="0">
                <a:latin typeface="Times New Roman" pitchFamily="18" charset="0"/>
                <a:cs typeface="Times New Roman" pitchFamily="18" charset="0"/>
              </a:rPr>
              <a:t>DROP INDEX </a:t>
            </a:r>
            <a:r>
              <a:rPr lang="de-DE" sz="2000" dirty="0" err="1">
                <a:latin typeface="Times New Roman" pitchFamily="18" charset="0"/>
                <a:cs typeface="Times New Roman" pitchFamily="18" charset="0"/>
              </a:rPr>
              <a:t>NameIDX</a:t>
            </a:r>
            <a:r>
              <a:rPr lang="de-DE" sz="2000" dirty="0">
                <a:latin typeface="Times New Roman" pitchFamily="18" charset="0"/>
                <a:cs typeface="Times New Roman" pitchFamily="18" charset="0"/>
              </a:rPr>
              <a:t>;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821494" y="3771476"/>
            <a:ext cx="45164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2000" dirty="0">
                <a:latin typeface="Times New Roman" pitchFamily="18" charset="0"/>
                <a:cs typeface="Times New Roman" pitchFamily="18" charset="0"/>
              </a:rPr>
              <a:t>CREATE INDEX </a:t>
            </a:r>
            <a:r>
              <a:rPr lang="de-DE" sz="2000" dirty="0" err="1">
                <a:latin typeface="Times New Roman" pitchFamily="18" charset="0"/>
                <a:cs typeface="Times New Roman" pitchFamily="18" charset="0"/>
              </a:rPr>
              <a:t>NameIDX</a:t>
            </a:r>
            <a:r>
              <a:rPr lang="de-DE" sz="2000" dirty="0">
                <a:latin typeface="Times New Roman" pitchFamily="18" charset="0"/>
                <a:cs typeface="Times New Roman" pitchFamily="18" charset="0"/>
              </a:rPr>
              <a:t> ON </a:t>
            </a:r>
            <a:r>
              <a:rPr lang="de-DE" sz="2000" dirty="0" err="1">
                <a:latin typeface="Times New Roman" pitchFamily="18" charset="0"/>
                <a:cs typeface="Times New Roman" pitchFamily="18" charset="0"/>
              </a:rPr>
              <a:t>Customer_T</a:t>
            </a:r>
            <a:r>
              <a:rPr lang="de-DE" sz="20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de-DE" sz="2000" dirty="0" err="1">
                <a:latin typeface="Times New Roman" pitchFamily="18" charset="0"/>
                <a:cs typeface="Times New Roman" pitchFamily="18" charset="0"/>
              </a:rPr>
              <a:t>CustomerName</a:t>
            </a:r>
            <a:r>
              <a:rPr lang="de-DE" sz="2000" dirty="0">
                <a:latin typeface="Times New Roman" pitchFamily="18" charset="0"/>
                <a:cs typeface="Times New Roman" pitchFamily="18" charset="0"/>
              </a:rPr>
              <a:t>);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39063" y="3779087"/>
            <a:ext cx="14863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Create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53715" y="4817662"/>
            <a:ext cx="14863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Delete index</a:t>
            </a:r>
          </a:p>
        </p:txBody>
      </p:sp>
      <p:cxnSp>
        <p:nvCxnSpPr>
          <p:cNvPr id="9" name="Straight Arrow Connector 8"/>
          <p:cNvCxnSpPr>
            <a:stCxn id="6" idx="3"/>
          </p:cNvCxnSpPr>
          <p:nvPr/>
        </p:nvCxnSpPr>
        <p:spPr>
          <a:xfrm>
            <a:off x="4025368" y="3979142"/>
            <a:ext cx="79612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7" idx="3"/>
            <a:endCxn id="4" idx="1"/>
          </p:cNvCxnSpPr>
          <p:nvPr/>
        </p:nvCxnSpPr>
        <p:spPr>
          <a:xfrm>
            <a:off x="4040019" y="5017718"/>
            <a:ext cx="781474" cy="607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22297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File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physical address of a record is determined by a hash algorithm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Hash algorithm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Used when storing the record and retrieving the record.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Input: values of the column you want to build hash for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Output: the location/address of a record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When the input is the same, the output has to be the same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When the input is different, the output has to be different 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Need special mechanism to avoid conflicts.</a:t>
            </a:r>
          </a:p>
        </p:txBody>
      </p:sp>
    </p:spTree>
    <p:extLst>
      <p:ext uri="{BB962C8B-B14F-4D97-AF65-F5344CB8AC3E}">
        <p14:creationId xmlns:p14="http://schemas.microsoft.com/office/powerpoint/2010/main" val="23293894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5" descr="Noname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1" y="1207295"/>
            <a:ext cx="4807744" cy="405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2E22E663-3766-8842-A8EF-35C80C33401A}" type="slidenum">
              <a:rPr lang="en-US">
                <a:solidFill>
                  <a:srgbClr val="000000"/>
                </a:solidFill>
                <a:latin typeface="Arial" charset="0"/>
              </a:rPr>
              <a:pPr eaLnBrk="1" hangingPunct="1"/>
              <a:t>30</a:t>
            </a:fld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1748" name="Text Box 3"/>
          <p:cNvSpPr txBox="1">
            <a:spLocks noChangeArrowheads="1"/>
          </p:cNvSpPr>
          <p:nvPr/>
        </p:nvSpPr>
        <p:spPr bwMode="auto">
          <a:xfrm>
            <a:off x="2667000" y="1084662"/>
            <a:ext cx="18859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r>
              <a:rPr lang="en-US" b="1" dirty="0">
                <a:solidFill>
                  <a:srgbClr val="000000"/>
                </a:solidFill>
                <a:latin typeface="Arial" charset="0"/>
              </a:rPr>
              <a:t>Hashed</a:t>
            </a:r>
            <a:r>
              <a:rPr lang="en-US" dirty="0">
                <a:solidFill>
                  <a:srgbClr val="000000"/>
                </a:solidFill>
                <a:latin typeface="Arial" charset="0"/>
              </a:rPr>
              <a:t> file organization </a:t>
            </a:r>
          </a:p>
        </p:txBody>
      </p:sp>
      <p:sp>
        <p:nvSpPr>
          <p:cNvPr id="31749" name="Text Box 4"/>
          <p:cNvSpPr txBox="1">
            <a:spLocks noChangeArrowheads="1"/>
          </p:cNvSpPr>
          <p:nvPr/>
        </p:nvSpPr>
        <p:spPr bwMode="auto">
          <a:xfrm>
            <a:off x="4381500" y="3614739"/>
            <a:ext cx="1828800" cy="1726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r>
              <a:rPr lang="en-US" b="1" dirty="0">
                <a:solidFill>
                  <a:srgbClr val="990000"/>
                </a:solidFill>
                <a:latin typeface="Arial" charset="0"/>
              </a:rPr>
              <a:t>Hash algorithm</a:t>
            </a:r>
            <a:endParaRPr lang="en-US" b="1" i="1" dirty="0">
              <a:solidFill>
                <a:srgbClr val="990000"/>
              </a:solidFill>
              <a:latin typeface="Arial" charset="0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sz="1350" dirty="0">
                <a:solidFill>
                  <a:srgbClr val="990000"/>
                </a:solidFill>
                <a:latin typeface="Times New Roman" charset="0"/>
              </a:rPr>
              <a:t>Hash algorithm is used to determine record position. Records with same position are grouped in lists.</a:t>
            </a:r>
          </a:p>
        </p:txBody>
      </p:sp>
    </p:spTree>
    <p:extLst>
      <p:ext uri="{BB962C8B-B14F-4D97-AF65-F5344CB8AC3E}">
        <p14:creationId xmlns:p14="http://schemas.microsoft.com/office/powerpoint/2010/main" val="32443482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90928" y="246888"/>
            <a:ext cx="502195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Comparison of Data Access Methods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14075" y="723942"/>
          <a:ext cx="7763257" cy="594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9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9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0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Sequential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(tree)</a:t>
                      </a:r>
                      <a:r>
                        <a:rPr lang="en-US" baseline="0"/>
                        <a:t> </a:t>
                      </a:r>
                      <a:r>
                        <a:rPr lang="en-US"/>
                        <a:t>Indexed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Hashed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Storage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wasted</a:t>
                      </a:r>
                      <a:r>
                        <a:rPr lang="en-US" baseline="0" dirty="0"/>
                        <a:t> space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Extra</a:t>
                      </a:r>
                      <a:r>
                        <a:rPr lang="en-US" baseline="0" dirty="0"/>
                        <a:t> space for index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May need</a:t>
                      </a:r>
                      <a:r>
                        <a:rPr lang="en-US" baseline="0" dirty="0"/>
                        <a:t> extra space for insertion and deletion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Sequential</a:t>
                      </a:r>
                      <a:r>
                        <a:rPr lang="en-US" baseline="0" dirty="0"/>
                        <a:t> Retrieval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Vary 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Moderately 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Impractical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Random</a:t>
                      </a:r>
                      <a:r>
                        <a:rPr lang="en-US" baseline="0" dirty="0"/>
                        <a:t> Retrieval on PK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Impractical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Moderately</a:t>
                      </a:r>
                      <a:r>
                        <a:rPr lang="en-US" baseline="0" dirty="0"/>
                        <a:t> fast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Very</a:t>
                      </a:r>
                      <a:r>
                        <a:rPr lang="en-US" baseline="0" dirty="0"/>
                        <a:t> fast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Multiple</a:t>
                      </a:r>
                      <a:r>
                        <a:rPr lang="en-US" baseline="0" dirty="0"/>
                        <a:t>-key retrieval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Possible but</a:t>
                      </a:r>
                      <a:r>
                        <a:rPr lang="en-US" baseline="0" dirty="0"/>
                        <a:t> need to scan whole file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Vary fast with multiple indexes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possible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Deleting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 create waste space or need reorganizing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Easy but need maintenance and space 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Very easy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Adding</a:t>
                      </a:r>
                      <a:r>
                        <a:rPr lang="en-US" baseline="0" dirty="0"/>
                        <a:t> new records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 rewriting</a:t>
                      </a:r>
                      <a:r>
                        <a:rPr lang="en-US" baseline="0" dirty="0"/>
                        <a:t>  a file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Easy but need maintenance and space allocation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Very</a:t>
                      </a:r>
                      <a:r>
                        <a:rPr lang="en-US" baseline="0" dirty="0"/>
                        <a:t> easy but may need to handle overflow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Updating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Usually</a:t>
                      </a:r>
                      <a:r>
                        <a:rPr lang="en-US" baseline="0" dirty="0"/>
                        <a:t> need to rewrite the file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Easy but need maintenance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Very easy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0216242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21363</TotalTime>
  <Words>1391</Words>
  <Application>Microsoft Office PowerPoint</Application>
  <PresentationFormat>宽屏</PresentationFormat>
  <Paragraphs>243</Paragraphs>
  <Slides>31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Times New Roman</vt:lpstr>
      <vt:lpstr>Wingdings</vt:lpstr>
      <vt:lpstr>1_Retrospect</vt:lpstr>
      <vt:lpstr>Database Systems</vt:lpstr>
      <vt:lpstr>Agenda</vt:lpstr>
      <vt:lpstr>Goal of Physical Design </vt:lpstr>
      <vt:lpstr>Logical Design vs. Physical Design</vt:lpstr>
      <vt:lpstr>Key Design issues</vt:lpstr>
      <vt:lpstr>Storage Hierarchies of Computer</vt:lpstr>
      <vt:lpstr>Storage Structure of Database</vt:lpstr>
      <vt:lpstr>Solid-State Drives</vt:lpstr>
      <vt:lpstr>Data Organization on Disks</vt:lpstr>
      <vt:lpstr>Data Organization on Hard Disk</vt:lpstr>
      <vt:lpstr>Database Page </vt:lpstr>
      <vt:lpstr>Database Page </vt:lpstr>
      <vt:lpstr>Page Layout</vt:lpstr>
      <vt:lpstr>Page Layout</vt:lpstr>
      <vt:lpstr>Page Layout</vt:lpstr>
      <vt:lpstr>Page Layout</vt:lpstr>
      <vt:lpstr>Page Layout</vt:lpstr>
      <vt:lpstr>Page Layout</vt:lpstr>
      <vt:lpstr>File Organization on Disk </vt:lpstr>
      <vt:lpstr>Heap File</vt:lpstr>
      <vt:lpstr>Heap File</vt:lpstr>
      <vt:lpstr>Heap File</vt:lpstr>
      <vt:lpstr>PowerPoint 演示文稿</vt:lpstr>
      <vt:lpstr>PowerPoint 演示文稿</vt:lpstr>
      <vt:lpstr>PowerPoint 演示文稿</vt:lpstr>
      <vt:lpstr>PowerPoint 演示文稿</vt:lpstr>
      <vt:lpstr>Rule of Using Index</vt:lpstr>
      <vt:lpstr>The INDEX command in SQL</vt:lpstr>
      <vt:lpstr>Hash File Organization</vt:lpstr>
      <vt:lpstr>PowerPoint 演示文稿</vt:lpstr>
      <vt:lpstr>PowerPoint 演示文稿</vt:lpstr>
    </vt:vector>
  </TitlesOfParts>
  <Company>Tippie College of Business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</dc:title>
  <dc:creator>Zhou, Xun</dc:creator>
  <cp:lastModifiedBy>Xun Zhou</cp:lastModifiedBy>
  <cp:revision>1308</cp:revision>
  <dcterms:created xsi:type="dcterms:W3CDTF">2014-09-09T01:52:12Z</dcterms:created>
  <dcterms:modified xsi:type="dcterms:W3CDTF">2025-10-28T05:41:21Z</dcterms:modified>
</cp:coreProperties>
</file>