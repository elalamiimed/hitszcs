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4" r:id="rId1"/>
  </p:sldMasterIdLst>
  <p:notesMasterIdLst>
    <p:notesMasterId r:id="rId33"/>
  </p:notesMasterIdLst>
  <p:sldIdLst>
    <p:sldId id="407" r:id="rId2"/>
    <p:sldId id="413" r:id="rId3"/>
    <p:sldId id="737" r:id="rId4"/>
    <p:sldId id="260" r:id="rId5"/>
    <p:sldId id="261" r:id="rId6"/>
    <p:sldId id="374" r:id="rId7"/>
    <p:sldId id="262" r:id="rId8"/>
    <p:sldId id="375" r:id="rId9"/>
    <p:sldId id="383" r:id="rId10"/>
    <p:sldId id="457" r:id="rId11"/>
    <p:sldId id="384" r:id="rId12"/>
    <p:sldId id="385" r:id="rId13"/>
    <p:sldId id="386" r:id="rId14"/>
    <p:sldId id="456" r:id="rId15"/>
    <p:sldId id="389" r:id="rId16"/>
    <p:sldId id="390" r:id="rId17"/>
    <p:sldId id="391" r:id="rId18"/>
    <p:sldId id="472" r:id="rId19"/>
    <p:sldId id="739" r:id="rId20"/>
    <p:sldId id="393" r:id="rId21"/>
    <p:sldId id="394" r:id="rId22"/>
    <p:sldId id="395" r:id="rId23"/>
    <p:sldId id="460" r:id="rId24"/>
    <p:sldId id="738" r:id="rId25"/>
    <p:sldId id="740" r:id="rId26"/>
    <p:sldId id="741" r:id="rId27"/>
    <p:sldId id="742" r:id="rId28"/>
    <p:sldId id="743" r:id="rId29"/>
    <p:sldId id="744" r:id="rId30"/>
    <p:sldId id="745" r:id="rId31"/>
    <p:sldId id="74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ou, Xun" initials="ZX" lastIdx="1" clrIdx="0">
    <p:extLst>
      <p:ext uri="{19B8F6BF-5375-455C-9EA6-DF929625EA0E}">
        <p15:presenceInfo xmlns:p15="http://schemas.microsoft.com/office/powerpoint/2012/main" userId="S-1-5-21-1343024091-1383384898-725345543-876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FF"/>
    <a:srgbClr val="CC99FF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40" autoAdjust="0"/>
    <p:restoredTop sz="96433" autoAdjust="0"/>
  </p:normalViewPr>
  <p:slideViewPr>
    <p:cSldViewPr snapToGrid="0">
      <p:cViewPr varScale="1">
        <p:scale>
          <a:sx n="116" d="100"/>
          <a:sy n="116" d="100"/>
        </p:scale>
        <p:origin x="595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-1098" y="-11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n Zhou" userId="307cf16e35cdea9e" providerId="LiveId" clId="{5E9B3893-CB3B-4321-B2D6-4223AF0115A2}"/>
    <pc:docChg chg="undo redo custSel addSld delSld modSld sldOrd">
      <pc:chgData name="Xun Zhou" userId="307cf16e35cdea9e" providerId="LiveId" clId="{5E9B3893-CB3B-4321-B2D6-4223AF0115A2}" dt="2025-10-30T05:45:40.146" v="625" actId="47"/>
      <pc:docMkLst>
        <pc:docMk/>
      </pc:docMkLst>
      <pc:sldChg chg="modSp add mod">
        <pc:chgData name="Xun Zhou" userId="307cf16e35cdea9e" providerId="LiveId" clId="{5E9B3893-CB3B-4321-B2D6-4223AF0115A2}" dt="2025-10-29T07:15:28.932" v="95" actId="1076"/>
        <pc:sldMkLst>
          <pc:docMk/>
          <pc:sldMk cId="0" sldId="260"/>
        </pc:sldMkLst>
        <pc:spChg chg="mod">
          <ac:chgData name="Xun Zhou" userId="307cf16e35cdea9e" providerId="LiveId" clId="{5E9B3893-CB3B-4321-B2D6-4223AF0115A2}" dt="2025-10-29T07:15:28.932" v="95" actId="1076"/>
          <ac:spMkLst>
            <pc:docMk/>
            <pc:sldMk cId="0" sldId="260"/>
            <ac:spMk id="1103875" creationId="{9A931772-41AD-40F7-93E4-14F5D2068315}"/>
          </ac:spMkLst>
        </pc:spChg>
      </pc:sldChg>
      <pc:sldChg chg="modSp add mod">
        <pc:chgData name="Xun Zhou" userId="307cf16e35cdea9e" providerId="LiveId" clId="{5E9B3893-CB3B-4321-B2D6-4223AF0115A2}" dt="2025-10-29T07:15:48.293" v="100" actId="1076"/>
        <pc:sldMkLst>
          <pc:docMk/>
          <pc:sldMk cId="0" sldId="261"/>
        </pc:sldMkLst>
        <pc:spChg chg="mod">
          <ac:chgData name="Xun Zhou" userId="307cf16e35cdea9e" providerId="LiveId" clId="{5E9B3893-CB3B-4321-B2D6-4223AF0115A2}" dt="2025-10-29T07:15:48.293" v="100" actId="1076"/>
          <ac:spMkLst>
            <pc:docMk/>
            <pc:sldMk cId="0" sldId="261"/>
            <ac:spMk id="15363" creationId="{BAF8129C-3EED-4426-9DD8-3F433D6DF7D4}"/>
          </ac:spMkLst>
        </pc:spChg>
        <pc:picChg chg="mod">
          <ac:chgData name="Xun Zhou" userId="307cf16e35cdea9e" providerId="LiveId" clId="{5E9B3893-CB3B-4321-B2D6-4223AF0115A2}" dt="2025-10-29T07:15:43.778" v="99" actId="1076"/>
          <ac:picMkLst>
            <pc:docMk/>
            <pc:sldMk cId="0" sldId="261"/>
            <ac:picMk id="15364" creationId="{710620EF-3A3A-4679-B2D8-8E62EC03AEDD}"/>
          </ac:picMkLst>
        </pc:picChg>
      </pc:sldChg>
      <pc:sldChg chg="modSp add mod">
        <pc:chgData name="Xun Zhou" userId="307cf16e35cdea9e" providerId="LiveId" clId="{5E9B3893-CB3B-4321-B2D6-4223AF0115A2}" dt="2025-10-29T07:16:34.050" v="108" actId="1076"/>
        <pc:sldMkLst>
          <pc:docMk/>
          <pc:sldMk cId="0" sldId="262"/>
        </pc:sldMkLst>
        <pc:spChg chg="mod">
          <ac:chgData name="Xun Zhou" userId="307cf16e35cdea9e" providerId="LiveId" clId="{5E9B3893-CB3B-4321-B2D6-4223AF0115A2}" dt="2025-10-29T07:16:31.434" v="107" actId="14100"/>
          <ac:spMkLst>
            <pc:docMk/>
            <pc:sldMk cId="0" sldId="262"/>
            <ac:spMk id="19459" creationId="{AEC30A03-5B48-4877-BFDE-46B4DC9354F2}"/>
          </ac:spMkLst>
        </pc:spChg>
        <pc:picChg chg="mod">
          <ac:chgData name="Xun Zhou" userId="307cf16e35cdea9e" providerId="LiveId" clId="{5E9B3893-CB3B-4321-B2D6-4223AF0115A2}" dt="2025-10-29T07:16:34.050" v="108" actId="1076"/>
          <ac:picMkLst>
            <pc:docMk/>
            <pc:sldMk cId="0" sldId="262"/>
            <ac:picMk id="19460" creationId="{4CA72F48-2A38-43A9-866F-F0DC18882120}"/>
          </ac:picMkLst>
        </pc:picChg>
      </pc:sldChg>
      <pc:sldChg chg="modSp add mod">
        <pc:chgData name="Xun Zhou" userId="307cf16e35cdea9e" providerId="LiveId" clId="{5E9B3893-CB3B-4321-B2D6-4223AF0115A2}" dt="2025-10-29T07:16:13.071" v="104" actId="1076"/>
        <pc:sldMkLst>
          <pc:docMk/>
          <pc:sldMk cId="0" sldId="374"/>
        </pc:sldMkLst>
        <pc:spChg chg="mod">
          <ac:chgData name="Xun Zhou" userId="307cf16e35cdea9e" providerId="LiveId" clId="{5E9B3893-CB3B-4321-B2D6-4223AF0115A2}" dt="2025-10-29T07:16:13.071" v="104" actId="1076"/>
          <ac:spMkLst>
            <pc:docMk/>
            <pc:sldMk cId="0" sldId="374"/>
            <ac:spMk id="17411" creationId="{972A41FD-6D01-4D50-86B9-6E628B8C7744}"/>
          </ac:spMkLst>
        </pc:spChg>
        <pc:picChg chg="mod">
          <ac:chgData name="Xun Zhou" userId="307cf16e35cdea9e" providerId="LiveId" clId="{5E9B3893-CB3B-4321-B2D6-4223AF0115A2}" dt="2025-10-29T07:16:08.051" v="103" actId="1076"/>
          <ac:picMkLst>
            <pc:docMk/>
            <pc:sldMk cId="0" sldId="374"/>
            <ac:picMk id="17412" creationId="{6206C307-EB8B-44EE-BC03-F42F67E29368}"/>
          </ac:picMkLst>
        </pc:picChg>
      </pc:sldChg>
      <pc:sldChg chg="addSp delSp modSp add mod">
        <pc:chgData name="Xun Zhou" userId="307cf16e35cdea9e" providerId="LiveId" clId="{5E9B3893-CB3B-4321-B2D6-4223AF0115A2}" dt="2025-10-29T07:17:14.523" v="124" actId="207"/>
        <pc:sldMkLst>
          <pc:docMk/>
          <pc:sldMk cId="0" sldId="375"/>
        </pc:sldMkLst>
        <pc:spChg chg="add del mod">
          <ac:chgData name="Xun Zhou" userId="307cf16e35cdea9e" providerId="LiveId" clId="{5E9B3893-CB3B-4321-B2D6-4223AF0115A2}" dt="2025-10-29T07:17:14.523" v="124" actId="207"/>
          <ac:spMkLst>
            <pc:docMk/>
            <pc:sldMk cId="0" sldId="375"/>
            <ac:spMk id="4" creationId="{1C584757-4F0D-4F53-8610-649ED2931878}"/>
          </ac:spMkLst>
        </pc:spChg>
        <pc:spChg chg="add del mod topLvl">
          <ac:chgData name="Xun Zhou" userId="307cf16e35cdea9e" providerId="LiveId" clId="{5E9B3893-CB3B-4321-B2D6-4223AF0115A2}" dt="2025-10-29T07:17:14.523" v="124" actId="207"/>
          <ac:spMkLst>
            <pc:docMk/>
            <pc:sldMk cId="0" sldId="375"/>
            <ac:spMk id="11" creationId="{3CA78095-0A25-48F9-9B32-1E9D76A9734D}"/>
          </ac:spMkLst>
        </pc:spChg>
        <pc:spChg chg="mod">
          <ac:chgData name="Xun Zhou" userId="307cf16e35cdea9e" providerId="LiveId" clId="{5E9B3893-CB3B-4321-B2D6-4223AF0115A2}" dt="2025-10-29T07:16:52.943" v="112" actId="1076"/>
          <ac:spMkLst>
            <pc:docMk/>
            <pc:sldMk cId="0" sldId="375"/>
            <ac:spMk id="21507" creationId="{1497FC95-73F7-4D82-B58B-073729F719AC}"/>
          </ac:spMkLst>
        </pc:spChg>
        <pc:grpChg chg="add del mod">
          <ac:chgData name="Xun Zhou" userId="307cf16e35cdea9e" providerId="LiveId" clId="{5E9B3893-CB3B-4321-B2D6-4223AF0115A2}" dt="2025-10-29T07:17:10.890" v="123" actId="1076"/>
          <ac:grpSpMkLst>
            <pc:docMk/>
            <pc:sldMk cId="0" sldId="375"/>
            <ac:grpSpMk id="5" creationId="{1BDE9D94-E986-4FDA-B2F6-B47DE62C9308}"/>
          </ac:grpSpMkLst>
        </pc:grpChg>
        <pc:picChg chg="mod topLvl">
          <ac:chgData name="Xun Zhou" userId="307cf16e35cdea9e" providerId="LiveId" clId="{5E9B3893-CB3B-4321-B2D6-4223AF0115A2}" dt="2025-10-29T07:17:07.768" v="119" actId="478"/>
          <ac:picMkLst>
            <pc:docMk/>
            <pc:sldMk cId="0" sldId="375"/>
            <ac:picMk id="3" creationId="{816BB815-C486-41E2-8B5C-0756C1851E3A}"/>
          </ac:picMkLst>
        </pc:picChg>
      </pc:sldChg>
      <pc:sldChg chg="modSp add mod">
        <pc:chgData name="Xun Zhou" userId="307cf16e35cdea9e" providerId="LiveId" clId="{5E9B3893-CB3B-4321-B2D6-4223AF0115A2}" dt="2025-10-29T07:18:02.507" v="132" actId="14100"/>
        <pc:sldMkLst>
          <pc:docMk/>
          <pc:sldMk cId="0" sldId="383"/>
        </pc:sldMkLst>
        <pc:spChg chg="mod">
          <ac:chgData name="Xun Zhou" userId="307cf16e35cdea9e" providerId="LiveId" clId="{5E9B3893-CB3B-4321-B2D6-4223AF0115A2}" dt="2025-10-29T07:18:02.507" v="132" actId="14100"/>
          <ac:spMkLst>
            <pc:docMk/>
            <pc:sldMk cId="0" sldId="383"/>
            <ac:spMk id="37891" creationId="{22162B0D-B51D-446C-A191-D7BE1B40440C}"/>
          </ac:spMkLst>
        </pc:spChg>
      </pc:sldChg>
      <pc:sldChg chg="modSp add mod">
        <pc:chgData name="Xun Zhou" userId="307cf16e35cdea9e" providerId="LiveId" clId="{5E9B3893-CB3B-4321-B2D6-4223AF0115A2}" dt="2025-10-29T07:19:52.694" v="164" actId="1076"/>
        <pc:sldMkLst>
          <pc:docMk/>
          <pc:sldMk cId="0" sldId="384"/>
        </pc:sldMkLst>
        <pc:spChg chg="mod">
          <ac:chgData name="Xun Zhou" userId="307cf16e35cdea9e" providerId="LiveId" clId="{5E9B3893-CB3B-4321-B2D6-4223AF0115A2}" dt="2025-10-29T07:19:44.714" v="163" actId="14100"/>
          <ac:spMkLst>
            <pc:docMk/>
            <pc:sldMk cId="0" sldId="384"/>
            <ac:spMk id="40963" creationId="{FD53499C-F106-46F2-BF14-D21BEF327FB2}"/>
          </ac:spMkLst>
        </pc:spChg>
        <pc:spChg chg="mod">
          <ac:chgData name="Xun Zhou" userId="307cf16e35cdea9e" providerId="LiveId" clId="{5E9B3893-CB3B-4321-B2D6-4223AF0115A2}" dt="2025-10-29T07:19:38.388" v="161" actId="1076"/>
          <ac:spMkLst>
            <pc:docMk/>
            <pc:sldMk cId="0" sldId="384"/>
            <ac:spMk id="40964" creationId="{50EC1053-5CAA-4B1C-B11A-D206AA5195D2}"/>
          </ac:spMkLst>
        </pc:spChg>
        <pc:spChg chg="mod">
          <ac:chgData name="Xun Zhou" userId="307cf16e35cdea9e" providerId="LiveId" clId="{5E9B3893-CB3B-4321-B2D6-4223AF0115A2}" dt="2025-10-29T07:19:52.694" v="164" actId="1076"/>
          <ac:spMkLst>
            <pc:docMk/>
            <pc:sldMk cId="0" sldId="384"/>
            <ac:spMk id="1361922" creationId="{07CFB251-EA2C-47DA-B685-A75D8DCDB4A1}"/>
          </ac:spMkLst>
        </pc:spChg>
      </pc:sldChg>
      <pc:sldChg chg="modSp add mod">
        <pc:chgData name="Xun Zhou" userId="307cf16e35cdea9e" providerId="LiveId" clId="{5E9B3893-CB3B-4321-B2D6-4223AF0115A2}" dt="2025-10-29T07:20:04.253" v="168" actId="1076"/>
        <pc:sldMkLst>
          <pc:docMk/>
          <pc:sldMk cId="0" sldId="385"/>
        </pc:sldMkLst>
        <pc:spChg chg="mod">
          <ac:chgData name="Xun Zhou" userId="307cf16e35cdea9e" providerId="LiveId" clId="{5E9B3893-CB3B-4321-B2D6-4223AF0115A2}" dt="2025-10-29T07:20:01.068" v="167" actId="1076"/>
          <ac:spMkLst>
            <pc:docMk/>
            <pc:sldMk cId="0" sldId="385"/>
            <ac:spMk id="43011" creationId="{5E2DF636-C20B-414E-A588-A610771C96EE}"/>
          </ac:spMkLst>
        </pc:spChg>
        <pc:picChg chg="mod">
          <ac:chgData name="Xun Zhou" userId="307cf16e35cdea9e" providerId="LiveId" clId="{5E9B3893-CB3B-4321-B2D6-4223AF0115A2}" dt="2025-10-29T07:20:04.253" v="168" actId="1076"/>
          <ac:picMkLst>
            <pc:docMk/>
            <pc:sldMk cId="0" sldId="385"/>
            <ac:picMk id="43012" creationId="{61F7658D-8529-4C17-B4AA-522328E48731}"/>
          </ac:picMkLst>
        </pc:picChg>
      </pc:sldChg>
      <pc:sldChg chg="modSp add mod">
        <pc:chgData name="Xun Zhou" userId="307cf16e35cdea9e" providerId="LiveId" clId="{5E9B3893-CB3B-4321-B2D6-4223AF0115A2}" dt="2025-10-29T07:20:43.389" v="178" actId="1076"/>
        <pc:sldMkLst>
          <pc:docMk/>
          <pc:sldMk cId="0" sldId="386"/>
        </pc:sldMkLst>
        <pc:spChg chg="mod">
          <ac:chgData name="Xun Zhou" userId="307cf16e35cdea9e" providerId="LiveId" clId="{5E9B3893-CB3B-4321-B2D6-4223AF0115A2}" dt="2025-10-29T07:20:42.407" v="177" actId="1076"/>
          <ac:spMkLst>
            <pc:docMk/>
            <pc:sldMk cId="0" sldId="386"/>
            <ac:spMk id="45059" creationId="{33B428D0-E1FF-4080-8E20-A5CE39542436}"/>
          </ac:spMkLst>
        </pc:spChg>
        <pc:spChg chg="mod">
          <ac:chgData name="Xun Zhou" userId="307cf16e35cdea9e" providerId="LiveId" clId="{5E9B3893-CB3B-4321-B2D6-4223AF0115A2}" dt="2025-10-29T07:20:40.584" v="176" actId="1076"/>
          <ac:spMkLst>
            <pc:docMk/>
            <pc:sldMk cId="0" sldId="386"/>
            <ac:spMk id="45060" creationId="{76855706-2897-4A1C-BB15-612E6E125592}"/>
          </ac:spMkLst>
        </pc:spChg>
        <pc:spChg chg="mod">
          <ac:chgData name="Xun Zhou" userId="307cf16e35cdea9e" providerId="LiveId" clId="{5E9B3893-CB3B-4321-B2D6-4223AF0115A2}" dt="2025-10-29T07:20:38.829" v="175" actId="14100"/>
          <ac:spMkLst>
            <pc:docMk/>
            <pc:sldMk cId="0" sldId="386"/>
            <ac:spMk id="1366018" creationId="{30825248-ECF3-42B1-B321-CDFB41005F42}"/>
          </ac:spMkLst>
        </pc:spChg>
        <pc:grpChg chg="mod">
          <ac:chgData name="Xun Zhou" userId="307cf16e35cdea9e" providerId="LiveId" clId="{5E9B3893-CB3B-4321-B2D6-4223AF0115A2}" dt="2025-10-29T07:20:43.389" v="178" actId="1076"/>
          <ac:grpSpMkLst>
            <pc:docMk/>
            <pc:sldMk cId="0" sldId="386"/>
            <ac:grpSpMk id="45061" creationId="{0ABF95CC-E6C9-439C-8C6C-8B69BDB3EC8C}"/>
          </ac:grpSpMkLst>
        </pc:grpChg>
        <pc:picChg chg="mod">
          <ac:chgData name="Xun Zhou" userId="307cf16e35cdea9e" providerId="LiveId" clId="{5E9B3893-CB3B-4321-B2D6-4223AF0115A2}" dt="2025-10-29T07:20:43.389" v="178" actId="1076"/>
          <ac:picMkLst>
            <pc:docMk/>
            <pc:sldMk cId="0" sldId="386"/>
            <ac:picMk id="45062" creationId="{012C4B4A-CC70-4617-8C41-85390F3903CA}"/>
          </ac:picMkLst>
        </pc:picChg>
        <pc:picChg chg="mod">
          <ac:chgData name="Xun Zhou" userId="307cf16e35cdea9e" providerId="LiveId" clId="{5E9B3893-CB3B-4321-B2D6-4223AF0115A2}" dt="2025-10-29T07:20:43.389" v="178" actId="1076"/>
          <ac:picMkLst>
            <pc:docMk/>
            <pc:sldMk cId="0" sldId="386"/>
            <ac:picMk id="45063" creationId="{7BD2BFE1-0AF9-488E-85E2-AE4A1033A750}"/>
          </ac:picMkLst>
        </pc:picChg>
      </pc:sldChg>
      <pc:sldChg chg="modSp add mod modClrScheme chgLayout">
        <pc:chgData name="Xun Zhou" userId="307cf16e35cdea9e" providerId="LiveId" clId="{5E9B3893-CB3B-4321-B2D6-4223AF0115A2}" dt="2025-10-30T05:37:35.115" v="404" actId="20577"/>
        <pc:sldMkLst>
          <pc:docMk/>
          <pc:sldMk cId="0" sldId="389"/>
        </pc:sldMkLst>
        <pc:spChg chg="mod ord">
          <ac:chgData name="Xun Zhou" userId="307cf16e35cdea9e" providerId="LiveId" clId="{5E9B3893-CB3B-4321-B2D6-4223AF0115A2}" dt="2025-10-30T05:37:35.115" v="404" actId="20577"/>
          <ac:spMkLst>
            <pc:docMk/>
            <pc:sldMk cId="0" sldId="389"/>
            <ac:spMk id="48131" creationId="{F1965228-E904-49E0-AF36-1FD378CB67E5}"/>
          </ac:spMkLst>
        </pc:spChg>
        <pc:spChg chg="mod ord">
          <ac:chgData name="Xun Zhou" userId="307cf16e35cdea9e" providerId="LiveId" clId="{5E9B3893-CB3B-4321-B2D6-4223AF0115A2}" dt="2025-10-29T07:23:23.655" v="210" actId="1076"/>
          <ac:spMkLst>
            <pc:docMk/>
            <pc:sldMk cId="0" sldId="389"/>
            <ac:spMk id="1372162" creationId="{32E1A6C6-86FE-48FF-AA43-AFD7CE8AD82B}"/>
          </ac:spMkLst>
        </pc:spChg>
        <pc:picChg chg="mod">
          <ac:chgData name="Xun Zhou" userId="307cf16e35cdea9e" providerId="LiveId" clId="{5E9B3893-CB3B-4321-B2D6-4223AF0115A2}" dt="2025-10-29T07:21:15.604" v="187" actId="1076"/>
          <ac:picMkLst>
            <pc:docMk/>
            <pc:sldMk cId="0" sldId="389"/>
            <ac:picMk id="48133" creationId="{33F38C9F-4795-45E8-AC13-8552F375DDDB}"/>
          </ac:picMkLst>
        </pc:picChg>
      </pc:sldChg>
      <pc:sldChg chg="modSp add mod">
        <pc:chgData name="Xun Zhou" userId="307cf16e35cdea9e" providerId="LiveId" clId="{5E9B3893-CB3B-4321-B2D6-4223AF0115A2}" dt="2025-10-29T07:22:00.883" v="199" actId="1076"/>
        <pc:sldMkLst>
          <pc:docMk/>
          <pc:sldMk cId="0" sldId="390"/>
        </pc:sldMkLst>
        <pc:spChg chg="mod">
          <ac:chgData name="Xun Zhou" userId="307cf16e35cdea9e" providerId="LiveId" clId="{5E9B3893-CB3B-4321-B2D6-4223AF0115A2}" dt="2025-10-29T07:21:54.367" v="196" actId="14100"/>
          <ac:spMkLst>
            <pc:docMk/>
            <pc:sldMk cId="0" sldId="390"/>
            <ac:spMk id="61442" creationId="{30320B58-A814-4C25-9DB6-EE325318540C}"/>
          </ac:spMkLst>
        </pc:spChg>
        <pc:spChg chg="mod">
          <ac:chgData name="Xun Zhou" userId="307cf16e35cdea9e" providerId="LiveId" clId="{5E9B3893-CB3B-4321-B2D6-4223AF0115A2}" dt="2025-10-29T07:22:00.883" v="199" actId="1076"/>
          <ac:spMkLst>
            <pc:docMk/>
            <pc:sldMk cId="0" sldId="390"/>
            <ac:spMk id="1374210" creationId="{2236C35C-12A7-41B6-BCCD-455129331DC9}"/>
          </ac:spMkLst>
        </pc:spChg>
      </pc:sldChg>
      <pc:sldChg chg="addSp delSp modSp add mod">
        <pc:chgData name="Xun Zhou" userId="307cf16e35cdea9e" providerId="LiveId" clId="{5E9B3893-CB3B-4321-B2D6-4223AF0115A2}" dt="2025-10-29T07:23:51.276" v="219" actId="478"/>
        <pc:sldMkLst>
          <pc:docMk/>
          <pc:sldMk cId="0" sldId="391"/>
        </pc:sldMkLst>
        <pc:spChg chg="add del mod">
          <ac:chgData name="Xun Zhou" userId="307cf16e35cdea9e" providerId="LiveId" clId="{5E9B3893-CB3B-4321-B2D6-4223AF0115A2}" dt="2025-10-29T07:23:39.547" v="213" actId="478"/>
          <ac:spMkLst>
            <pc:docMk/>
            <pc:sldMk cId="0" sldId="391"/>
            <ac:spMk id="3" creationId="{B41EAD67-46CF-4F1B-AE51-56D565970F7D}"/>
          </ac:spMkLst>
        </pc:spChg>
        <pc:spChg chg="add del mod">
          <ac:chgData name="Xun Zhou" userId="307cf16e35cdea9e" providerId="LiveId" clId="{5E9B3893-CB3B-4321-B2D6-4223AF0115A2}" dt="2025-10-29T07:23:51.276" v="219" actId="478"/>
          <ac:spMkLst>
            <pc:docMk/>
            <pc:sldMk cId="0" sldId="391"/>
            <ac:spMk id="5" creationId="{CEBE8F3A-0698-418C-8C1C-A651E166B6F2}"/>
          </ac:spMkLst>
        </pc:spChg>
        <pc:spChg chg="add del mod">
          <ac:chgData name="Xun Zhou" userId="307cf16e35cdea9e" providerId="LiveId" clId="{5E9B3893-CB3B-4321-B2D6-4223AF0115A2}" dt="2025-10-29T07:23:44.031" v="216" actId="478"/>
          <ac:spMkLst>
            <pc:docMk/>
            <pc:sldMk cId="0" sldId="391"/>
            <ac:spMk id="52227" creationId="{ECF2E9BB-363F-4829-9C71-04DBA21FE68F}"/>
          </ac:spMkLst>
        </pc:spChg>
        <pc:spChg chg="mod">
          <ac:chgData name="Xun Zhou" userId="307cf16e35cdea9e" providerId="LiveId" clId="{5E9B3893-CB3B-4321-B2D6-4223AF0115A2}" dt="2025-10-29T07:22:16.981" v="200" actId="14100"/>
          <ac:spMkLst>
            <pc:docMk/>
            <pc:sldMk cId="0" sldId="391"/>
            <ac:spMk id="1376258" creationId="{392FDAD7-CC47-40E9-9944-E39B35E9CE10}"/>
          </ac:spMkLst>
        </pc:spChg>
        <pc:picChg chg="add del mod">
          <ac:chgData name="Xun Zhou" userId="307cf16e35cdea9e" providerId="LiveId" clId="{5E9B3893-CB3B-4321-B2D6-4223AF0115A2}" dt="2025-10-29T07:23:48.486" v="218" actId="14100"/>
          <ac:picMkLst>
            <pc:docMk/>
            <pc:sldMk cId="0" sldId="391"/>
            <ac:picMk id="52228" creationId="{9190CDA6-99CA-468E-8876-5BC595D7804F}"/>
          </ac:picMkLst>
        </pc:picChg>
      </pc:sldChg>
      <pc:sldChg chg="modSp add mod">
        <pc:chgData name="Xun Zhou" userId="307cf16e35cdea9e" providerId="LiveId" clId="{5E9B3893-CB3B-4321-B2D6-4223AF0115A2}" dt="2025-10-29T07:27:39.205" v="268" actId="5793"/>
        <pc:sldMkLst>
          <pc:docMk/>
          <pc:sldMk cId="0" sldId="393"/>
        </pc:sldMkLst>
        <pc:spChg chg="mod">
          <ac:chgData name="Xun Zhou" userId="307cf16e35cdea9e" providerId="LiveId" clId="{5E9B3893-CB3B-4321-B2D6-4223AF0115A2}" dt="2025-10-29T07:27:39.205" v="268" actId="5793"/>
          <ac:spMkLst>
            <pc:docMk/>
            <pc:sldMk cId="0" sldId="393"/>
            <ac:spMk id="69635" creationId="{0EC1EF23-2948-434B-835A-29D4CD15088D}"/>
          </ac:spMkLst>
        </pc:spChg>
      </pc:sldChg>
      <pc:sldChg chg="addSp delSp modSp add mod">
        <pc:chgData name="Xun Zhou" userId="307cf16e35cdea9e" providerId="LiveId" clId="{5E9B3893-CB3B-4321-B2D6-4223AF0115A2}" dt="2025-10-29T07:29:17.994" v="280" actId="21"/>
        <pc:sldMkLst>
          <pc:docMk/>
          <pc:sldMk cId="0" sldId="394"/>
        </pc:sldMkLst>
        <pc:spChg chg="mod">
          <ac:chgData name="Xun Zhou" userId="307cf16e35cdea9e" providerId="LiveId" clId="{5E9B3893-CB3B-4321-B2D6-4223AF0115A2}" dt="2025-10-29T07:27:23.828" v="266" actId="1076"/>
          <ac:spMkLst>
            <pc:docMk/>
            <pc:sldMk cId="0" sldId="394"/>
            <ac:spMk id="60419" creationId="{E2BDD1D5-5CBB-491F-96EF-2F18E241BE54}"/>
          </ac:spMkLst>
        </pc:spChg>
        <pc:spChg chg="mod">
          <ac:chgData name="Xun Zhou" userId="307cf16e35cdea9e" providerId="LiveId" clId="{5E9B3893-CB3B-4321-B2D6-4223AF0115A2}" dt="2025-10-29T07:27:47.012" v="269" actId="14100"/>
          <ac:spMkLst>
            <pc:docMk/>
            <pc:sldMk cId="0" sldId="394"/>
            <ac:spMk id="60420" creationId="{DE51FAA6-8AF6-49C8-87EF-D5809D2C0B01}"/>
          </ac:spMkLst>
        </pc:spChg>
        <pc:picChg chg="add del mod">
          <ac:chgData name="Xun Zhou" userId="307cf16e35cdea9e" providerId="LiveId" clId="{5E9B3893-CB3B-4321-B2D6-4223AF0115A2}" dt="2025-10-29T07:29:17.994" v="280" actId="21"/>
          <ac:picMkLst>
            <pc:docMk/>
            <pc:sldMk cId="0" sldId="394"/>
            <ac:picMk id="3" creationId="{962F52C4-BFEE-4AE3-8F96-CCBA838301E6}"/>
          </ac:picMkLst>
        </pc:picChg>
      </pc:sldChg>
      <pc:sldChg chg="addSp delSp modSp add mod modClrScheme chgLayout">
        <pc:chgData name="Xun Zhou" userId="307cf16e35cdea9e" providerId="LiveId" clId="{5E9B3893-CB3B-4321-B2D6-4223AF0115A2}" dt="2025-10-29T07:29:22.613" v="282" actId="478"/>
        <pc:sldMkLst>
          <pc:docMk/>
          <pc:sldMk cId="0" sldId="395"/>
        </pc:sldMkLst>
        <pc:spChg chg="mod ord">
          <ac:chgData name="Xun Zhou" userId="307cf16e35cdea9e" providerId="LiveId" clId="{5E9B3893-CB3B-4321-B2D6-4223AF0115A2}" dt="2025-10-29T07:28:08.361" v="273" actId="1076"/>
          <ac:spMkLst>
            <pc:docMk/>
            <pc:sldMk cId="0" sldId="395"/>
            <ac:spMk id="1384450" creationId="{E838D612-2617-4F65-ABEC-C50DAA4A2ACD}"/>
          </ac:spMkLst>
        </pc:spChg>
        <pc:picChg chg="add del mod">
          <ac:chgData name="Xun Zhou" userId="307cf16e35cdea9e" providerId="LiveId" clId="{5E9B3893-CB3B-4321-B2D6-4223AF0115A2}" dt="2025-10-29T07:29:22.613" v="282" actId="478"/>
          <ac:picMkLst>
            <pc:docMk/>
            <pc:sldMk cId="0" sldId="395"/>
            <ac:picMk id="9" creationId="{FBAEC969-E412-4BCE-839C-E4943FBE457E}"/>
          </ac:picMkLst>
        </pc:picChg>
        <pc:picChg chg="mod">
          <ac:chgData name="Xun Zhou" userId="307cf16e35cdea9e" providerId="LiveId" clId="{5E9B3893-CB3B-4321-B2D6-4223AF0115A2}" dt="2025-10-29T07:27:58.851" v="270" actId="1076"/>
          <ac:picMkLst>
            <pc:docMk/>
            <pc:sldMk cId="0" sldId="395"/>
            <ac:picMk id="62469" creationId="{6EBD748B-6617-409C-8E4E-B8A47F7558D3}"/>
          </ac:picMkLst>
        </pc:picChg>
      </pc:sldChg>
      <pc:sldChg chg="add del">
        <pc:chgData name="Xun Zhou" userId="307cf16e35cdea9e" providerId="LiveId" clId="{5E9B3893-CB3B-4321-B2D6-4223AF0115A2}" dt="2025-10-29T07:30:45.983" v="293" actId="47"/>
        <pc:sldMkLst>
          <pc:docMk/>
          <pc:sldMk cId="0" sldId="396"/>
        </pc:sldMkLst>
      </pc:sldChg>
      <pc:sldChg chg="modSp mod">
        <pc:chgData name="Xun Zhou" userId="307cf16e35cdea9e" providerId="LiveId" clId="{5E9B3893-CB3B-4321-B2D6-4223AF0115A2}" dt="2025-10-29T07:12:58.776" v="7" actId="20577"/>
        <pc:sldMkLst>
          <pc:docMk/>
          <pc:sldMk cId="4107101501" sldId="407"/>
        </pc:sldMkLst>
        <pc:spChg chg="mod">
          <ac:chgData name="Xun Zhou" userId="307cf16e35cdea9e" providerId="LiveId" clId="{5E9B3893-CB3B-4321-B2D6-4223AF0115A2}" dt="2025-10-29T07:12:58.776" v="7" actId="20577"/>
          <ac:spMkLst>
            <pc:docMk/>
            <pc:sldMk cId="4107101501" sldId="407"/>
            <ac:spMk id="3" creationId="{00000000-0000-0000-0000-000000000000}"/>
          </ac:spMkLst>
        </pc:spChg>
      </pc:sldChg>
      <pc:sldChg chg="modSp mod">
        <pc:chgData name="Xun Zhou" userId="307cf16e35cdea9e" providerId="LiveId" clId="{5E9B3893-CB3B-4321-B2D6-4223AF0115A2}" dt="2025-10-29T07:13:15.536" v="88" actId="20577"/>
        <pc:sldMkLst>
          <pc:docMk/>
          <pc:sldMk cId="3526576760" sldId="413"/>
        </pc:sldMkLst>
        <pc:spChg chg="mod">
          <ac:chgData name="Xun Zhou" userId="307cf16e35cdea9e" providerId="LiveId" clId="{5E9B3893-CB3B-4321-B2D6-4223AF0115A2}" dt="2025-10-29T07:13:15.536" v="88" actId="20577"/>
          <ac:spMkLst>
            <pc:docMk/>
            <pc:sldMk cId="3526576760" sldId="413"/>
            <ac:spMk id="3" creationId="{15C89AD8-64FF-4AC8-BE0C-A2D34CC27C7B}"/>
          </ac:spMkLst>
        </pc:spChg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836797147" sldId="415"/>
        </pc:sldMkLst>
      </pc:sldChg>
      <pc:sldChg chg="modSp add mod">
        <pc:chgData name="Xun Zhou" userId="307cf16e35cdea9e" providerId="LiveId" clId="{5E9B3893-CB3B-4321-B2D6-4223AF0115A2}" dt="2025-10-29T07:21:00.451" v="183" actId="20577"/>
        <pc:sldMkLst>
          <pc:docMk/>
          <pc:sldMk cId="0" sldId="456"/>
        </pc:sldMkLst>
        <pc:spChg chg="mod">
          <ac:chgData name="Xun Zhou" userId="307cf16e35cdea9e" providerId="LiveId" clId="{5E9B3893-CB3B-4321-B2D6-4223AF0115A2}" dt="2025-10-29T07:21:00.451" v="183" actId="20577"/>
          <ac:spMkLst>
            <pc:docMk/>
            <pc:sldMk cId="0" sldId="456"/>
            <ac:spMk id="47107" creationId="{522285B4-4C44-43C2-9590-DFD402152A18}"/>
          </ac:spMkLst>
        </pc:spChg>
        <pc:spChg chg="mod">
          <ac:chgData name="Xun Zhou" userId="307cf16e35cdea9e" providerId="LiveId" clId="{5E9B3893-CB3B-4321-B2D6-4223AF0115A2}" dt="2025-10-29T07:20:50.197" v="179" actId="1076"/>
          <ac:spMkLst>
            <pc:docMk/>
            <pc:sldMk cId="0" sldId="456"/>
            <ac:spMk id="208898" creationId="{0977D842-A55D-45FB-A569-781D6F374B75}"/>
          </ac:spMkLst>
        </pc:spChg>
        <pc:picChg chg="mod">
          <ac:chgData name="Xun Zhou" userId="307cf16e35cdea9e" providerId="LiveId" clId="{5E9B3893-CB3B-4321-B2D6-4223AF0115A2}" dt="2025-10-29T07:20:56.566" v="181" actId="1076"/>
          <ac:picMkLst>
            <pc:docMk/>
            <pc:sldMk cId="0" sldId="456"/>
            <ac:picMk id="47108" creationId="{62FC7E36-0E9F-4C04-A7DA-9617738A4A90}"/>
          </ac:picMkLst>
        </pc:picChg>
      </pc:sldChg>
      <pc:sldChg chg="addSp delSp modSp add mod modClrScheme chgLayout">
        <pc:chgData name="Xun Zhou" userId="307cf16e35cdea9e" providerId="LiveId" clId="{5E9B3893-CB3B-4321-B2D6-4223AF0115A2}" dt="2025-10-29T07:19:19.899" v="154" actId="1076"/>
        <pc:sldMkLst>
          <pc:docMk/>
          <pc:sldMk cId="0" sldId="457"/>
        </pc:sldMkLst>
        <pc:spChg chg="mod ord">
          <ac:chgData name="Xun Zhou" userId="307cf16e35cdea9e" providerId="LiveId" clId="{5E9B3893-CB3B-4321-B2D6-4223AF0115A2}" dt="2025-10-29T07:18:19.043" v="137" actId="1076"/>
          <ac:spMkLst>
            <pc:docMk/>
            <pc:sldMk cId="0" sldId="457"/>
            <ac:spMk id="39938" creationId="{72A0A4B5-93E8-4A46-9ABB-B723A76A3787}"/>
          </ac:spMkLst>
        </pc:spChg>
        <pc:spChg chg="mod">
          <ac:chgData name="Xun Zhou" userId="307cf16e35cdea9e" providerId="LiveId" clId="{5E9B3893-CB3B-4321-B2D6-4223AF0115A2}" dt="2025-10-29T07:19:06.868" v="144" actId="1076"/>
          <ac:spMkLst>
            <pc:docMk/>
            <pc:sldMk cId="0" sldId="457"/>
            <ac:spMk id="39943" creationId="{DB162ECD-DB94-4A27-B11D-FEFC23CCB710}"/>
          </ac:spMkLst>
        </pc:spChg>
        <pc:spChg chg="mod">
          <ac:chgData name="Xun Zhou" userId="307cf16e35cdea9e" providerId="LiveId" clId="{5E9B3893-CB3B-4321-B2D6-4223AF0115A2}" dt="2025-10-29T07:19:06.868" v="144" actId="1076"/>
          <ac:spMkLst>
            <pc:docMk/>
            <pc:sldMk cId="0" sldId="457"/>
            <ac:spMk id="39944" creationId="{6E563E24-5E98-4177-9D3D-31217A7F2052}"/>
          </ac:spMkLst>
        </pc:spChg>
        <pc:grpChg chg="del mod">
          <ac:chgData name="Xun Zhou" userId="307cf16e35cdea9e" providerId="LiveId" clId="{5E9B3893-CB3B-4321-B2D6-4223AF0115A2}" dt="2025-10-29T07:19:07.546" v="145" actId="478"/>
          <ac:grpSpMkLst>
            <pc:docMk/>
            <pc:sldMk cId="0" sldId="457"/>
            <ac:grpSpMk id="39941" creationId="{EF92FA19-AB38-4BA7-99E1-186F98390EB1}"/>
          </ac:grpSpMkLst>
        </pc:grpChg>
        <pc:picChg chg="add del">
          <ac:chgData name="Xun Zhou" userId="307cf16e35cdea9e" providerId="LiveId" clId="{5E9B3893-CB3B-4321-B2D6-4223AF0115A2}" dt="2025-10-29T07:19:10.101" v="147" actId="22"/>
          <ac:picMkLst>
            <pc:docMk/>
            <pc:sldMk cId="0" sldId="457"/>
            <ac:picMk id="3" creationId="{3385AF7A-C132-448E-A848-F55A79D36932}"/>
          </ac:picMkLst>
        </pc:picChg>
        <pc:picChg chg="add mod">
          <ac:chgData name="Xun Zhou" userId="307cf16e35cdea9e" providerId="LiveId" clId="{5E9B3893-CB3B-4321-B2D6-4223AF0115A2}" dt="2025-10-29T07:19:19.899" v="154" actId="1076"/>
          <ac:picMkLst>
            <pc:docMk/>
            <pc:sldMk cId="0" sldId="457"/>
            <ac:picMk id="5" creationId="{77AA85DF-5F7C-409F-AFF0-4C6DC7ACAFE6}"/>
          </ac:picMkLst>
        </pc:picChg>
        <pc:picChg chg="mod">
          <ac:chgData name="Xun Zhou" userId="307cf16e35cdea9e" providerId="LiveId" clId="{5E9B3893-CB3B-4321-B2D6-4223AF0115A2}" dt="2025-10-29T07:19:06.868" v="144" actId="1076"/>
          <ac:picMkLst>
            <pc:docMk/>
            <pc:sldMk cId="0" sldId="457"/>
            <ac:picMk id="39942" creationId="{D1B731C9-62E9-453D-8BC8-11CED13F889D}"/>
          </ac:picMkLst>
        </pc:picChg>
        <pc:cxnChg chg="del">
          <ac:chgData name="Xun Zhou" userId="307cf16e35cdea9e" providerId="LiveId" clId="{5E9B3893-CB3B-4321-B2D6-4223AF0115A2}" dt="2025-10-29T07:19:13.293" v="149" actId="478"/>
          <ac:cxnSpMkLst>
            <pc:docMk/>
            <pc:sldMk cId="0" sldId="457"/>
            <ac:cxnSpMk id="39939" creationId="{BC2EC05F-0D0B-4482-9874-0FF50420CFF4}"/>
          </ac:cxnSpMkLst>
        </pc:cxnChg>
        <pc:cxnChg chg="del">
          <ac:chgData name="Xun Zhou" userId="307cf16e35cdea9e" providerId="LiveId" clId="{5E9B3893-CB3B-4321-B2D6-4223AF0115A2}" dt="2025-10-29T07:19:11.520" v="148" actId="478"/>
          <ac:cxnSpMkLst>
            <pc:docMk/>
            <pc:sldMk cId="0" sldId="457"/>
            <ac:cxnSpMk id="39940" creationId="{933E215A-0801-419F-B5A4-24B70097A42E}"/>
          </ac:cxnSpMkLst>
        </pc:cxnChg>
      </pc:sldChg>
      <pc:sldChg chg="modSp add mod modClrScheme chgLayout">
        <pc:chgData name="Xun Zhou" userId="307cf16e35cdea9e" providerId="LiveId" clId="{5E9B3893-CB3B-4321-B2D6-4223AF0115A2}" dt="2025-10-29T07:30:11.817" v="292" actId="1076"/>
        <pc:sldMkLst>
          <pc:docMk/>
          <pc:sldMk cId="0" sldId="460"/>
        </pc:sldMkLst>
        <pc:spChg chg="mod">
          <ac:chgData name="Xun Zhou" userId="307cf16e35cdea9e" providerId="LiveId" clId="{5E9B3893-CB3B-4321-B2D6-4223AF0115A2}" dt="2025-10-29T07:29:49.143" v="284" actId="1076"/>
          <ac:spMkLst>
            <pc:docMk/>
            <pc:sldMk cId="0" sldId="460"/>
            <ac:spMk id="64518" creationId="{42FA8B7C-AFE7-455C-BDCE-6A5F1875ACB4}"/>
          </ac:spMkLst>
        </pc:spChg>
        <pc:spChg chg="mod ord">
          <ac:chgData name="Xun Zhou" userId="307cf16e35cdea9e" providerId="LiveId" clId="{5E9B3893-CB3B-4321-B2D6-4223AF0115A2}" dt="2025-10-29T07:30:07.801" v="291" actId="1076"/>
          <ac:spMkLst>
            <pc:docMk/>
            <pc:sldMk cId="0" sldId="460"/>
            <ac:spMk id="212994" creationId="{DD05024D-2613-4FC9-A668-F687AB1ED673}"/>
          </ac:spMkLst>
        </pc:spChg>
        <pc:picChg chg="mod">
          <ac:chgData name="Xun Zhou" userId="307cf16e35cdea9e" providerId="LiveId" clId="{5E9B3893-CB3B-4321-B2D6-4223AF0115A2}" dt="2025-10-29T07:30:11.817" v="292" actId="1076"/>
          <ac:picMkLst>
            <pc:docMk/>
            <pc:sldMk cId="0" sldId="460"/>
            <ac:picMk id="64517" creationId="{90502F59-2918-434A-99BF-461D755718F0}"/>
          </ac:picMkLst>
        </pc:picChg>
      </pc:sldChg>
      <pc:sldChg chg="modSp add mod">
        <pc:chgData name="Xun Zhou" userId="307cf16e35cdea9e" providerId="LiveId" clId="{5E9B3893-CB3B-4321-B2D6-4223AF0115A2}" dt="2025-10-30T05:34:00.375" v="344" actId="20577"/>
        <pc:sldMkLst>
          <pc:docMk/>
          <pc:sldMk cId="2982251288" sldId="472"/>
        </pc:sldMkLst>
        <pc:spChg chg="mod">
          <ac:chgData name="Xun Zhou" userId="307cf16e35cdea9e" providerId="LiveId" clId="{5E9B3893-CB3B-4321-B2D6-4223AF0115A2}" dt="2025-10-30T05:34:00.375" v="344" actId="20577"/>
          <ac:spMkLst>
            <pc:docMk/>
            <pc:sldMk cId="2982251288" sldId="472"/>
            <ac:spMk id="3" creationId="{7B17F413-94C5-4CF8-8E2C-0431E6BE2944}"/>
          </ac:spMkLst>
        </pc:spChg>
        <pc:picChg chg="mod">
          <ac:chgData name="Xun Zhou" userId="307cf16e35cdea9e" providerId="LiveId" clId="{5E9B3893-CB3B-4321-B2D6-4223AF0115A2}" dt="2025-10-29T07:22:29.357" v="204" actId="1076"/>
          <ac:picMkLst>
            <pc:docMk/>
            <pc:sldMk cId="2982251288" sldId="472"/>
            <ac:picMk id="4" creationId="{90AA3AE9-E764-4908-8660-DA48FB997BA9}"/>
          </ac:picMkLst>
        </pc:picChg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866058389" sldId="649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464995559" sldId="721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1952404400" sldId="722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2324280739" sldId="723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132984434" sldId="724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2564974590" sldId="735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194248959" sldId="736"/>
        </pc:sldMkLst>
      </pc:sldChg>
      <pc:sldChg chg="del">
        <pc:chgData name="Xun Zhou" userId="307cf16e35cdea9e" providerId="LiveId" clId="{5E9B3893-CB3B-4321-B2D6-4223AF0115A2}" dt="2025-10-29T07:17:35.141" v="125" actId="47"/>
        <pc:sldMkLst>
          <pc:docMk/>
          <pc:sldMk cId="1419835531" sldId="738"/>
        </pc:sldMkLst>
      </pc:sldChg>
      <pc:sldChg chg="addSp modSp new mod ord">
        <pc:chgData name="Xun Zhou" userId="307cf16e35cdea9e" providerId="LiveId" clId="{5E9B3893-CB3B-4321-B2D6-4223AF0115A2}" dt="2025-10-29T07:28:50.269" v="275"/>
        <pc:sldMkLst>
          <pc:docMk/>
          <pc:sldMk cId="2065570801" sldId="738"/>
        </pc:sldMkLst>
        <pc:spChg chg="mod">
          <ac:chgData name="Xun Zhou" userId="307cf16e35cdea9e" providerId="LiveId" clId="{5E9B3893-CB3B-4321-B2D6-4223AF0115A2}" dt="2025-10-29T07:25:00.121" v="247" actId="20577"/>
          <ac:spMkLst>
            <pc:docMk/>
            <pc:sldMk cId="2065570801" sldId="738"/>
            <ac:spMk id="2" creationId="{35B9FB75-66F1-40CA-A2B3-4FC64FC038F0}"/>
          </ac:spMkLst>
        </pc:spChg>
        <pc:spChg chg="mod">
          <ac:chgData name="Xun Zhou" userId="307cf16e35cdea9e" providerId="LiveId" clId="{5E9B3893-CB3B-4321-B2D6-4223AF0115A2}" dt="2025-10-29T07:25:19.880" v="248"/>
          <ac:spMkLst>
            <pc:docMk/>
            <pc:sldMk cId="2065570801" sldId="738"/>
            <ac:spMk id="3" creationId="{383A26CE-25F3-4BED-9651-3EA33D7740B5}"/>
          </ac:spMkLst>
        </pc:spChg>
        <pc:picChg chg="add mod">
          <ac:chgData name="Xun Zhou" userId="307cf16e35cdea9e" providerId="LiveId" clId="{5E9B3893-CB3B-4321-B2D6-4223AF0115A2}" dt="2025-10-29T07:26:05.224" v="252" actId="1076"/>
          <ac:picMkLst>
            <pc:docMk/>
            <pc:sldMk cId="2065570801" sldId="738"/>
            <ac:picMk id="6" creationId="{7962AB19-CB3F-4ACC-B91C-9E69FC74FAA9}"/>
          </ac:picMkLst>
        </pc:picChg>
      </pc:sldChg>
      <pc:sldChg chg="addSp modSp new mod">
        <pc:chgData name="Xun Zhou" userId="307cf16e35cdea9e" providerId="LiveId" clId="{5E9B3893-CB3B-4321-B2D6-4223AF0115A2}" dt="2025-10-30T05:36:43.390" v="399" actId="20577"/>
        <pc:sldMkLst>
          <pc:docMk/>
          <pc:sldMk cId="4003023410" sldId="739"/>
        </pc:sldMkLst>
        <pc:spChg chg="mod">
          <ac:chgData name="Xun Zhou" userId="307cf16e35cdea9e" providerId="LiveId" clId="{5E9B3893-CB3B-4321-B2D6-4223AF0115A2}" dt="2025-10-30T05:36:15.731" v="363" actId="20577"/>
          <ac:spMkLst>
            <pc:docMk/>
            <pc:sldMk cId="4003023410" sldId="739"/>
            <ac:spMk id="2" creationId="{F0EECC5D-6E28-4C4C-96AA-60D1D73A9CC4}"/>
          </ac:spMkLst>
        </pc:spChg>
        <pc:spChg chg="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" creationId="{FA4E3EC6-9335-42DC-95B0-DC50D436EEC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" creationId="{398029EE-7C60-4B73-9697-14D92DF3CFF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" creationId="{DFC5606A-B39D-4443-B835-D279250483E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" creationId="{C59DEC0C-E837-43DE-B416-3315439324F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" creationId="{4813F548-B890-404A-8849-6EA1F60A1E77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" creationId="{6CE1A653-DD65-45B7-B1CA-92783808DAE1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" creationId="{AB5E74C2-92A2-4753-982A-24C3EB5B81E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" creationId="{A1587645-F25F-415E-87C7-1427D6ECB14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2" creationId="{4D98A028-8BA8-48C0-9698-4A7331C5AAA7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3" creationId="{ACAC0355-1091-4093-B804-9459709244DE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4" creationId="{D4F9C060-D0F1-4CD9-B18E-E22D198CDB2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5" creationId="{E6053FD1-FFFF-4F85-AD60-261BEF96A45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6" creationId="{330CD579-7EB7-4518-8B0E-E4686368D3CE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7" creationId="{A4CFC134-D720-4A43-BB6C-74C166E714F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8" creationId="{EEB40776-FECC-4DAA-89ED-3E4661B1EDB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9" creationId="{9AB2A277-11F9-4A00-9ED3-D32626221EA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0" creationId="{E3376969-CB40-4297-BDF8-CAA1905B805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1" creationId="{762EE2C2-B7B1-4469-8AF0-2E254DD8F3C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2" creationId="{BEABDC51-FED7-405A-AF68-8B086587D0A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3" creationId="{BE1CD571-3968-4853-BF80-67E065EBE29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4" creationId="{ECA10EDE-B1CE-4B7E-8508-C311FF31598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5" creationId="{63C605B1-4A90-43D9-88BB-DCFCA3D710A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6" creationId="{EEEFD332-4F54-420B-8841-EDD7976809F3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7" creationId="{0C1561B1-36CD-4718-896F-03AFBF30B28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8" creationId="{CF3FA618-BC85-4F1B-B354-8C7CFD05A1E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29" creationId="{61E9F732-B38C-4471-A41B-93FA6A28AC21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0" creationId="{48920D7F-A1A1-4EAE-9D6C-BA1FEB9FBE6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1" creationId="{43720402-138C-4725-B05B-D239D5E2061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2" creationId="{25E15616-C799-4198-898A-2B16855B7E9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3" creationId="{4565F179-5923-4CE4-9A06-3EB7A6D71F9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4" creationId="{A27A9440-1F8B-4B70-8A6A-4040FA0CAD1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5" creationId="{17F23E91-BEAC-4E6D-B6BE-CFF5DB9A5F1C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6" creationId="{81C17822-D616-4742-8D20-93000CC0A3D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7" creationId="{9510789B-8A7D-4381-A7CB-D636B3B50083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8" creationId="{B56949E6-491A-4DC3-A8D1-80293277562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39" creationId="{0134040D-E264-4C4B-BF76-00B03136760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0" creationId="{A2D8C2A2-867F-4154-9F49-D43D428B879C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1" creationId="{81579D7A-5A51-47B4-88DD-BC5E03F927E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2" creationId="{E7383BE8-8A6C-4773-B0A4-D5BB9AC32EA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3" creationId="{2786805D-47D3-4DD7-BD21-4E98D9C7399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4" creationId="{24D80887-FF81-4AE0-99C9-ED406517C72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5" creationId="{74EC9D0A-E8EF-4FCE-A7E5-CA4A6C9AA86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6" creationId="{35C35A85-B5C4-4C64-8BCE-8F92F89279A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7" creationId="{0ED0F8F3-7EBA-43E6-9DF9-9E0F398CB97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8" creationId="{0F0DFAD6-C454-4B56-BD6B-17FACE05058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49" creationId="{CDB18EC6-DAFF-4679-B11F-95E1C1D481D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0" creationId="{7B8993A1-E68C-49A8-975B-8DCE9321014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1" creationId="{EE297306-272D-4476-BA4E-292DDC4C8A4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2" creationId="{A7CBC699-4A5C-4974-9B79-806F8D2160B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3" creationId="{2545971E-8A92-4B81-8C3E-14F548A28BA7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4" creationId="{E4F61BE6-A43F-4CF8-8CA8-CA2FBF449BE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5" creationId="{82F0E272-3CDA-41FA-BB9E-6F6230505D1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6" creationId="{FE0A048D-6E96-4E63-BE05-5CA73034DFF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7" creationId="{64F6ADFD-A81B-4115-AFFD-EC9D542874BC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8" creationId="{C789A594-DBEB-4473-8E27-CF74A2ED053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59" creationId="{911480B5-C057-4992-8979-CAFDD24200E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0" creationId="{33EBA2DA-7EE6-4DD9-9568-65C15F197E4C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1" creationId="{060E898D-8211-4331-B702-3B0EFE0D463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2" creationId="{3273E441-7376-49CF-9CF8-594BB7FFA4E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3" creationId="{4FA21B70-CF01-41A8-9386-6F3593968CE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4" creationId="{B95DCEF5-1600-4B17-B6F4-61E05E19CB1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5" creationId="{0A6DF027-91E2-4146-941F-F79D8B20AD0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6" creationId="{D4E9A1E1-E72B-48AF-B17A-C1DFDCBF7B87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7" creationId="{8F24DC6D-8BA3-4A83-8BDA-D2EABAA1966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8" creationId="{7CEF0908-2417-425F-934C-F637B30EDA53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69" creationId="{4B0E30B4-0F0B-4778-85B7-9BD9E39ADA01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0" creationId="{6A4804AD-782C-4A60-945F-313893F40C4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1" creationId="{998688A7-3E1D-4636-A27A-2248F4CC463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2" creationId="{528AE25D-6B30-4D7A-825E-45A7E8233DD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3" creationId="{C9AC74C8-EE1C-4030-AADD-A565FA4DF86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4" creationId="{5ACB967D-E579-401E-8F7E-51E423404AD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5" creationId="{812EF786-0D18-4C65-BD02-59A6500B660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6" creationId="{E99BA6AE-E417-4248-8E3A-9CC65E28CB2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7" creationId="{804F790B-9D70-4D12-8175-A486877200C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8" creationId="{D3A3FD5F-200D-4703-8AA1-18FA5BA5335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79" creationId="{04CE94E1-2528-4929-B6FA-CBA5D6EE1AE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0" creationId="{A5494C76-A8ED-47C9-BEC5-C7C6EF3626F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1" creationId="{DA7CF747-5AD1-4F3E-A1FA-3BABEFF88C53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2" creationId="{DEA7A615-ED72-4780-B4CA-88D1AB582DB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3" creationId="{19FFA1E9-CA08-4B48-A411-5FB17A0C6DE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4" creationId="{6458862D-D10B-4169-8469-71AE9E2E1111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5" creationId="{6F335339-6A7B-49B8-BA82-D5032B45408E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6" creationId="{7CF18246-B753-40B0-8DCF-390D1DACEA7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7" creationId="{43D3EE18-151A-4395-8CA2-5B7F945C4E8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8" creationId="{F8491D88-747D-4A77-B935-3CED4332537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89" creationId="{0205E57D-BB4C-473E-A7C7-61D964FF80A0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0" creationId="{61085CCE-05D1-48C0-B93D-C6A04FAFD0E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1" creationId="{35139B04-1EEB-4CC8-A3CE-38F7BEDC3A9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2" creationId="{AC8F3215-56F7-432D-8D3A-F4BD0E3C5A8E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3" creationId="{FCFB648B-30BA-42F8-B11E-5B3B79D2BBEB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4" creationId="{B0E3A0DA-D989-42AD-AEA6-BB92CAD4534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5" creationId="{9BB36236-360F-4479-84FD-43A70B733CF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6" creationId="{87B32D3D-2B44-439A-BB22-465A7CF655FD}"/>
          </ac:spMkLst>
        </pc:spChg>
        <pc:spChg chg="add mod">
          <ac:chgData name="Xun Zhou" userId="307cf16e35cdea9e" providerId="LiveId" clId="{5E9B3893-CB3B-4321-B2D6-4223AF0115A2}" dt="2025-10-30T05:36:38.492" v="397" actId="14100"/>
          <ac:spMkLst>
            <pc:docMk/>
            <pc:sldMk cId="4003023410" sldId="739"/>
            <ac:spMk id="97" creationId="{58E08AE6-5D24-4067-A10C-C3E15E6E820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8" creationId="{D525C3AE-5CA9-4D9A-B8DD-40E58274027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99" creationId="{6519E3A2-55D8-4C51-824C-99CAC85E478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0" creationId="{C725CBF7-572C-4E19-B671-FF8AAA621B19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1" creationId="{ED081507-CF7D-4E62-AEAB-DDF3F4F2CE4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2" creationId="{751C9D40-5E94-47CE-A885-897FE9539A08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3" creationId="{40133ABE-63C3-4BD8-8EB6-B3CA58565A67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4" creationId="{60EFDBEA-8177-4C72-A529-191CFF72F99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5" creationId="{A5F96E0B-BAA9-420B-BC10-B1FDEF65C7B5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6" creationId="{AA9AAD8E-6875-4BA7-8642-DF243BE8A37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7" creationId="{52FCBFD0-6B4C-48D6-A242-17891D054612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8" creationId="{E8CC4294-4CF7-40CC-9205-727E9569CBF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09" creationId="{69952E9D-4647-41D7-B122-E699FE6C896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0" creationId="{F38BAC4C-C579-4A80-870E-52529726D7C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1" creationId="{06543D86-5A5D-401C-AEFA-799076C21BE6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2" creationId="{533D5167-FAE9-496A-B39F-1DCC3816C044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3" creationId="{4BC0FA3F-48C5-4CD8-B27B-E769F913072D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4" creationId="{DEB404BF-24B3-4F2B-9366-79CA0E0AE17C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5" creationId="{F5622880-D33F-45A9-98C1-A3D155F36A0A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6" creationId="{7338BDF2-6036-4F84-B2D7-9BA7C8A6765F}"/>
          </ac:spMkLst>
        </pc:spChg>
        <pc:spChg chg="add mod">
          <ac:chgData name="Xun Zhou" userId="307cf16e35cdea9e" providerId="LiveId" clId="{5E9B3893-CB3B-4321-B2D6-4223AF0115A2}" dt="2025-10-30T05:36:21.193" v="364" actId="1076"/>
          <ac:spMkLst>
            <pc:docMk/>
            <pc:sldMk cId="4003023410" sldId="739"/>
            <ac:spMk id="117" creationId="{EC2C4309-BE54-45C1-9802-9D04379907DB}"/>
          </ac:spMkLst>
        </pc:spChg>
        <pc:spChg chg="add mod">
          <ac:chgData name="Xun Zhou" userId="307cf16e35cdea9e" providerId="LiveId" clId="{5E9B3893-CB3B-4321-B2D6-4223AF0115A2}" dt="2025-10-30T05:36:43.390" v="399" actId="20577"/>
          <ac:spMkLst>
            <pc:docMk/>
            <pc:sldMk cId="4003023410" sldId="739"/>
            <ac:spMk id="118" creationId="{453E61A5-DDC6-493B-982F-7EA30646F044}"/>
          </ac:spMkLst>
        </pc:spChg>
      </pc:sldChg>
      <pc:sldChg chg="addSp modSp new mod">
        <pc:chgData name="Xun Zhou" userId="307cf16e35cdea9e" providerId="LiveId" clId="{5E9B3893-CB3B-4321-B2D6-4223AF0115A2}" dt="2025-10-30T05:39:55.165" v="431" actId="20577"/>
        <pc:sldMkLst>
          <pc:docMk/>
          <pc:sldMk cId="3918696760" sldId="740"/>
        </pc:sldMkLst>
        <pc:spChg chg="mod">
          <ac:chgData name="Xun Zhou" userId="307cf16e35cdea9e" providerId="LiveId" clId="{5E9B3893-CB3B-4321-B2D6-4223AF0115A2}" dt="2025-10-30T05:39:47.101" v="428" actId="20577"/>
          <ac:spMkLst>
            <pc:docMk/>
            <pc:sldMk cId="3918696760" sldId="740"/>
            <ac:spMk id="2" creationId="{CB07603B-5CE6-462C-A9B3-5BBC27246D4C}"/>
          </ac:spMkLst>
        </pc:spChg>
        <pc:spChg chg="add mod">
          <ac:chgData name="Xun Zhou" userId="307cf16e35cdea9e" providerId="LiveId" clId="{5E9B3893-CB3B-4321-B2D6-4223AF0115A2}" dt="2025-10-30T05:39:55.165" v="431" actId="20577"/>
          <ac:spMkLst>
            <pc:docMk/>
            <pc:sldMk cId="3918696760" sldId="740"/>
            <ac:spMk id="5" creationId="{DF1A933F-8DD5-48BB-8BF3-5B6FB663A02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" creationId="{72B1420D-5975-4EC0-A5D8-0309D55B786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" creationId="{45267036-1E1F-494F-A184-4B7F8FAE508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" creationId="{3BA210AE-E8F2-446B-AB69-458ED45ACB5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" creationId="{B4F6A414-5851-408C-9E7E-4F5B9429FA1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" creationId="{EAB2DD2B-D3F8-4C1D-8EA1-7422B8692C0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1" creationId="{D3F2A662-60CB-44AE-912F-1C7EF8A46B7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2" creationId="{BE137860-0E97-4610-91BE-725B3DDFFB88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3" creationId="{612A9C42-25D8-4899-8029-3FAF4DF9587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4" creationId="{DB901459-A57C-47F9-A958-6AF6982C3BB8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5" creationId="{A9CE318D-F1BA-4FE6-8CB6-93516F3494A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6" creationId="{FA008D01-D421-45AF-ABF4-EE6E046BD83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7" creationId="{FE5522B4-4B10-4A14-B069-0602FCA77199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8" creationId="{9CCC90ED-2E2E-4DE3-9186-7A38E1F0A90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9" creationId="{8DC7B470-F1A6-4CC5-BCA1-CC5CD15A1E2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0" creationId="{57B78E5A-C3BB-4A96-8044-532E855DBAE8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1" creationId="{4F31CB33-568F-44AC-BDDE-3436653F3BA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2" creationId="{97A6F710-2E25-42A1-A45F-5D813C50E9C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3" creationId="{C2388898-5DF8-40BE-BF69-7ADA77637D0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4" creationId="{015B1936-7B75-4C4B-A506-93164913CD9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5" creationId="{3434387C-691B-446B-B223-5625DAB214E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6" creationId="{B9403C13-0350-4EB6-8491-A2C35E01FE2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7" creationId="{E6D28B58-599D-41FB-8F01-EAA22FD22B5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8" creationId="{3BFDD3EF-F78A-4619-BD42-FD76BA97376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29" creationId="{D6B51D22-C862-4086-A4D4-BC6FD942058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0" creationId="{DBF31548-4E6A-4651-85B6-2B00AC20C798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1" creationId="{8089657B-9FCC-451D-A110-7EEECB09EFB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2" creationId="{C6458600-6208-4998-89E2-4307CD56271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3" creationId="{666494D8-ACF8-4D1E-92D9-79189F2C4A9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4" creationId="{C1BC17B3-50BD-4613-A146-6624BEB38D3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5" creationId="{01A8277F-DE74-43F2-9AFE-A0BFA0B6899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6" creationId="{19B3EFE0-C1B1-4FFD-B667-B66D30B9214F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7" creationId="{06110FC8-026A-4E89-B7D7-023105F7979F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8" creationId="{0E22BC88-1224-47CE-876C-B705F960798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39" creationId="{52641BA9-1117-433B-93F7-FF10437F63C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0" creationId="{E6F6EDA7-04A7-4F8D-B01D-BEBF90122327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1" creationId="{E6856BBD-CA5B-4870-A9D5-EB01659E244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2" creationId="{0D66A850-EBAF-4672-AA89-642800850BE9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3" creationId="{5B7D1F3E-3A7F-40BC-B1E8-FAC6D2BB0AE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4" creationId="{EB21E9EE-FBB8-458F-9223-640AAD936559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5" creationId="{ED2A353B-1DA8-4DCF-AA55-874252CFDE58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6" creationId="{CA66488F-7448-4D6F-BC72-412E627CA57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7" creationId="{EA672557-7241-4AC8-8D93-3AB72B27111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8" creationId="{0295414F-596E-4C0A-BE2B-B4E1EB0B29E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49" creationId="{C10E98C6-3FB1-4F48-B265-C79ED62BAD9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0" creationId="{F23FD433-5511-4F0F-A71C-0AF6DCEB3F9F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1" creationId="{2860D29E-E881-4580-A0D3-0235C436EE6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2" creationId="{8BC2F1A1-3122-40EC-A503-7BCD3C0978B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3" creationId="{10A36117-CF67-4554-8AFD-AE998A979D4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4" creationId="{74450E10-26F7-4996-A059-D87A71EE610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5" creationId="{8FF3D8F8-905E-426A-9A5E-CF2F63B8923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6" creationId="{07D1C75A-107D-417D-B7DA-BD3A6B07766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7" creationId="{D39FF623-259D-4A8C-BEA9-557048B4031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8" creationId="{41E5E119-59D3-4111-BF21-C69E688DE70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59" creationId="{9344585C-365C-45C4-85CB-231FE5BF2C7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0" creationId="{366EFB01-883B-49E0-8E0D-D68E97D365D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1" creationId="{1FE66CF1-67A7-4DAC-AA62-6BCC6990F09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2" creationId="{8BDCA5A9-0522-42A5-81F0-42CB2415928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3" creationId="{8059BF06-44BD-4CA7-B425-257CFC7FF15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4" creationId="{66567282-382A-42AE-A1D9-BFE34B608EC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5" creationId="{7408E4DD-BDC9-45BF-8169-04A2DBDA536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6" creationId="{4226E0CD-CE28-46DF-8F35-7674A05BA775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7" creationId="{C9383197-32F3-4BE0-938C-A70682E890E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8" creationId="{6BA165E2-43E1-46CB-B423-3A34A7226BD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69" creationId="{E78DDE05-4C5C-4BC1-A28A-E5E43E089ED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0" creationId="{575FDEF4-6D9A-4B94-8595-C42C255CDD6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1" creationId="{A598E2BF-750A-4CB7-AEEF-635CA1FCBEA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2" creationId="{BDD400D2-5C45-4B75-BE7A-DF54685AAF4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3" creationId="{5D43CA87-D33E-4AA2-BEEC-952E903356C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4" creationId="{6B8447AA-2CCE-4297-A799-91815512AF2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5" creationId="{EE6BFB27-DF7B-4352-B399-0B25DB2551ED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6" creationId="{86A1F53E-8B23-4F12-B1E0-79B49D8CAFD5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7" creationId="{37E417AA-B0C5-447B-B6A7-755753DA6D4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8" creationId="{2F42B5B5-1E08-4133-AAAA-AA9E9268D50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79" creationId="{7A101B25-E8AB-442D-82B3-167262487B9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0" creationId="{E50EBB7E-656A-492E-A923-4762751C787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1" creationId="{40FFD3FD-5387-4CB2-B822-46446C427F2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2" creationId="{EAC305E7-F6BC-4A25-AA45-B5407D65DBB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3" creationId="{9E793EC7-1D79-42CD-84EC-ECE0C0B7D196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4" creationId="{24C996A4-EA40-4E02-A84F-5734B30FD88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5" creationId="{35905FED-BEDF-469C-8B89-62A4167EAA62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6" creationId="{1B57D953-301E-43A0-89B4-4CE15D1C7AE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7" creationId="{E25C3952-D9A1-468A-8D71-6643FA671FE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8" creationId="{9FEEA293-1801-4C14-8BF2-49A859FFB2F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89" creationId="{A2E355B1-8ABC-4260-BCB1-6205CC11C8DA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0" creationId="{2FF076A8-A33D-4D1D-8E72-D3197ACC031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1" creationId="{F05F0FC5-605D-4A11-AE09-F54AE99116F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2" creationId="{093726A4-0EED-473B-B292-FF1F99BFCE1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3" creationId="{7B483AAF-0541-4688-98C9-F2218296D32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4" creationId="{67A2DB6F-EEC4-4A24-A4D5-E66ED15A2E40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5" creationId="{38529310-DF93-49B2-A0AD-68069DFF9CC3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6" creationId="{E6EC0905-6DBC-4564-BBF0-442DC1A212A7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7" creationId="{3AA4CF50-49AC-4690-B641-DDBA163B72C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8" creationId="{457A7F6B-6DB7-4B01-A137-597E805E242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99" creationId="{497AB1B4-3B31-408C-B6DB-A2F9A6CD9E1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0" creationId="{CD7C490D-266B-45FF-B93D-9C9FA3E0263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1" creationId="{22354C48-6914-4819-B391-04E8BCA13DD7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2" creationId="{FF8E0151-9CDD-4D02-8A5B-4E49DC79E069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3" creationId="{D06F79BC-0790-48BC-A8BD-F5DBBC4D9731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4" creationId="{D34A305F-3F0C-4D56-B33C-C413776E341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5" creationId="{4EAFB0E9-2D8F-408B-9B71-73F2B0879974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6" creationId="{B20570D2-662C-41A9-8652-D08D2AD4E9DB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7" creationId="{50772485-C42D-4277-AD3C-C618FA5F888F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8" creationId="{B80D648B-4388-4B70-80AB-8BD80B249C6E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09" creationId="{04DDBAE8-4CFD-42F3-8DB3-C2CC27B49ABF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10" creationId="{BC27467B-8690-4704-AC55-055DF4C4AD95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11" creationId="{7F187A3F-0FA8-45CD-9549-AAC24B32AF2C}"/>
          </ac:spMkLst>
        </pc:spChg>
        <pc:spChg chg="add mod">
          <ac:chgData name="Xun Zhou" userId="307cf16e35cdea9e" providerId="LiveId" clId="{5E9B3893-CB3B-4321-B2D6-4223AF0115A2}" dt="2025-10-30T05:39:42.859" v="406"/>
          <ac:spMkLst>
            <pc:docMk/>
            <pc:sldMk cId="3918696760" sldId="740"/>
            <ac:spMk id="112" creationId="{BB3A9441-CF0D-4C80-A7EE-388BEE417440}"/>
          </ac:spMkLst>
        </pc:spChg>
      </pc:sldChg>
      <pc:sldChg chg="addSp modSp del">
        <pc:chgData name="Xun Zhou" userId="307cf16e35cdea9e" providerId="LiveId" clId="{5E9B3893-CB3B-4321-B2D6-4223AF0115A2}" dt="2025-10-29T07:17:37.300" v="128" actId="47"/>
        <pc:sldMkLst>
          <pc:docMk/>
          <pc:sldMk cId="3972229780" sldId="740"/>
        </pc:sldMkLst>
        <pc:spChg chg="add mod">
          <ac:chgData name="Xun Zhou" userId="307cf16e35cdea9e" providerId="LiveId" clId="{5E9B3893-CB3B-4321-B2D6-4223AF0115A2}" dt="2025-10-29T07:15:17.340" v="91"/>
          <ac:spMkLst>
            <pc:docMk/>
            <pc:sldMk cId="3972229780" sldId="740"/>
            <ac:spMk id="10" creationId="{A471252C-098C-486A-8E72-7C38AC42B3C3}"/>
          </ac:spMkLst>
        </pc:spChg>
        <pc:spChg chg="add mod">
          <ac:chgData name="Xun Zhou" userId="307cf16e35cdea9e" providerId="LiveId" clId="{5E9B3893-CB3B-4321-B2D6-4223AF0115A2}" dt="2025-10-29T07:15:17.340" v="91"/>
          <ac:spMkLst>
            <pc:docMk/>
            <pc:sldMk cId="3972229780" sldId="740"/>
            <ac:spMk id="12" creationId="{9A931772-41AD-40F7-93E4-14F5D2068315}"/>
          </ac:spMkLst>
        </pc:spChg>
      </pc:sldChg>
      <pc:sldChg chg="addSp modSp new mod modAnim">
        <pc:chgData name="Xun Zhou" userId="307cf16e35cdea9e" providerId="LiveId" clId="{5E9B3893-CB3B-4321-B2D6-4223AF0115A2}" dt="2025-10-30T05:40:40.005" v="484" actId="1076"/>
        <pc:sldMkLst>
          <pc:docMk/>
          <pc:sldMk cId="14932943" sldId="741"/>
        </pc:sldMkLst>
        <pc:spChg chg="mod">
          <ac:chgData name="Xun Zhou" userId="307cf16e35cdea9e" providerId="LiveId" clId="{5E9B3893-CB3B-4321-B2D6-4223AF0115A2}" dt="2025-10-30T05:40:20.532" v="445" actId="20577"/>
          <ac:spMkLst>
            <pc:docMk/>
            <pc:sldMk cId="14932943" sldId="741"/>
            <ac:spMk id="2" creationId="{DC659D84-FF31-49CB-AEAC-FC1C212B482C}"/>
          </ac:spMkLst>
        </pc:spChg>
        <pc:spChg chg="mod">
          <ac:chgData name="Xun Zhou" userId="307cf16e35cdea9e" providerId="LiveId" clId="{5E9B3893-CB3B-4321-B2D6-4223AF0115A2}" dt="2025-10-30T05:40:32.096" v="483" actId="20577"/>
          <ac:spMkLst>
            <pc:docMk/>
            <pc:sldMk cId="14932943" sldId="741"/>
            <ac:spMk id="3" creationId="{1BC5F7C0-7849-47F0-A81F-08CDF55E8B3B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" creationId="{20988A40-9694-4F89-BC81-F3DA0289A51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" creationId="{C92BDB51-3E93-4BE3-843C-4A1FBB4D7F9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" creationId="{9954F914-669A-421D-860B-57A24E0635F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" creationId="{D0615C97-9FE6-46CA-921F-573960F35FA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" creationId="{04B1A89A-4038-4AC0-8C05-EA628ECC603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" creationId="{DE6C82A9-7A71-4B6D-9071-3343B7BBFAC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" creationId="{ECF9DF19-6016-4D95-B5FA-24971E6BE27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" creationId="{F658E8C4-FABD-413E-8CF8-EF1E5C828F6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" creationId="{EBDB9277-A789-4359-B544-466439BEC7C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4" creationId="{DBFA3053-620F-46E5-9312-CEEC1DF7A71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5" creationId="{4D893FB4-D8AF-46D0-9318-2BBC784A018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6" creationId="{45477DD8-2C5B-4AB0-B609-A99D3C95331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7" creationId="{528F35DA-7964-41F3-ACFD-9E43C66E01C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8" creationId="{4E203B9D-19B0-4F24-BDAA-4DD6C034F5D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9" creationId="{FF1FE788-F45A-4EAC-A20D-B14FCB4A217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0" creationId="{BC546F49-6DB0-43DF-8B5A-971368EA0E8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1" creationId="{25F97275-DD77-409D-9A4B-8E41F1F1C99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2" creationId="{2A91A766-8CA4-44BF-ACA0-3AC0ACCEDFE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3" creationId="{D997E6F9-89D2-4AA5-AD0A-735C197EEAB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4" creationId="{0C619BE3-B3EE-4BD5-AE43-AB6CC7C5B53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5" creationId="{075DE610-5508-41ED-81FA-27986D5B372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6" creationId="{A4E98101-005F-4158-B4AE-F775D44366B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7" creationId="{0C2C5052-DB20-4A5C-9B33-8FD93F3CD9C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8" creationId="{5FD00882-8628-4EDD-81A5-C58AFDB387B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29" creationId="{1363C4A3-65DF-4882-BE85-37EC6935C68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0" creationId="{41103052-07CF-4BF4-9BB9-9348A78B25A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1" creationId="{1C5090F1-0054-495D-94B3-D6B44E29E84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2" creationId="{A330FEEB-6117-489F-B61C-470F5ACDA27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3" creationId="{AB6D1476-9042-4016-ABA5-B3D7D2BAFEE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4" creationId="{1A8F8B23-F53A-4AC1-9CC8-7860B631D4F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5" creationId="{855FAC6A-2CD1-4B9A-AC4B-23C6EDC7B83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6" creationId="{560FE099-5A3B-4F5C-8A1C-E9035979493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7" creationId="{5ADBCB0A-B57E-4A4C-A74E-856000624D5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8" creationId="{F470836A-FB60-4A0C-BC85-DF257D2B16B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39" creationId="{7AADF77D-8AFB-4B9F-9239-63FD9813782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0" creationId="{254EE5D3-5F1F-4574-9E24-DC5784ABF7D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1" creationId="{98895971-4535-4B39-ABF7-6DFAD8DC700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2" creationId="{9D905B16-FC16-4FAE-BF5A-0AD8A9C880A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3" creationId="{97913AEB-B851-43C4-A6F9-5684ED1DAE8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4" creationId="{C2516735-FBDF-4FAD-959E-F97CF40DD28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5" creationId="{DDB33662-5FCC-42DD-AE20-5A693C9AE6B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6" creationId="{CEB8B7A0-5035-45F9-A971-528EB2A7457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7" creationId="{517BD400-CF40-4C56-9B89-B80F84048CF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8" creationId="{AF5D4AAF-6D88-42E4-B26C-829B55AD9E7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49" creationId="{DCB298CC-9AB9-4965-A590-F28C0C9D8C1B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0" creationId="{13171244-CE19-4A95-BE59-D794386C40A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1" creationId="{395189E4-E0F8-44DE-9CCB-98AE6A3D324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2" creationId="{8D97D764-6108-46FC-8718-9102A3D92D87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3" creationId="{4709AA95-8564-4F20-8875-35BF44A2920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4" creationId="{22BA09EB-50F5-4AA0-B6E0-F04A6A05951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5" creationId="{6F24DF78-9EC1-4990-AD90-6064D684E88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6" creationId="{E0199D00-5E4D-4F0E-B87C-40227B9CA9D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7" creationId="{8A324E70-3B65-493A-8FF8-21889AC2C76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8" creationId="{A990FCE4-A8CB-486B-AE51-29BE55E5F09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59" creationId="{88F3A4BE-AD62-4657-BC36-FE13FA304FA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0" creationId="{40BF841A-9BA2-4DD8-845D-50336ADF30C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1" creationId="{A2B87D76-5032-4ABD-8766-F675B4DA09F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2" creationId="{20D2AADC-BD6D-4F9C-B94F-6356FCA56CB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3" creationId="{D93DBC04-DE08-431A-AD2D-F7FE3833A1C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4" creationId="{DBB64DC8-9EF7-434C-8EC4-5DC000A1D42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5" creationId="{F990D533-BD8F-470C-B6FA-64E5A453ECD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6" creationId="{4E54C916-9294-4EE4-85AF-4EA310C26F3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7" creationId="{D34057CB-D346-467A-AE7D-E53C49308A0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8" creationId="{332F997A-AF74-45EB-A5A7-CFBF430FD5E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69" creationId="{92A721C7-83AD-4975-8FA6-3A052B48392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0" creationId="{7EBE8D41-B59C-44F2-99EB-DEDF39E33D5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1" creationId="{50085639-FC93-40DB-ACFF-D42185127133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2" creationId="{9E359867-DD10-4FE0-B255-02B10DC17FE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3" creationId="{3E582832-DB84-4C59-84E4-BB1273D1A73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4" creationId="{ED2FFA40-8743-44E7-91EE-AFAFBCFC146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5" creationId="{8DCB0BFA-5775-417C-8DF4-36E78208C05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6" creationId="{92EA678E-0F41-4D57-93AC-3738DEE811F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7" creationId="{9682486E-45DB-4AE5-BBC6-02D3F94DBD4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8" creationId="{ABBF561E-F2F0-44D0-8F2F-9E60A52DFDF3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79" creationId="{8FC3CA3F-5804-40D6-B98C-2F8C725E067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0" creationId="{49548DD9-9560-45CA-ABE0-3BE21B4ABCE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1" creationId="{79B3E84B-334D-4203-A4C8-6ED6BB1B644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2" creationId="{7C4B67EB-FFEE-4494-9723-D0EFDD70F8DB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3" creationId="{80F0D319-6A49-45A9-AB71-AFA2D57DC14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4" creationId="{70A51172-30E2-453B-A652-043EEEFEB643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5" creationId="{D9E61320-1C27-4307-926D-20484CD4085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6" creationId="{9CFCC967-66BD-49CA-A8F9-6E3DB05D121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7" creationId="{9123DC6F-B3D2-4419-8395-663F73C8F69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8" creationId="{A2DBE317-BD20-4727-BFBD-C173CBD106C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89" creationId="{436EF463-3F68-47F3-B281-7B9AB66DEEA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0" creationId="{EE6758A8-F891-4267-8C90-ACDA024626B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1" creationId="{766C9B2F-70D6-4E4D-A34B-0BB5AAE8FB3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2" creationId="{28A73D61-615E-43F2-9847-741082C6C9C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3" creationId="{F2B56CC8-BF76-46F0-B4C5-C8B0EE9AA3D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4" creationId="{FC1D162B-4A7B-41B0-B985-ABDC8EEB626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5" creationId="{F1F7E35C-BD65-4AA1-A495-9831D27639B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6" creationId="{546766A0-799F-43FF-A5D4-137B4F85269B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7" creationId="{F53155A0-230B-4E93-8BE5-0CED7B13CDB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8" creationId="{E66AFA65-0A61-433D-B3A6-7F055EE5858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99" creationId="{FBD1284B-412D-423C-B322-18B39DAD497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0" creationId="{22BB1606-0A61-404F-95AB-49AE139EF6A7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1" creationId="{1DF7E4B2-C5F5-4B76-97FC-F2719156899B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2" creationId="{A9081262-BBAC-4417-9427-AFA11F3C7DD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3" creationId="{A39F7053-9170-4A48-B407-C316509A13F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4" creationId="{4CF0BE72-6F84-4D26-9067-E980E1731E2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5" creationId="{7DAA1B3F-C97D-4184-85DC-4E1EA52787B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6" creationId="{6692D400-D41F-4B3D-B9BA-4582857366B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7" creationId="{E5E22560-6299-45F5-9DC6-E8EB28BAB4BE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8" creationId="{D8D4C5B2-9F12-4AEB-871A-B5F83B7003A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09" creationId="{D7825614-0DBC-4DCD-9F5C-2D1F886C066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0" creationId="{2F692E2A-BAA7-4292-A26D-DFE803E4D50C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1" creationId="{2B67D50F-E16A-4242-9950-FAC96A82D04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2" creationId="{C1B0D502-DF19-4D45-BF76-4397C3A5F800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3" creationId="{824F8A8E-9F19-45EF-91BA-67819017FBF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4" creationId="{B5F4728E-6AE5-4673-8570-C201F2F4B19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5" creationId="{B8BE6181-BC6A-4A68-A1EF-3DC6697F127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6" creationId="{D839AAB8-1EBE-4FD7-A04E-C10826189935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7" creationId="{B31A5F05-A2F1-4A84-84A3-1B0F45F5B17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8" creationId="{28F8B633-E066-4C0C-BD65-E7CA7F15144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19" creationId="{5BD0AA9A-17F4-462F-AAFD-0F2577461B7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0" creationId="{5C9D6085-2905-4BCA-9E76-AF2D78E8DD3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1" creationId="{46AB7528-FC26-45B5-8CD4-F88AAEBD9C5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2" creationId="{E06C9A58-B624-4CEC-B59E-7E7A3D6BF539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3" creationId="{8F6EEF54-33D0-4E79-86C4-965B4541E25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4" creationId="{39C95D50-EB07-4E87-B88A-3C444FF572B2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5" creationId="{B42D37B1-9E53-4A49-B09A-76A29706858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6" creationId="{CA5613B9-240D-4CD4-A8D7-A76CCA16B077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7" creationId="{B35F4BDA-7B8B-4880-953F-27EF82B3AC1D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8" creationId="{AC6F71E2-09EC-4E5C-AA4F-9C92D009A658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29" creationId="{3C5BB5CC-EB25-4260-AA82-C9847E22EEC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0" creationId="{D362919C-0D88-4DAA-B381-5C05AEC71E8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1" creationId="{37DCCAE9-E541-4CAF-88E7-3CA1BEB8B1E4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2" creationId="{492D75FE-CC41-4575-A6DB-F9DB28BD88C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3" creationId="{69AB7B86-600D-4E0E-B08D-C226C0E8FE71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4" creationId="{379E36DA-C511-46CE-83B5-8AE19A3A66CA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5" creationId="{059F1571-4A0C-419E-86B6-7176DCB35BAF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6" creationId="{5F0CDAFC-4701-4EC3-A2A8-FD499A2B5B27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7" creationId="{6F5D44F6-7A85-42E8-A546-DEB6CDE37466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8" creationId="{21D73118-D1E8-4EF0-8634-4B026CA0E817}"/>
          </ac:spMkLst>
        </pc:spChg>
        <pc:spChg chg="add mod">
          <ac:chgData name="Xun Zhou" userId="307cf16e35cdea9e" providerId="LiveId" clId="{5E9B3893-CB3B-4321-B2D6-4223AF0115A2}" dt="2025-10-30T05:40:40.005" v="484" actId="1076"/>
          <ac:spMkLst>
            <pc:docMk/>
            <pc:sldMk cId="14932943" sldId="741"/>
            <ac:spMk id="139" creationId="{408DCE89-99E0-40D9-8B23-578897342CF2}"/>
          </ac:spMkLst>
        </pc:spChg>
      </pc:sldChg>
      <pc:sldChg chg="addSp modSp new mod modAnim">
        <pc:chgData name="Xun Zhou" userId="307cf16e35cdea9e" providerId="LiveId" clId="{5E9B3893-CB3B-4321-B2D6-4223AF0115A2}" dt="2025-10-30T05:41:07.950" v="497" actId="20577"/>
        <pc:sldMkLst>
          <pc:docMk/>
          <pc:sldMk cId="1647759357" sldId="742"/>
        </pc:sldMkLst>
        <pc:spChg chg="mod">
          <ac:chgData name="Xun Zhou" userId="307cf16e35cdea9e" providerId="LiveId" clId="{5E9B3893-CB3B-4321-B2D6-4223AF0115A2}" dt="2025-10-30T05:41:07.950" v="497" actId="20577"/>
          <ac:spMkLst>
            <pc:docMk/>
            <pc:sldMk cId="1647759357" sldId="742"/>
            <ac:spMk id="2" creationId="{6FDF18C2-E737-442A-B7D6-CE83D82171E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" creationId="{FCD922DB-11DE-4993-A52E-CAEA4756C5E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" creationId="{1651B516-62AF-4B51-B2CE-BD3734FB44B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" creationId="{897263B5-17F0-4F01-B7FF-6F03C8C5AAE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" creationId="{73AD68D1-CDC8-4811-84F6-5E8B25376D7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" creationId="{3BE55D29-5C9A-4638-87D9-DCE02A481F9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" creationId="{B3C61FCB-5ED6-411D-B7BB-83E1E2A06C1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" creationId="{BBA36A9D-E558-4F02-ACFC-D6C6F8216E4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" creationId="{7977005D-F601-4C12-A33F-08E0112A309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" creationId="{D8708B0F-06CC-4782-96D0-D254DD9BD56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" creationId="{974D4122-7D67-4858-ADCE-6C55BEA4A95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5" creationId="{A95BC159-DB7E-4296-96B0-5C277633B2D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6" creationId="{6002B545-0E3A-43D1-9F63-3C2266C00E5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7" creationId="{8ABD22CD-18A2-4B76-842C-67FD52A9A02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8" creationId="{0C1B1F12-C0F4-4C7A-8858-E37B797770E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9" creationId="{03E4304F-57AB-4E8F-8FB0-CE22F68C6A8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0" creationId="{2629D585-CF1F-4C8E-A0DF-378515FB65F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1" creationId="{C8804421-87C7-4BCD-94FF-2E9216452F33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2" creationId="{8092C3EF-46CA-43CA-ADD2-2E5720F4F1C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3" creationId="{75A8E902-DDBD-41E2-B79B-C735F80277C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4" creationId="{1D809025-CBA2-4C19-9099-8D61CD7234A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5" creationId="{A5AAF693-A256-4A11-B527-107B26B4B87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6" creationId="{340F7FAE-F1FB-47A9-A569-17D70586ECC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7" creationId="{D72C68EE-6CAF-47E7-98CE-2EF0937D7DB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8" creationId="{E5D284D1-F8EF-48C0-813E-93284444502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29" creationId="{8D68CA58-7BC3-4F18-BE5D-D8FDB1BF0D8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0" creationId="{4AAF8430-E662-41FE-B51D-1B3D68BEB373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1" creationId="{8150DAFB-2CAD-4559-A00C-5E0DCC48E43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2" creationId="{02A11493-AEBC-488C-AE46-AF0D6AC329E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3" creationId="{EE970A72-86FA-402E-BA79-337D38A355C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4" creationId="{CE018E2B-1476-4E16-B1CF-3AF045D05E4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5" creationId="{102F9D16-929C-416F-8D99-197AF8E3BC1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6" creationId="{AAEDA8C2-C4B4-4F86-B181-BA11EA28C91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7" creationId="{1BC0709D-76A5-4C99-A9C5-3D6761675AC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8" creationId="{E3F9F783-7FCF-4B36-8542-28BF97D7B26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39" creationId="{B7B4A3C3-C254-463B-9ADC-24FBC8FD7D2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0" creationId="{1C23AD0B-64D7-4426-8984-E8176201054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1" creationId="{22CC81F6-E4CA-4F9E-8F0C-8F1B2C6D3E4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2" creationId="{B356197C-D67B-4A5F-8FCF-640717E0346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3" creationId="{908904ED-C963-495E-9B54-E9A30331B5B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4" creationId="{14D6F0D0-2AEB-4961-9A3B-027F4B32A92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5" creationId="{A359E8B1-89F2-483F-954C-90253F178E3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6" creationId="{7F00BD6B-4F98-4302-96E2-9E9127FF30EE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7" creationId="{B3D716D4-B81E-40FC-95E6-BF2B515D6AE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8" creationId="{C31637A1-690E-46A8-8BDC-FA2E8ACBC0D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49" creationId="{68ABB91E-48F3-49DD-BBCD-2D12D85878C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0" creationId="{EB406718-BB51-4802-9B75-C2BD9BCAD5C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1" creationId="{1FFD34AB-5431-4A91-A54D-DD6D60DB593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2" creationId="{95019E21-6C94-4703-BC58-3F55A82E9EE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3" creationId="{16D4E4F2-64F3-49FC-8085-9879781B3F6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4" creationId="{433E8585-C44C-496A-9AF7-69CD0021A17E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5" creationId="{ECD5CB65-0D5F-40EB-9989-A1D6317EC1A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6" creationId="{F2B82AC1-5725-4746-B2A8-8722BADB12D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7" creationId="{4341135A-613A-4DED-9CD8-F9044E20842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8" creationId="{6225AEBC-33A9-4F4D-9F35-D125EC6CE4A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59" creationId="{0ACDDA03-95A3-47FE-BB9C-0A37D68706F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0" creationId="{781FA99B-CC8C-4CAC-8FDD-91469D751DD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1" creationId="{C4F296F6-FB97-4B7A-B36C-6ABABCDBDAC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2" creationId="{418C9B4C-2EC9-4A63-9FC5-9E5ED6D54EF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3" creationId="{FFD0774E-9D00-48F3-8571-29E8A4832DA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4" creationId="{4A348483-542E-47DE-9936-D724B8B505B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5" creationId="{8D8B96F6-A4D8-4517-9F48-295805AB278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6" creationId="{70CF90AC-01F3-4226-8BEF-43553D67B6B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7" creationId="{14AC9544-E60A-43ED-95CE-DDCE606E586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8" creationId="{29978871-7CD3-4FF3-B607-644EE37921C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69" creationId="{6B1D7554-7BA4-431E-A4E8-12EFFA3B176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0" creationId="{F2F86DF1-AB9F-408D-A1B4-DDE0228FE703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1" creationId="{C515C98B-2BA6-400C-86CD-484C0E5BCE4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2" creationId="{6B32EE34-D4A4-4DAC-8584-B7BDDDBF7CB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3" creationId="{8FE037E9-0637-48C3-9067-61ADBE2EDD4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4" creationId="{9A653CD2-FE48-4D58-A541-18A51759B4F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5" creationId="{FD65EB52-9DDA-4B77-9D33-511C348632B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6" creationId="{C3C6F92A-5137-497A-9548-5B7C19265BA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7" creationId="{15B5BD6A-5148-4961-BFB6-FF5FFB18D0F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8" creationId="{A45CBCAB-FF0C-4E71-B7D8-1A4F90B73AB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79" creationId="{358BDC56-B316-44AC-9F2E-E61F7BFF161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0" creationId="{08FE8FE6-1E49-451E-A0D4-D7CD0DD5D35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1" creationId="{E9B849FE-DD09-48FD-8450-28B7012770E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2" creationId="{546100B3-F580-4EC1-BFF3-E36EFE9F8BB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3" creationId="{57E1E338-48DE-4068-85FA-31FEB3D492A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4" creationId="{80070AB5-C71F-4F2F-8EB5-A91C3D78126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5" creationId="{A1265A58-049D-48B7-BC3F-7A5AB6F6D16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6" creationId="{806E0735-107D-4B22-BAC5-EEBA48CB091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7" creationId="{EBF2F09A-1911-4C11-9E5A-8A7AE8F3FA3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8" creationId="{896E13DC-3F99-460A-9C2B-E06FE10C509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89" creationId="{A967B517-73BB-4593-BDF3-AB949C7B3E5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0" creationId="{35306127-8BA1-4335-99C3-FA237BDC5C5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1" creationId="{D9E1527B-C41E-4B99-A0CF-8489BB4487E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2" creationId="{14080E92-819D-4C8F-B2A0-CB843F05F25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3" creationId="{83A6C03E-0130-4840-B00F-023A8A40F25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4" creationId="{FE9A57A6-7B9B-4AF2-8713-73501248AD1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5" creationId="{09B8924E-05F9-445B-829E-F1C801BE071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6" creationId="{1A5FBB8A-3917-4222-AD11-2EC1D72B561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7" creationId="{07C118B5-C84C-499B-BE1F-D04DC562A9F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8" creationId="{BBA70464-BCD6-4C5E-8EF2-616E742395E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99" creationId="{DF743567-ADF7-4713-8645-5243FD080E6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0" creationId="{723112E3-89C7-4A44-9B79-1DCF948F7B8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1" creationId="{7AA38079-E67A-4342-8B5B-E9F7802AEC9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2" creationId="{12BF58FB-CA42-4815-ABBD-164B42A259E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3" creationId="{372473BC-C734-4DA8-8F8B-A32B842CA4C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4" creationId="{5AC1DF8C-A447-43D9-967E-C2C700A33AD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5" creationId="{8D908ABF-B808-442D-BBAA-658A2D95D62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6" creationId="{FCEEF9C3-B119-4DB7-894E-8FB164AB272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7" creationId="{7EFDBD4E-DB27-4F9B-9CF0-20F49DD44C6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8" creationId="{FBD60B82-8F82-4B23-9269-003483FFADE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09" creationId="{16F634D1-DFB6-43FD-9418-4E24DB25A52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0" creationId="{C48C081D-8BE4-4A76-832A-760588600C9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1" creationId="{7C084BF8-394F-4191-8E9F-1EDC1DDBECA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2" creationId="{CF8F1573-9CC3-497B-BB62-1B1F2357C30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3" creationId="{3D1909DF-B86A-40E1-8CFA-6572C9E89F2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4" creationId="{1EFECA08-FA1F-4A12-BE81-76D667A8114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5" creationId="{EEA0CCCB-E6DB-46DA-AB41-3390B1B986A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6" creationId="{CE32060A-E364-4008-8F88-FE8DAC4585B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7" creationId="{BEB203A1-F860-47EF-919D-C7506A150533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8" creationId="{7D3F0505-21BB-4F09-8C10-F104138BBE3E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19" creationId="{2F8B15D5-84A9-47B0-BAFE-5CE47838D05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0" creationId="{216879E3-42CE-48A1-A740-A164FA09C59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1" creationId="{95D484B0-7EDB-43D3-A3F5-397A5D6222F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2" creationId="{315FA4B8-E96F-4312-91A2-874510A0BC3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3" creationId="{84A18180-D60F-4489-B2AC-8C800EEE863E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4" creationId="{07AF6543-A421-4A0F-AAD2-7B305D0CBCE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5" creationId="{8ED44C43-2AFE-4CA5-99B6-0D4C874227F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6" creationId="{1A0569E3-B211-4533-B1F5-7E7AC640E84F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7" creationId="{B61C6B5D-930C-4C1F-9E51-E6FC5FA23A1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8" creationId="{C4AF4B2B-7415-4445-999C-DE3C9EA3652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29" creationId="{AC153AFD-1264-4B9B-9606-4ADBBCD4736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0" creationId="{53D6F4ED-F5DA-49FF-B856-752E2104B6C3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1" creationId="{4296433C-E4C6-4F43-B56F-A99FE236BC36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2" creationId="{B777DD97-9CFC-45D1-93FE-D089CCB00B02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3" creationId="{659492AE-222E-4A67-8543-A527155142CC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4" creationId="{7D50EC67-BC09-4A4B-9F3B-1A642A9FC69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5" creationId="{61561F55-5CBB-47B7-9E22-AC1FD9AA45F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6" creationId="{A19BFB62-CBD3-41C8-9A83-0E2877D8FBD4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7" creationId="{04E46D5D-28FC-4343-A907-6ACD9334D88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8" creationId="{EC3BEB25-CD18-4174-AA48-9D9482DEA8F9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39" creationId="{D7D19FD7-E055-43B8-9C1D-226A95DD4AB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0" creationId="{0A79A68E-E68B-4691-80B5-C07E47B0BFF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1" creationId="{2794CDFE-4E67-41E6-AD20-1257898CA3E8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2" creationId="{758C278B-3ACC-419D-B581-3E08A0A60B2A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3" creationId="{0C4FDF98-F1F1-49C4-A869-4E7FE732C23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4" creationId="{09585B04-4554-4188-A0C0-E8AC3C9D6EFB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5" creationId="{C11C5FB5-68B8-43CA-B938-DA4119235BE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6" creationId="{191675E8-2A7A-46D6-85EE-3DF7D32F0315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7" creationId="{CEBA289A-A3EA-4580-9331-585BE4906F57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8" creationId="{5FBCD402-53AB-444E-88FC-683AD25F48C1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49" creationId="{B8CE00A0-E634-4552-8996-69FBAB6E87ED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50" creationId="{9746BB0C-764D-4041-A1BE-2BD17206A2E0}"/>
          </ac:spMkLst>
        </pc:spChg>
        <pc:spChg chg="add mod">
          <ac:chgData name="Xun Zhou" userId="307cf16e35cdea9e" providerId="LiveId" clId="{5E9B3893-CB3B-4321-B2D6-4223AF0115A2}" dt="2025-10-30T05:41:04.188" v="486"/>
          <ac:spMkLst>
            <pc:docMk/>
            <pc:sldMk cId="1647759357" sldId="742"/>
            <ac:spMk id="151" creationId="{5303A27E-004A-4109-BE98-717C137DA4B2}"/>
          </ac:spMkLst>
        </pc:spChg>
      </pc:sldChg>
      <pc:sldChg chg="addSp modSp new mod">
        <pc:chgData name="Xun Zhou" userId="307cf16e35cdea9e" providerId="LiveId" clId="{5E9B3893-CB3B-4321-B2D6-4223AF0115A2}" dt="2025-10-30T05:41:48.495" v="523" actId="207"/>
        <pc:sldMkLst>
          <pc:docMk/>
          <pc:sldMk cId="56561440" sldId="743"/>
        </pc:sldMkLst>
        <pc:spChg chg="mod">
          <ac:chgData name="Xun Zhou" userId="307cf16e35cdea9e" providerId="LiveId" clId="{5E9B3893-CB3B-4321-B2D6-4223AF0115A2}" dt="2025-10-30T05:41:22.813" v="511" actId="20577"/>
          <ac:spMkLst>
            <pc:docMk/>
            <pc:sldMk cId="56561440" sldId="743"/>
            <ac:spMk id="2" creationId="{A59DF9E7-5735-4AF2-947C-E7FE37647DF5}"/>
          </ac:spMkLst>
        </pc:spChg>
        <pc:spChg chg="add mod">
          <ac:chgData name="Xun Zhou" userId="307cf16e35cdea9e" providerId="LiveId" clId="{5E9B3893-CB3B-4321-B2D6-4223AF0115A2}" dt="2025-10-30T05:41:48.495" v="523" actId="207"/>
          <ac:spMkLst>
            <pc:docMk/>
            <pc:sldMk cId="56561440" sldId="743"/>
            <ac:spMk id="5" creationId="{1C31B22B-F2F1-43BA-BB04-A18C7D5A3D4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" creationId="{7E490781-530E-47E2-814B-144F73AFE88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" creationId="{645381F4-5AF0-440F-A7B2-1C189E4B41E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" creationId="{FFFF7B02-BE84-4619-B0B7-6F441E2CF67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" creationId="{A33ECABD-DFA1-4787-9DC0-6F848FAE8FD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" creationId="{E1F8135F-7729-44EA-8E98-DBD8F54B1DC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" creationId="{E8226CC2-FEED-4000-89B5-D24623AB0DA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" creationId="{B69DD6A6-D396-413B-89A0-3ECAD0282BB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" creationId="{C76B7840-947F-4E68-821E-EB187833735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4" creationId="{57511B4F-C8B1-4272-BE46-D9105EBAE3D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5" creationId="{B8110E4B-0849-42E9-960B-977D39475D0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6" creationId="{C74F033B-058E-43B9-8095-7DE2130EB70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7" creationId="{2DB66561-FDFE-4F61-BB4A-69F0B24C27E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8" creationId="{9B71C745-1752-4574-9161-2A2ABD6A86D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9" creationId="{AE35A609-8621-4F5A-924B-2D7C2171069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0" creationId="{2AC2169F-3F7B-4EDC-A954-501389CC98F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1" creationId="{8FDD06BB-9293-4D06-AD12-85E45C11C0E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2" creationId="{C85DD208-B3EB-4487-98A9-C01ACE18619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3" creationId="{F40B7120-9771-4BD7-B3F7-8AF996607A4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4" creationId="{37DEEEB0-7721-43CC-91E4-EE1875C8CD8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5" creationId="{E8EB362B-3194-42BD-B87A-1593007608D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6" creationId="{2CE811AA-C18B-4268-9CA1-D69EAB2D056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7" creationId="{EEFDDD82-FC93-4B9C-8CD9-2DB8C438B2F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8" creationId="{64BB4CE5-E75B-4106-ADC7-8A8263A24A3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29" creationId="{17096113-07ED-47AB-900A-7DE9812FA3A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0" creationId="{2C1704A3-3C6E-46F0-848D-C78BB50A177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1" creationId="{E04D9251-84A1-446A-9A8E-309E64A3CCD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2" creationId="{A1CFCC42-E9DE-42EF-B8A0-01562982737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3" creationId="{A60E6DD1-C845-45EF-98E8-86A728591E0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4" creationId="{2566595E-75E3-4B2E-86CD-29E928E1F43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5" creationId="{7A0A154B-B60E-4F32-ACC9-E31C1B08586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6" creationId="{83148B22-FFC2-4E84-9714-2AC6A3BA416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7" creationId="{F6657210-F512-4F9A-8061-45E96258F0A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8" creationId="{160967D9-3813-4230-A333-F5B6C714B47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39" creationId="{5C1F07F3-8604-45D3-9FC6-F003F0EB202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0" creationId="{BDC9100C-6CEE-4BA7-86DD-C6DDD9E1F95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1" creationId="{6F64B139-F99E-49C8-BA14-6D07BDAE7A7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2" creationId="{EC260578-6EE2-45BA-8906-0527BFA5447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3" creationId="{1BD5C6B1-E48B-40AA-92DC-9AF3BC72670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4" creationId="{474F2DD0-AA16-475D-B98F-77948B5E5AD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5" creationId="{B71CC582-C643-4FC2-82B3-60D3FD30E88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6" creationId="{012D9208-7BD0-49C5-90BB-FED2AF5B429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7" creationId="{9E602414-E510-489C-9A01-67669A7FEA9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8" creationId="{A3679879-5228-4B5B-8D45-2E093FD7C3F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49" creationId="{97C521F3-B6C8-47CF-8266-80222E562D2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0" creationId="{E3864003-235B-4DEC-BCFA-BBC2D48FC21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1" creationId="{52998243-3C19-48F1-935F-C0395D92CC4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2" creationId="{C9B50C77-5D8C-498F-A309-4D34D520AB9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3" creationId="{74703905-0173-44E5-889D-35E7D12FF27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4" creationId="{1EC1D021-99CE-487D-9D90-4BF955D3C98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5" creationId="{41293A9D-B555-48B2-BDA0-0558BEABACC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6" creationId="{CC7203F9-0389-4DA6-A52B-9C23187BE61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7" creationId="{84141ACB-D39E-422D-A360-200A690A94B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8" creationId="{D4F2FDC1-3E18-4999-BB6F-C54E9C07F0D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59" creationId="{F91F7C34-848F-4450-8106-77B229F8E2F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0" creationId="{6E8C8714-2179-4658-9438-481CCE58434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1" creationId="{E811B272-856C-4DB3-B6E1-E547E9FA5B9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2" creationId="{A8EC770D-0DAF-4A18-B121-C99C36F5FBE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3" creationId="{4A410DA1-AA12-4CE8-8781-BD7E4E7691F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4" creationId="{EDCDB9FB-2193-41AE-9400-CD261C5F707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5" creationId="{207CB729-E251-42D0-9DEC-38BDA6C1D03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6" creationId="{01D51917-0143-4EF8-BC94-571D0D94134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7" creationId="{EA42465E-E17D-4D91-8172-2A642E81B5B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8" creationId="{406CDFED-3EE6-415F-B8E3-21934084802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69" creationId="{37C0CBF7-4254-4CCD-AC5F-3365E0417FA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0" creationId="{A050D493-1924-4F27-A485-12C49684403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1" creationId="{02EA8A8D-24F4-4C5F-B32D-423CD7D140B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2" creationId="{80A8CFB4-4C78-4807-BF84-FF8EDCB04F6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3" creationId="{4BA88B1B-97F7-48CE-A616-59287113FD6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4" creationId="{E7F6ACEB-CC35-4C1B-A809-3ED1D082501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5" creationId="{A0DBACD9-1801-4312-946D-0D5FB389021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6" creationId="{6C624AAF-A447-4DAE-A6EC-5887A566060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7" creationId="{8E36F2BC-0DD1-43BA-A191-88FA8A51C9F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8" creationId="{D9057B59-43B3-4463-9C57-BF73790F843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79" creationId="{AF5590DC-22EF-4078-A187-48A381F532E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0" creationId="{6B229948-59B3-4981-9BAA-96755D8BEC8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1" creationId="{674F7157-5B98-46F2-84AB-9EDACA6D71F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2" creationId="{C688F9DC-2027-4268-8C88-7A2B824CE56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3" creationId="{57B5667C-DEB1-45DF-A319-F4EF3E1C2AE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4" creationId="{54ECE753-BE7A-4C4B-B9E6-68F3319B130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5" creationId="{2A1A2054-673E-43FD-B1C0-73A7AA27FC5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6" creationId="{2DB31AAE-AF80-4631-8585-0D911409043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7" creationId="{FFD28F1F-054A-43C9-B6E0-07335BDACD5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8" creationId="{67F32151-A84D-4DD2-AD02-F315146050B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89" creationId="{545184C7-0CAC-470D-9E46-6B6923C71F2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0" creationId="{583F4E27-2926-406B-9736-30056BBB409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1" creationId="{129DA8C8-D616-46EE-B0DD-31E96560125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2" creationId="{BD3D8489-025C-4C48-831A-FFDCBE357E2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3" creationId="{D0DF8465-098B-48A9-BE3D-C388A863448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4" creationId="{04C874CB-E4DD-4577-B831-D387FF4EA1A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5" creationId="{FE15FC15-1CEC-46CF-9ED3-EDA3A49C7586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6" creationId="{9159113B-055A-45CB-A910-1822349B0B9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7" creationId="{B7BF8AF0-C182-427E-A4AE-F699F74161F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8" creationId="{D314F0F5-98BA-435C-92AD-B60EF093A36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99" creationId="{58E5156A-F2D2-42D7-AA39-0F737383614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0" creationId="{B9D84A1C-159C-4A80-97F3-26369113E81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1" creationId="{D72987E8-FB6A-423C-9C4D-A61B8712DAE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2" creationId="{8F10BC45-0282-4B5F-A55B-FB773717EA2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3" creationId="{758D114E-BAEB-4B8F-907F-4F360580768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4" creationId="{D2BE6A18-3867-40B2-A822-693849FBBD9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5" creationId="{F587BC45-C86B-407E-8FD6-77EEB049514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6" creationId="{2BAA9DE4-DC19-4182-A372-24C93051580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7" creationId="{1E21D060-7DD2-4E64-BFC9-1CC36EDCB70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8" creationId="{5695BD7F-C881-4FFE-82B2-38E726F16BB1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09" creationId="{85CDE20A-5447-44B8-A2EE-9734311A1B7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0" creationId="{3367AC13-C1FD-4188-987F-60267E10F84B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1" creationId="{370C25FD-946B-4383-BB20-61D893342977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2" creationId="{F0DD8C34-E047-4ECC-973E-20CD6B376D5D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3" creationId="{0B276608-0A6F-46F5-B2C5-500ACA84345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4" creationId="{AA8778D1-7EB5-4700-9765-FB41796926CB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5" creationId="{4CF97C86-9015-4BEC-84CE-018B50833A7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6" creationId="{AAA334A3-71CA-4315-9834-478FC6FD81F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7" creationId="{85B1943F-4F6A-4366-AA20-302650F19385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8" creationId="{34BDF821-BFA7-4229-BE17-DDA2A8A9780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19" creationId="{C3CA4935-3736-4EF4-A7B2-94E8E4A38F7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0" creationId="{E8B7BBA2-C13E-4973-8F35-78570BE97AD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1" creationId="{926A7DBB-AB8E-4C3D-9AC8-C3E0351544C2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2" creationId="{42587A48-9EB8-46A2-BA8C-B5C640673FF9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3" creationId="{854CC6D2-3835-43D7-81A7-83B3892BAD0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4" creationId="{95819C27-BFFB-4A96-8C4D-1BC5BE9A5AF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5" creationId="{3768B5FC-85BC-4127-B73C-0181DB6066F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6" creationId="{7E353B00-A8E5-4AA0-AFF2-F3E19D1CE9B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7" creationId="{1692909D-8A6E-44CA-B37B-BE1999FCBE7A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8" creationId="{CF52293C-2BF4-4B2A-B6E5-C54FF4507338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29" creationId="{845A8AEA-3F11-45ED-88D9-0683974EE4F3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0" creationId="{A8106A05-8657-4399-9E12-85C4C4D5A36C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1" creationId="{1C810C81-1564-4285-8D51-3281B25EBD10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2" creationId="{2C00C5BB-3FFB-4A3D-BA1B-A40461ADECBF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3" creationId="{5805D7A3-6567-45E5-B9B9-2444461B458E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4" creationId="{90846EC7-6E4E-4E16-8C64-0C4A4C3C6034}"/>
          </ac:spMkLst>
        </pc:spChg>
        <pc:spChg chg="add mod">
          <ac:chgData name="Xun Zhou" userId="307cf16e35cdea9e" providerId="LiveId" clId="{5E9B3893-CB3B-4321-B2D6-4223AF0115A2}" dt="2025-10-30T05:41:20.049" v="499"/>
          <ac:spMkLst>
            <pc:docMk/>
            <pc:sldMk cId="56561440" sldId="743"/>
            <ac:spMk id="135" creationId="{19F2D7DC-1840-4168-860F-78A70BA21A75}"/>
          </ac:spMkLst>
        </pc:spChg>
      </pc:sldChg>
      <pc:sldChg chg="del">
        <pc:chgData name="Xun Zhou" userId="307cf16e35cdea9e" providerId="LiveId" clId="{5E9B3893-CB3B-4321-B2D6-4223AF0115A2}" dt="2025-10-29T07:24:49.973" v="220" actId="47"/>
        <pc:sldMkLst>
          <pc:docMk/>
          <pc:sldMk cId="2329389480" sldId="743"/>
        </pc:sldMkLst>
      </pc:sldChg>
      <pc:sldChg chg="del">
        <pc:chgData name="Xun Zhou" userId="307cf16e35cdea9e" providerId="LiveId" clId="{5E9B3893-CB3B-4321-B2D6-4223AF0115A2}" dt="2025-10-29T07:24:51.244" v="221" actId="47"/>
        <pc:sldMkLst>
          <pc:docMk/>
          <pc:sldMk cId="3244348237" sldId="744"/>
        </pc:sldMkLst>
      </pc:sldChg>
      <pc:sldChg chg="addSp modSp new mod">
        <pc:chgData name="Xun Zhou" userId="307cf16e35cdea9e" providerId="LiveId" clId="{5E9B3893-CB3B-4321-B2D6-4223AF0115A2}" dt="2025-10-30T05:44:07.133" v="605" actId="20577"/>
        <pc:sldMkLst>
          <pc:docMk/>
          <pc:sldMk cId="3906742086" sldId="744"/>
        </pc:sldMkLst>
        <pc:spChg chg="mod">
          <ac:chgData name="Xun Zhou" userId="307cf16e35cdea9e" providerId="LiveId" clId="{5E9B3893-CB3B-4321-B2D6-4223AF0115A2}" dt="2025-10-30T05:42:24.324" v="534" actId="20577"/>
          <ac:spMkLst>
            <pc:docMk/>
            <pc:sldMk cId="3906742086" sldId="744"/>
            <ac:spMk id="2" creationId="{3229220A-F6B5-48A5-9709-65BD21485990}"/>
          </ac:spMkLst>
        </pc:spChg>
        <pc:spChg chg="mod">
          <ac:chgData name="Xun Zhou" userId="307cf16e35cdea9e" providerId="LiveId" clId="{5E9B3893-CB3B-4321-B2D6-4223AF0115A2}" dt="2025-10-30T05:44:07.133" v="605" actId="20577"/>
          <ac:spMkLst>
            <pc:docMk/>
            <pc:sldMk cId="3906742086" sldId="744"/>
            <ac:spMk id="3" creationId="{5B9A4C91-9A9F-418B-8204-32160CDDC16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" creationId="{08DFE210-4C50-4474-A732-1D503879B844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" creationId="{8338DE83-A50A-4B44-9512-D05FF95423E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" creationId="{E3806B8F-50FB-46CF-B461-ED435C8E712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" creationId="{49F95199-5DC3-48FB-8548-7F9F88A75004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" creationId="{50FDB222-348C-454B-8A06-8AE65A366B2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" creationId="{B1B8EFC1-83A4-4549-84A1-65E1024CF67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1" creationId="{A49291D9-2B0B-482D-A725-1B948AFB6572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2" creationId="{4F44D280-8FB2-4C91-A812-C233EF96B69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3" creationId="{45E59EEB-025D-44DD-B7CC-B206A0CA5AB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4" creationId="{6D34BF7E-8C69-4D46-9551-FFA28F97736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5" creationId="{DFF4BF72-EE9A-4910-B635-69D36E1B7D7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6" creationId="{4261DE92-AB54-41F9-B69F-B3CE7F21F68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7" creationId="{A5D3C023-D22D-40C1-ACB5-DA7713481ED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8" creationId="{1A9249D9-4BBC-4726-B73C-00BD9EF2DDF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9" creationId="{B4F94906-5D09-4E5B-A720-95308FFEA1E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0" creationId="{C8F4751E-3CA5-43BB-BCC4-78EBA654A18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1" creationId="{61117A01-6DDD-45C9-857B-3D091BBA0B02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2" creationId="{98CBAB9A-28BB-4AF2-A9A9-1D76FF2282C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3" creationId="{D1A32857-B8DC-4E04-A2E3-EF4CD960FDF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4" creationId="{8AE48A38-F83E-4F39-A53D-B5165EA03314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5" creationId="{14039AFC-CAD6-4430-9255-5DC23B6ED22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6" creationId="{D5DE313E-4476-40BB-A2DD-24125EDD0C72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7" creationId="{A4A5A4BF-E663-4B2F-8972-4B4AEE39D415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8" creationId="{74ECB210-0F0C-4C09-826B-7C65DD95622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29" creationId="{E9C3B1B5-25F6-4EEC-84F7-D4CD5A81125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0" creationId="{9F2327CB-7AFC-4F89-BB9B-48888BBE121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1" creationId="{1E8CC6D2-C6BB-4733-A560-56022B97B61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2" creationId="{2A2D6C54-36FC-436D-8E55-E247B4EE94E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3" creationId="{C8FF8D12-DD4A-47C3-B253-13F464B6316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4" creationId="{AADAF761-8611-4610-8177-D509C738EDA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5" creationId="{020B6455-8986-4217-8E6B-8F442C02CD4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6" creationId="{6DE56270-4213-4903-A7D4-B2AAF4BB13E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7" creationId="{177AEB8C-143A-4B64-AAA3-83D56DECF27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8" creationId="{B41A90A3-1D0B-494C-A0A7-9F135BC8BFC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39" creationId="{4ADBAB61-C9C9-46A7-8761-2F9B17A0144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0" creationId="{8E25339D-660C-4135-A230-7BEEB33F565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1" creationId="{5C3C4E80-2021-4F53-B760-ACDF379187F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2" creationId="{B1F55F00-59FC-482A-9D0D-ABBDCD6F3E7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3" creationId="{E4C7941A-AA58-42C9-B351-2A865CABF4B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4" creationId="{C1F4E6E4-730C-457A-AEAF-8563FE62389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5" creationId="{4284FD2D-CBFA-44C8-A61C-E1B79E8970B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6" creationId="{15263105-E83D-4830-81D1-D9829CA29A1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7" creationId="{396B5E7D-FFBF-49C0-A6F4-6F3933BF32C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8" creationId="{97C30A1E-0625-49D0-9C2B-4F3F07F16574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49" creationId="{FA38CEDE-8D6D-4DFA-A709-1F9BA2F328FC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0" creationId="{B67B9096-34E8-432B-BEA6-8119254D60A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1" creationId="{3D47A908-71E7-4D1A-A75B-128596C61A7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2" creationId="{67DD870C-95F8-433D-935F-EAC4937E79B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3" creationId="{236ACFC8-4624-4ED6-8A48-C924846E280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4" creationId="{B92705CB-F763-46FF-ADA9-D11289E61B6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5" creationId="{6264B852-3109-469B-9701-DFB357B3514C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6" creationId="{AC5FA313-6B70-4587-AB27-6B0F61DE732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7" creationId="{7E146969-79E7-4AF0-A4DB-31CA7A7EBBD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8" creationId="{C0845954-AA5F-4794-8A66-F757ADE96F9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59" creationId="{2B99EE87-01BA-40BC-A26B-016318145D8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0" creationId="{8C94FA22-A2E0-45D3-9DA4-EF8BD8F827D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1" creationId="{F78C3FE4-E4BC-4C76-A1E7-C4CE60CBB6D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2" creationId="{7E7DA7D2-985C-4982-81F8-062E936C1F8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3" creationId="{DB31F72D-5D60-4184-891D-5C67F670B1D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4" creationId="{B11E3BB4-14D8-4AC2-ACC5-ADC604422402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5" creationId="{29703183-9A73-4123-AA9C-9458F1E7040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6" creationId="{AF1B38A0-72FE-4E92-B8A4-C792E309B9F4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7" creationId="{E7582522-CFE1-41B3-AEF7-0A28B7B4266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8" creationId="{C269B403-818F-4510-B331-9BB6A0C09A15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69" creationId="{ED770AB5-AD07-4F72-BAA4-E7216DB6A55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0" creationId="{C80CBB09-C57A-4633-ACD8-134397054763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1" creationId="{1710FE15-C9C3-4E4C-9FB2-BCA00B1BA5D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2" creationId="{B37D5539-1971-4F67-B7CB-DD1FE99E803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3" creationId="{8E765100-9004-406E-A348-9D9409A5D7D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4" creationId="{11A97036-F2D5-40A2-9193-1976B67385D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5" creationId="{E39C5923-6048-44C0-87AC-C723272B3CFF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6" creationId="{B63C3D32-9597-40E9-880F-1D1932226D63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7" creationId="{DF17DF25-308C-475E-AAEE-8B57AFC9716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8" creationId="{80FD0D99-D4EF-4B14-927C-E82A91ED3EC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79" creationId="{1C51774B-7C67-431B-A585-A1FD60795F55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0" creationId="{A1C123A0-0DF5-4BC2-8FF1-B2F046529335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1" creationId="{A90AFA57-850C-4D5A-BC99-4D440D55F09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2" creationId="{A85276D1-CD74-452C-A9DC-3EE1A87E661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3" creationId="{A56EEF3D-E25F-46A1-895A-73231E247A4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4" creationId="{4A65C725-EB4A-4763-9E53-6F97A55CDD92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5" creationId="{B18E07FF-46BF-4914-8574-C6F9A3CE2B68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6" creationId="{2C3D52E7-9AE8-4F57-97A0-BE90353FD18B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7" creationId="{ADDE4D1E-593B-4C3C-9994-229664C62CB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8" creationId="{13F0672F-E0B7-4ED3-9044-F8F2935CF5BC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89" creationId="{C9007171-6357-4145-9425-7B915CE9BAA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0" creationId="{2A01F0F6-A0BC-486E-B687-127CF7A6A6A1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1" creationId="{EE44FCB6-F6D3-4ACA-B4A3-9FAA8208948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2" creationId="{FB3434F8-5D95-4AAC-B37D-1C7611CF39E7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3" creationId="{55F97820-47C4-484A-A8D8-73745284774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4" creationId="{55F3987C-457B-462D-BF03-0A0ADA4CC06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5" creationId="{D9EDAFB4-5F2E-4FDF-99AB-09859880041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6" creationId="{BB191382-3990-4A5B-BD00-19D25FF61A1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7" creationId="{22018BBE-52BD-4BD6-8095-0471B3E94E5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8" creationId="{BA0F091A-E1DE-4F42-97CA-9C77DA40DEF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99" creationId="{89BBF41A-3841-4C40-AEF5-F99D56AC7CA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0" creationId="{63E2F230-8A2C-4B3F-955A-AA0C0E43457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1" creationId="{216F1A60-D408-4F45-B0AC-9EB3D9C97EC0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2" creationId="{8359A367-2689-4297-9266-2D0B33B1DAFA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3" creationId="{180F1D97-F0AA-4443-905D-BC0D3965902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4" creationId="{4917E11E-31A6-461B-A86E-8CF618A8CE0D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5" creationId="{5486EBAB-1E72-40EF-9634-493346704D6C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6" creationId="{ABC27E26-8E69-4FDA-B99F-D86F18E5C6A3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7" creationId="{2CC56763-9350-47B8-A569-31E49C02BC7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8" creationId="{52EDA93C-587D-4680-95D8-47EBDF8DA549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09" creationId="{75E23303-D384-4257-B57A-84E4F410535C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10" creationId="{9E1F7AC2-E4F8-4434-945B-C18F309DA236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11" creationId="{C35C7BD8-7983-44DF-92C3-286F2754C34E}"/>
          </ac:spMkLst>
        </pc:spChg>
        <pc:spChg chg="add mod">
          <ac:chgData name="Xun Zhou" userId="307cf16e35cdea9e" providerId="LiveId" clId="{5E9B3893-CB3B-4321-B2D6-4223AF0115A2}" dt="2025-10-30T05:42:49.121" v="603" actId="1076"/>
          <ac:spMkLst>
            <pc:docMk/>
            <pc:sldMk cId="3906742086" sldId="744"/>
            <ac:spMk id="112" creationId="{6687788A-5126-4EB8-A3E4-B6DC35C03E61}"/>
          </ac:spMkLst>
        </pc:spChg>
      </pc:sldChg>
      <pc:sldChg chg="modSp add mod">
        <pc:chgData name="Xun Zhou" userId="307cf16e35cdea9e" providerId="LiveId" clId="{5E9B3893-CB3B-4321-B2D6-4223AF0115A2}" dt="2025-10-30T05:44:32.169" v="617" actId="14100"/>
        <pc:sldMkLst>
          <pc:docMk/>
          <pc:sldMk cId="641195129" sldId="745"/>
        </pc:sldMkLst>
        <pc:spChg chg="mod">
          <ac:chgData name="Xun Zhou" userId="307cf16e35cdea9e" providerId="LiveId" clId="{5E9B3893-CB3B-4321-B2D6-4223AF0115A2}" dt="2025-10-30T05:44:32.169" v="617" actId="14100"/>
          <ac:spMkLst>
            <pc:docMk/>
            <pc:sldMk cId="641195129" sldId="745"/>
            <ac:spMk id="110" creationId="{9E1F7AC2-E4F8-4434-945B-C18F309DA236}"/>
          </ac:spMkLst>
        </pc:spChg>
      </pc:sldChg>
      <pc:sldChg chg="add del">
        <pc:chgData name="Xun Zhou" userId="307cf16e35cdea9e" providerId="LiveId" clId="{5E9B3893-CB3B-4321-B2D6-4223AF0115A2}" dt="2025-10-30T05:45:40.146" v="625" actId="47"/>
        <pc:sldMkLst>
          <pc:docMk/>
          <pc:sldMk cId="28888048" sldId="746"/>
        </pc:sldMkLst>
      </pc:sldChg>
      <pc:sldChg chg="modSp add mod">
        <pc:chgData name="Xun Zhou" userId="307cf16e35cdea9e" providerId="LiveId" clId="{5E9B3893-CB3B-4321-B2D6-4223AF0115A2}" dt="2025-10-30T05:45:37.910" v="624" actId="20577"/>
        <pc:sldMkLst>
          <pc:docMk/>
          <pc:sldMk cId="1590668183" sldId="747"/>
        </pc:sldMkLst>
        <pc:spChg chg="mod">
          <ac:chgData name="Xun Zhou" userId="307cf16e35cdea9e" providerId="LiveId" clId="{5E9B3893-CB3B-4321-B2D6-4223AF0115A2}" dt="2025-10-30T05:45:37.910" v="624" actId="20577"/>
          <ac:spMkLst>
            <pc:docMk/>
            <pc:sldMk cId="1590668183" sldId="747"/>
            <ac:spMk id="3" creationId="{5B9A4C91-9A9F-418B-8204-32160CDDC16B}"/>
          </ac:spMkLst>
        </pc:spChg>
      </pc:sldChg>
      <pc:sldChg chg="del">
        <pc:chgData name="Xun Zhou" userId="307cf16e35cdea9e" providerId="LiveId" clId="{5E9B3893-CB3B-4321-B2D6-4223AF0115A2}" dt="2025-10-29T07:17:36.949" v="127" actId="47"/>
        <pc:sldMkLst>
          <pc:docMk/>
          <pc:sldMk cId="4101807387" sldId="749"/>
        </pc:sldMkLst>
      </pc:sldChg>
      <pc:sldChg chg="del">
        <pc:chgData name="Xun Zhou" userId="307cf16e35cdea9e" providerId="LiveId" clId="{5E9B3893-CB3B-4321-B2D6-4223AF0115A2}" dt="2025-10-29T07:24:52.505" v="222" actId="47"/>
        <pc:sldMkLst>
          <pc:docMk/>
          <pc:sldMk cId="2240216242" sldId="750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2186902446" sldId="751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766810091" sldId="752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891477709" sldId="753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524004291" sldId="754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2033481239" sldId="755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1710350042" sldId="756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1683010435" sldId="757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208182332" sldId="758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281855876" sldId="759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42334710" sldId="761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366316654" sldId="762"/>
        </pc:sldMkLst>
      </pc:sldChg>
      <pc:sldChg chg="del">
        <pc:chgData name="Xun Zhou" userId="307cf16e35cdea9e" providerId="LiveId" clId="{5E9B3893-CB3B-4321-B2D6-4223AF0115A2}" dt="2025-10-29T07:17:36.140" v="126" actId="47"/>
        <pc:sldMkLst>
          <pc:docMk/>
          <pc:sldMk cId="3670613787" sldId="763"/>
        </pc:sldMkLst>
      </pc:sldChg>
      <pc:sldChg chg="new del">
        <pc:chgData name="Xun Zhou" userId="307cf16e35cdea9e" providerId="LiveId" clId="{5E9B3893-CB3B-4321-B2D6-4223AF0115A2}" dt="2025-10-29T07:15:58.684" v="101" actId="47"/>
        <pc:sldMkLst>
          <pc:docMk/>
          <pc:sldMk cId="671044911" sldId="764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3602983671" sldId="764"/>
        </pc:sldMkLst>
      </pc:sldChg>
      <pc:sldChg chg="del">
        <pc:chgData name="Xun Zhou" userId="307cf16e35cdea9e" providerId="LiveId" clId="{5E9B3893-CB3B-4321-B2D6-4223AF0115A2}" dt="2025-10-29T07:13:38.585" v="89" actId="47"/>
        <pc:sldMkLst>
          <pc:docMk/>
          <pc:sldMk cId="1810185894" sldId="7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EB7E-867D-4282-8DE5-F36A179E3AC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0BA66-FF30-40C0-A8D7-30028C97E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5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BA66-FF30-40C0-A8D7-30028C97E1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205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93700" y="692150"/>
            <a:ext cx="6070600" cy="3416300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359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7682520-0B29-4E2C-B8EF-EF500DD16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D4282C8-423F-4181-AE0E-76D77C441D47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B3871E10-70A6-45E0-910F-252353787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5941599-5110-4A37-8FEC-F97D85E09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6879A709-AA35-4A6D-9BE7-88A1C74F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D36EA57-3AEE-45DA-8B41-1ABDFD322964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BA83F35-444C-4933-A1C1-4CC1BA8825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691D86C-4522-4521-AEF2-79F8224DB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7B962-6721-4CB2-BF2F-A4994C84C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4B49C02-3301-417A-946C-48DBBC639D36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8B57A18-7C07-4567-AFE0-C16DB8E58A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6A712ECB-F40C-4324-82FD-AB0F331C22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82090-4C7F-4BBF-B210-69B6532E8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B3E72A-CBD0-4A8B-906B-5F408CB939CB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C675BEA-E819-45DB-9D5B-FCC7D2996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6245AE6-F975-4CB6-A6FD-9F8E48BBA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94C62E2-AFD2-4FBB-8598-15205348FB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6A394-E874-4EE6-A573-E94510DFC5D6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CFC8D8E-E673-4821-A709-6157065E4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C43F747-DB06-4B73-9E6F-9FE6A13AC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9A2C9D5-37F8-46BF-A4B2-B8B3BEA4B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5E3FF6-A043-4717-ACA2-A42D20435F2A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8E26EBCF-CCF9-49D6-9BC9-0B42E960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0239E20-9258-406C-ABA4-4100B448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DBA71E5-18EF-43E7-93DD-CA6F880BF7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DC68A-4FDB-4EB8-B0A0-36C89B51C904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EFA33CB-C944-4E9D-B3A5-D032771D16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2307F3D-2E4B-472D-8C41-D1FFB21071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3D93A8BB-72D5-40E9-B777-4CC9355B4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FDFC39-5922-4703-9593-C8F577919411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C8CCF976-4F51-4193-AF19-DEA748741E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6FF947C-4F92-49A0-8338-0BEA886FA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8D50FF3-548E-49DD-BF1B-5A9FCEB95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993EA4-DB1C-4EB9-9D70-9176870586F2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0225422-21CC-4388-95E7-E7F6FAD9A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550AD905-B675-4756-A7AC-ED64B5BA4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76FFAED-2FF8-4D66-B01E-6292648A6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0666C75-7846-4C8C-B05F-FF2B1C433BE3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CAF5A83-C0E8-4D27-B0D7-392C313057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24F80F9-AD06-4E60-A7ED-149E7D0CD0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06DAE9B-72C6-4AB5-AA81-FA49D8E22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6CC47F2-2D23-40BE-ADC6-8BAB13C14907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B075ECB-C588-48CB-B818-C27F2601E6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FC78AF38-A0FE-4A09-B2EA-FB2B302F2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CAAB1F8-3C5C-4084-A416-14E9E398E9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C4551E-79EF-4EB9-AD43-3F871E54125F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69A3B3B-201F-46B2-893A-1D73404CC3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E7B5ED3-04B5-4709-AF58-E2F759886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FE72A0C0-9D16-4634-931D-4AD6D20FCE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548EB7-031F-4272-92F5-040B035B7FEE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4DEAFBB-2AE6-4997-9687-F5319EE462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DA1C9B7B-4954-4D5E-A074-28106B1F48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435C9500-8870-48AB-A892-FABBAC0E64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668EFA-2A36-4BA4-8C6A-A22A5F4C6843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6CB7810-C4D8-4500-887F-593BB66BE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E4FD67AC-AE93-4534-8FCF-300F36E2D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4ED77D39-C4CF-42B1-B7BC-62CF52564C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50157" indent="-288522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5408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15722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77357" indent="-230817" defTabSz="939299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38992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300062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62261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923896" indent="-230817" defTabSz="939299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FDF64C-DC3E-4F2B-8DB0-0516B4714C04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C632CD1-158A-493F-AF7B-4891B758C8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4E64ACB8-363D-46E8-A50B-4C95ED8F0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434" y="4447781"/>
            <a:ext cx="5192210" cy="421242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42AF0-9EB6-4DA0-AA18-4D452EF1FC35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013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054D9-3FC8-4F5A-9887-8169F77364C0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2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5D39E-5580-4DD5-8F06-2604FE426769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8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662ED-3FA5-4E29-AD84-CBD2ED8A40E8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1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A719D-44E6-47A2-84AB-0AB0DB21914A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222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E2FE4-6D64-44AB-8717-E7988512E516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8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C0149-D071-4618-B927-DAD5ED66D149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14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D1A81E-A393-41C9-9B38-2D3A71971022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7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F7BDC-98EC-441F-8CC2-C970B2D9F19F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6D57-56A4-4768-98BC-B1DCE3579E3C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83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F54B-6BF3-4F64-AA49-C79910828BAA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1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E73FADF-1024-4215-908D-689AC4B31A34}" type="datetime1">
              <a:rPr lang="en-US" smtClean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25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Database S</a:t>
            </a:r>
            <a:r>
              <a:rPr lang="en-US" altLang="zh-CN" sz="6600" dirty="0"/>
              <a:t>ystems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COMP 3010E FALL 2025</a:t>
            </a:r>
          </a:p>
          <a:p>
            <a:endParaRPr lang="en-US" dirty="0"/>
          </a:p>
          <a:p>
            <a:r>
              <a:rPr lang="en-US" dirty="0"/>
              <a:t>Lecture 11 Indexing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101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32454-5304-4725-8D25-B16775F9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Agenda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89AD8-64FF-4AC8-BE0C-A2D34CC27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What is indexing</a:t>
            </a:r>
          </a:p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B+ tree index</a:t>
            </a:r>
          </a:p>
          <a:p>
            <a:pPr marL="633857" indent="-457200">
              <a:lnSpc>
                <a:spcPct val="100000"/>
              </a:lnSpc>
              <a:buFont typeface="Wingdings" panose="05000000000000000000" pitchFamily="2" charset="2"/>
              <a:buChar char="p"/>
              <a:tabLst>
                <a:tab pos="1122680" algn="l"/>
              </a:tabLst>
            </a:pPr>
            <a:r>
              <a:rPr lang="en-US" altLang="zh-CN" sz="2800" spc="-5" dirty="0">
                <a:latin typeface="+mj-lt"/>
                <a:ea typeface="华文楷体" panose="02010600040101010101" charset="-122"/>
                <a:cs typeface="Times New Roman" panose="02020603050405020304" pitchFamily="18" charset="0"/>
              </a:rPr>
              <a:t>Hash Index</a:t>
            </a:r>
            <a:endParaRPr lang="zh-CN" altLang="en-US" sz="2800" spc="-5" dirty="0">
              <a:latin typeface="+mj-lt"/>
              <a:ea typeface="华文楷体" panose="02010600040101010101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1C6C1C-CCB4-4B36-B524-B351CEF3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7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1D08093-336C-E841-854E-1F66187001D3}" type="slidenum">
              <a:rPr lang="en-US">
                <a:solidFill>
                  <a:srgbClr val="000000"/>
                </a:solidFill>
                <a:latin typeface="Arial" charset="0"/>
              </a:rPr>
              <a:pPr eaLnBrk="1" hangingPunct="1"/>
              <a:t>3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1066800" y="1616018"/>
            <a:ext cx="10058400" cy="4022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Indexed File Organization: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the storage of records with an index that allows software to locate individual records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Index: </a:t>
            </a:r>
          </a:p>
          <a:p>
            <a:pPr lvl="1">
              <a:lnSpc>
                <a:spcPct val="90000"/>
              </a:lnSpc>
            </a:pPr>
            <a:r>
              <a:rPr lang="en-US" sz="25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table or other data structure used to determine in a file the location of records that satisfy some condition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Primary keys are automatically indexed</a:t>
            </a:r>
          </a:p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Other fields or combinations of fields can also be indexed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98383" y="3992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tx1"/>
                </a:solidFill>
                <a:latin typeface="+mn-lt"/>
              </a:rPr>
              <a:t>Indexed File Organizations</a:t>
            </a:r>
          </a:p>
        </p:txBody>
      </p:sp>
    </p:spTree>
    <p:extLst>
      <p:ext uri="{BB962C8B-B14F-4D97-AF65-F5344CB8AC3E}">
        <p14:creationId xmlns:p14="http://schemas.microsoft.com/office/powerpoint/2010/main" val="422773740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>
            <a:extLst>
              <a:ext uri="{FF2B5EF4-FFF2-40B4-BE49-F238E27FC236}">
                <a16:creationId xmlns:a16="http://schemas.microsoft.com/office/drawing/2014/main" id="{A471252C-098C-486A-8E72-7C38AC42B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Ordered Indices</a:t>
            </a:r>
          </a:p>
        </p:txBody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9A931772-41AD-40F7-93E4-14F5D20683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0449" y="1879948"/>
            <a:ext cx="10749133" cy="4876800"/>
          </a:xfrm>
        </p:spPr>
        <p:txBody>
          <a:bodyPr/>
          <a:lstStyle/>
          <a:p>
            <a:r>
              <a:rPr lang="en-US" altLang="en-US" dirty="0"/>
              <a:t>In an </a:t>
            </a:r>
            <a:r>
              <a:rPr lang="en-US" altLang="en-US" b="1" dirty="0">
                <a:solidFill>
                  <a:srgbClr val="002060"/>
                </a:solidFill>
              </a:rPr>
              <a:t>ordered index</a:t>
            </a:r>
            <a:r>
              <a:rPr lang="en-US" altLang="en-US" b="1" dirty="0"/>
              <a:t>, </a:t>
            </a:r>
            <a:r>
              <a:rPr lang="en-US" altLang="en-US" dirty="0"/>
              <a:t>index entries are stored sorted on the search key value.  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Clustering index</a:t>
            </a:r>
            <a:r>
              <a:rPr lang="en-US" altLang="en-US" b="1" dirty="0"/>
              <a:t>: </a:t>
            </a:r>
            <a:r>
              <a:rPr lang="en-US" altLang="en-US" dirty="0"/>
              <a:t>in a sequentially ordered file, the index whose search key specifies the sequential order of the file.</a:t>
            </a:r>
          </a:p>
          <a:p>
            <a:pPr lvl="1"/>
            <a:r>
              <a:rPr lang="en-US" altLang="en-US" dirty="0"/>
              <a:t>Also called </a:t>
            </a:r>
            <a:r>
              <a:rPr lang="en-US" altLang="en-US" b="1" dirty="0">
                <a:solidFill>
                  <a:srgbClr val="002060"/>
                </a:solidFill>
              </a:rPr>
              <a:t>primary index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dirty="0"/>
              <a:t>The search key of a primary index is usually but not necessarily the primary key.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Secondary index</a:t>
            </a:r>
            <a:r>
              <a:rPr lang="en-US" altLang="en-US" dirty="0"/>
              <a:t>:</a:t>
            </a:r>
            <a:r>
              <a:rPr lang="en-US" altLang="en-US" b="1" dirty="0"/>
              <a:t> </a:t>
            </a:r>
            <a:r>
              <a:rPr lang="en-US" altLang="en-US" dirty="0"/>
              <a:t>an index whose search key specifies an order different from the sequential order of the file.  Also called </a:t>
            </a:r>
            <a:br>
              <a:rPr lang="en-US" altLang="en-US" dirty="0"/>
            </a:br>
            <a:r>
              <a:rPr lang="en-US" altLang="en-US" b="1" dirty="0" err="1">
                <a:solidFill>
                  <a:srgbClr val="002060"/>
                </a:solidFill>
              </a:rPr>
              <a:t>nonclustering</a:t>
            </a:r>
            <a:r>
              <a:rPr lang="en-US" altLang="en-US" b="1" dirty="0">
                <a:solidFill>
                  <a:srgbClr val="002060"/>
                </a:solidFill>
              </a:rPr>
              <a:t> index</a:t>
            </a:r>
            <a:r>
              <a:rPr lang="en-US" altLang="en-US" b="1" dirty="0"/>
              <a:t>.</a:t>
            </a:r>
            <a:endParaRPr lang="en-US" altLang="en-US" dirty="0"/>
          </a:p>
          <a:p>
            <a:r>
              <a:rPr lang="en-US" altLang="en-US" b="1" dirty="0">
                <a:solidFill>
                  <a:srgbClr val="002060"/>
                </a:solidFill>
              </a:rPr>
              <a:t>Index-sequential file</a:t>
            </a:r>
            <a:r>
              <a:rPr lang="en-US" altLang="en-US" b="1" dirty="0"/>
              <a:t>:</a:t>
            </a:r>
            <a:r>
              <a:rPr lang="en-US" altLang="en-US" dirty="0"/>
              <a:t> sequential file ordered on a search key, with a clustering index on the search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>
            <a:extLst>
              <a:ext uri="{FF2B5EF4-FFF2-40B4-BE49-F238E27FC236}">
                <a16:creationId xmlns:a16="http://schemas.microsoft.com/office/drawing/2014/main" id="{69C9745A-37B7-4F0E-A3B3-2DAF58FB2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AF8129C-3EED-4426-9DD8-3F433D6DF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8470" y="1935826"/>
            <a:ext cx="9713271" cy="1165225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Dense index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— Index record appears for every search-key value in the file. </a:t>
            </a:r>
          </a:p>
          <a:p>
            <a:r>
              <a:rPr lang="en-US" altLang="en-US" dirty="0"/>
              <a:t>E.g. index on </a:t>
            </a:r>
            <a:r>
              <a:rPr lang="en-US" altLang="en-US" i="1" dirty="0"/>
              <a:t>ID</a:t>
            </a:r>
            <a:r>
              <a:rPr lang="en-US" altLang="en-US" dirty="0"/>
              <a:t> attribute of </a:t>
            </a:r>
            <a:r>
              <a:rPr lang="en-US" altLang="en-US" i="1" dirty="0"/>
              <a:t>instructor</a:t>
            </a:r>
            <a:r>
              <a:rPr lang="en-US" altLang="en-US" dirty="0"/>
              <a:t> relation </a:t>
            </a:r>
          </a:p>
        </p:txBody>
      </p:sp>
      <p:pic>
        <p:nvPicPr>
          <p:cNvPr id="15364" name="Picture 8">
            <a:extLst>
              <a:ext uri="{FF2B5EF4-FFF2-40B4-BE49-F238E27FC236}">
                <a16:creationId xmlns:a16="http://schemas.microsoft.com/office/drawing/2014/main" id="{710620EF-3A3A-4679-B2D8-8E62EC03A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980" y="2971641"/>
            <a:ext cx="6700837" cy="325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A0AC463D-5BF0-4013-9522-A5AD19E7A6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Dense Index Files (Cont.)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2A41FD-6D01-4D50-86B9-6E628B8C77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6901" y="1876621"/>
            <a:ext cx="7661275" cy="966787"/>
          </a:xfrm>
        </p:spPr>
        <p:txBody>
          <a:bodyPr/>
          <a:lstStyle/>
          <a:p>
            <a:r>
              <a:rPr lang="en-US" altLang="en-US" dirty="0"/>
              <a:t>Dense index on </a:t>
            </a:r>
            <a:r>
              <a:rPr lang="en-US" altLang="en-US" i="1" dirty="0"/>
              <a:t>dept_name</a:t>
            </a:r>
            <a:r>
              <a:rPr lang="en-US" altLang="en-US" dirty="0"/>
              <a:t>, with </a:t>
            </a:r>
            <a:r>
              <a:rPr lang="en-US" altLang="en-US" i="1" dirty="0"/>
              <a:t>instructor </a:t>
            </a:r>
            <a:r>
              <a:rPr lang="en-US" altLang="en-US" dirty="0"/>
              <a:t>file sorted on </a:t>
            </a:r>
            <a:r>
              <a:rPr lang="en-US" altLang="en-US" i="1" dirty="0"/>
              <a:t>dept_name</a:t>
            </a:r>
            <a:endParaRPr lang="en-US" altLang="en-US" dirty="0"/>
          </a:p>
        </p:txBody>
      </p:sp>
      <p:pic>
        <p:nvPicPr>
          <p:cNvPr id="17412" name="Picture 7">
            <a:extLst>
              <a:ext uri="{FF2B5EF4-FFF2-40B4-BE49-F238E27FC236}">
                <a16:creationId xmlns:a16="http://schemas.microsoft.com/office/drawing/2014/main" id="{6206C307-EB8B-44EE-BC03-F42F67E2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6" y="3185203"/>
            <a:ext cx="7081838" cy="2944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970" name="Rectangle 2">
            <a:extLst>
              <a:ext uri="{FF2B5EF4-FFF2-40B4-BE49-F238E27FC236}">
                <a16:creationId xmlns:a16="http://schemas.microsoft.com/office/drawing/2014/main" id="{D16DB98C-5073-42B4-BF88-0C45429388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EC30A03-5B48-4877-BFDE-46B4DC9354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981874"/>
            <a:ext cx="10058400" cy="2495550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Sparse Index</a:t>
            </a:r>
            <a:r>
              <a:rPr lang="en-US" altLang="en-US" dirty="0"/>
              <a:t>:  contains index records for only some search-key values.</a:t>
            </a:r>
          </a:p>
          <a:p>
            <a:pPr lvl="1"/>
            <a:r>
              <a:rPr lang="en-US" altLang="en-US" dirty="0"/>
              <a:t>Applicable when records are sequentially ordered on search-key</a:t>
            </a:r>
          </a:p>
          <a:p>
            <a:r>
              <a:rPr lang="en-US" altLang="en-US" dirty="0"/>
              <a:t>To locate a record with search-key value </a:t>
            </a:r>
            <a:r>
              <a:rPr lang="en-US" altLang="en-US" i="1" dirty="0"/>
              <a:t>K</a:t>
            </a:r>
            <a:r>
              <a:rPr lang="en-US" altLang="en-US" dirty="0"/>
              <a:t> we:</a:t>
            </a:r>
          </a:p>
          <a:p>
            <a:pPr lvl="1"/>
            <a:r>
              <a:rPr lang="en-US" altLang="en-US" dirty="0"/>
              <a:t>Find index record with largest search-key value &lt; </a:t>
            </a:r>
            <a:r>
              <a:rPr lang="en-US" altLang="en-US" i="1" dirty="0"/>
              <a:t>K</a:t>
            </a:r>
            <a:endParaRPr lang="en-US" altLang="en-US" dirty="0"/>
          </a:p>
          <a:p>
            <a:pPr lvl="1"/>
            <a:r>
              <a:rPr lang="en-US" altLang="en-US" dirty="0"/>
              <a:t>Search file sequentially starting at the record to which the index record points</a:t>
            </a:r>
          </a:p>
        </p:txBody>
      </p:sp>
      <p:pic>
        <p:nvPicPr>
          <p:cNvPr id="19460" name="Picture 7">
            <a:extLst>
              <a:ext uri="{FF2B5EF4-FFF2-40B4-BE49-F238E27FC236}">
                <a16:creationId xmlns:a16="http://schemas.microsoft.com/office/drawing/2014/main" id="{4CA72F48-2A38-43A9-866F-F0DC1888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117" y="3936655"/>
            <a:ext cx="6078598" cy="2797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>
            <a:extLst>
              <a:ext uri="{FF2B5EF4-FFF2-40B4-BE49-F238E27FC236}">
                <a16:creationId xmlns:a16="http://schemas.microsoft.com/office/drawing/2014/main" id="{24121C46-A7F8-4C85-B0FA-844931DCB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Sparse Index Files (Cont.)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97FC95-73F7-4D82-B58B-073729F71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7047" y="1883032"/>
            <a:ext cx="11124103" cy="5192712"/>
          </a:xfrm>
        </p:spPr>
        <p:txBody>
          <a:bodyPr/>
          <a:lstStyle/>
          <a:p>
            <a:r>
              <a:rPr lang="en-US" altLang="en-US" dirty="0"/>
              <a:t>Compared to dense indices:</a:t>
            </a:r>
          </a:p>
          <a:p>
            <a:pPr lvl="1"/>
            <a:r>
              <a:rPr lang="en-US" altLang="en-US" dirty="0"/>
              <a:t>Less space and less maintenance overhead for insertions and deletions.</a:t>
            </a:r>
          </a:p>
          <a:p>
            <a:pPr lvl="1"/>
            <a:r>
              <a:rPr lang="en-US" altLang="en-US" dirty="0"/>
              <a:t>Generally slower than dense index for locating records.</a:t>
            </a:r>
          </a:p>
          <a:p>
            <a:r>
              <a:rPr lang="en-US" altLang="en-US" b="1" dirty="0"/>
              <a:t>Good tradeoff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for clustered index: sparse index with an index entry for every block in file, corresponding to least search-key value in the block.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For </a:t>
            </a:r>
            <a:r>
              <a:rPr lang="en-US" altLang="en-US" dirty="0" err="1"/>
              <a:t>unclustered</a:t>
            </a:r>
            <a:r>
              <a:rPr lang="en-US" altLang="en-US" dirty="0"/>
              <a:t> index: sparse index on top of dense index (multilevel index)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DE9D94-E986-4FDA-B2F6-B47DE62C9308}"/>
              </a:ext>
            </a:extLst>
          </p:cNvPr>
          <p:cNvGrpSpPr/>
          <p:nvPr/>
        </p:nvGrpSpPr>
        <p:grpSpPr>
          <a:xfrm>
            <a:off x="4681642" y="3894937"/>
            <a:ext cx="2504405" cy="2239958"/>
            <a:chOff x="2465294" y="3429000"/>
            <a:chExt cx="2782312" cy="256857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16BB815-C486-41E2-8B5C-0756C1851E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9022" t="-6" r="-1376" b="53812"/>
            <a:stretch/>
          </p:blipFill>
          <p:spPr>
            <a:xfrm>
              <a:off x="2528392" y="3429000"/>
              <a:ext cx="2719214" cy="2441743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584757-4F0D-4F53-8610-649ED2931878}"/>
                </a:ext>
              </a:extLst>
            </p:cNvPr>
            <p:cNvSpPr/>
            <p:nvPr/>
          </p:nvSpPr>
          <p:spPr bwMode="auto">
            <a:xfrm>
              <a:off x="2465294" y="4649871"/>
              <a:ext cx="1147482" cy="12208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600">
                <a:latin typeface="Helvetica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A78095-0A25-48F9-9B32-1E9D76A9734D}"/>
                </a:ext>
              </a:extLst>
            </p:cNvPr>
            <p:cNvSpPr/>
            <p:nvPr/>
          </p:nvSpPr>
          <p:spPr bwMode="auto">
            <a:xfrm>
              <a:off x="3357627" y="5333999"/>
              <a:ext cx="636494" cy="66357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 sz="1600">
                <a:latin typeface="Helvetica" charset="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>
            <a:extLst>
              <a:ext uri="{FF2B5EF4-FFF2-40B4-BE49-F238E27FC236}">
                <a16:creationId xmlns:a16="http://schemas.microsoft.com/office/drawing/2014/main" id="{DEFA663B-A102-4E3E-8A2F-E81DCB5BE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2162B0D-B51D-446C-A191-D7BE1B40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3986" y="2080002"/>
            <a:ext cx="11041096" cy="46142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Disadvantage of indexed-sequential files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Performance degrades as file grows, since many overflow blocks get created.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Periodic reorganization of entire file is required.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 index files: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Automatically reorganizes itself with small, local, changes, in the face of insertions and deletions.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Reorganization of entire file is not required to maintain performance.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(Minor) disadvantage of B</a:t>
            </a:r>
            <a:r>
              <a:rPr lang="en-US" altLang="en-US" baseline="30000" dirty="0"/>
              <a:t>+</a:t>
            </a:r>
            <a:r>
              <a:rPr lang="en-US" altLang="en-US" dirty="0"/>
              <a:t>-trees: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Extra insertion and deletion overhead, space overhead.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Advantages of B</a:t>
            </a:r>
            <a:r>
              <a:rPr lang="en-US" altLang="en-US" baseline="30000" dirty="0"/>
              <a:t>+</a:t>
            </a:r>
            <a:r>
              <a:rPr lang="en-US" altLang="en-US" dirty="0"/>
              <a:t>-trees outweigh disadvantages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-trees are used extensively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2A0A4B5-93E8-4A46-9ABB-B723A76A37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7067" y="164071"/>
            <a:ext cx="10058400" cy="7445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Example of B</a:t>
            </a:r>
            <a:r>
              <a:rPr lang="en-US" altLang="en-US" baseline="30000" dirty="0">
                <a:effectLst/>
              </a:rPr>
              <a:t>+</a:t>
            </a:r>
            <a:r>
              <a:rPr lang="en-US" altLang="en-US" dirty="0">
                <a:effectLst/>
              </a:rPr>
              <a:t>-Tree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AA85DF-5F7C-409F-AFF0-4C6DC7ACA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04" y="908608"/>
            <a:ext cx="9617646" cy="5545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22" name="Rectangle 2">
            <a:extLst>
              <a:ext uri="{FF2B5EF4-FFF2-40B4-BE49-F238E27FC236}">
                <a16:creationId xmlns:a16="http://schemas.microsoft.com/office/drawing/2014/main" id="{07CFB251-EA2C-47DA-B685-A75D8DCDB4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392" y="965201"/>
            <a:ext cx="10058400" cy="62560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Index Files (Cont.)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FD53499C-F106-46F2-BF14-D21BEF32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361" y="2763445"/>
            <a:ext cx="10285594" cy="4244975"/>
          </a:xfrm>
        </p:spPr>
        <p:txBody>
          <a:bodyPr/>
          <a:lstStyle/>
          <a:p>
            <a:r>
              <a:rPr lang="en-US" altLang="en-US" dirty="0"/>
              <a:t>All paths from root to leaf are of the same length</a:t>
            </a:r>
          </a:p>
          <a:p>
            <a:r>
              <a:rPr lang="en-US" altLang="en-US" dirty="0"/>
              <a:t>Each node that is not a root or a leaf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/>
              <a:t>n</a:t>
            </a:r>
            <a:r>
              <a:rPr lang="en-US" altLang="en-US" dirty="0"/>
              <a:t>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 children.</a:t>
            </a:r>
          </a:p>
          <a:p>
            <a:r>
              <a:rPr lang="en-US" altLang="en-US" dirty="0"/>
              <a:t>A leaf node has between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(</a:t>
            </a:r>
            <a:r>
              <a:rPr lang="en-US" altLang="en-US" i="1" dirty="0"/>
              <a:t>n</a:t>
            </a:r>
            <a:r>
              <a:rPr lang="en-US" altLang="en-US" dirty="0"/>
              <a:t>–1)/2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and </a:t>
            </a:r>
            <a:r>
              <a:rPr lang="en-US" altLang="en-US" i="1" dirty="0"/>
              <a:t>n</a:t>
            </a:r>
            <a:r>
              <a:rPr lang="en-US" altLang="en-US" dirty="0"/>
              <a:t>–1 values</a:t>
            </a:r>
          </a:p>
          <a:p>
            <a:r>
              <a:rPr lang="en-US" altLang="en-US" dirty="0"/>
              <a:t>Special cases: </a:t>
            </a:r>
          </a:p>
          <a:p>
            <a:pPr lvl="1"/>
            <a:r>
              <a:rPr lang="en-US" altLang="en-US" dirty="0"/>
              <a:t>If the root is not a leaf, it has at least 2 children.</a:t>
            </a:r>
          </a:p>
          <a:p>
            <a:pPr lvl="1"/>
            <a:r>
              <a:rPr lang="en-US" altLang="en-US" dirty="0"/>
              <a:t>If the root is a leaf (that is, there are no other nodes in the tree), it can have between 0 and (</a:t>
            </a:r>
            <a:r>
              <a:rPr lang="en-US" altLang="en-US" i="1" dirty="0"/>
              <a:t>n</a:t>
            </a:r>
            <a:r>
              <a:rPr lang="en-US" altLang="en-US" dirty="0"/>
              <a:t>–1) values.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50EC1053-5CAA-4B1C-B11A-D206AA519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361" y="2000155"/>
            <a:ext cx="66040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A 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is a rooted tree satisfying the following properties: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970" name="Rectangle 2">
            <a:extLst>
              <a:ext uri="{FF2B5EF4-FFF2-40B4-BE49-F238E27FC236}">
                <a16:creationId xmlns:a16="http://schemas.microsoft.com/office/drawing/2014/main" id="{68085FC6-4A92-4F65-BAF7-E4906F989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 Node Structure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E2DF636-C20B-414E-A588-A610771C9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2830679"/>
            <a:ext cx="10796498" cy="5263469"/>
          </a:xfrm>
        </p:spPr>
        <p:txBody>
          <a:bodyPr/>
          <a:lstStyle/>
          <a:p>
            <a:pPr>
              <a:tabLst>
                <a:tab pos="1655763" algn="l"/>
              </a:tabLst>
            </a:pPr>
            <a:r>
              <a:rPr lang="en-US" altLang="en-US" dirty="0"/>
              <a:t>Typical node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K</a:t>
            </a:r>
            <a:r>
              <a:rPr lang="en-US" altLang="en-US" baseline="-25000" dirty="0"/>
              <a:t>i</a:t>
            </a:r>
            <a:r>
              <a:rPr lang="en-US" altLang="en-US" dirty="0"/>
              <a:t> are the search-key values </a:t>
            </a:r>
          </a:p>
          <a:p>
            <a:pPr lvl="1">
              <a:tabLst>
                <a:tab pos="1655763" algn="l"/>
              </a:tabLst>
            </a:pPr>
            <a:r>
              <a:rPr lang="en-US" altLang="en-US" dirty="0"/>
              <a:t>P</a:t>
            </a:r>
            <a:r>
              <a:rPr lang="en-US" altLang="en-US" baseline="-25000" dirty="0"/>
              <a:t>i</a:t>
            </a:r>
            <a:r>
              <a:rPr lang="en-US" altLang="en-US" dirty="0"/>
              <a:t> are pointers to children (for non-leaf nodes) or pointers to records or buckets of records (for leaf nodes).</a:t>
            </a:r>
          </a:p>
          <a:p>
            <a:pPr>
              <a:tabLst>
                <a:tab pos="1655763" algn="l"/>
              </a:tabLst>
            </a:pPr>
            <a:r>
              <a:rPr lang="en-US" altLang="en-US" dirty="0"/>
              <a:t>The search-keys in a node are ordered </a:t>
            </a:r>
          </a:p>
          <a:p>
            <a:pPr>
              <a:buNone/>
              <a:tabLst>
                <a:tab pos="1655763" algn="l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2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K</a:t>
            </a:r>
            <a:r>
              <a:rPr lang="en-US" altLang="en-US" baseline="-25000" dirty="0"/>
              <a:t>3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/>
              <a:t>. . .</a:t>
            </a:r>
            <a:r>
              <a:rPr lang="en-US" altLang="en-US" baseline="-25000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&lt;</a:t>
            </a:r>
            <a:r>
              <a:rPr lang="en-US" altLang="en-US" dirty="0"/>
              <a:t> </a:t>
            </a:r>
            <a:r>
              <a:rPr lang="en-US" altLang="en-US" i="1" dirty="0" err="1"/>
              <a:t>K</a:t>
            </a:r>
            <a:r>
              <a:rPr lang="en-US" altLang="en-US" i="1" baseline="-25000" dirty="0" err="1"/>
              <a:t>n</a:t>
            </a:r>
            <a:r>
              <a:rPr lang="en-US" altLang="en-US" i="1" baseline="-25000" dirty="0"/>
              <a:t>–</a:t>
            </a:r>
            <a:r>
              <a:rPr lang="en-US" altLang="en-US" baseline="-25000" dirty="0"/>
              <a:t>1</a:t>
            </a:r>
          </a:p>
          <a:p>
            <a:pPr>
              <a:buNone/>
              <a:tabLst>
                <a:tab pos="1655763" algn="l"/>
              </a:tabLst>
            </a:pPr>
            <a:r>
              <a:rPr lang="en-US" altLang="en-US" baseline="-25000" dirty="0"/>
              <a:t>        </a:t>
            </a:r>
            <a:r>
              <a:rPr lang="en-US" altLang="en-US" dirty="0"/>
              <a:t>(Initially assume no duplicate keys, address duplicates later)</a:t>
            </a:r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  <a:p>
            <a:pPr>
              <a:buNone/>
              <a:tabLst>
                <a:tab pos="1655763" algn="l"/>
              </a:tabLst>
            </a:pPr>
            <a:endParaRPr lang="en-US" altLang="en-US" dirty="0"/>
          </a:p>
        </p:txBody>
      </p:sp>
      <p:pic>
        <p:nvPicPr>
          <p:cNvPr id="43012" name="Picture 6">
            <a:extLst>
              <a:ext uri="{FF2B5EF4-FFF2-40B4-BE49-F238E27FC236}">
                <a16:creationId xmlns:a16="http://schemas.microsoft.com/office/drawing/2014/main" id="{61F7658D-8529-4C17-B4AA-522328E48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032" y="2945166"/>
            <a:ext cx="5813424" cy="450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>
            <a:extLst>
              <a:ext uri="{FF2B5EF4-FFF2-40B4-BE49-F238E27FC236}">
                <a16:creationId xmlns:a16="http://schemas.microsoft.com/office/drawing/2014/main" id="{30825248-ECF3-42B1-B321-CDFB4100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102908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Leaf Nodes in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3B428D0-E1FF-4080-8E20-A5CE395424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6486" y="1820419"/>
            <a:ext cx="10855704" cy="4498941"/>
          </a:xfrm>
        </p:spPr>
        <p:txBody>
          <a:bodyPr/>
          <a:lstStyle/>
          <a:p>
            <a:r>
              <a:rPr lang="en-US" altLang="en-US" dirty="0"/>
              <a:t>For </a:t>
            </a:r>
            <a:r>
              <a:rPr lang="en-US" altLang="en-US" i="1" dirty="0" err="1"/>
              <a:t>i</a:t>
            </a:r>
            <a:r>
              <a:rPr lang="en-US" altLang="en-US" dirty="0"/>
              <a:t> = 1, 2, . . ., </a:t>
            </a:r>
            <a:r>
              <a:rPr lang="en-US" altLang="en-US" i="1" dirty="0"/>
              <a:t>n–</a:t>
            </a:r>
            <a:r>
              <a:rPr lang="en-US" altLang="en-US" dirty="0"/>
              <a:t>1, pointer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i</a:t>
            </a:r>
            <a:r>
              <a:rPr lang="en-US" altLang="en-US" dirty="0"/>
              <a:t> points to a file record with search-key value </a:t>
            </a:r>
            <a:r>
              <a:rPr lang="en-US" altLang="en-US" i="1" dirty="0"/>
              <a:t>K</a:t>
            </a:r>
            <a:r>
              <a:rPr lang="en-US" altLang="en-US" i="1" baseline="-25000" dirty="0"/>
              <a:t>i</a:t>
            </a:r>
            <a:r>
              <a:rPr lang="en-US" altLang="en-US" dirty="0"/>
              <a:t>, </a:t>
            </a:r>
          </a:p>
          <a:p>
            <a:r>
              <a:rPr lang="en-US" altLang="en-US" dirty="0"/>
              <a:t>If </a:t>
            </a:r>
            <a:r>
              <a:rPr lang="en-US" altLang="en-US" i="1" dirty="0"/>
              <a:t>L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L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are leaf nodes and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&lt; </a:t>
            </a:r>
            <a:r>
              <a:rPr lang="en-US" altLang="en-US" i="1" dirty="0"/>
              <a:t>j, L</a:t>
            </a:r>
            <a:r>
              <a:rPr lang="en-US" altLang="en-US" i="1" baseline="-25000" dirty="0"/>
              <a:t>i</a:t>
            </a:r>
            <a:r>
              <a:rPr lang="ja-JP" altLang="en-US" dirty="0"/>
              <a:t>’</a:t>
            </a:r>
            <a:r>
              <a:rPr lang="en-US" altLang="ja-JP" dirty="0"/>
              <a:t>s search-key values are less than or equal to </a:t>
            </a:r>
            <a:r>
              <a:rPr lang="en-US" altLang="ja-JP" i="1" dirty="0" err="1"/>
              <a:t>L</a:t>
            </a:r>
            <a:r>
              <a:rPr lang="en-US" altLang="ja-JP" i="1" baseline="-25000" dirty="0" err="1"/>
              <a:t>j</a:t>
            </a:r>
            <a:r>
              <a:rPr lang="ja-JP" altLang="en-US" dirty="0"/>
              <a:t>’</a:t>
            </a:r>
            <a:r>
              <a:rPr lang="en-US" altLang="ja-JP" dirty="0"/>
              <a:t>s search-key values</a:t>
            </a:r>
          </a:p>
          <a:p>
            <a:r>
              <a:rPr lang="en-US" altLang="en-US" i="1" dirty="0" err="1"/>
              <a:t>P</a:t>
            </a:r>
            <a:r>
              <a:rPr lang="en-US" altLang="en-US" i="1" baseline="-25000" dirty="0" err="1"/>
              <a:t>n</a:t>
            </a:r>
            <a:r>
              <a:rPr lang="en-US" altLang="en-US" dirty="0"/>
              <a:t> points to next leaf node in search-key order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76855706-2897-4A1C-BB15-612E6E125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842" y="1365818"/>
            <a:ext cx="312310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Properties of a leaf node:</a:t>
            </a:r>
          </a:p>
        </p:txBody>
      </p:sp>
      <p:grpSp>
        <p:nvGrpSpPr>
          <p:cNvPr id="45061" name="Group 7">
            <a:extLst>
              <a:ext uri="{FF2B5EF4-FFF2-40B4-BE49-F238E27FC236}">
                <a16:creationId xmlns:a16="http://schemas.microsoft.com/office/drawing/2014/main" id="{0ABF95CC-E6C9-439C-8C6C-8B69BDB3EC8C}"/>
              </a:ext>
            </a:extLst>
          </p:cNvPr>
          <p:cNvGrpSpPr>
            <a:grpSpLocks/>
          </p:cNvGrpSpPr>
          <p:nvPr/>
        </p:nvGrpSpPr>
        <p:grpSpPr bwMode="auto">
          <a:xfrm>
            <a:off x="2564932" y="3275746"/>
            <a:ext cx="7505700" cy="3295650"/>
            <a:chOff x="961" y="2239"/>
            <a:chExt cx="4527" cy="1961"/>
          </a:xfrm>
        </p:grpSpPr>
        <p:pic>
          <p:nvPicPr>
            <p:cNvPr id="45062" name="Picture 8">
              <a:extLst>
                <a:ext uri="{FF2B5EF4-FFF2-40B4-BE49-F238E27FC236}">
                  <a16:creationId xmlns:a16="http://schemas.microsoft.com/office/drawing/2014/main" id="{012C4B4A-CC70-4617-8C41-85390F3903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48" b="9171"/>
            <a:stretch>
              <a:fillRect/>
            </a:stretch>
          </p:blipFill>
          <p:spPr bwMode="auto">
            <a:xfrm>
              <a:off x="961" y="2537"/>
              <a:ext cx="4521" cy="1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5063" name="Picture 8">
              <a:extLst>
                <a:ext uri="{FF2B5EF4-FFF2-40B4-BE49-F238E27FC236}">
                  <a16:creationId xmlns:a16="http://schemas.microsoft.com/office/drawing/2014/main" id="{7BD2BFE1-0AF9-488E-85E2-AE4A1033A7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8744"/>
            <a:stretch>
              <a:fillRect/>
            </a:stretch>
          </p:blipFill>
          <p:spPr bwMode="auto">
            <a:xfrm>
              <a:off x="967" y="2239"/>
              <a:ext cx="4521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0977D842-A55D-45FB-A569-781D6F374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6344" y="-383094"/>
            <a:ext cx="10058400" cy="1450757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Non-Leaf Nodes in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22285B4-4C44-43C2-9590-DFD402152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45059" y="1909701"/>
            <a:ext cx="10058400" cy="5263469"/>
          </a:xfrm>
        </p:spPr>
        <p:txBody>
          <a:bodyPr/>
          <a:lstStyle/>
          <a:p>
            <a:r>
              <a:rPr lang="en-US" altLang="en-US" dirty="0"/>
              <a:t>Non leaf nodes form a multi-level sparse index on the leaf nodes.  </a:t>
            </a:r>
          </a:p>
          <a:p>
            <a:r>
              <a:rPr lang="en-US" altLang="en-US" dirty="0"/>
              <a:t>For a non-leaf node with </a:t>
            </a:r>
            <a:r>
              <a:rPr lang="en-US" altLang="en-US" i="1" dirty="0"/>
              <a:t>m</a:t>
            </a:r>
            <a:r>
              <a:rPr lang="en-US" altLang="en-US" dirty="0"/>
              <a:t> pointers:</a:t>
            </a:r>
          </a:p>
          <a:p>
            <a:pPr lvl="1"/>
            <a:r>
              <a:rPr lang="en-US" altLang="en-US" dirty="0"/>
              <a:t>All the search-keys in the subtree to which </a:t>
            </a:r>
            <a:r>
              <a:rPr lang="en-US" altLang="en-US" i="1" dirty="0"/>
              <a:t>P</a:t>
            </a:r>
            <a:r>
              <a:rPr lang="en-US" altLang="en-US" baseline="-25000" dirty="0"/>
              <a:t>1</a:t>
            </a:r>
            <a:r>
              <a:rPr lang="en-US" altLang="en-US" dirty="0"/>
              <a:t> points are less than </a:t>
            </a:r>
            <a:r>
              <a:rPr lang="en-US" altLang="en-US" i="1" dirty="0"/>
              <a:t>K</a:t>
            </a:r>
            <a:r>
              <a:rPr lang="en-US" altLang="en-US" baseline="-25000" dirty="0"/>
              <a:t>1 </a:t>
            </a:r>
            <a:endParaRPr lang="en-US" altLang="en-US" dirty="0"/>
          </a:p>
          <a:p>
            <a:pPr lvl="1"/>
            <a:r>
              <a:rPr lang="en-US" altLang="en-US" dirty="0"/>
              <a:t>For 2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 err="1">
                <a:sym typeface="Symbol" panose="05050102010706020507" pitchFamily="18" charset="2"/>
              </a:rPr>
              <a:t>i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 1, all the search-keys in the subtree to which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r>
              <a:rPr lang="en-US" altLang="en-US" dirty="0">
                <a:sym typeface="Symbol" panose="05050102010706020507" pitchFamily="18" charset="2"/>
              </a:rPr>
              <a:t> and less than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i="1" baseline="-25000" dirty="0">
                <a:sym typeface="Symbol" panose="05050102010706020507" pitchFamily="18" charset="2"/>
              </a:rPr>
              <a:t>i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All the search-keys in the subtree to which </a:t>
            </a:r>
            <a:r>
              <a:rPr lang="en-US" altLang="en-US" i="1" dirty="0" err="1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points have values greater than or equal to </a:t>
            </a:r>
            <a:r>
              <a:rPr lang="en-US" altLang="en-US" i="1" dirty="0" err="1">
                <a:sym typeface="Symbol" panose="05050102010706020507" pitchFamily="18" charset="2"/>
              </a:rPr>
              <a:t>K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–1</a:t>
            </a:r>
            <a:endParaRPr lang="en-US" altLang="en-US" dirty="0"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General structure</a:t>
            </a:r>
          </a:p>
        </p:txBody>
      </p:sp>
      <p:pic>
        <p:nvPicPr>
          <p:cNvPr id="47108" name="Picture 6">
            <a:extLst>
              <a:ext uri="{FF2B5EF4-FFF2-40B4-BE49-F238E27FC236}">
                <a16:creationId xmlns:a16="http://schemas.microsoft.com/office/drawing/2014/main" id="{62FC7E36-0E9F-4C04-A7DA-9617738A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684" y="4704539"/>
            <a:ext cx="5147161" cy="398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62" name="Rectangle 2">
            <a:extLst>
              <a:ext uri="{FF2B5EF4-FFF2-40B4-BE49-F238E27FC236}">
                <a16:creationId xmlns:a16="http://schemas.microsoft.com/office/drawing/2014/main" id="{32E1A6C6-86FE-48FF-AA43-AFD7CE8AD8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38212" y="438642"/>
            <a:ext cx="10058400" cy="5937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1965228-E904-49E0-AF36-1FD378CB67E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38212" y="1301750"/>
            <a:ext cx="10315575" cy="4254500"/>
          </a:xfrm>
        </p:spPr>
        <p:txBody>
          <a:bodyPr>
            <a:normAutofit/>
          </a:bodyPr>
          <a:lstStyle/>
          <a:p>
            <a:r>
              <a:rPr kumimoji="0" lang="en-US" altLang="en-US" dirty="0"/>
              <a:t>B</a:t>
            </a:r>
            <a:r>
              <a:rPr kumimoji="0" lang="en-US" altLang="en-US" baseline="30000" dirty="0"/>
              <a:t>+</a:t>
            </a:r>
            <a:r>
              <a:rPr kumimoji="0" lang="en-US" altLang="en-US" dirty="0"/>
              <a:t>-tree for </a:t>
            </a:r>
            <a:r>
              <a:rPr kumimoji="0" lang="en-US" altLang="zh-CN" dirty="0"/>
              <a:t>example </a:t>
            </a:r>
            <a:r>
              <a:rPr kumimoji="0" lang="en-US" altLang="en-US" dirty="0"/>
              <a:t>(</a:t>
            </a:r>
            <a:r>
              <a:rPr kumimoji="0" lang="en-US" altLang="en-US" i="1" dirty="0"/>
              <a:t>n</a:t>
            </a:r>
            <a:r>
              <a:rPr kumimoji="0" lang="en-US" altLang="en-US" dirty="0"/>
              <a:t> = 6)</a:t>
            </a:r>
          </a:p>
          <a:p>
            <a:r>
              <a:rPr lang="en-US" altLang="en-US" dirty="0"/>
              <a:t>Leaf nodes must have between 3 and 5 values</a:t>
            </a:r>
          </a:p>
          <a:p>
            <a:r>
              <a:rPr lang="en-US" altLang="en-US" dirty="0"/>
              <a:t> 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–1)/2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–1, 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 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Non-leaf nodes other than root must have between 3 and 6 children </a:t>
            </a:r>
          </a:p>
          <a:p>
            <a:r>
              <a:rPr lang="en-US" altLang="en-US" dirty="0"/>
              <a:t>(</a:t>
            </a:r>
            <a:r>
              <a:rPr lang="en-US" altLang="en-US" dirty="0">
                <a:sym typeface="Symbol" panose="05050102010706020507" pitchFamily="18" charset="2"/>
              </a:rPr>
              <a:t>(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/2) and </a:t>
            </a:r>
            <a:r>
              <a:rPr lang="en-US" altLang="en-US" i="1" dirty="0">
                <a:sym typeface="Symbol" panose="05050102010706020507" pitchFamily="18" charset="2"/>
              </a:rPr>
              <a:t>n </a:t>
            </a:r>
            <a:r>
              <a:rPr lang="en-US" altLang="en-US" dirty="0"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 =6).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Root must have at least 2 children.</a:t>
            </a:r>
          </a:p>
        </p:txBody>
      </p:sp>
      <p:pic>
        <p:nvPicPr>
          <p:cNvPr id="48133" name="Picture 6">
            <a:extLst>
              <a:ext uri="{FF2B5EF4-FFF2-40B4-BE49-F238E27FC236}">
                <a16:creationId xmlns:a16="http://schemas.microsoft.com/office/drawing/2014/main" id="{33F38C9F-4795-45E8-AC13-8552F375D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820" y="4286835"/>
            <a:ext cx="854075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210" name="Rectangle 2">
            <a:extLst>
              <a:ext uri="{FF2B5EF4-FFF2-40B4-BE49-F238E27FC236}">
                <a16:creationId xmlns:a16="http://schemas.microsoft.com/office/drawing/2014/main" id="{2236C35C-12A7-41B6-BCCD-455129331D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68152"/>
            <a:ext cx="10058400" cy="673846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Observations about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30320B58-A814-4C25-9DB6-EE3253185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3491" y="1889965"/>
            <a:ext cx="10765807" cy="5263469"/>
          </a:xfrm>
        </p:spPr>
        <p:txBody>
          <a:bodyPr/>
          <a:lstStyle/>
          <a:p>
            <a:r>
              <a:rPr lang="en-US" altLang="en-US" dirty="0"/>
              <a:t>Since the inter-node connections are done by pointers, </a:t>
            </a:r>
            <a:r>
              <a:rPr lang="ja-JP" altLang="en-US" dirty="0"/>
              <a:t>“</a:t>
            </a:r>
            <a:r>
              <a:rPr lang="en-US" altLang="ja-JP" dirty="0"/>
              <a:t>logically</a:t>
            </a:r>
            <a:r>
              <a:rPr lang="ja-JP" altLang="en-US" dirty="0"/>
              <a:t>”</a:t>
            </a:r>
            <a:r>
              <a:rPr lang="en-US" altLang="ja-JP" dirty="0"/>
              <a:t> close blocks need not be </a:t>
            </a:r>
            <a:r>
              <a:rPr lang="ja-JP" altLang="en-US" dirty="0"/>
              <a:t>“</a:t>
            </a:r>
            <a:r>
              <a:rPr lang="en-US" altLang="ja-JP" dirty="0"/>
              <a:t>physically</a:t>
            </a:r>
            <a:r>
              <a:rPr lang="ja-JP" altLang="en-US" dirty="0"/>
              <a:t>”</a:t>
            </a:r>
            <a:r>
              <a:rPr lang="en-US" altLang="ja-JP" dirty="0"/>
              <a:t> close.</a:t>
            </a:r>
          </a:p>
          <a:p>
            <a:r>
              <a:rPr lang="en-US" altLang="en-US" dirty="0"/>
              <a:t>The non-leaf levels of the B</a:t>
            </a:r>
            <a:r>
              <a:rPr lang="en-US" altLang="en-US" baseline="30000" dirty="0"/>
              <a:t>+</a:t>
            </a:r>
            <a:r>
              <a:rPr lang="en-US" altLang="en-US" dirty="0"/>
              <a:t>-tree form a hierarchy of sparse indices.</a:t>
            </a:r>
          </a:p>
          <a:p>
            <a:r>
              <a:rPr lang="en-US" altLang="en-US" dirty="0"/>
              <a:t>The B</a:t>
            </a:r>
            <a:r>
              <a:rPr lang="en-US" altLang="en-US" baseline="30000" dirty="0"/>
              <a:t>+</a:t>
            </a:r>
            <a:r>
              <a:rPr lang="en-US" altLang="en-US" dirty="0"/>
              <a:t>-tree contains a relatively small number of levels</a:t>
            </a:r>
          </a:p>
          <a:p>
            <a:pPr lvl="2"/>
            <a:r>
              <a:rPr lang="en-US" altLang="en-US" dirty="0"/>
              <a:t>Level below root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</a:t>
            </a:r>
            <a:r>
              <a:rPr lang="en-US" altLang="en-US" dirty="0"/>
              <a:t>values</a:t>
            </a:r>
          </a:p>
          <a:p>
            <a:pPr lvl="2"/>
            <a:r>
              <a:rPr lang="en-US" altLang="en-US" dirty="0"/>
              <a:t>Next level has at least 2*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 * </a:t>
            </a:r>
            <a:r>
              <a:rPr lang="en-US" altLang="en-US" dirty="0"/>
              <a:t>n/2</a:t>
            </a:r>
            <a:r>
              <a:rPr lang="en-US" altLang="en-US" dirty="0">
                <a:sym typeface="Symbol" panose="05050102010706020507" pitchFamily="18" charset="2"/>
              </a:rPr>
              <a:t></a:t>
            </a:r>
            <a:r>
              <a:rPr lang="en-US" altLang="en-US" dirty="0"/>
              <a:t> values</a:t>
            </a:r>
          </a:p>
          <a:p>
            <a:pPr lvl="2"/>
            <a:r>
              <a:rPr lang="en-US" altLang="en-US" dirty="0"/>
              <a:t>.. etc.</a:t>
            </a:r>
          </a:p>
          <a:p>
            <a:pPr lvl="1"/>
            <a:r>
              <a:rPr lang="en-US" altLang="en-US" dirty="0"/>
              <a:t>If there are </a:t>
            </a:r>
            <a:r>
              <a:rPr lang="en-US" altLang="en-US" i="1" dirty="0"/>
              <a:t>K</a:t>
            </a:r>
            <a:r>
              <a:rPr lang="en-US" altLang="en-US" dirty="0"/>
              <a:t> search-key values in the file, the tree height is no more than </a:t>
            </a:r>
            <a:r>
              <a:rPr lang="en-US" altLang="en-US" dirty="0">
                <a:sym typeface="Symbol" panose="05050102010706020507" pitchFamily="18" charset="2"/>
              </a:rPr>
              <a:t> </a:t>
            </a:r>
            <a:r>
              <a:rPr lang="en-US" altLang="en-US" dirty="0" err="1"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sym typeface="Symbol" panose="05050102010706020507" pitchFamily="18" charset="2"/>
              </a:rPr>
              <a:t></a:t>
            </a:r>
            <a:r>
              <a:rPr lang="en-US" altLang="en-US" i="1" baseline="-25000" dirty="0" err="1">
                <a:sym typeface="Symbol" panose="05050102010706020507" pitchFamily="18" charset="2"/>
              </a:rPr>
              <a:t>n</a:t>
            </a:r>
            <a:r>
              <a:rPr lang="en-US" altLang="en-US" baseline="-25000" dirty="0">
                <a:sym typeface="Symbol" panose="05050102010706020507" pitchFamily="18" charset="2"/>
              </a:rPr>
              <a:t>/2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)</a:t>
            </a:r>
            <a:endParaRPr lang="en-US" altLang="en-US" dirty="0"/>
          </a:p>
          <a:p>
            <a:pPr lvl="1"/>
            <a:r>
              <a:rPr lang="en-US" altLang="en-US" dirty="0"/>
              <a:t>thus searches can be conducted efficiently.</a:t>
            </a:r>
          </a:p>
          <a:p>
            <a:r>
              <a:rPr lang="en-US" altLang="en-US" dirty="0"/>
              <a:t>Insertions and deletions to the main file can be handled efficiently, as the index can be restructured in logarithmic time (as we shall see).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258" name="Rectangle 2">
            <a:extLst>
              <a:ext uri="{FF2B5EF4-FFF2-40B4-BE49-F238E27FC236}">
                <a16:creationId xmlns:a16="http://schemas.microsoft.com/office/drawing/2014/main" id="{392FDAD7-CC47-40E9-9944-E39B35E9CE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225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</a:t>
            </a:r>
          </a:p>
        </p:txBody>
      </p:sp>
      <p:pic>
        <p:nvPicPr>
          <p:cNvPr id="52228" name="Picture 5">
            <a:extLst>
              <a:ext uri="{FF2B5EF4-FFF2-40B4-BE49-F238E27FC236}">
                <a16:creationId xmlns:a16="http://schemas.microsoft.com/office/drawing/2014/main" id="{9190CDA6-99CA-468E-8876-5BC595D78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911" y="2335181"/>
            <a:ext cx="10410965" cy="2434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6DF6-63EB-470C-BD9E-242E7BEB8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Queries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F413-94C5-4CF8-8E2C-0431E6BE2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063" y="1955749"/>
            <a:ext cx="10311530" cy="5263469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Range queries </a:t>
            </a:r>
            <a:r>
              <a:rPr lang="en-IN" dirty="0"/>
              <a:t>find all records with search key values in a given range</a:t>
            </a:r>
          </a:p>
          <a:p>
            <a:pPr lvl="1"/>
            <a:r>
              <a:rPr lang="en-IN" i="1" dirty="0" err="1"/>
              <a:t>findRange</a:t>
            </a:r>
            <a:r>
              <a:rPr lang="en-IN" dirty="0"/>
              <a:t>(</a:t>
            </a:r>
            <a:r>
              <a:rPr lang="en-IN" i="1" dirty="0"/>
              <a:t>lb, </a:t>
            </a:r>
            <a:r>
              <a:rPr lang="en-IN" i="1" dirty="0" err="1"/>
              <a:t>ub</a:t>
            </a:r>
            <a:r>
              <a:rPr lang="en-IN" dirty="0"/>
              <a:t>) returns set of all such records that lb &lt;= x &lt;= </a:t>
            </a:r>
            <a:r>
              <a:rPr lang="en-IN" dirty="0" err="1"/>
              <a:t>ub</a:t>
            </a:r>
            <a:endParaRPr lang="en-IN" dirty="0"/>
          </a:p>
          <a:p>
            <a:pPr lvl="1"/>
            <a:r>
              <a:rPr lang="en-IN" dirty="0"/>
              <a:t>Real implementations usually provide an iterator interface to fetch matching records one at a time, using a </a:t>
            </a:r>
            <a:r>
              <a:rPr lang="en-IN" i="1" dirty="0"/>
              <a:t>next</a:t>
            </a:r>
            <a:r>
              <a:rPr lang="en-IN" dirty="0"/>
              <a:t>() function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90AA3AE9-E764-4908-8660-DA48FB997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369156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2251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EECC5D-6E28-4C4C-96AA-60D1D73A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E3EC6-9335-42DC-95B0-DC50D436E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524" y="2240439"/>
            <a:ext cx="10058400" cy="402336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21F3CD-9BB4-4D4B-9D7A-6B8AC760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398029EE-7C60-4B73-9697-14D92DF3CFF8}"/>
              </a:ext>
            </a:extLst>
          </p:cNvPr>
          <p:cNvSpPr/>
          <p:nvPr/>
        </p:nvSpPr>
        <p:spPr>
          <a:xfrm>
            <a:off x="1502093" y="2061644"/>
            <a:ext cx="8941435" cy="3859529"/>
          </a:xfrm>
          <a:custGeom>
            <a:avLst/>
            <a:gdLst/>
            <a:ahLst/>
            <a:cxnLst/>
            <a:rect l="l" t="t" r="r" b="b"/>
            <a:pathLst>
              <a:path w="8941435" h="3859529">
                <a:moveTo>
                  <a:pt x="0" y="0"/>
                </a:moveTo>
                <a:lnTo>
                  <a:pt x="0" y="3859530"/>
                </a:lnTo>
                <a:lnTo>
                  <a:pt x="8941308" y="3859530"/>
                </a:lnTo>
                <a:lnTo>
                  <a:pt x="894130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FC5606A-B39D-4443-B835-D279250483E2}"/>
              </a:ext>
            </a:extLst>
          </p:cNvPr>
          <p:cNvSpPr/>
          <p:nvPr/>
        </p:nvSpPr>
        <p:spPr>
          <a:xfrm>
            <a:off x="1502093" y="2061644"/>
            <a:ext cx="8941435" cy="3859529"/>
          </a:xfrm>
          <a:custGeom>
            <a:avLst/>
            <a:gdLst/>
            <a:ahLst/>
            <a:cxnLst/>
            <a:rect l="l" t="t" r="r" b="b"/>
            <a:pathLst>
              <a:path w="8941435" h="3859529">
                <a:moveTo>
                  <a:pt x="0" y="0"/>
                </a:moveTo>
                <a:lnTo>
                  <a:pt x="0" y="3859530"/>
                </a:lnTo>
                <a:lnTo>
                  <a:pt x="8941308" y="3859530"/>
                </a:lnTo>
                <a:lnTo>
                  <a:pt x="8941308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C59DEC0C-E837-43DE-B416-3315439324FD}"/>
              </a:ext>
            </a:extLst>
          </p:cNvPr>
          <p:cNvSpPr/>
          <p:nvPr/>
        </p:nvSpPr>
        <p:spPr>
          <a:xfrm>
            <a:off x="4640771" y="2152322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3"/>
                </a:lnTo>
                <a:lnTo>
                  <a:pt x="1238250" y="694943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4813F548-B890-404A-8849-6EA1F60A1E77}"/>
              </a:ext>
            </a:extLst>
          </p:cNvPr>
          <p:cNvSpPr/>
          <p:nvPr/>
        </p:nvSpPr>
        <p:spPr>
          <a:xfrm>
            <a:off x="4640771" y="2152322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3"/>
                </a:lnTo>
                <a:lnTo>
                  <a:pt x="1238250" y="694943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6CE1A653-DD65-45B7-B1CA-92783808DAE1}"/>
              </a:ext>
            </a:extLst>
          </p:cNvPr>
          <p:cNvSpPr/>
          <p:nvPr/>
        </p:nvSpPr>
        <p:spPr>
          <a:xfrm>
            <a:off x="4649153" y="2495222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AB5E74C2-92A2-4753-982A-24C3EB5B81E9}"/>
              </a:ext>
            </a:extLst>
          </p:cNvPr>
          <p:cNvSpPr/>
          <p:nvPr/>
        </p:nvSpPr>
        <p:spPr>
          <a:xfrm>
            <a:off x="5058347" y="2152322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A1587645-F25F-415E-87C7-1427D6ECB146}"/>
              </a:ext>
            </a:extLst>
          </p:cNvPr>
          <p:cNvSpPr/>
          <p:nvPr/>
        </p:nvSpPr>
        <p:spPr>
          <a:xfrm>
            <a:off x="5480495" y="215994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4D98A028-8BA8-48C0-9698-4A7331C5AAA7}"/>
              </a:ext>
            </a:extLst>
          </p:cNvPr>
          <p:cNvSpPr/>
          <p:nvPr/>
        </p:nvSpPr>
        <p:spPr>
          <a:xfrm>
            <a:off x="4939475" y="248684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ACAC0355-1091-4093-B804-9459709244DE}"/>
              </a:ext>
            </a:extLst>
          </p:cNvPr>
          <p:cNvSpPr/>
          <p:nvPr/>
        </p:nvSpPr>
        <p:spPr>
          <a:xfrm>
            <a:off x="5256467" y="248684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5">
            <a:extLst>
              <a:ext uri="{FF2B5EF4-FFF2-40B4-BE49-F238E27FC236}">
                <a16:creationId xmlns:a16="http://schemas.microsoft.com/office/drawing/2014/main" id="{D4F9C060-D0F1-4CD9-B18E-E22D198CDB22}"/>
              </a:ext>
            </a:extLst>
          </p:cNvPr>
          <p:cNvSpPr/>
          <p:nvPr/>
        </p:nvSpPr>
        <p:spPr>
          <a:xfrm>
            <a:off x="5575745" y="248684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6">
            <a:extLst>
              <a:ext uri="{FF2B5EF4-FFF2-40B4-BE49-F238E27FC236}">
                <a16:creationId xmlns:a16="http://schemas.microsoft.com/office/drawing/2014/main" id="{E6053FD1-FFFF-4F85-AD60-261BEF96A456}"/>
              </a:ext>
            </a:extLst>
          </p:cNvPr>
          <p:cNvSpPr txBox="1"/>
          <p:nvPr/>
        </p:nvSpPr>
        <p:spPr>
          <a:xfrm>
            <a:off x="4726109" y="2225167"/>
            <a:ext cx="22860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6" name="object 17">
            <a:extLst>
              <a:ext uri="{FF2B5EF4-FFF2-40B4-BE49-F238E27FC236}">
                <a16:creationId xmlns:a16="http://schemas.microsoft.com/office/drawing/2014/main" id="{330CD579-7EB7-4518-8B0E-E4686368D3CE}"/>
              </a:ext>
            </a:extLst>
          </p:cNvPr>
          <p:cNvSpPr/>
          <p:nvPr/>
        </p:nvSpPr>
        <p:spPr>
          <a:xfrm>
            <a:off x="3327845" y="33250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A4CFC134-D720-4A43-BB6C-74C166E714FF}"/>
              </a:ext>
            </a:extLst>
          </p:cNvPr>
          <p:cNvSpPr/>
          <p:nvPr/>
        </p:nvSpPr>
        <p:spPr>
          <a:xfrm>
            <a:off x="3327845" y="33250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EEB40776-FECC-4DAA-89ED-3E4661B1EDB8}"/>
              </a:ext>
            </a:extLst>
          </p:cNvPr>
          <p:cNvSpPr/>
          <p:nvPr/>
        </p:nvSpPr>
        <p:spPr>
          <a:xfrm>
            <a:off x="3336227" y="3667939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20">
            <a:extLst>
              <a:ext uri="{FF2B5EF4-FFF2-40B4-BE49-F238E27FC236}">
                <a16:creationId xmlns:a16="http://schemas.microsoft.com/office/drawing/2014/main" id="{9AB2A277-11F9-4A00-9ED3-D32626221EA4}"/>
              </a:ext>
            </a:extLst>
          </p:cNvPr>
          <p:cNvSpPr/>
          <p:nvPr/>
        </p:nvSpPr>
        <p:spPr>
          <a:xfrm>
            <a:off x="3745421" y="3325040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21">
            <a:extLst>
              <a:ext uri="{FF2B5EF4-FFF2-40B4-BE49-F238E27FC236}">
                <a16:creationId xmlns:a16="http://schemas.microsoft.com/office/drawing/2014/main" id="{E3376969-CB40-4297-BDF8-CAA1905B8059}"/>
              </a:ext>
            </a:extLst>
          </p:cNvPr>
          <p:cNvSpPr/>
          <p:nvPr/>
        </p:nvSpPr>
        <p:spPr>
          <a:xfrm>
            <a:off x="4167569" y="3333422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762EE2C2-B7B1-4469-8AF0-2E254DD8F3C9}"/>
              </a:ext>
            </a:extLst>
          </p:cNvPr>
          <p:cNvSpPr/>
          <p:nvPr/>
        </p:nvSpPr>
        <p:spPr>
          <a:xfrm>
            <a:off x="3626549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BEABDC51-FED7-405A-AF68-8B086587D0A4}"/>
              </a:ext>
            </a:extLst>
          </p:cNvPr>
          <p:cNvSpPr/>
          <p:nvPr/>
        </p:nvSpPr>
        <p:spPr>
          <a:xfrm>
            <a:off x="3944303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BE1CD571-3968-4853-BF80-67E065EBE299}"/>
              </a:ext>
            </a:extLst>
          </p:cNvPr>
          <p:cNvSpPr/>
          <p:nvPr/>
        </p:nvSpPr>
        <p:spPr>
          <a:xfrm>
            <a:off x="4262819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5">
            <a:extLst>
              <a:ext uri="{FF2B5EF4-FFF2-40B4-BE49-F238E27FC236}">
                <a16:creationId xmlns:a16="http://schemas.microsoft.com/office/drawing/2014/main" id="{ECA10EDE-B1CE-4B7E-8508-C311FF315980}"/>
              </a:ext>
            </a:extLst>
          </p:cNvPr>
          <p:cNvSpPr/>
          <p:nvPr/>
        </p:nvSpPr>
        <p:spPr>
          <a:xfrm>
            <a:off x="6876467" y="33250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6">
            <a:extLst>
              <a:ext uri="{FF2B5EF4-FFF2-40B4-BE49-F238E27FC236}">
                <a16:creationId xmlns:a16="http://schemas.microsoft.com/office/drawing/2014/main" id="{63C605B1-4A90-43D9-88BB-DCFCA3D710AF}"/>
              </a:ext>
            </a:extLst>
          </p:cNvPr>
          <p:cNvSpPr/>
          <p:nvPr/>
        </p:nvSpPr>
        <p:spPr>
          <a:xfrm>
            <a:off x="6875705" y="33250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7">
            <a:extLst>
              <a:ext uri="{FF2B5EF4-FFF2-40B4-BE49-F238E27FC236}">
                <a16:creationId xmlns:a16="http://schemas.microsoft.com/office/drawing/2014/main" id="{EEEFD332-4F54-420B-8841-EDD7976809F3}"/>
              </a:ext>
            </a:extLst>
          </p:cNvPr>
          <p:cNvSpPr/>
          <p:nvPr/>
        </p:nvSpPr>
        <p:spPr>
          <a:xfrm>
            <a:off x="6884099" y="3667939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8">
            <a:extLst>
              <a:ext uri="{FF2B5EF4-FFF2-40B4-BE49-F238E27FC236}">
                <a16:creationId xmlns:a16="http://schemas.microsoft.com/office/drawing/2014/main" id="{0C1561B1-36CD-4718-896F-03AFBF30B285}"/>
              </a:ext>
            </a:extLst>
          </p:cNvPr>
          <p:cNvSpPr/>
          <p:nvPr/>
        </p:nvSpPr>
        <p:spPr>
          <a:xfrm>
            <a:off x="7293293" y="3325040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CF3FA618-BC85-4F1B-B354-8C7CFD05A1EA}"/>
              </a:ext>
            </a:extLst>
          </p:cNvPr>
          <p:cNvSpPr/>
          <p:nvPr/>
        </p:nvSpPr>
        <p:spPr>
          <a:xfrm>
            <a:off x="7716203" y="3333422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30">
            <a:extLst>
              <a:ext uri="{FF2B5EF4-FFF2-40B4-BE49-F238E27FC236}">
                <a16:creationId xmlns:a16="http://schemas.microsoft.com/office/drawing/2014/main" id="{61E9F732-B38C-4471-A41B-93FA6A28AC21}"/>
              </a:ext>
            </a:extLst>
          </p:cNvPr>
          <p:cNvSpPr/>
          <p:nvPr/>
        </p:nvSpPr>
        <p:spPr>
          <a:xfrm>
            <a:off x="7174421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31">
            <a:extLst>
              <a:ext uri="{FF2B5EF4-FFF2-40B4-BE49-F238E27FC236}">
                <a16:creationId xmlns:a16="http://schemas.microsoft.com/office/drawing/2014/main" id="{48920D7F-A1A1-4EAE-9D6C-BA1FEB9FBE6D}"/>
              </a:ext>
            </a:extLst>
          </p:cNvPr>
          <p:cNvSpPr/>
          <p:nvPr/>
        </p:nvSpPr>
        <p:spPr>
          <a:xfrm>
            <a:off x="7492175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32">
            <a:extLst>
              <a:ext uri="{FF2B5EF4-FFF2-40B4-BE49-F238E27FC236}">
                <a16:creationId xmlns:a16="http://schemas.microsoft.com/office/drawing/2014/main" id="{43720402-138C-4725-B05B-D239D5E20616}"/>
              </a:ext>
            </a:extLst>
          </p:cNvPr>
          <p:cNvSpPr/>
          <p:nvPr/>
        </p:nvSpPr>
        <p:spPr>
          <a:xfrm>
            <a:off x="7811453" y="36603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3">
            <a:extLst>
              <a:ext uri="{FF2B5EF4-FFF2-40B4-BE49-F238E27FC236}">
                <a16:creationId xmlns:a16="http://schemas.microsoft.com/office/drawing/2014/main" id="{25E15616-C799-4198-898A-2B16855B7E9B}"/>
              </a:ext>
            </a:extLst>
          </p:cNvPr>
          <p:cNvSpPr/>
          <p:nvPr/>
        </p:nvSpPr>
        <p:spPr>
          <a:xfrm>
            <a:off x="16689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4">
            <a:extLst>
              <a:ext uri="{FF2B5EF4-FFF2-40B4-BE49-F238E27FC236}">
                <a16:creationId xmlns:a16="http://schemas.microsoft.com/office/drawing/2014/main" id="{4565F179-5923-4CE4-9A06-3EB7A6D71F9F}"/>
              </a:ext>
            </a:extLst>
          </p:cNvPr>
          <p:cNvSpPr/>
          <p:nvPr/>
        </p:nvSpPr>
        <p:spPr>
          <a:xfrm>
            <a:off x="16689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5">
            <a:extLst>
              <a:ext uri="{FF2B5EF4-FFF2-40B4-BE49-F238E27FC236}">
                <a16:creationId xmlns:a16="http://schemas.microsoft.com/office/drawing/2014/main" id="{A27A9440-1F8B-4B70-8A6A-4040FA0CAD1B}"/>
              </a:ext>
            </a:extLst>
          </p:cNvPr>
          <p:cNvSpPr/>
          <p:nvPr/>
        </p:nvSpPr>
        <p:spPr>
          <a:xfrm>
            <a:off x="1677353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6">
            <a:extLst>
              <a:ext uri="{FF2B5EF4-FFF2-40B4-BE49-F238E27FC236}">
                <a16:creationId xmlns:a16="http://schemas.microsoft.com/office/drawing/2014/main" id="{17F23E91-BEAC-4E6D-B6BE-CFF5DB9A5F1C}"/>
              </a:ext>
            </a:extLst>
          </p:cNvPr>
          <p:cNvSpPr/>
          <p:nvPr/>
        </p:nvSpPr>
        <p:spPr>
          <a:xfrm>
            <a:off x="2086547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7">
            <a:extLst>
              <a:ext uri="{FF2B5EF4-FFF2-40B4-BE49-F238E27FC236}">
                <a16:creationId xmlns:a16="http://schemas.microsoft.com/office/drawing/2014/main" id="{81C17822-D616-4742-8D20-93000CC0A3D0}"/>
              </a:ext>
            </a:extLst>
          </p:cNvPr>
          <p:cNvSpPr/>
          <p:nvPr/>
        </p:nvSpPr>
        <p:spPr>
          <a:xfrm>
            <a:off x="2508695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9510789B-8A7D-4381-A7CB-D636B3B50083}"/>
              </a:ext>
            </a:extLst>
          </p:cNvPr>
          <p:cNvSpPr/>
          <p:nvPr/>
        </p:nvSpPr>
        <p:spPr>
          <a:xfrm>
            <a:off x="196767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9">
            <a:extLst>
              <a:ext uri="{FF2B5EF4-FFF2-40B4-BE49-F238E27FC236}">
                <a16:creationId xmlns:a16="http://schemas.microsoft.com/office/drawing/2014/main" id="{B56949E6-491A-4DC3-A8D1-802932775620}"/>
              </a:ext>
            </a:extLst>
          </p:cNvPr>
          <p:cNvSpPr/>
          <p:nvPr/>
        </p:nvSpPr>
        <p:spPr>
          <a:xfrm>
            <a:off x="2284667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40">
            <a:extLst>
              <a:ext uri="{FF2B5EF4-FFF2-40B4-BE49-F238E27FC236}">
                <a16:creationId xmlns:a16="http://schemas.microsoft.com/office/drawing/2014/main" id="{0134040D-E264-4C4B-BF76-00B031367605}"/>
              </a:ext>
            </a:extLst>
          </p:cNvPr>
          <p:cNvSpPr/>
          <p:nvPr/>
        </p:nvSpPr>
        <p:spPr>
          <a:xfrm>
            <a:off x="260394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41">
            <a:extLst>
              <a:ext uri="{FF2B5EF4-FFF2-40B4-BE49-F238E27FC236}">
                <a16:creationId xmlns:a16="http://schemas.microsoft.com/office/drawing/2014/main" id="{A2D8C2A2-867F-4154-9F49-D43D428B879C}"/>
              </a:ext>
            </a:extLst>
          </p:cNvPr>
          <p:cNvSpPr/>
          <p:nvPr/>
        </p:nvSpPr>
        <p:spPr>
          <a:xfrm>
            <a:off x="31548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49" y="694944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42">
            <a:extLst>
              <a:ext uri="{FF2B5EF4-FFF2-40B4-BE49-F238E27FC236}">
                <a16:creationId xmlns:a16="http://schemas.microsoft.com/office/drawing/2014/main" id="{81579D7A-5A51-47B4-88DD-BC5E03F927E9}"/>
              </a:ext>
            </a:extLst>
          </p:cNvPr>
          <p:cNvSpPr/>
          <p:nvPr/>
        </p:nvSpPr>
        <p:spPr>
          <a:xfrm>
            <a:off x="31548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49" y="694944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3">
            <a:extLst>
              <a:ext uri="{FF2B5EF4-FFF2-40B4-BE49-F238E27FC236}">
                <a16:creationId xmlns:a16="http://schemas.microsoft.com/office/drawing/2014/main" id="{E7383BE8-8A6C-4773-B0A4-D5BB9AC32EAA}"/>
              </a:ext>
            </a:extLst>
          </p:cNvPr>
          <p:cNvSpPr/>
          <p:nvPr/>
        </p:nvSpPr>
        <p:spPr>
          <a:xfrm>
            <a:off x="3163253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4">
            <a:extLst>
              <a:ext uri="{FF2B5EF4-FFF2-40B4-BE49-F238E27FC236}">
                <a16:creationId xmlns:a16="http://schemas.microsoft.com/office/drawing/2014/main" id="{2786805D-47D3-4DD7-BD21-4E98D9C73996}"/>
              </a:ext>
            </a:extLst>
          </p:cNvPr>
          <p:cNvSpPr/>
          <p:nvPr/>
        </p:nvSpPr>
        <p:spPr>
          <a:xfrm>
            <a:off x="3572447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5">
            <a:extLst>
              <a:ext uri="{FF2B5EF4-FFF2-40B4-BE49-F238E27FC236}">
                <a16:creationId xmlns:a16="http://schemas.microsoft.com/office/drawing/2014/main" id="{24D80887-FF81-4AE0-99C9-ED406517C728}"/>
              </a:ext>
            </a:extLst>
          </p:cNvPr>
          <p:cNvSpPr/>
          <p:nvPr/>
        </p:nvSpPr>
        <p:spPr>
          <a:xfrm>
            <a:off x="3994595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6">
            <a:extLst>
              <a:ext uri="{FF2B5EF4-FFF2-40B4-BE49-F238E27FC236}">
                <a16:creationId xmlns:a16="http://schemas.microsoft.com/office/drawing/2014/main" id="{74EC9D0A-E8EF-4FCE-A7E5-CA4A6C9AA862}"/>
              </a:ext>
            </a:extLst>
          </p:cNvPr>
          <p:cNvSpPr/>
          <p:nvPr/>
        </p:nvSpPr>
        <p:spPr>
          <a:xfrm>
            <a:off x="345357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7">
            <a:extLst>
              <a:ext uri="{FF2B5EF4-FFF2-40B4-BE49-F238E27FC236}">
                <a16:creationId xmlns:a16="http://schemas.microsoft.com/office/drawing/2014/main" id="{35C35A85-B5C4-4C64-8BCE-8F92F89279A5}"/>
              </a:ext>
            </a:extLst>
          </p:cNvPr>
          <p:cNvSpPr/>
          <p:nvPr/>
        </p:nvSpPr>
        <p:spPr>
          <a:xfrm>
            <a:off x="3770567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8">
            <a:extLst>
              <a:ext uri="{FF2B5EF4-FFF2-40B4-BE49-F238E27FC236}">
                <a16:creationId xmlns:a16="http://schemas.microsoft.com/office/drawing/2014/main" id="{0ED0F8F3-7EBA-43E6-9DF9-9E0F398CB976}"/>
              </a:ext>
            </a:extLst>
          </p:cNvPr>
          <p:cNvSpPr/>
          <p:nvPr/>
        </p:nvSpPr>
        <p:spPr>
          <a:xfrm>
            <a:off x="408984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9">
            <a:extLst>
              <a:ext uri="{FF2B5EF4-FFF2-40B4-BE49-F238E27FC236}">
                <a16:creationId xmlns:a16="http://schemas.microsoft.com/office/drawing/2014/main" id="{0F0DFAD6-C454-4B56-BD6B-17FACE05058A}"/>
              </a:ext>
            </a:extLst>
          </p:cNvPr>
          <p:cNvSpPr/>
          <p:nvPr/>
        </p:nvSpPr>
        <p:spPr>
          <a:xfrm>
            <a:off x="46407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50">
            <a:extLst>
              <a:ext uri="{FF2B5EF4-FFF2-40B4-BE49-F238E27FC236}">
                <a16:creationId xmlns:a16="http://schemas.microsoft.com/office/drawing/2014/main" id="{CDB18EC6-DAFF-4679-B11F-95E1C1D481DA}"/>
              </a:ext>
            </a:extLst>
          </p:cNvPr>
          <p:cNvSpPr/>
          <p:nvPr/>
        </p:nvSpPr>
        <p:spPr>
          <a:xfrm>
            <a:off x="46407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51">
            <a:extLst>
              <a:ext uri="{FF2B5EF4-FFF2-40B4-BE49-F238E27FC236}">
                <a16:creationId xmlns:a16="http://schemas.microsoft.com/office/drawing/2014/main" id="{7B8993A1-E68C-49A8-975B-8DCE9321014D}"/>
              </a:ext>
            </a:extLst>
          </p:cNvPr>
          <p:cNvSpPr/>
          <p:nvPr/>
        </p:nvSpPr>
        <p:spPr>
          <a:xfrm>
            <a:off x="4649153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52">
            <a:extLst>
              <a:ext uri="{FF2B5EF4-FFF2-40B4-BE49-F238E27FC236}">
                <a16:creationId xmlns:a16="http://schemas.microsoft.com/office/drawing/2014/main" id="{EE297306-272D-4476-BA4E-292DDC4C8A45}"/>
              </a:ext>
            </a:extLst>
          </p:cNvPr>
          <p:cNvSpPr/>
          <p:nvPr/>
        </p:nvSpPr>
        <p:spPr>
          <a:xfrm>
            <a:off x="5058347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3">
            <a:extLst>
              <a:ext uri="{FF2B5EF4-FFF2-40B4-BE49-F238E27FC236}">
                <a16:creationId xmlns:a16="http://schemas.microsoft.com/office/drawing/2014/main" id="{A7CBC699-4A5C-4974-9B79-806F8D2160B8}"/>
              </a:ext>
            </a:extLst>
          </p:cNvPr>
          <p:cNvSpPr/>
          <p:nvPr/>
        </p:nvSpPr>
        <p:spPr>
          <a:xfrm>
            <a:off x="5480495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4">
            <a:extLst>
              <a:ext uri="{FF2B5EF4-FFF2-40B4-BE49-F238E27FC236}">
                <a16:creationId xmlns:a16="http://schemas.microsoft.com/office/drawing/2014/main" id="{2545971E-8A92-4B81-8C3E-14F548A28BA7}"/>
              </a:ext>
            </a:extLst>
          </p:cNvPr>
          <p:cNvSpPr/>
          <p:nvPr/>
        </p:nvSpPr>
        <p:spPr>
          <a:xfrm>
            <a:off x="493947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5">
            <a:extLst>
              <a:ext uri="{FF2B5EF4-FFF2-40B4-BE49-F238E27FC236}">
                <a16:creationId xmlns:a16="http://schemas.microsoft.com/office/drawing/2014/main" id="{E4F61BE6-A43F-4CF8-8CA8-CA2FBF449BE5}"/>
              </a:ext>
            </a:extLst>
          </p:cNvPr>
          <p:cNvSpPr/>
          <p:nvPr/>
        </p:nvSpPr>
        <p:spPr>
          <a:xfrm>
            <a:off x="5256467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6">
            <a:extLst>
              <a:ext uri="{FF2B5EF4-FFF2-40B4-BE49-F238E27FC236}">
                <a16:creationId xmlns:a16="http://schemas.microsoft.com/office/drawing/2014/main" id="{82F0E272-3CDA-41FA-BB9E-6F6230505D1A}"/>
              </a:ext>
            </a:extLst>
          </p:cNvPr>
          <p:cNvSpPr/>
          <p:nvPr/>
        </p:nvSpPr>
        <p:spPr>
          <a:xfrm>
            <a:off x="557574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7">
            <a:extLst>
              <a:ext uri="{FF2B5EF4-FFF2-40B4-BE49-F238E27FC236}">
                <a16:creationId xmlns:a16="http://schemas.microsoft.com/office/drawing/2014/main" id="{FE0A048D-6E96-4E63-BE05-5CA73034DFF4}"/>
              </a:ext>
            </a:extLst>
          </p:cNvPr>
          <p:cNvSpPr/>
          <p:nvPr/>
        </p:nvSpPr>
        <p:spPr>
          <a:xfrm>
            <a:off x="61266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8">
            <a:extLst>
              <a:ext uri="{FF2B5EF4-FFF2-40B4-BE49-F238E27FC236}">
                <a16:creationId xmlns:a16="http://schemas.microsoft.com/office/drawing/2014/main" id="{64F6ADFD-A81B-4115-AFFD-EC9D542874BC}"/>
              </a:ext>
            </a:extLst>
          </p:cNvPr>
          <p:cNvSpPr/>
          <p:nvPr/>
        </p:nvSpPr>
        <p:spPr>
          <a:xfrm>
            <a:off x="6126671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9">
            <a:extLst>
              <a:ext uri="{FF2B5EF4-FFF2-40B4-BE49-F238E27FC236}">
                <a16:creationId xmlns:a16="http://schemas.microsoft.com/office/drawing/2014/main" id="{C789A594-DBEB-4473-8E27-CF74A2ED0536}"/>
              </a:ext>
            </a:extLst>
          </p:cNvPr>
          <p:cNvSpPr/>
          <p:nvPr/>
        </p:nvSpPr>
        <p:spPr>
          <a:xfrm>
            <a:off x="6135053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60">
            <a:extLst>
              <a:ext uri="{FF2B5EF4-FFF2-40B4-BE49-F238E27FC236}">
                <a16:creationId xmlns:a16="http://schemas.microsoft.com/office/drawing/2014/main" id="{911480B5-C057-4992-8979-CAFDD24200ED}"/>
              </a:ext>
            </a:extLst>
          </p:cNvPr>
          <p:cNvSpPr/>
          <p:nvPr/>
        </p:nvSpPr>
        <p:spPr>
          <a:xfrm>
            <a:off x="6544247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61">
            <a:extLst>
              <a:ext uri="{FF2B5EF4-FFF2-40B4-BE49-F238E27FC236}">
                <a16:creationId xmlns:a16="http://schemas.microsoft.com/office/drawing/2014/main" id="{33EBA2DA-7EE6-4DD9-9568-65C15F197E4C}"/>
              </a:ext>
            </a:extLst>
          </p:cNvPr>
          <p:cNvSpPr/>
          <p:nvPr/>
        </p:nvSpPr>
        <p:spPr>
          <a:xfrm>
            <a:off x="6966395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79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62">
            <a:extLst>
              <a:ext uri="{FF2B5EF4-FFF2-40B4-BE49-F238E27FC236}">
                <a16:creationId xmlns:a16="http://schemas.microsoft.com/office/drawing/2014/main" id="{060E898D-8211-4331-B702-3B0EFE0D4636}"/>
              </a:ext>
            </a:extLst>
          </p:cNvPr>
          <p:cNvSpPr/>
          <p:nvPr/>
        </p:nvSpPr>
        <p:spPr>
          <a:xfrm>
            <a:off x="642537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3">
            <a:extLst>
              <a:ext uri="{FF2B5EF4-FFF2-40B4-BE49-F238E27FC236}">
                <a16:creationId xmlns:a16="http://schemas.microsoft.com/office/drawing/2014/main" id="{3273E441-7376-49CF-9CF8-594BB7FFA4E0}"/>
              </a:ext>
            </a:extLst>
          </p:cNvPr>
          <p:cNvSpPr/>
          <p:nvPr/>
        </p:nvSpPr>
        <p:spPr>
          <a:xfrm>
            <a:off x="6742367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4">
            <a:extLst>
              <a:ext uri="{FF2B5EF4-FFF2-40B4-BE49-F238E27FC236}">
                <a16:creationId xmlns:a16="http://schemas.microsoft.com/office/drawing/2014/main" id="{4FA21B70-CF01-41A8-9386-6F3593968CE0}"/>
              </a:ext>
            </a:extLst>
          </p:cNvPr>
          <p:cNvSpPr/>
          <p:nvPr/>
        </p:nvSpPr>
        <p:spPr>
          <a:xfrm>
            <a:off x="706164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5">
            <a:extLst>
              <a:ext uri="{FF2B5EF4-FFF2-40B4-BE49-F238E27FC236}">
                <a16:creationId xmlns:a16="http://schemas.microsoft.com/office/drawing/2014/main" id="{B95DCEF5-1600-4B17-B6F4-61E05E19CB1F}"/>
              </a:ext>
            </a:extLst>
          </p:cNvPr>
          <p:cNvSpPr/>
          <p:nvPr/>
        </p:nvSpPr>
        <p:spPr>
          <a:xfrm>
            <a:off x="7612559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6">
            <a:extLst>
              <a:ext uri="{FF2B5EF4-FFF2-40B4-BE49-F238E27FC236}">
                <a16:creationId xmlns:a16="http://schemas.microsoft.com/office/drawing/2014/main" id="{0A6DF027-91E2-4146-941F-F79D8B20AD09}"/>
              </a:ext>
            </a:extLst>
          </p:cNvPr>
          <p:cNvSpPr/>
          <p:nvPr/>
        </p:nvSpPr>
        <p:spPr>
          <a:xfrm>
            <a:off x="7612559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7">
            <a:extLst>
              <a:ext uri="{FF2B5EF4-FFF2-40B4-BE49-F238E27FC236}">
                <a16:creationId xmlns:a16="http://schemas.microsoft.com/office/drawing/2014/main" id="{D4E9A1E1-E72B-48AF-B17A-C1DFDCBF7B87}"/>
              </a:ext>
            </a:extLst>
          </p:cNvPr>
          <p:cNvSpPr/>
          <p:nvPr/>
        </p:nvSpPr>
        <p:spPr>
          <a:xfrm>
            <a:off x="7620953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8">
            <a:extLst>
              <a:ext uri="{FF2B5EF4-FFF2-40B4-BE49-F238E27FC236}">
                <a16:creationId xmlns:a16="http://schemas.microsoft.com/office/drawing/2014/main" id="{8F24DC6D-8BA3-4A83-8BDA-D2EABAA19669}"/>
              </a:ext>
            </a:extLst>
          </p:cNvPr>
          <p:cNvSpPr/>
          <p:nvPr/>
        </p:nvSpPr>
        <p:spPr>
          <a:xfrm>
            <a:off x="8030147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9">
            <a:extLst>
              <a:ext uri="{FF2B5EF4-FFF2-40B4-BE49-F238E27FC236}">
                <a16:creationId xmlns:a16="http://schemas.microsoft.com/office/drawing/2014/main" id="{7CEF0908-2417-425F-934C-F637B30EDA53}"/>
              </a:ext>
            </a:extLst>
          </p:cNvPr>
          <p:cNvSpPr/>
          <p:nvPr/>
        </p:nvSpPr>
        <p:spPr>
          <a:xfrm>
            <a:off x="8452295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70">
            <a:extLst>
              <a:ext uri="{FF2B5EF4-FFF2-40B4-BE49-F238E27FC236}">
                <a16:creationId xmlns:a16="http://schemas.microsoft.com/office/drawing/2014/main" id="{4B0E30B4-0F0B-4778-85B7-9BD9E39ADA01}"/>
              </a:ext>
            </a:extLst>
          </p:cNvPr>
          <p:cNvSpPr/>
          <p:nvPr/>
        </p:nvSpPr>
        <p:spPr>
          <a:xfrm>
            <a:off x="791127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71">
            <a:extLst>
              <a:ext uri="{FF2B5EF4-FFF2-40B4-BE49-F238E27FC236}">
                <a16:creationId xmlns:a16="http://schemas.microsoft.com/office/drawing/2014/main" id="{6A4804AD-782C-4A60-945F-313893F40C48}"/>
              </a:ext>
            </a:extLst>
          </p:cNvPr>
          <p:cNvSpPr/>
          <p:nvPr/>
        </p:nvSpPr>
        <p:spPr>
          <a:xfrm>
            <a:off x="8228267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72">
            <a:extLst>
              <a:ext uri="{FF2B5EF4-FFF2-40B4-BE49-F238E27FC236}">
                <a16:creationId xmlns:a16="http://schemas.microsoft.com/office/drawing/2014/main" id="{998688A7-3E1D-4636-A27A-2248F4CC4634}"/>
              </a:ext>
            </a:extLst>
          </p:cNvPr>
          <p:cNvSpPr/>
          <p:nvPr/>
        </p:nvSpPr>
        <p:spPr>
          <a:xfrm>
            <a:off x="8547545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3">
            <a:extLst>
              <a:ext uri="{FF2B5EF4-FFF2-40B4-BE49-F238E27FC236}">
                <a16:creationId xmlns:a16="http://schemas.microsoft.com/office/drawing/2014/main" id="{528AE25D-6B30-4D7A-825E-45A7E8233DDB}"/>
              </a:ext>
            </a:extLst>
          </p:cNvPr>
          <p:cNvSpPr/>
          <p:nvPr/>
        </p:nvSpPr>
        <p:spPr>
          <a:xfrm>
            <a:off x="9099982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4">
            <a:extLst>
              <a:ext uri="{FF2B5EF4-FFF2-40B4-BE49-F238E27FC236}">
                <a16:creationId xmlns:a16="http://schemas.microsoft.com/office/drawing/2014/main" id="{C9AC74C8-EE1C-4030-AADD-A565FA4DF862}"/>
              </a:ext>
            </a:extLst>
          </p:cNvPr>
          <p:cNvSpPr/>
          <p:nvPr/>
        </p:nvSpPr>
        <p:spPr>
          <a:xfrm>
            <a:off x="9099982" y="4855897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5">
            <a:extLst>
              <a:ext uri="{FF2B5EF4-FFF2-40B4-BE49-F238E27FC236}">
                <a16:creationId xmlns:a16="http://schemas.microsoft.com/office/drawing/2014/main" id="{5ACB967D-E579-401E-8F7E-51E423404AD0}"/>
              </a:ext>
            </a:extLst>
          </p:cNvPr>
          <p:cNvSpPr/>
          <p:nvPr/>
        </p:nvSpPr>
        <p:spPr>
          <a:xfrm>
            <a:off x="9108377" y="5198797"/>
            <a:ext cx="1214120" cy="0"/>
          </a:xfrm>
          <a:custGeom>
            <a:avLst/>
            <a:gdLst/>
            <a:ahLst/>
            <a:cxnLst/>
            <a:rect l="l" t="t" r="r" b="b"/>
            <a:pathLst>
              <a:path w="1214120">
                <a:moveTo>
                  <a:pt x="0" y="0"/>
                </a:moveTo>
                <a:lnTo>
                  <a:pt x="1213866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6">
            <a:extLst>
              <a:ext uri="{FF2B5EF4-FFF2-40B4-BE49-F238E27FC236}">
                <a16:creationId xmlns:a16="http://schemas.microsoft.com/office/drawing/2014/main" id="{812EF786-0D18-4C65-BD02-59A6500B6608}"/>
              </a:ext>
            </a:extLst>
          </p:cNvPr>
          <p:cNvSpPr/>
          <p:nvPr/>
        </p:nvSpPr>
        <p:spPr>
          <a:xfrm>
            <a:off x="9517571" y="4855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7">
            <a:extLst>
              <a:ext uri="{FF2B5EF4-FFF2-40B4-BE49-F238E27FC236}">
                <a16:creationId xmlns:a16="http://schemas.microsoft.com/office/drawing/2014/main" id="{E99BA6AE-E417-4248-8E3A-9CC65E28CB22}"/>
              </a:ext>
            </a:extLst>
          </p:cNvPr>
          <p:cNvSpPr/>
          <p:nvPr/>
        </p:nvSpPr>
        <p:spPr>
          <a:xfrm>
            <a:off x="9939720" y="4863518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8">
            <a:extLst>
              <a:ext uri="{FF2B5EF4-FFF2-40B4-BE49-F238E27FC236}">
                <a16:creationId xmlns:a16="http://schemas.microsoft.com/office/drawing/2014/main" id="{804F790B-9D70-4D12-8175-A486877200C6}"/>
              </a:ext>
            </a:extLst>
          </p:cNvPr>
          <p:cNvSpPr/>
          <p:nvPr/>
        </p:nvSpPr>
        <p:spPr>
          <a:xfrm>
            <a:off x="9398699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object 79">
            <a:extLst>
              <a:ext uri="{FF2B5EF4-FFF2-40B4-BE49-F238E27FC236}">
                <a16:creationId xmlns:a16="http://schemas.microsoft.com/office/drawing/2014/main" id="{D3A3FD5F-200D-4703-8AA1-18FA5BA53355}"/>
              </a:ext>
            </a:extLst>
          </p:cNvPr>
          <p:cNvSpPr/>
          <p:nvPr/>
        </p:nvSpPr>
        <p:spPr>
          <a:xfrm>
            <a:off x="9716453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object 80">
            <a:extLst>
              <a:ext uri="{FF2B5EF4-FFF2-40B4-BE49-F238E27FC236}">
                <a16:creationId xmlns:a16="http://schemas.microsoft.com/office/drawing/2014/main" id="{04CE94E1-2528-4929-B6FA-CBA5D6EE1AEB}"/>
              </a:ext>
            </a:extLst>
          </p:cNvPr>
          <p:cNvSpPr/>
          <p:nvPr/>
        </p:nvSpPr>
        <p:spPr>
          <a:xfrm>
            <a:off x="10034970" y="519041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81">
            <a:extLst>
              <a:ext uri="{FF2B5EF4-FFF2-40B4-BE49-F238E27FC236}">
                <a16:creationId xmlns:a16="http://schemas.microsoft.com/office/drawing/2014/main" id="{A5494C76-A8ED-47C9-BEC5-C7C6EF3626FF}"/>
              </a:ext>
            </a:extLst>
          </p:cNvPr>
          <p:cNvSpPr txBox="1"/>
          <p:nvPr/>
        </p:nvSpPr>
        <p:spPr>
          <a:xfrm>
            <a:off x="3484811" y="3388741"/>
            <a:ext cx="11430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1" name="object 82">
            <a:extLst>
              <a:ext uri="{FF2B5EF4-FFF2-40B4-BE49-F238E27FC236}">
                <a16:creationId xmlns:a16="http://schemas.microsoft.com/office/drawing/2014/main" id="{DA7CF747-5AD1-4F3E-A1FA-3BABEFF88C53}"/>
              </a:ext>
            </a:extLst>
          </p:cNvPr>
          <p:cNvSpPr txBox="1"/>
          <p:nvPr/>
        </p:nvSpPr>
        <p:spPr>
          <a:xfrm>
            <a:off x="1844994" y="4909686"/>
            <a:ext cx="922655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380365" algn="l"/>
                <a:tab pos="8070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2" name="object 83">
            <a:extLst>
              <a:ext uri="{FF2B5EF4-FFF2-40B4-BE49-F238E27FC236}">
                <a16:creationId xmlns:a16="http://schemas.microsoft.com/office/drawing/2014/main" id="{DEA7A615-ED72-4780-B4CA-88D1AB582DBA}"/>
              </a:ext>
            </a:extLst>
          </p:cNvPr>
          <p:cNvSpPr txBox="1"/>
          <p:nvPr/>
        </p:nvSpPr>
        <p:spPr>
          <a:xfrm>
            <a:off x="3292810" y="4909686"/>
            <a:ext cx="55245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3232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3" name="object 84">
            <a:extLst>
              <a:ext uri="{FF2B5EF4-FFF2-40B4-BE49-F238E27FC236}">
                <a16:creationId xmlns:a16="http://schemas.microsoft.com/office/drawing/2014/main" id="{19FFA1E9-CA08-4B48-A411-5FB17A0C6DED}"/>
              </a:ext>
            </a:extLst>
          </p:cNvPr>
          <p:cNvSpPr txBox="1"/>
          <p:nvPr/>
        </p:nvSpPr>
        <p:spPr>
          <a:xfrm>
            <a:off x="4721537" y="4928728"/>
            <a:ext cx="1413516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418465" algn="l"/>
                <a:tab pos="8274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4" name="object 85">
            <a:extLst>
              <a:ext uri="{FF2B5EF4-FFF2-40B4-BE49-F238E27FC236}">
                <a16:creationId xmlns:a16="http://schemas.microsoft.com/office/drawing/2014/main" id="{6458862D-D10B-4169-8469-71AE9E2E1111}"/>
              </a:ext>
            </a:extLst>
          </p:cNvPr>
          <p:cNvSpPr txBox="1"/>
          <p:nvPr/>
        </p:nvSpPr>
        <p:spPr>
          <a:xfrm>
            <a:off x="6220399" y="4915766"/>
            <a:ext cx="64770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4184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5" name="object 86">
            <a:extLst>
              <a:ext uri="{FF2B5EF4-FFF2-40B4-BE49-F238E27FC236}">
                <a16:creationId xmlns:a16="http://schemas.microsoft.com/office/drawing/2014/main" id="{6F335339-6A7B-49B8-BA82-D5032B45408E}"/>
              </a:ext>
            </a:extLst>
          </p:cNvPr>
          <p:cNvSpPr txBox="1"/>
          <p:nvPr/>
        </p:nvSpPr>
        <p:spPr>
          <a:xfrm>
            <a:off x="7732975" y="4922624"/>
            <a:ext cx="1213083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418465" algn="l"/>
                <a:tab pos="8274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6" name="object 87">
            <a:extLst>
              <a:ext uri="{FF2B5EF4-FFF2-40B4-BE49-F238E27FC236}">
                <a16:creationId xmlns:a16="http://schemas.microsoft.com/office/drawing/2014/main" id="{7CF18246-B753-40B0-8DCF-390D1DACEA76}"/>
              </a:ext>
            </a:extLst>
          </p:cNvPr>
          <p:cNvSpPr txBox="1"/>
          <p:nvPr/>
        </p:nvSpPr>
        <p:spPr>
          <a:xfrm>
            <a:off x="9196770" y="4922624"/>
            <a:ext cx="64770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4184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7" name="object 88">
            <a:extLst>
              <a:ext uri="{FF2B5EF4-FFF2-40B4-BE49-F238E27FC236}">
                <a16:creationId xmlns:a16="http://schemas.microsoft.com/office/drawing/2014/main" id="{43D3EE18-151A-4395-8CA2-5B7F945C4E8F}"/>
              </a:ext>
            </a:extLst>
          </p:cNvPr>
          <p:cNvSpPr txBox="1"/>
          <p:nvPr/>
        </p:nvSpPr>
        <p:spPr>
          <a:xfrm>
            <a:off x="6964880" y="3381106"/>
            <a:ext cx="1056640" cy="275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  <a:tabLst>
                <a:tab pos="418465" algn="l"/>
                <a:tab pos="8274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</a:t>
            </a:r>
            <a:r>
              <a:rPr lang="en-US" altLang="zh-CN"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   </a:t>
            </a: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43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88" name="object 89">
            <a:extLst>
              <a:ext uri="{FF2B5EF4-FFF2-40B4-BE49-F238E27FC236}">
                <a16:creationId xmlns:a16="http://schemas.microsoft.com/office/drawing/2014/main" id="{F8491D88-747D-4A77-B935-3CED4332537B}"/>
              </a:ext>
            </a:extLst>
          </p:cNvPr>
          <p:cNvSpPr/>
          <p:nvPr/>
        </p:nvSpPr>
        <p:spPr>
          <a:xfrm>
            <a:off x="8011085" y="3881300"/>
            <a:ext cx="1376680" cy="958850"/>
          </a:xfrm>
          <a:custGeom>
            <a:avLst/>
            <a:gdLst/>
            <a:ahLst/>
            <a:cxnLst/>
            <a:rect l="l" t="t" r="r" b="b"/>
            <a:pathLst>
              <a:path w="1376679" h="958850">
                <a:moveTo>
                  <a:pt x="1316738" y="911321"/>
                </a:moveTo>
                <a:lnTo>
                  <a:pt x="7620" y="762"/>
                </a:lnTo>
                <a:lnTo>
                  <a:pt x="3810" y="0"/>
                </a:lnTo>
                <a:lnTo>
                  <a:pt x="762" y="1524"/>
                </a:lnTo>
                <a:lnTo>
                  <a:pt x="0" y="5334"/>
                </a:lnTo>
                <a:lnTo>
                  <a:pt x="2286" y="8382"/>
                </a:lnTo>
                <a:lnTo>
                  <a:pt x="1311429" y="918959"/>
                </a:lnTo>
                <a:lnTo>
                  <a:pt x="1316738" y="911321"/>
                </a:lnTo>
                <a:close/>
              </a:path>
              <a:path w="1376679" h="958850">
                <a:moveTo>
                  <a:pt x="1328928" y="951724"/>
                </a:moveTo>
                <a:lnTo>
                  <a:pt x="1328928" y="921258"/>
                </a:lnTo>
                <a:lnTo>
                  <a:pt x="1328166" y="925068"/>
                </a:lnTo>
                <a:lnTo>
                  <a:pt x="1325118" y="926592"/>
                </a:lnTo>
                <a:lnTo>
                  <a:pt x="1321308" y="925830"/>
                </a:lnTo>
                <a:lnTo>
                  <a:pt x="1311429" y="918959"/>
                </a:lnTo>
                <a:lnTo>
                  <a:pt x="1292352" y="946404"/>
                </a:lnTo>
                <a:lnTo>
                  <a:pt x="1328928" y="951724"/>
                </a:lnTo>
                <a:close/>
              </a:path>
              <a:path w="1376679" h="958850">
                <a:moveTo>
                  <a:pt x="1328928" y="921258"/>
                </a:moveTo>
                <a:lnTo>
                  <a:pt x="1326642" y="918210"/>
                </a:lnTo>
                <a:lnTo>
                  <a:pt x="1316738" y="911321"/>
                </a:lnTo>
                <a:lnTo>
                  <a:pt x="1311429" y="918959"/>
                </a:lnTo>
                <a:lnTo>
                  <a:pt x="1321308" y="925830"/>
                </a:lnTo>
                <a:lnTo>
                  <a:pt x="1325118" y="926592"/>
                </a:lnTo>
                <a:lnTo>
                  <a:pt x="1328166" y="925068"/>
                </a:lnTo>
                <a:lnTo>
                  <a:pt x="1328928" y="921258"/>
                </a:lnTo>
                <a:close/>
              </a:path>
              <a:path w="1376679" h="958850">
                <a:moveTo>
                  <a:pt x="1376172" y="958596"/>
                </a:moveTo>
                <a:lnTo>
                  <a:pt x="1335786" y="883920"/>
                </a:lnTo>
                <a:lnTo>
                  <a:pt x="1316738" y="911321"/>
                </a:lnTo>
                <a:lnTo>
                  <a:pt x="1326642" y="918210"/>
                </a:lnTo>
                <a:lnTo>
                  <a:pt x="1328928" y="921258"/>
                </a:lnTo>
                <a:lnTo>
                  <a:pt x="1328928" y="951724"/>
                </a:lnTo>
                <a:lnTo>
                  <a:pt x="1376172" y="9585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90">
            <a:extLst>
              <a:ext uri="{FF2B5EF4-FFF2-40B4-BE49-F238E27FC236}">
                <a16:creationId xmlns:a16="http://schemas.microsoft.com/office/drawing/2014/main" id="{0205E57D-BB4C-473E-A7C7-61D964FF80A0}"/>
              </a:ext>
            </a:extLst>
          </p:cNvPr>
          <p:cNvSpPr/>
          <p:nvPr/>
        </p:nvSpPr>
        <p:spPr>
          <a:xfrm>
            <a:off x="7644563" y="3868345"/>
            <a:ext cx="295910" cy="996950"/>
          </a:xfrm>
          <a:custGeom>
            <a:avLst/>
            <a:gdLst/>
            <a:ahLst/>
            <a:cxnLst/>
            <a:rect l="l" t="t" r="r" b="b"/>
            <a:pathLst>
              <a:path w="295909" h="996950">
                <a:moveTo>
                  <a:pt x="263423" y="922367"/>
                </a:moveTo>
                <a:lnTo>
                  <a:pt x="9144" y="3048"/>
                </a:lnTo>
                <a:lnTo>
                  <a:pt x="6858" y="762"/>
                </a:lnTo>
                <a:lnTo>
                  <a:pt x="3048" y="0"/>
                </a:lnTo>
                <a:lnTo>
                  <a:pt x="762" y="2286"/>
                </a:lnTo>
                <a:lnTo>
                  <a:pt x="0" y="6096"/>
                </a:lnTo>
                <a:lnTo>
                  <a:pt x="254132" y="924883"/>
                </a:lnTo>
                <a:lnTo>
                  <a:pt x="263423" y="922367"/>
                </a:lnTo>
                <a:close/>
              </a:path>
              <a:path w="295909" h="996950">
                <a:moveTo>
                  <a:pt x="266700" y="983021"/>
                </a:moveTo>
                <a:lnTo>
                  <a:pt x="266700" y="938022"/>
                </a:lnTo>
                <a:lnTo>
                  <a:pt x="263652" y="940308"/>
                </a:lnTo>
                <a:lnTo>
                  <a:pt x="259842" y="939546"/>
                </a:lnTo>
                <a:lnTo>
                  <a:pt x="257556" y="937260"/>
                </a:lnTo>
                <a:lnTo>
                  <a:pt x="254132" y="924883"/>
                </a:lnTo>
                <a:lnTo>
                  <a:pt x="222504" y="933450"/>
                </a:lnTo>
                <a:lnTo>
                  <a:pt x="266700" y="983021"/>
                </a:lnTo>
                <a:close/>
              </a:path>
              <a:path w="295909" h="996950">
                <a:moveTo>
                  <a:pt x="266700" y="938022"/>
                </a:moveTo>
                <a:lnTo>
                  <a:pt x="266700" y="934212"/>
                </a:lnTo>
                <a:lnTo>
                  <a:pt x="263423" y="922367"/>
                </a:lnTo>
                <a:lnTo>
                  <a:pt x="254132" y="924883"/>
                </a:lnTo>
                <a:lnTo>
                  <a:pt x="257556" y="937260"/>
                </a:lnTo>
                <a:lnTo>
                  <a:pt x="259842" y="939546"/>
                </a:lnTo>
                <a:lnTo>
                  <a:pt x="263652" y="940308"/>
                </a:lnTo>
                <a:lnTo>
                  <a:pt x="266700" y="938022"/>
                </a:lnTo>
                <a:close/>
              </a:path>
              <a:path w="295909" h="996950">
                <a:moveTo>
                  <a:pt x="295656" y="913638"/>
                </a:moveTo>
                <a:lnTo>
                  <a:pt x="263423" y="922367"/>
                </a:lnTo>
                <a:lnTo>
                  <a:pt x="266700" y="934212"/>
                </a:lnTo>
                <a:lnTo>
                  <a:pt x="266700" y="983021"/>
                </a:lnTo>
                <a:lnTo>
                  <a:pt x="278892" y="996696"/>
                </a:lnTo>
                <a:lnTo>
                  <a:pt x="295656" y="91363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91">
            <a:extLst>
              <a:ext uri="{FF2B5EF4-FFF2-40B4-BE49-F238E27FC236}">
                <a16:creationId xmlns:a16="http://schemas.microsoft.com/office/drawing/2014/main" id="{61085CCE-05D1-48C0-B93D-C6A04FAFD0E6}"/>
              </a:ext>
            </a:extLst>
          </p:cNvPr>
          <p:cNvSpPr/>
          <p:nvPr/>
        </p:nvSpPr>
        <p:spPr>
          <a:xfrm>
            <a:off x="6461951" y="3881300"/>
            <a:ext cx="892810" cy="958850"/>
          </a:xfrm>
          <a:custGeom>
            <a:avLst/>
            <a:gdLst/>
            <a:ahLst/>
            <a:cxnLst/>
            <a:rect l="l" t="t" r="r" b="b"/>
            <a:pathLst>
              <a:path w="892809" h="958850">
                <a:moveTo>
                  <a:pt x="48145" y="899905"/>
                </a:moveTo>
                <a:lnTo>
                  <a:pt x="23621" y="877062"/>
                </a:lnTo>
                <a:lnTo>
                  <a:pt x="0" y="958596"/>
                </a:lnTo>
                <a:lnTo>
                  <a:pt x="38099" y="944308"/>
                </a:lnTo>
                <a:lnTo>
                  <a:pt x="38099" y="912114"/>
                </a:lnTo>
                <a:lnTo>
                  <a:pt x="39623" y="909066"/>
                </a:lnTo>
                <a:lnTo>
                  <a:pt x="48145" y="899905"/>
                </a:lnTo>
                <a:close/>
              </a:path>
              <a:path w="892809" h="958850">
                <a:moveTo>
                  <a:pt x="54858" y="906158"/>
                </a:moveTo>
                <a:lnTo>
                  <a:pt x="48145" y="899905"/>
                </a:lnTo>
                <a:lnTo>
                  <a:pt x="39623" y="909066"/>
                </a:lnTo>
                <a:lnTo>
                  <a:pt x="38099" y="912114"/>
                </a:lnTo>
                <a:lnTo>
                  <a:pt x="39623" y="915162"/>
                </a:lnTo>
                <a:lnTo>
                  <a:pt x="43433" y="916686"/>
                </a:lnTo>
                <a:lnTo>
                  <a:pt x="46481" y="915162"/>
                </a:lnTo>
                <a:lnTo>
                  <a:pt x="54858" y="906158"/>
                </a:lnTo>
                <a:close/>
              </a:path>
              <a:path w="892809" h="958850">
                <a:moveTo>
                  <a:pt x="79247" y="928878"/>
                </a:moveTo>
                <a:lnTo>
                  <a:pt x="54858" y="906158"/>
                </a:lnTo>
                <a:lnTo>
                  <a:pt x="46481" y="915162"/>
                </a:lnTo>
                <a:lnTo>
                  <a:pt x="43433" y="916686"/>
                </a:lnTo>
                <a:lnTo>
                  <a:pt x="39623" y="915162"/>
                </a:lnTo>
                <a:lnTo>
                  <a:pt x="38099" y="912114"/>
                </a:lnTo>
                <a:lnTo>
                  <a:pt x="38099" y="944308"/>
                </a:lnTo>
                <a:lnTo>
                  <a:pt x="79247" y="928878"/>
                </a:lnTo>
                <a:close/>
              </a:path>
              <a:path w="892809" h="958850">
                <a:moveTo>
                  <a:pt x="892301" y="4572"/>
                </a:moveTo>
                <a:lnTo>
                  <a:pt x="890777" y="762"/>
                </a:lnTo>
                <a:lnTo>
                  <a:pt x="886967" y="0"/>
                </a:lnTo>
                <a:lnTo>
                  <a:pt x="883919" y="1524"/>
                </a:lnTo>
                <a:lnTo>
                  <a:pt x="48145" y="899905"/>
                </a:lnTo>
                <a:lnTo>
                  <a:pt x="54858" y="906158"/>
                </a:lnTo>
                <a:lnTo>
                  <a:pt x="890777" y="7620"/>
                </a:lnTo>
                <a:lnTo>
                  <a:pt x="892301" y="457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92">
            <a:extLst>
              <a:ext uri="{FF2B5EF4-FFF2-40B4-BE49-F238E27FC236}">
                <a16:creationId xmlns:a16="http://schemas.microsoft.com/office/drawing/2014/main" id="{35139B04-1EEB-4CC8-A3CE-38F7BEDC3A94}"/>
              </a:ext>
            </a:extLst>
          </p:cNvPr>
          <p:cNvSpPr/>
          <p:nvPr/>
        </p:nvSpPr>
        <p:spPr>
          <a:xfrm>
            <a:off x="5232832" y="3893491"/>
            <a:ext cx="1716405" cy="946785"/>
          </a:xfrm>
          <a:custGeom>
            <a:avLst/>
            <a:gdLst/>
            <a:ahLst/>
            <a:cxnLst/>
            <a:rect l="l" t="t" r="r" b="b"/>
            <a:pathLst>
              <a:path w="1716404" h="946785">
                <a:moveTo>
                  <a:pt x="64530" y="905197"/>
                </a:moveTo>
                <a:lnTo>
                  <a:pt x="48768" y="876300"/>
                </a:lnTo>
                <a:lnTo>
                  <a:pt x="0" y="946404"/>
                </a:lnTo>
                <a:lnTo>
                  <a:pt x="51054" y="944580"/>
                </a:lnTo>
                <a:lnTo>
                  <a:pt x="51054" y="914400"/>
                </a:lnTo>
                <a:lnTo>
                  <a:pt x="53339" y="911352"/>
                </a:lnTo>
                <a:lnTo>
                  <a:pt x="64530" y="905197"/>
                </a:lnTo>
                <a:close/>
              </a:path>
              <a:path w="1716404" h="946785">
                <a:moveTo>
                  <a:pt x="69102" y="913579"/>
                </a:moveTo>
                <a:lnTo>
                  <a:pt x="64530" y="905197"/>
                </a:lnTo>
                <a:lnTo>
                  <a:pt x="53339" y="911352"/>
                </a:lnTo>
                <a:lnTo>
                  <a:pt x="51054" y="914400"/>
                </a:lnTo>
                <a:lnTo>
                  <a:pt x="51815" y="918210"/>
                </a:lnTo>
                <a:lnTo>
                  <a:pt x="54101" y="920496"/>
                </a:lnTo>
                <a:lnTo>
                  <a:pt x="57912" y="919734"/>
                </a:lnTo>
                <a:lnTo>
                  <a:pt x="69102" y="913579"/>
                </a:lnTo>
                <a:close/>
              </a:path>
              <a:path w="1716404" h="946785">
                <a:moveTo>
                  <a:pt x="85343" y="943356"/>
                </a:moveTo>
                <a:lnTo>
                  <a:pt x="69102" y="913579"/>
                </a:lnTo>
                <a:lnTo>
                  <a:pt x="57912" y="919734"/>
                </a:lnTo>
                <a:lnTo>
                  <a:pt x="54101" y="920496"/>
                </a:lnTo>
                <a:lnTo>
                  <a:pt x="51815" y="918210"/>
                </a:lnTo>
                <a:lnTo>
                  <a:pt x="51054" y="914400"/>
                </a:lnTo>
                <a:lnTo>
                  <a:pt x="51054" y="944580"/>
                </a:lnTo>
                <a:lnTo>
                  <a:pt x="85343" y="943356"/>
                </a:lnTo>
                <a:close/>
              </a:path>
              <a:path w="1716404" h="946785">
                <a:moveTo>
                  <a:pt x="1716024" y="6096"/>
                </a:moveTo>
                <a:lnTo>
                  <a:pt x="1716024" y="2286"/>
                </a:lnTo>
                <a:lnTo>
                  <a:pt x="1712976" y="0"/>
                </a:lnTo>
                <a:lnTo>
                  <a:pt x="1709165" y="762"/>
                </a:lnTo>
                <a:lnTo>
                  <a:pt x="64530" y="905197"/>
                </a:lnTo>
                <a:lnTo>
                  <a:pt x="69102" y="913579"/>
                </a:lnTo>
                <a:lnTo>
                  <a:pt x="1713738" y="9144"/>
                </a:lnTo>
                <a:lnTo>
                  <a:pt x="1716024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3">
            <a:extLst>
              <a:ext uri="{FF2B5EF4-FFF2-40B4-BE49-F238E27FC236}">
                <a16:creationId xmlns:a16="http://schemas.microsoft.com/office/drawing/2014/main" id="{AC8F3215-56F7-432D-8D3A-F4BD0E3C5A8E}"/>
              </a:ext>
            </a:extLst>
          </p:cNvPr>
          <p:cNvSpPr/>
          <p:nvPr/>
        </p:nvSpPr>
        <p:spPr>
          <a:xfrm>
            <a:off x="3490913" y="3881300"/>
            <a:ext cx="270510" cy="958850"/>
          </a:xfrm>
          <a:custGeom>
            <a:avLst/>
            <a:gdLst/>
            <a:ahLst/>
            <a:cxnLst/>
            <a:rect l="l" t="t" r="r" b="b"/>
            <a:pathLst>
              <a:path w="270510" h="958850">
                <a:moveTo>
                  <a:pt x="32857" y="884006"/>
                </a:moveTo>
                <a:lnTo>
                  <a:pt x="0" y="875538"/>
                </a:lnTo>
                <a:lnTo>
                  <a:pt x="18288" y="958596"/>
                </a:lnTo>
                <a:lnTo>
                  <a:pt x="29718" y="945443"/>
                </a:lnTo>
                <a:lnTo>
                  <a:pt x="29718" y="896112"/>
                </a:lnTo>
                <a:lnTo>
                  <a:pt x="32857" y="884006"/>
                </a:lnTo>
                <a:close/>
              </a:path>
              <a:path w="270510" h="958850">
                <a:moveTo>
                  <a:pt x="41984" y="886358"/>
                </a:moveTo>
                <a:lnTo>
                  <a:pt x="32857" y="884006"/>
                </a:lnTo>
                <a:lnTo>
                  <a:pt x="29718" y="896112"/>
                </a:lnTo>
                <a:lnTo>
                  <a:pt x="29718" y="899160"/>
                </a:lnTo>
                <a:lnTo>
                  <a:pt x="32766" y="901446"/>
                </a:lnTo>
                <a:lnTo>
                  <a:pt x="36576" y="901446"/>
                </a:lnTo>
                <a:lnTo>
                  <a:pt x="38862" y="898398"/>
                </a:lnTo>
                <a:lnTo>
                  <a:pt x="41984" y="886358"/>
                </a:lnTo>
                <a:close/>
              </a:path>
              <a:path w="270510" h="958850">
                <a:moveTo>
                  <a:pt x="73914" y="894588"/>
                </a:moveTo>
                <a:lnTo>
                  <a:pt x="41984" y="886358"/>
                </a:lnTo>
                <a:lnTo>
                  <a:pt x="38862" y="898398"/>
                </a:lnTo>
                <a:lnTo>
                  <a:pt x="36576" y="901446"/>
                </a:lnTo>
                <a:lnTo>
                  <a:pt x="32766" y="901446"/>
                </a:lnTo>
                <a:lnTo>
                  <a:pt x="29718" y="899160"/>
                </a:lnTo>
                <a:lnTo>
                  <a:pt x="29718" y="945443"/>
                </a:lnTo>
                <a:lnTo>
                  <a:pt x="73914" y="894588"/>
                </a:lnTo>
                <a:close/>
              </a:path>
              <a:path w="270510" h="958850">
                <a:moveTo>
                  <a:pt x="270510" y="5334"/>
                </a:moveTo>
                <a:lnTo>
                  <a:pt x="269748" y="2286"/>
                </a:lnTo>
                <a:lnTo>
                  <a:pt x="266700" y="0"/>
                </a:lnTo>
                <a:lnTo>
                  <a:pt x="263652" y="0"/>
                </a:lnTo>
                <a:lnTo>
                  <a:pt x="261366" y="3048"/>
                </a:lnTo>
                <a:lnTo>
                  <a:pt x="32857" y="884006"/>
                </a:lnTo>
                <a:lnTo>
                  <a:pt x="41984" y="886358"/>
                </a:lnTo>
                <a:lnTo>
                  <a:pt x="270510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4">
            <a:extLst>
              <a:ext uri="{FF2B5EF4-FFF2-40B4-BE49-F238E27FC236}">
                <a16:creationId xmlns:a16="http://schemas.microsoft.com/office/drawing/2014/main" id="{FCFB648B-30BA-42F8-B11E-5B3B79D2BBEB}"/>
              </a:ext>
            </a:extLst>
          </p:cNvPr>
          <p:cNvSpPr/>
          <p:nvPr/>
        </p:nvSpPr>
        <p:spPr>
          <a:xfrm>
            <a:off x="2149793" y="3853868"/>
            <a:ext cx="1351280" cy="999490"/>
          </a:xfrm>
          <a:custGeom>
            <a:avLst/>
            <a:gdLst/>
            <a:ahLst/>
            <a:cxnLst/>
            <a:rect l="l" t="t" r="r" b="b"/>
            <a:pathLst>
              <a:path w="1351280" h="999489">
                <a:moveTo>
                  <a:pt x="58942" y="949556"/>
                </a:moveTo>
                <a:lnTo>
                  <a:pt x="38862" y="922782"/>
                </a:lnTo>
                <a:lnTo>
                  <a:pt x="0" y="998982"/>
                </a:lnTo>
                <a:lnTo>
                  <a:pt x="46482" y="990606"/>
                </a:lnTo>
                <a:lnTo>
                  <a:pt x="46482" y="960120"/>
                </a:lnTo>
                <a:lnTo>
                  <a:pt x="48768" y="957072"/>
                </a:lnTo>
                <a:lnTo>
                  <a:pt x="58942" y="949556"/>
                </a:lnTo>
                <a:close/>
              </a:path>
              <a:path w="1351280" h="999489">
                <a:moveTo>
                  <a:pt x="64524" y="956998"/>
                </a:moveTo>
                <a:lnTo>
                  <a:pt x="58942" y="949556"/>
                </a:lnTo>
                <a:lnTo>
                  <a:pt x="48768" y="957072"/>
                </a:lnTo>
                <a:lnTo>
                  <a:pt x="46482" y="960120"/>
                </a:lnTo>
                <a:lnTo>
                  <a:pt x="47243" y="963930"/>
                </a:lnTo>
                <a:lnTo>
                  <a:pt x="50292" y="965454"/>
                </a:lnTo>
                <a:lnTo>
                  <a:pt x="54102" y="964692"/>
                </a:lnTo>
                <a:lnTo>
                  <a:pt x="64524" y="956998"/>
                </a:lnTo>
                <a:close/>
              </a:path>
              <a:path w="1351280" h="999489">
                <a:moveTo>
                  <a:pt x="84582" y="983742"/>
                </a:moveTo>
                <a:lnTo>
                  <a:pt x="64524" y="956998"/>
                </a:lnTo>
                <a:lnTo>
                  <a:pt x="54102" y="964692"/>
                </a:lnTo>
                <a:lnTo>
                  <a:pt x="50292" y="965454"/>
                </a:lnTo>
                <a:lnTo>
                  <a:pt x="47243" y="963930"/>
                </a:lnTo>
                <a:lnTo>
                  <a:pt x="46482" y="960120"/>
                </a:lnTo>
                <a:lnTo>
                  <a:pt x="46482" y="990606"/>
                </a:lnTo>
                <a:lnTo>
                  <a:pt x="84582" y="983742"/>
                </a:lnTo>
                <a:close/>
              </a:path>
              <a:path w="1351280" h="999489">
                <a:moveTo>
                  <a:pt x="1351026" y="5334"/>
                </a:moveTo>
                <a:lnTo>
                  <a:pt x="1350264" y="2286"/>
                </a:lnTo>
                <a:lnTo>
                  <a:pt x="1347216" y="0"/>
                </a:lnTo>
                <a:lnTo>
                  <a:pt x="1343406" y="762"/>
                </a:lnTo>
                <a:lnTo>
                  <a:pt x="58942" y="949556"/>
                </a:lnTo>
                <a:lnTo>
                  <a:pt x="64524" y="956998"/>
                </a:lnTo>
                <a:lnTo>
                  <a:pt x="1349502" y="8382"/>
                </a:lnTo>
                <a:lnTo>
                  <a:pt x="1351026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5">
            <a:extLst>
              <a:ext uri="{FF2B5EF4-FFF2-40B4-BE49-F238E27FC236}">
                <a16:creationId xmlns:a16="http://schemas.microsoft.com/office/drawing/2014/main" id="{B0E3A0DA-D989-42AD-AEA6-BB92CAD45349}"/>
              </a:ext>
            </a:extLst>
          </p:cNvPr>
          <p:cNvSpPr/>
          <p:nvPr/>
        </p:nvSpPr>
        <p:spPr>
          <a:xfrm>
            <a:off x="3821621" y="2719250"/>
            <a:ext cx="946785" cy="604520"/>
          </a:xfrm>
          <a:custGeom>
            <a:avLst/>
            <a:gdLst/>
            <a:ahLst/>
            <a:cxnLst/>
            <a:rect l="l" t="t" r="r" b="b"/>
            <a:pathLst>
              <a:path w="946785" h="604519">
                <a:moveTo>
                  <a:pt x="61788" y="559328"/>
                </a:moveTo>
                <a:lnTo>
                  <a:pt x="44196" y="531114"/>
                </a:lnTo>
                <a:lnTo>
                  <a:pt x="0" y="604266"/>
                </a:lnTo>
                <a:lnTo>
                  <a:pt x="48768" y="599433"/>
                </a:lnTo>
                <a:lnTo>
                  <a:pt x="48768" y="569214"/>
                </a:lnTo>
                <a:lnTo>
                  <a:pt x="51054" y="566166"/>
                </a:lnTo>
                <a:lnTo>
                  <a:pt x="61788" y="559328"/>
                </a:lnTo>
                <a:close/>
              </a:path>
              <a:path w="946785" h="604519">
                <a:moveTo>
                  <a:pt x="67041" y="567753"/>
                </a:moveTo>
                <a:lnTo>
                  <a:pt x="61788" y="559328"/>
                </a:lnTo>
                <a:lnTo>
                  <a:pt x="51054" y="566166"/>
                </a:lnTo>
                <a:lnTo>
                  <a:pt x="48768" y="569214"/>
                </a:lnTo>
                <a:lnTo>
                  <a:pt x="49530" y="573024"/>
                </a:lnTo>
                <a:lnTo>
                  <a:pt x="52578" y="575310"/>
                </a:lnTo>
                <a:lnTo>
                  <a:pt x="56387" y="574548"/>
                </a:lnTo>
                <a:lnTo>
                  <a:pt x="67041" y="567753"/>
                </a:lnTo>
                <a:close/>
              </a:path>
              <a:path w="946785" h="604519">
                <a:moveTo>
                  <a:pt x="84581" y="595884"/>
                </a:moveTo>
                <a:lnTo>
                  <a:pt x="67041" y="567753"/>
                </a:lnTo>
                <a:lnTo>
                  <a:pt x="56387" y="574548"/>
                </a:lnTo>
                <a:lnTo>
                  <a:pt x="52578" y="575310"/>
                </a:lnTo>
                <a:lnTo>
                  <a:pt x="49530" y="573024"/>
                </a:lnTo>
                <a:lnTo>
                  <a:pt x="48768" y="569214"/>
                </a:lnTo>
                <a:lnTo>
                  <a:pt x="48768" y="599433"/>
                </a:lnTo>
                <a:lnTo>
                  <a:pt x="84581" y="595884"/>
                </a:lnTo>
                <a:close/>
              </a:path>
              <a:path w="946785" h="604519">
                <a:moveTo>
                  <a:pt x="946404" y="5334"/>
                </a:moveTo>
                <a:lnTo>
                  <a:pt x="945642" y="1524"/>
                </a:lnTo>
                <a:lnTo>
                  <a:pt x="942594" y="0"/>
                </a:lnTo>
                <a:lnTo>
                  <a:pt x="938784" y="762"/>
                </a:lnTo>
                <a:lnTo>
                  <a:pt x="61788" y="559328"/>
                </a:lnTo>
                <a:lnTo>
                  <a:pt x="67041" y="567753"/>
                </a:lnTo>
                <a:lnTo>
                  <a:pt x="944118" y="8382"/>
                </a:lnTo>
                <a:lnTo>
                  <a:pt x="946404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6">
            <a:extLst>
              <a:ext uri="{FF2B5EF4-FFF2-40B4-BE49-F238E27FC236}">
                <a16:creationId xmlns:a16="http://schemas.microsoft.com/office/drawing/2014/main" id="{9BB36236-360F-4479-84FD-43A70B733CF9}"/>
              </a:ext>
            </a:extLst>
          </p:cNvPr>
          <p:cNvSpPr/>
          <p:nvPr/>
        </p:nvSpPr>
        <p:spPr>
          <a:xfrm>
            <a:off x="5085779" y="2735251"/>
            <a:ext cx="1964055" cy="596265"/>
          </a:xfrm>
          <a:custGeom>
            <a:avLst/>
            <a:gdLst/>
            <a:ahLst/>
            <a:cxnLst/>
            <a:rect l="l" t="t" r="r" b="b"/>
            <a:pathLst>
              <a:path w="1964054" h="596264">
                <a:moveTo>
                  <a:pt x="1891954" y="554396"/>
                </a:moveTo>
                <a:lnTo>
                  <a:pt x="6096" y="0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3048" y="9144"/>
                </a:lnTo>
                <a:lnTo>
                  <a:pt x="1889317" y="563439"/>
                </a:lnTo>
                <a:lnTo>
                  <a:pt x="1891954" y="554396"/>
                </a:lnTo>
                <a:close/>
              </a:path>
              <a:path w="1964054" h="596264">
                <a:moveTo>
                  <a:pt x="1907286" y="590896"/>
                </a:moveTo>
                <a:lnTo>
                  <a:pt x="1907286" y="563879"/>
                </a:lnTo>
                <a:lnTo>
                  <a:pt x="1905000" y="566927"/>
                </a:lnTo>
                <a:lnTo>
                  <a:pt x="1901190" y="566927"/>
                </a:lnTo>
                <a:lnTo>
                  <a:pt x="1889317" y="563439"/>
                </a:lnTo>
                <a:lnTo>
                  <a:pt x="1879854" y="595883"/>
                </a:lnTo>
                <a:lnTo>
                  <a:pt x="1907286" y="590896"/>
                </a:lnTo>
                <a:close/>
              </a:path>
              <a:path w="1964054" h="596264">
                <a:moveTo>
                  <a:pt x="1907286" y="563879"/>
                </a:moveTo>
                <a:lnTo>
                  <a:pt x="1906524" y="560069"/>
                </a:lnTo>
                <a:lnTo>
                  <a:pt x="1903476" y="557783"/>
                </a:lnTo>
                <a:lnTo>
                  <a:pt x="1891954" y="554396"/>
                </a:lnTo>
                <a:lnTo>
                  <a:pt x="1889317" y="563439"/>
                </a:lnTo>
                <a:lnTo>
                  <a:pt x="1901190" y="566927"/>
                </a:lnTo>
                <a:lnTo>
                  <a:pt x="1905000" y="566927"/>
                </a:lnTo>
                <a:lnTo>
                  <a:pt x="1907286" y="563879"/>
                </a:lnTo>
                <a:close/>
              </a:path>
              <a:path w="1964054" h="596264">
                <a:moveTo>
                  <a:pt x="1963674" y="580643"/>
                </a:moveTo>
                <a:lnTo>
                  <a:pt x="1901190" y="522731"/>
                </a:lnTo>
                <a:lnTo>
                  <a:pt x="1891954" y="554396"/>
                </a:lnTo>
                <a:lnTo>
                  <a:pt x="1903476" y="557783"/>
                </a:lnTo>
                <a:lnTo>
                  <a:pt x="1906524" y="560069"/>
                </a:lnTo>
                <a:lnTo>
                  <a:pt x="1907286" y="563879"/>
                </a:lnTo>
                <a:lnTo>
                  <a:pt x="1907286" y="590896"/>
                </a:lnTo>
                <a:lnTo>
                  <a:pt x="1963674" y="58064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7">
            <a:extLst>
              <a:ext uri="{FF2B5EF4-FFF2-40B4-BE49-F238E27FC236}">
                <a16:creationId xmlns:a16="http://schemas.microsoft.com/office/drawing/2014/main" id="{87B32D3D-2B44-439A-BB22-465A7CF655FD}"/>
              </a:ext>
            </a:extLst>
          </p:cNvPr>
          <p:cNvSpPr/>
          <p:nvPr/>
        </p:nvSpPr>
        <p:spPr>
          <a:xfrm>
            <a:off x="1667447" y="4381171"/>
            <a:ext cx="8700135" cy="0"/>
          </a:xfrm>
          <a:custGeom>
            <a:avLst/>
            <a:gdLst/>
            <a:ahLst/>
            <a:cxnLst/>
            <a:rect l="l" t="t" r="r" b="b"/>
            <a:pathLst>
              <a:path w="8700135">
                <a:moveTo>
                  <a:pt x="0" y="0"/>
                </a:moveTo>
                <a:lnTo>
                  <a:pt x="8699754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8">
            <a:extLst>
              <a:ext uri="{FF2B5EF4-FFF2-40B4-BE49-F238E27FC236}">
                <a16:creationId xmlns:a16="http://schemas.microsoft.com/office/drawing/2014/main" id="{58E08AE6-5D24-4067-A10C-C3E15E6E8202}"/>
              </a:ext>
            </a:extLst>
          </p:cNvPr>
          <p:cNvSpPr txBox="1"/>
          <p:nvPr/>
        </p:nvSpPr>
        <p:spPr>
          <a:xfrm>
            <a:off x="9363636" y="3950720"/>
            <a:ext cx="920241" cy="700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indent="2540">
              <a:lnSpc>
                <a:spcPts val="2900"/>
              </a:lnSpc>
            </a:pPr>
            <a:r>
              <a:rPr lang="en-US" altLang="zh-CN" sz="1400" b="1" spc="-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Non-leaves</a:t>
            </a:r>
          </a:p>
          <a:p>
            <a:pPr indent="2540">
              <a:lnSpc>
                <a:spcPts val="2900"/>
              </a:lnSpc>
            </a:pPr>
            <a:r>
              <a:rPr lang="en-US" sz="1400" b="1" spc="-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leaves</a:t>
            </a:r>
            <a:endParaRPr sz="14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98" name="object 99">
            <a:extLst>
              <a:ext uri="{FF2B5EF4-FFF2-40B4-BE49-F238E27FC236}">
                <a16:creationId xmlns:a16="http://schemas.microsoft.com/office/drawing/2014/main" id="{D525C3AE-5CA9-4D9A-B8DD-40E582740279}"/>
              </a:ext>
            </a:extLst>
          </p:cNvPr>
          <p:cNvSpPr/>
          <p:nvPr/>
        </p:nvSpPr>
        <p:spPr>
          <a:xfrm>
            <a:off x="1784795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100">
            <a:extLst>
              <a:ext uri="{FF2B5EF4-FFF2-40B4-BE49-F238E27FC236}">
                <a16:creationId xmlns:a16="http://schemas.microsoft.com/office/drawing/2014/main" id="{6519E3A2-55D8-4C51-824C-99CAC85E4789}"/>
              </a:ext>
            </a:extLst>
          </p:cNvPr>
          <p:cNvSpPr/>
          <p:nvPr/>
        </p:nvSpPr>
        <p:spPr>
          <a:xfrm>
            <a:off x="2064449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101">
            <a:extLst>
              <a:ext uri="{FF2B5EF4-FFF2-40B4-BE49-F238E27FC236}">
                <a16:creationId xmlns:a16="http://schemas.microsoft.com/office/drawing/2014/main" id="{C725CBF7-572C-4E19-B671-FF8AAA621B19}"/>
              </a:ext>
            </a:extLst>
          </p:cNvPr>
          <p:cNvSpPr/>
          <p:nvPr/>
        </p:nvSpPr>
        <p:spPr>
          <a:xfrm>
            <a:off x="23822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2765" y="358902"/>
                </a:lnTo>
                <a:lnTo>
                  <a:pt x="32765" y="306324"/>
                </a:lnTo>
                <a:lnTo>
                  <a:pt x="34289" y="309372"/>
                </a:lnTo>
                <a:lnTo>
                  <a:pt x="38099" y="310896"/>
                </a:lnTo>
                <a:lnTo>
                  <a:pt x="41147" y="309372"/>
                </a:lnTo>
                <a:lnTo>
                  <a:pt x="42671" y="306324"/>
                </a:lnTo>
                <a:lnTo>
                  <a:pt x="42671" y="360426"/>
                </a:lnTo>
                <a:lnTo>
                  <a:pt x="76199" y="293370"/>
                </a:lnTo>
                <a:close/>
              </a:path>
              <a:path w="76200" h="369570">
                <a:moveTo>
                  <a:pt x="42671" y="293370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293370"/>
                </a:lnTo>
                <a:lnTo>
                  <a:pt x="42671" y="293370"/>
                </a:lnTo>
                <a:close/>
              </a:path>
              <a:path w="76200" h="369570">
                <a:moveTo>
                  <a:pt x="42671" y="360426"/>
                </a:moveTo>
                <a:lnTo>
                  <a:pt x="42671" y="306324"/>
                </a:lnTo>
                <a:lnTo>
                  <a:pt x="41147" y="309372"/>
                </a:lnTo>
                <a:lnTo>
                  <a:pt x="38099" y="310896"/>
                </a:lnTo>
                <a:lnTo>
                  <a:pt x="34289" y="309372"/>
                </a:lnTo>
                <a:lnTo>
                  <a:pt x="32765" y="306324"/>
                </a:lnTo>
                <a:lnTo>
                  <a:pt x="32765" y="358902"/>
                </a:lnTo>
                <a:lnTo>
                  <a:pt x="38099" y="369570"/>
                </a:lnTo>
                <a:lnTo>
                  <a:pt x="42671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102">
            <a:extLst>
              <a:ext uri="{FF2B5EF4-FFF2-40B4-BE49-F238E27FC236}">
                <a16:creationId xmlns:a16="http://schemas.microsoft.com/office/drawing/2014/main" id="{ED081507-CF7D-4E62-AEAB-DDF3F4F2CE42}"/>
              </a:ext>
            </a:extLst>
          </p:cNvPr>
          <p:cNvSpPr/>
          <p:nvPr/>
        </p:nvSpPr>
        <p:spPr>
          <a:xfrm>
            <a:off x="2772347" y="5349674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3">
            <a:extLst>
              <a:ext uri="{FF2B5EF4-FFF2-40B4-BE49-F238E27FC236}">
                <a16:creationId xmlns:a16="http://schemas.microsoft.com/office/drawing/2014/main" id="{751C9D40-5E94-47CE-A885-897FE9539A08}"/>
              </a:ext>
            </a:extLst>
          </p:cNvPr>
          <p:cNvSpPr/>
          <p:nvPr/>
        </p:nvSpPr>
        <p:spPr>
          <a:xfrm>
            <a:off x="32585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2765" y="358902"/>
                </a:lnTo>
                <a:lnTo>
                  <a:pt x="32765" y="306324"/>
                </a:lnTo>
                <a:lnTo>
                  <a:pt x="34289" y="309372"/>
                </a:lnTo>
                <a:lnTo>
                  <a:pt x="38099" y="310896"/>
                </a:lnTo>
                <a:lnTo>
                  <a:pt x="41147" y="309372"/>
                </a:lnTo>
                <a:lnTo>
                  <a:pt x="42671" y="306324"/>
                </a:lnTo>
                <a:lnTo>
                  <a:pt x="42671" y="360426"/>
                </a:lnTo>
                <a:lnTo>
                  <a:pt x="76199" y="293370"/>
                </a:lnTo>
                <a:close/>
              </a:path>
              <a:path w="76200" h="369570">
                <a:moveTo>
                  <a:pt x="42671" y="293370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2765" y="4572"/>
                </a:lnTo>
                <a:lnTo>
                  <a:pt x="32765" y="293370"/>
                </a:lnTo>
                <a:lnTo>
                  <a:pt x="42671" y="293370"/>
                </a:lnTo>
                <a:close/>
              </a:path>
              <a:path w="76200" h="369570">
                <a:moveTo>
                  <a:pt x="42671" y="360426"/>
                </a:moveTo>
                <a:lnTo>
                  <a:pt x="42671" y="306324"/>
                </a:lnTo>
                <a:lnTo>
                  <a:pt x="41147" y="309372"/>
                </a:lnTo>
                <a:lnTo>
                  <a:pt x="38099" y="310896"/>
                </a:lnTo>
                <a:lnTo>
                  <a:pt x="34289" y="309372"/>
                </a:lnTo>
                <a:lnTo>
                  <a:pt x="32765" y="306324"/>
                </a:lnTo>
                <a:lnTo>
                  <a:pt x="32765" y="358902"/>
                </a:lnTo>
                <a:lnTo>
                  <a:pt x="38099" y="369570"/>
                </a:lnTo>
                <a:lnTo>
                  <a:pt x="42671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4">
            <a:extLst>
              <a:ext uri="{FF2B5EF4-FFF2-40B4-BE49-F238E27FC236}">
                <a16:creationId xmlns:a16="http://schemas.microsoft.com/office/drawing/2014/main" id="{40133ABE-63C3-4BD8-8EB6-B3CA58565A67}"/>
              </a:ext>
            </a:extLst>
          </p:cNvPr>
          <p:cNvSpPr/>
          <p:nvPr/>
        </p:nvSpPr>
        <p:spPr>
          <a:xfrm>
            <a:off x="3537395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2671" y="306324"/>
                </a:lnTo>
                <a:lnTo>
                  <a:pt x="42671" y="360426"/>
                </a:lnTo>
                <a:lnTo>
                  <a:pt x="76199" y="293370"/>
                </a:lnTo>
                <a:close/>
              </a:path>
              <a:path w="76200" h="369570">
                <a:moveTo>
                  <a:pt x="42671" y="293370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3370"/>
                </a:lnTo>
                <a:lnTo>
                  <a:pt x="42671" y="293370"/>
                </a:lnTo>
                <a:close/>
              </a:path>
              <a:path w="76200" h="369570">
                <a:moveTo>
                  <a:pt x="42671" y="360426"/>
                </a:moveTo>
                <a:lnTo>
                  <a:pt x="42671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2671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5">
            <a:extLst>
              <a:ext uri="{FF2B5EF4-FFF2-40B4-BE49-F238E27FC236}">
                <a16:creationId xmlns:a16="http://schemas.microsoft.com/office/drawing/2014/main" id="{60EFDBEA-8177-4C72-A529-191CFF72F99A}"/>
              </a:ext>
            </a:extLst>
          </p:cNvPr>
          <p:cNvSpPr/>
          <p:nvPr/>
        </p:nvSpPr>
        <p:spPr>
          <a:xfrm>
            <a:off x="4245293" y="536186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3088" y="35051"/>
                </a:lnTo>
                <a:lnTo>
                  <a:pt x="319278" y="33527"/>
                </a:lnTo>
                <a:lnTo>
                  <a:pt x="5334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5334" y="43433"/>
                </a:lnTo>
                <a:lnTo>
                  <a:pt x="319278" y="43433"/>
                </a:lnTo>
                <a:lnTo>
                  <a:pt x="323088" y="41909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9278" y="33527"/>
                </a:lnTo>
                <a:lnTo>
                  <a:pt x="323088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3088" y="41909"/>
                </a:lnTo>
                <a:lnTo>
                  <a:pt x="319278" y="43433"/>
                </a:lnTo>
                <a:lnTo>
                  <a:pt x="306324" y="43433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6">
            <a:extLst>
              <a:ext uri="{FF2B5EF4-FFF2-40B4-BE49-F238E27FC236}">
                <a16:creationId xmlns:a16="http://schemas.microsoft.com/office/drawing/2014/main" id="{A5F96E0B-BAA9-420B-BC10-B1FDEF65C7B5}"/>
              </a:ext>
            </a:extLst>
          </p:cNvPr>
          <p:cNvSpPr/>
          <p:nvPr/>
        </p:nvSpPr>
        <p:spPr>
          <a:xfrm>
            <a:off x="4756595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7">
            <a:extLst>
              <a:ext uri="{FF2B5EF4-FFF2-40B4-BE49-F238E27FC236}">
                <a16:creationId xmlns:a16="http://schemas.microsoft.com/office/drawing/2014/main" id="{AA9AAD8E-6875-4BA7-8642-DF243BE8A376}"/>
              </a:ext>
            </a:extLst>
          </p:cNvPr>
          <p:cNvSpPr/>
          <p:nvPr/>
        </p:nvSpPr>
        <p:spPr>
          <a:xfrm>
            <a:off x="50492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2766" y="358902"/>
                </a:lnTo>
                <a:lnTo>
                  <a:pt x="32766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4572"/>
                </a:lnTo>
                <a:lnTo>
                  <a:pt x="32766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2766" y="306324"/>
                </a:lnTo>
                <a:lnTo>
                  <a:pt x="32766" y="358902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8">
            <a:extLst>
              <a:ext uri="{FF2B5EF4-FFF2-40B4-BE49-F238E27FC236}">
                <a16:creationId xmlns:a16="http://schemas.microsoft.com/office/drawing/2014/main" id="{52FCBFD0-6B4C-48D6-A242-17891D054612}"/>
              </a:ext>
            </a:extLst>
          </p:cNvPr>
          <p:cNvSpPr/>
          <p:nvPr/>
        </p:nvSpPr>
        <p:spPr>
          <a:xfrm>
            <a:off x="53540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2766" y="358902"/>
                </a:lnTo>
                <a:lnTo>
                  <a:pt x="32766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4572"/>
                </a:lnTo>
                <a:lnTo>
                  <a:pt x="32766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2766" y="306324"/>
                </a:lnTo>
                <a:lnTo>
                  <a:pt x="32766" y="358902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9">
            <a:extLst>
              <a:ext uri="{FF2B5EF4-FFF2-40B4-BE49-F238E27FC236}">
                <a16:creationId xmlns:a16="http://schemas.microsoft.com/office/drawing/2014/main" id="{E8CC4294-4CF7-40CC-9205-727E9569CBF4}"/>
              </a:ext>
            </a:extLst>
          </p:cNvPr>
          <p:cNvSpPr/>
          <p:nvPr/>
        </p:nvSpPr>
        <p:spPr>
          <a:xfrm>
            <a:off x="5744147" y="536186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5051"/>
                </a:lnTo>
                <a:lnTo>
                  <a:pt x="319278" y="33527"/>
                </a:lnTo>
                <a:lnTo>
                  <a:pt x="4572" y="33527"/>
                </a:lnTo>
                <a:lnTo>
                  <a:pt x="1524" y="35051"/>
                </a:lnTo>
                <a:lnTo>
                  <a:pt x="0" y="38099"/>
                </a:lnTo>
                <a:lnTo>
                  <a:pt x="1524" y="41909"/>
                </a:lnTo>
                <a:lnTo>
                  <a:pt x="4572" y="43433"/>
                </a:lnTo>
                <a:lnTo>
                  <a:pt x="319278" y="43433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9278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9278" y="43433"/>
                </a:lnTo>
                <a:lnTo>
                  <a:pt x="306324" y="43433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9" name="object 110">
            <a:extLst>
              <a:ext uri="{FF2B5EF4-FFF2-40B4-BE49-F238E27FC236}">
                <a16:creationId xmlns:a16="http://schemas.microsoft.com/office/drawing/2014/main" id="{69952E9D-4647-41D7-B122-E699FE6C896F}"/>
              </a:ext>
            </a:extLst>
          </p:cNvPr>
          <p:cNvSpPr/>
          <p:nvPr/>
        </p:nvSpPr>
        <p:spPr>
          <a:xfrm>
            <a:off x="62303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2766" y="358902"/>
                </a:lnTo>
                <a:lnTo>
                  <a:pt x="32766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4572"/>
                </a:lnTo>
                <a:lnTo>
                  <a:pt x="32766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2766" y="306324"/>
                </a:lnTo>
                <a:lnTo>
                  <a:pt x="32766" y="358902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0" name="object 111">
            <a:extLst>
              <a:ext uri="{FF2B5EF4-FFF2-40B4-BE49-F238E27FC236}">
                <a16:creationId xmlns:a16="http://schemas.microsoft.com/office/drawing/2014/main" id="{F38BAC4C-C579-4A80-870E-52529726D7C6}"/>
              </a:ext>
            </a:extLst>
          </p:cNvPr>
          <p:cNvSpPr/>
          <p:nvPr/>
        </p:nvSpPr>
        <p:spPr>
          <a:xfrm>
            <a:off x="6509195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1" name="object 112">
            <a:extLst>
              <a:ext uri="{FF2B5EF4-FFF2-40B4-BE49-F238E27FC236}">
                <a16:creationId xmlns:a16="http://schemas.microsoft.com/office/drawing/2014/main" id="{06543D86-5A5D-401C-AEFA-799076C21BE6}"/>
              </a:ext>
            </a:extLst>
          </p:cNvPr>
          <p:cNvSpPr/>
          <p:nvPr/>
        </p:nvSpPr>
        <p:spPr>
          <a:xfrm>
            <a:off x="7217093" y="536186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5052"/>
                </a:lnTo>
                <a:lnTo>
                  <a:pt x="319277" y="33528"/>
                </a:lnTo>
                <a:lnTo>
                  <a:pt x="5333" y="33528"/>
                </a:lnTo>
                <a:lnTo>
                  <a:pt x="1523" y="35052"/>
                </a:lnTo>
                <a:lnTo>
                  <a:pt x="0" y="38100"/>
                </a:lnTo>
                <a:lnTo>
                  <a:pt x="1523" y="41910"/>
                </a:lnTo>
                <a:lnTo>
                  <a:pt x="5333" y="43434"/>
                </a:lnTo>
                <a:lnTo>
                  <a:pt x="319277" y="43434"/>
                </a:lnTo>
                <a:lnTo>
                  <a:pt x="323087" y="41910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3528"/>
                </a:lnTo>
                <a:lnTo>
                  <a:pt x="319277" y="33528"/>
                </a:lnTo>
                <a:lnTo>
                  <a:pt x="323087" y="35052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910"/>
                </a:lnTo>
                <a:lnTo>
                  <a:pt x="319277" y="43434"/>
                </a:lnTo>
                <a:lnTo>
                  <a:pt x="306323" y="43434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2" name="object 113">
            <a:extLst>
              <a:ext uri="{FF2B5EF4-FFF2-40B4-BE49-F238E27FC236}">
                <a16:creationId xmlns:a16="http://schemas.microsoft.com/office/drawing/2014/main" id="{533D5167-FAE9-496A-B39F-1DCC3816C044}"/>
              </a:ext>
            </a:extLst>
          </p:cNvPr>
          <p:cNvSpPr/>
          <p:nvPr/>
        </p:nvSpPr>
        <p:spPr>
          <a:xfrm>
            <a:off x="7741337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3" name="object 114">
            <a:extLst>
              <a:ext uri="{FF2B5EF4-FFF2-40B4-BE49-F238E27FC236}">
                <a16:creationId xmlns:a16="http://schemas.microsoft.com/office/drawing/2014/main" id="{4BC0FA3F-48C5-4CD8-B27B-E769F913072D}"/>
              </a:ext>
            </a:extLst>
          </p:cNvPr>
          <p:cNvSpPr/>
          <p:nvPr/>
        </p:nvSpPr>
        <p:spPr>
          <a:xfrm>
            <a:off x="8021003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2766" y="358902"/>
                </a:lnTo>
                <a:lnTo>
                  <a:pt x="32766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4572"/>
                </a:lnTo>
                <a:lnTo>
                  <a:pt x="32766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2766" y="306324"/>
                </a:lnTo>
                <a:lnTo>
                  <a:pt x="32766" y="358902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4" name="object 115">
            <a:extLst>
              <a:ext uri="{FF2B5EF4-FFF2-40B4-BE49-F238E27FC236}">
                <a16:creationId xmlns:a16="http://schemas.microsoft.com/office/drawing/2014/main" id="{DEB404BF-24B3-4F2B-9366-79CA0E0AE17C}"/>
              </a:ext>
            </a:extLst>
          </p:cNvPr>
          <p:cNvSpPr/>
          <p:nvPr/>
        </p:nvSpPr>
        <p:spPr>
          <a:xfrm>
            <a:off x="8337982" y="5409871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5" name="object 116">
            <a:extLst>
              <a:ext uri="{FF2B5EF4-FFF2-40B4-BE49-F238E27FC236}">
                <a16:creationId xmlns:a16="http://schemas.microsoft.com/office/drawing/2014/main" id="{F5622880-D33F-45A9-98C1-A3D155F36A0A}"/>
              </a:ext>
            </a:extLst>
          </p:cNvPr>
          <p:cNvSpPr/>
          <p:nvPr/>
        </p:nvSpPr>
        <p:spPr>
          <a:xfrm>
            <a:off x="8728889" y="536186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5052"/>
                </a:lnTo>
                <a:lnTo>
                  <a:pt x="318516" y="33528"/>
                </a:lnTo>
                <a:lnTo>
                  <a:pt x="4572" y="33528"/>
                </a:lnTo>
                <a:lnTo>
                  <a:pt x="1524" y="35052"/>
                </a:lnTo>
                <a:lnTo>
                  <a:pt x="0" y="38100"/>
                </a:lnTo>
                <a:lnTo>
                  <a:pt x="1524" y="41910"/>
                </a:lnTo>
                <a:lnTo>
                  <a:pt x="4572" y="43434"/>
                </a:lnTo>
                <a:lnTo>
                  <a:pt x="318516" y="43434"/>
                </a:lnTo>
                <a:lnTo>
                  <a:pt x="322326" y="41910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3528"/>
                </a:lnTo>
                <a:lnTo>
                  <a:pt x="318516" y="33528"/>
                </a:lnTo>
                <a:lnTo>
                  <a:pt x="322326" y="35052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910"/>
                </a:lnTo>
                <a:lnTo>
                  <a:pt x="318516" y="43434"/>
                </a:lnTo>
                <a:lnTo>
                  <a:pt x="306324" y="43434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object 117">
            <a:extLst>
              <a:ext uri="{FF2B5EF4-FFF2-40B4-BE49-F238E27FC236}">
                <a16:creationId xmlns:a16="http://schemas.microsoft.com/office/drawing/2014/main" id="{7338BDF2-6036-4F84-B2D7-9BA7C8A6765F}"/>
              </a:ext>
            </a:extLst>
          </p:cNvPr>
          <p:cNvSpPr/>
          <p:nvPr/>
        </p:nvSpPr>
        <p:spPr>
          <a:xfrm>
            <a:off x="9214282" y="539691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0896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0896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7" name="object 118">
            <a:extLst>
              <a:ext uri="{FF2B5EF4-FFF2-40B4-BE49-F238E27FC236}">
                <a16:creationId xmlns:a16="http://schemas.microsoft.com/office/drawing/2014/main" id="{EC2C4309-BE54-45C1-9802-9D04379907DB}"/>
              </a:ext>
            </a:extLst>
          </p:cNvPr>
          <p:cNvSpPr/>
          <p:nvPr/>
        </p:nvSpPr>
        <p:spPr>
          <a:xfrm>
            <a:off x="9493937" y="539691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0896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0896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8" name="object 119">
            <a:extLst>
              <a:ext uri="{FF2B5EF4-FFF2-40B4-BE49-F238E27FC236}">
                <a16:creationId xmlns:a16="http://schemas.microsoft.com/office/drawing/2014/main" id="{453E61A5-DDC6-493B-982F-7EA30646F044}"/>
              </a:ext>
            </a:extLst>
          </p:cNvPr>
          <p:cNvSpPr txBox="1"/>
          <p:nvPr/>
        </p:nvSpPr>
        <p:spPr>
          <a:xfrm>
            <a:off x="1656774" y="2167431"/>
            <a:ext cx="198882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0"/>
              </a:lnSpc>
            </a:pPr>
            <a:r>
              <a:rPr sz="2000" b="1" spc="-10" dirty="0" err="1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rPr>
              <a:t>B+Tree</a:t>
            </a:r>
            <a:r>
              <a:rPr lang="en-US" sz="2000" b="1" spc="-1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rPr>
              <a:t> </a:t>
            </a:r>
            <a:r>
              <a:rPr sz="2000" b="1" spc="-1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rPr>
              <a:t>(n=</a:t>
            </a:r>
            <a:r>
              <a:rPr lang="en-US" altLang="zh-CN" sz="2000" b="1" spc="-10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rPr>
              <a:t>4</a:t>
            </a:r>
            <a:r>
              <a:rPr sz="2000" b="1" dirty="0"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/>
              </a:rPr>
              <a:t>)</a:t>
            </a:r>
            <a:r>
              <a:rPr lang="en-US" sz="2000" b="1" spc="-10" dirty="0">
                <a:latin typeface="华文楷体" panose="02010600040101010101" pitchFamily="2" charset="-122"/>
                <a:ea typeface="华文楷体" panose="02010600040101010101" pitchFamily="2" charset="-122"/>
                <a:cs typeface="新宋体" panose="02010609030101010101" charset="-122"/>
              </a:rPr>
              <a:t> </a:t>
            </a:r>
            <a:endParaRPr sz="2000" dirty="0">
              <a:latin typeface="华文楷体" panose="02010600040101010101" pitchFamily="2" charset="-122"/>
              <a:ea typeface="华文楷体" panose="02010600040101010101" pitchFamily="2" charset="-122"/>
              <a:cs typeface="新宋体" panose="02010609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3023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354" name="Rectangle 2">
            <a:extLst>
              <a:ext uri="{FF2B5EF4-FFF2-40B4-BE49-F238E27FC236}">
                <a16:creationId xmlns:a16="http://schemas.microsoft.com/office/drawing/2014/main" id="{D9BC46D2-8B96-4350-99BF-D7488E007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EC1EF23-2948-434B-835A-29D4CD150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2432" y="2146524"/>
            <a:ext cx="10058400" cy="526346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>
                <a:ea typeface="ＭＳ Ｐゴシック" charset="0"/>
              </a:rPr>
              <a:t>Assume record already added to the file.  Let </a:t>
            </a:r>
          </a:p>
          <a:p>
            <a:pPr lvl="1">
              <a:defRPr/>
            </a:pPr>
            <a:r>
              <a:rPr lang="en-US" i="1" dirty="0">
                <a:ea typeface="ＭＳ Ｐゴシック" charset="-128"/>
              </a:rPr>
              <a:t> pr</a:t>
            </a:r>
            <a:r>
              <a:rPr lang="en-US" dirty="0">
                <a:ea typeface="ＭＳ Ｐゴシック" charset="-128"/>
              </a:rPr>
              <a:t> be pointer to the record, and let </a:t>
            </a:r>
          </a:p>
          <a:p>
            <a:pPr lvl="1">
              <a:defRPr/>
            </a:pPr>
            <a:r>
              <a:rPr lang="en-US" dirty="0">
                <a:ea typeface="ＭＳ Ｐゴシック" charset="-128"/>
              </a:rPr>
              <a:t> v be the search key value of the record</a:t>
            </a:r>
          </a:p>
          <a:p>
            <a:pPr marL="0" indent="0">
              <a:buNone/>
              <a:defRPr/>
            </a:pPr>
            <a:r>
              <a:rPr lang="en-US" dirty="0">
                <a:ea typeface="ＭＳ Ｐゴシック" charset="0"/>
              </a:rPr>
              <a:t>Find the leaf node in which the search-key value would appear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If there is room in the leaf node, insert (v,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pair in the leaf node</a:t>
            </a:r>
          </a:p>
          <a:p>
            <a:pPr marL="800100" lvl="1" indent="-342900">
              <a:buFont typeface="Monotype Sorts" charset="0"/>
              <a:buAutoNum type="arabicPeriod"/>
              <a:defRPr/>
            </a:pPr>
            <a:r>
              <a:rPr lang="en-US" dirty="0">
                <a:ea typeface="ＭＳ Ｐゴシック" charset="0"/>
              </a:rPr>
              <a:t>Otherwise, split the node (along with the new (</a:t>
            </a:r>
            <a:r>
              <a:rPr lang="en-US" i="1" dirty="0">
                <a:ea typeface="ＭＳ Ｐゴシック" charset="0"/>
              </a:rPr>
              <a:t>v, </a:t>
            </a:r>
            <a:r>
              <a:rPr lang="en-US" i="1" dirty="0" err="1">
                <a:ea typeface="ＭＳ Ｐゴシック" charset="0"/>
              </a:rPr>
              <a:t>pr</a:t>
            </a:r>
            <a:r>
              <a:rPr lang="en-US" dirty="0">
                <a:ea typeface="ＭＳ Ｐゴシック" charset="0"/>
              </a:rPr>
              <a:t>)  entry) as discussed in the next slide, and propagate updates to parent nodes.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02" name="Rectangle 2">
            <a:extLst>
              <a:ext uri="{FF2B5EF4-FFF2-40B4-BE49-F238E27FC236}">
                <a16:creationId xmlns:a16="http://schemas.microsoft.com/office/drawing/2014/main" id="{5AEA49CE-1282-437D-9DE8-9A9CBC595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Updates on B</a:t>
            </a:r>
            <a:r>
              <a:rPr lang="en-US" altLang="en-US" baseline="3000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-Trees:  Insertion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2BDD1D5-5CBB-491F-96EF-2F18E241BE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605" y="1883387"/>
            <a:ext cx="10841231" cy="5263469"/>
          </a:xfrm>
        </p:spPr>
        <p:txBody>
          <a:bodyPr/>
          <a:lstStyle/>
          <a:p>
            <a:r>
              <a:rPr lang="en-US" altLang="en-US" dirty="0"/>
              <a:t>Splitting a leaf node:</a:t>
            </a:r>
          </a:p>
          <a:p>
            <a:pPr lvl="1"/>
            <a:r>
              <a:rPr lang="en-US" altLang="en-US" dirty="0"/>
              <a:t>take the </a:t>
            </a:r>
            <a:r>
              <a:rPr lang="en-US" altLang="en-US" i="1" dirty="0"/>
              <a:t>n </a:t>
            </a:r>
            <a:r>
              <a:rPr lang="en-US" altLang="en-US" dirty="0"/>
              <a:t>(search-key value, pointer) pairs (including the one being inserted) in sorted order.  Place the first </a:t>
            </a:r>
            <a:r>
              <a:rPr lang="en-US" altLang="en-US" dirty="0">
                <a:sym typeface="Symbol" panose="05050102010706020507" pitchFamily="18" charset="2"/>
              </a:rPr>
              <a:t></a:t>
            </a:r>
            <a:r>
              <a:rPr lang="en-US" altLang="en-US" i="1" dirty="0">
                <a:sym typeface="Symbol" panose="05050102010706020507" pitchFamily="18" charset="2"/>
              </a:rPr>
              <a:t>n</a:t>
            </a:r>
            <a:r>
              <a:rPr lang="en-US" altLang="en-US" dirty="0">
                <a:sym typeface="Symbol" panose="05050102010706020507" pitchFamily="18" charset="2"/>
              </a:rPr>
              <a:t>/2 in the original node, and the rest in a new node.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let the new node be </a:t>
            </a:r>
            <a:r>
              <a:rPr lang="en-US" altLang="en-US" i="1" dirty="0">
                <a:sym typeface="Symbol" panose="05050102010706020507" pitchFamily="18" charset="2"/>
              </a:rPr>
              <a:t>p,</a:t>
            </a:r>
            <a:r>
              <a:rPr lang="en-US" altLang="en-US" dirty="0">
                <a:sym typeface="Symbol" panose="05050102010706020507" pitchFamily="18" charset="2"/>
              </a:rPr>
              <a:t> and let </a:t>
            </a:r>
            <a:r>
              <a:rPr lang="en-US" altLang="en-US" i="1" dirty="0">
                <a:sym typeface="Symbol" panose="05050102010706020507" pitchFamily="18" charset="2"/>
              </a:rPr>
              <a:t>k</a:t>
            </a:r>
            <a:r>
              <a:rPr lang="en-US" altLang="en-US" dirty="0">
                <a:sym typeface="Symbol" panose="05050102010706020507" pitchFamily="18" charset="2"/>
              </a:rPr>
              <a:t> be the least key value in </a:t>
            </a:r>
            <a:r>
              <a:rPr lang="en-US" altLang="en-US" i="1" dirty="0">
                <a:sym typeface="Symbol" panose="05050102010706020507" pitchFamily="18" charset="2"/>
              </a:rPr>
              <a:t>p.  </a:t>
            </a:r>
            <a:r>
              <a:rPr lang="en-US" altLang="en-US" dirty="0">
                <a:sym typeface="Symbol" panose="05050102010706020507" pitchFamily="18" charset="2"/>
              </a:rPr>
              <a:t>Insert (</a:t>
            </a:r>
            <a:r>
              <a:rPr lang="en-US" altLang="en-US" i="1" dirty="0" err="1">
                <a:sym typeface="Symbol" panose="05050102010706020507" pitchFamily="18" charset="2"/>
              </a:rPr>
              <a:t>k,p</a:t>
            </a:r>
            <a:r>
              <a:rPr lang="en-US" altLang="en-US" dirty="0">
                <a:sym typeface="Symbol" panose="05050102010706020507" pitchFamily="18" charset="2"/>
              </a:rPr>
              <a:t>) in the parent of the node being split. 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If the parent is full, split it and </a:t>
            </a:r>
            <a:r>
              <a:rPr lang="en-US" altLang="en-US" b="1" dirty="0">
                <a:sym typeface="Symbol" panose="05050102010706020507" pitchFamily="18" charset="2"/>
              </a:rPr>
              <a:t>propagate</a:t>
            </a:r>
            <a:r>
              <a:rPr lang="en-US" altLang="en-US" dirty="0">
                <a:sym typeface="Symbol" panose="05050102010706020507" pitchFamily="18" charset="2"/>
              </a:rPr>
              <a:t> the split further up.</a:t>
            </a:r>
          </a:p>
          <a:p>
            <a:r>
              <a:rPr lang="en-US" altLang="en-US" dirty="0"/>
              <a:t>Splitting of nodes proceeds upwards till a node that is not full is found. </a:t>
            </a:r>
          </a:p>
          <a:p>
            <a:pPr lvl="1"/>
            <a:r>
              <a:rPr lang="en-US" altLang="en-US" dirty="0"/>
              <a:t>In the worst case the root node may be split increasing the height of the tree by 1. 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DE51FAA6-8AF6-49C8-87EF-D5809D2C0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899" y="5266942"/>
            <a:ext cx="910218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Result of splitting node containing Brandt, 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 and Crick on inserting Adams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/>
              <a:t>Next step: insert entry with (</a:t>
            </a:r>
            <a:r>
              <a:rPr kumimoji="0" lang="en-US" altLang="en-US" dirty="0" err="1"/>
              <a:t>Califieri</a:t>
            </a:r>
            <a:r>
              <a:rPr kumimoji="0" lang="en-US" altLang="en-US" dirty="0"/>
              <a:t>, pointer-to-new-node) into parent</a:t>
            </a:r>
          </a:p>
        </p:txBody>
      </p:sp>
      <p:pic>
        <p:nvPicPr>
          <p:cNvPr id="60421" name="Picture 5">
            <a:extLst>
              <a:ext uri="{FF2B5EF4-FFF2-40B4-BE49-F238E27FC236}">
                <a16:creationId xmlns:a16="http://schemas.microsoft.com/office/drawing/2014/main" id="{F278061A-08BF-43DD-B040-80CA73068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982" y="4407113"/>
            <a:ext cx="6093618" cy="58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450" name="Rectangle 2">
            <a:extLst>
              <a:ext uri="{FF2B5EF4-FFF2-40B4-BE49-F238E27FC236}">
                <a16:creationId xmlns:a16="http://schemas.microsoft.com/office/drawing/2014/main" id="{E838D612-2617-4F65-ABEC-C50DAA4A2AC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01244" y="323056"/>
            <a:ext cx="80772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CE08564C-3C9F-41D5-9400-251991EBA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5921376"/>
            <a:ext cx="475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B</a:t>
            </a:r>
            <a:r>
              <a:rPr kumimoji="0" lang="en-US" altLang="en-US" sz="1700" baseline="30000" dirty="0"/>
              <a:t>+</a:t>
            </a:r>
            <a:r>
              <a:rPr kumimoji="0" lang="en-US" altLang="en-US" sz="1700" dirty="0"/>
              <a:t>-Tree before and after insertion of </a:t>
            </a:r>
            <a:r>
              <a:rPr kumimoji="0" lang="ja-JP" altLang="en-US" sz="1700" dirty="0"/>
              <a:t>“</a:t>
            </a:r>
            <a:r>
              <a:rPr kumimoji="0" lang="en-US" altLang="ja-JP" sz="1700" dirty="0"/>
              <a:t>Adams</a:t>
            </a:r>
            <a:r>
              <a:rPr kumimoji="0" lang="ja-JP" altLang="en-US" sz="1700" dirty="0"/>
              <a:t>”</a:t>
            </a:r>
            <a:endParaRPr kumimoji="0" lang="en-US" altLang="en-US" sz="1700" dirty="0"/>
          </a:p>
        </p:txBody>
      </p:sp>
      <p:pic>
        <p:nvPicPr>
          <p:cNvPr id="62468" name="Picture 5">
            <a:extLst>
              <a:ext uri="{FF2B5EF4-FFF2-40B4-BE49-F238E27FC236}">
                <a16:creationId xmlns:a16="http://schemas.microsoft.com/office/drawing/2014/main" id="{908B9831-6927-4293-9513-3CC8AD660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1" y="3627438"/>
            <a:ext cx="87995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9" name="Picture 5">
            <a:extLst>
              <a:ext uri="{FF2B5EF4-FFF2-40B4-BE49-F238E27FC236}">
                <a16:creationId xmlns:a16="http://schemas.microsoft.com/office/drawing/2014/main" id="{6EBD748B-6617-409C-8E4E-B8A47F755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24"/>
          <a:stretch>
            <a:fillRect/>
          </a:stretch>
        </p:blipFill>
        <p:spPr bwMode="auto">
          <a:xfrm>
            <a:off x="1639889" y="1355725"/>
            <a:ext cx="8648700" cy="183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TextBox 4">
            <a:extLst>
              <a:ext uri="{FF2B5EF4-FFF2-40B4-BE49-F238E27FC236}">
                <a16:creationId xmlns:a16="http://schemas.microsoft.com/office/drawing/2014/main" id="{B9608D1A-A4D1-4489-8DD9-690D5B521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9" y="3822700"/>
            <a:ext cx="1851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2471" name="Straight Arrow Connector 6">
            <a:extLst>
              <a:ext uri="{FF2B5EF4-FFF2-40B4-BE49-F238E27FC236}">
                <a16:creationId xmlns:a16="http://schemas.microsoft.com/office/drawing/2014/main" id="{756C3830-99E7-4D37-A022-A1FBEA88158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60550" y="4224338"/>
            <a:ext cx="609600" cy="9334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472" name="Straight Arrow Connector 9">
            <a:extLst>
              <a:ext uri="{FF2B5EF4-FFF2-40B4-BE49-F238E27FC236}">
                <a16:creationId xmlns:a16="http://schemas.microsoft.com/office/drawing/2014/main" id="{73A022AF-F6F2-45BE-8617-910EF8586C7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82850" y="4224339"/>
            <a:ext cx="700088" cy="193675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DD05024D-2613-4FC9-A668-F687AB1ED6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8611" y="-424620"/>
            <a:ext cx="10058400" cy="1449387"/>
          </a:xfrm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</a:t>
            </a:r>
            <a:r>
              <a:rPr lang="en-US" altLang="en-US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+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-Tree  Insertion</a:t>
            </a:r>
          </a:p>
        </p:txBody>
      </p:sp>
      <p:pic>
        <p:nvPicPr>
          <p:cNvPr id="64516" name="Picture 5">
            <a:extLst>
              <a:ext uri="{FF2B5EF4-FFF2-40B4-BE49-F238E27FC236}">
                <a16:creationId xmlns:a16="http://schemas.microsoft.com/office/drawing/2014/main" id="{A9B13163-588D-40FB-9312-86ACA9DB5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9" y="3989388"/>
            <a:ext cx="8512175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7" name="Picture 5">
            <a:extLst>
              <a:ext uri="{FF2B5EF4-FFF2-40B4-BE49-F238E27FC236}">
                <a16:creationId xmlns:a16="http://schemas.microsoft.com/office/drawing/2014/main" id="{90502F59-2918-434A-99BF-461D75571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989" y="1233558"/>
            <a:ext cx="879951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3">
            <a:extLst>
              <a:ext uri="{FF2B5EF4-FFF2-40B4-BE49-F238E27FC236}">
                <a16:creationId xmlns:a16="http://schemas.microsoft.com/office/drawing/2014/main" id="{42FA8B7C-AFE7-455C-BDCE-6A5F1875A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715" y="3426654"/>
            <a:ext cx="506177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B</a:t>
            </a:r>
            <a:r>
              <a:rPr kumimoji="0" lang="en-US" altLang="en-US" sz="1700" b="1" baseline="30000" dirty="0"/>
              <a:t>+</a:t>
            </a:r>
            <a:r>
              <a:rPr kumimoji="0" lang="en-US" altLang="en-US" sz="1700" b="1" dirty="0"/>
              <a:t>-Tree before and after insertion of </a:t>
            </a:r>
            <a:r>
              <a:rPr kumimoji="0" lang="ja-JP" altLang="en-US" sz="1700" b="1" dirty="0"/>
              <a:t>“</a:t>
            </a:r>
            <a:r>
              <a:rPr kumimoji="0" lang="en-US" altLang="ja-JP" sz="1700" b="1" dirty="0" err="1"/>
              <a:t>Lamport</a:t>
            </a:r>
            <a:r>
              <a:rPr kumimoji="0" lang="ja-JP" altLang="en-US" sz="1700" b="1" dirty="0"/>
              <a:t>”</a:t>
            </a:r>
            <a:endParaRPr kumimoji="0" lang="en-US" altLang="en-US" sz="1700" b="1" dirty="0"/>
          </a:p>
        </p:txBody>
      </p:sp>
      <p:cxnSp>
        <p:nvCxnSpPr>
          <p:cNvPr id="64519" name="Straight Arrow Connector 17">
            <a:extLst>
              <a:ext uri="{FF2B5EF4-FFF2-40B4-BE49-F238E27FC236}">
                <a16:creationId xmlns:a16="http://schemas.microsoft.com/office/drawing/2014/main" id="{5E3D2B5F-0BCB-4ED5-801C-3FDBFC82FB3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523164" y="3343275"/>
            <a:ext cx="1658937" cy="349250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0" name="Straight Arrow Connector 18">
            <a:extLst>
              <a:ext uri="{FF2B5EF4-FFF2-40B4-BE49-F238E27FC236}">
                <a16:creationId xmlns:a16="http://schemas.microsoft.com/office/drawing/2014/main" id="{2EDE0897-E491-47F8-8FAC-8204193C2565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H="1" flipV="1">
            <a:off x="6169025" y="5997576"/>
            <a:ext cx="930658" cy="296862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1" name="TextBox 19">
            <a:extLst>
              <a:ext uri="{FF2B5EF4-FFF2-40B4-BE49-F238E27FC236}">
                <a16:creationId xmlns:a16="http://schemas.microsoft.com/office/drawing/2014/main" id="{FDC0295E-D1B0-4F2C-928D-3DFC7F7B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0151" y="3692525"/>
            <a:ext cx="1851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2" name="Straight Arrow Connector 20">
            <a:extLst>
              <a:ext uri="{FF2B5EF4-FFF2-40B4-BE49-F238E27FC236}">
                <a16:creationId xmlns:a16="http://schemas.microsoft.com/office/drawing/2014/main" id="{F737DEC2-23E1-44C5-969C-37FF0B1D6702}"/>
              </a:ext>
            </a:extLst>
          </p:cNvPr>
          <p:cNvCxnSpPr>
            <a:cxnSpLocks noChangeShapeType="1"/>
            <a:stCxn id="64523" idx="0"/>
          </p:cNvCxnSpPr>
          <p:nvPr/>
        </p:nvCxnSpPr>
        <p:spPr bwMode="auto">
          <a:xfrm flipV="1">
            <a:off x="7099683" y="6032500"/>
            <a:ext cx="125030" cy="261938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523" name="TextBox 26">
            <a:extLst>
              <a:ext uri="{FF2B5EF4-FFF2-40B4-BE49-F238E27FC236}">
                <a16:creationId xmlns:a16="http://schemas.microsoft.com/office/drawing/2014/main" id="{554B1C0E-750F-4F61-9B68-F1F2DD512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9" y="6294438"/>
            <a:ext cx="1851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solidFill>
                  <a:srgbClr val="002060"/>
                </a:solidFill>
              </a:rPr>
              <a:t>Affected nodes</a:t>
            </a:r>
          </a:p>
        </p:txBody>
      </p:sp>
      <p:cxnSp>
        <p:nvCxnSpPr>
          <p:cNvPr id="64524" name="Straight Arrow Connector 31">
            <a:extLst>
              <a:ext uri="{FF2B5EF4-FFF2-40B4-BE49-F238E27FC236}">
                <a16:creationId xmlns:a16="http://schemas.microsoft.com/office/drawing/2014/main" id="{C16081F2-1872-439F-A985-1D15150B3909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7516813" y="4061857"/>
            <a:ext cx="2229232" cy="197406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525" name="Straight Arrow Connector 34">
            <a:extLst>
              <a:ext uri="{FF2B5EF4-FFF2-40B4-BE49-F238E27FC236}">
                <a16:creationId xmlns:a16="http://schemas.microsoft.com/office/drawing/2014/main" id="{DA6BACEE-8DD7-4B86-9060-0CBAB45CBE42}"/>
              </a:ext>
            </a:extLst>
          </p:cNvPr>
          <p:cNvCxnSpPr>
            <a:cxnSpLocks noChangeShapeType="1"/>
            <a:stCxn id="64521" idx="2"/>
          </p:cNvCxnSpPr>
          <p:nvPr/>
        </p:nvCxnSpPr>
        <p:spPr bwMode="auto">
          <a:xfrm flipH="1">
            <a:off x="8151813" y="4061857"/>
            <a:ext cx="1594232" cy="502206"/>
          </a:xfrm>
          <a:prstGeom prst="straightConnector1">
            <a:avLst/>
          </a:prstGeom>
          <a:noFill/>
          <a:ln w="9525">
            <a:solidFill>
              <a:srgbClr val="CC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9FB75-66F1-40CA-A2B3-4FC64FC03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website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3A26CE-25F3-4BED-9651-3EA33D774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https://www.cs.usfca.edu/~galles/visualization/BPlusTree.html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805410-2D4A-47AA-B2A0-9B70B364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24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62AB19-CB3F-4ACC-B91C-9E69FC74F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28" y="2420515"/>
            <a:ext cx="7278265" cy="363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70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7603B-5CE6-462C-A9B3-5BBC2724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B+tree</a:t>
            </a:r>
            <a:r>
              <a:rPr lang="en-US" altLang="zh-CN" dirty="0"/>
              <a:t> Insertion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CA246-93AC-4558-91D6-93711F0F2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846A32-D126-4A2F-9B17-C26D12A5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F1A933F-8DD5-48BB-8BF3-5B6FB663A02A}"/>
              </a:ext>
            </a:extLst>
          </p:cNvPr>
          <p:cNvSpPr/>
          <p:nvPr/>
        </p:nvSpPr>
        <p:spPr>
          <a:xfrm>
            <a:off x="4389770" y="21558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13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2B1420D-5975-4EC0-A5D8-0309D55B7863}"/>
              </a:ext>
            </a:extLst>
          </p:cNvPr>
          <p:cNvSpPr/>
          <p:nvPr/>
        </p:nvSpPr>
        <p:spPr>
          <a:xfrm>
            <a:off x="4389770" y="21558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45267036-1E1F-494F-A184-4B7F8FAE5080}"/>
              </a:ext>
            </a:extLst>
          </p:cNvPr>
          <p:cNvSpPr/>
          <p:nvPr/>
        </p:nvSpPr>
        <p:spPr>
          <a:xfrm>
            <a:off x="4397390" y="24987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3BA210AE-E8F2-446B-AB69-458ED45ACB56}"/>
              </a:ext>
            </a:extLst>
          </p:cNvPr>
          <p:cNvSpPr/>
          <p:nvPr/>
        </p:nvSpPr>
        <p:spPr>
          <a:xfrm>
            <a:off x="4807346" y="21558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B4F6A414-5851-408C-9E7E-4F5B9429FA1D}"/>
              </a:ext>
            </a:extLst>
          </p:cNvPr>
          <p:cNvSpPr/>
          <p:nvPr/>
        </p:nvSpPr>
        <p:spPr>
          <a:xfrm>
            <a:off x="5229494" y="21642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AB2DD2B-D3F8-4C1D-8EA1-7422B8692C04}"/>
              </a:ext>
            </a:extLst>
          </p:cNvPr>
          <p:cNvSpPr/>
          <p:nvPr/>
        </p:nvSpPr>
        <p:spPr>
          <a:xfrm>
            <a:off x="4687712" y="24911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D3F2A662-60CB-44AE-912F-1C7EF8A46B7C}"/>
              </a:ext>
            </a:extLst>
          </p:cNvPr>
          <p:cNvSpPr/>
          <p:nvPr/>
        </p:nvSpPr>
        <p:spPr>
          <a:xfrm>
            <a:off x="5005466" y="24911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BE137860-0E97-4610-91BE-725B3DDFFB88}"/>
              </a:ext>
            </a:extLst>
          </p:cNvPr>
          <p:cNvSpPr/>
          <p:nvPr/>
        </p:nvSpPr>
        <p:spPr>
          <a:xfrm>
            <a:off x="5324744" y="24911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612A9C42-25D8-4899-8029-3FAF4DF9587A}"/>
              </a:ext>
            </a:extLst>
          </p:cNvPr>
          <p:cNvSpPr/>
          <p:nvPr/>
        </p:nvSpPr>
        <p:spPr>
          <a:xfrm>
            <a:off x="3076844" y="331793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B901459-A57C-47F9-A958-6AF6982C3BB8}"/>
              </a:ext>
            </a:extLst>
          </p:cNvPr>
          <p:cNvSpPr/>
          <p:nvPr/>
        </p:nvSpPr>
        <p:spPr>
          <a:xfrm>
            <a:off x="3076844" y="331793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CE318D-F1BA-4FE6-8CB6-93516F3494AD}"/>
              </a:ext>
            </a:extLst>
          </p:cNvPr>
          <p:cNvSpPr/>
          <p:nvPr/>
        </p:nvSpPr>
        <p:spPr>
          <a:xfrm>
            <a:off x="3084464" y="366083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FA008D01-D421-45AF-ABF4-EE6E046BD83D}"/>
              </a:ext>
            </a:extLst>
          </p:cNvPr>
          <p:cNvSpPr/>
          <p:nvPr/>
        </p:nvSpPr>
        <p:spPr>
          <a:xfrm>
            <a:off x="3494420" y="331793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FE5522B4-4B10-4A14-B069-0602FCA77199}"/>
              </a:ext>
            </a:extLst>
          </p:cNvPr>
          <p:cNvSpPr/>
          <p:nvPr/>
        </p:nvSpPr>
        <p:spPr>
          <a:xfrm>
            <a:off x="3916568" y="332631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CCC90ED-2E2E-4DE3-9186-7A38E1F0A903}"/>
              </a:ext>
            </a:extLst>
          </p:cNvPr>
          <p:cNvSpPr/>
          <p:nvPr/>
        </p:nvSpPr>
        <p:spPr>
          <a:xfrm>
            <a:off x="3374786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8DC7B470-F1A6-4CC5-BCA1-CC5CD15A1E22}"/>
              </a:ext>
            </a:extLst>
          </p:cNvPr>
          <p:cNvSpPr/>
          <p:nvPr/>
        </p:nvSpPr>
        <p:spPr>
          <a:xfrm>
            <a:off x="3692540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57B78E5A-C3BB-4A96-8044-532E855DBAE8}"/>
              </a:ext>
            </a:extLst>
          </p:cNvPr>
          <p:cNvSpPr/>
          <p:nvPr/>
        </p:nvSpPr>
        <p:spPr>
          <a:xfrm>
            <a:off x="4011818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4F31CB33-568F-44AC-BDDE-3436653F3BA1}"/>
              </a:ext>
            </a:extLst>
          </p:cNvPr>
          <p:cNvSpPr/>
          <p:nvPr/>
        </p:nvSpPr>
        <p:spPr>
          <a:xfrm>
            <a:off x="6624716" y="331793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7A6F710-2E25-42A1-A45F-5D813C50E9CA}"/>
              </a:ext>
            </a:extLst>
          </p:cNvPr>
          <p:cNvSpPr/>
          <p:nvPr/>
        </p:nvSpPr>
        <p:spPr>
          <a:xfrm>
            <a:off x="6624716" y="331793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C2388898-5DF8-40BE-BF69-7ADA77637D01}"/>
              </a:ext>
            </a:extLst>
          </p:cNvPr>
          <p:cNvSpPr/>
          <p:nvPr/>
        </p:nvSpPr>
        <p:spPr>
          <a:xfrm>
            <a:off x="6632336" y="366083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015B1936-7B75-4C4B-A506-93164913CD91}"/>
              </a:ext>
            </a:extLst>
          </p:cNvPr>
          <p:cNvSpPr/>
          <p:nvPr/>
        </p:nvSpPr>
        <p:spPr>
          <a:xfrm>
            <a:off x="7042292" y="331793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3434387C-691B-446B-B223-5625DAB214E3}"/>
              </a:ext>
            </a:extLst>
          </p:cNvPr>
          <p:cNvSpPr/>
          <p:nvPr/>
        </p:nvSpPr>
        <p:spPr>
          <a:xfrm>
            <a:off x="7464440" y="332631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B9403C13-0350-4EB6-8491-A2C35E01FE2C}"/>
              </a:ext>
            </a:extLst>
          </p:cNvPr>
          <p:cNvSpPr/>
          <p:nvPr/>
        </p:nvSpPr>
        <p:spPr>
          <a:xfrm>
            <a:off x="6923420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E6D28B58-599D-41FB-8F01-EAA22FD22B5D}"/>
              </a:ext>
            </a:extLst>
          </p:cNvPr>
          <p:cNvSpPr/>
          <p:nvPr/>
        </p:nvSpPr>
        <p:spPr>
          <a:xfrm>
            <a:off x="7240412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3BFDD3EF-F78A-4619-BD42-FD76BA973760}"/>
              </a:ext>
            </a:extLst>
          </p:cNvPr>
          <p:cNvSpPr/>
          <p:nvPr/>
        </p:nvSpPr>
        <p:spPr>
          <a:xfrm>
            <a:off x="7559690" y="365321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D6B51D22-C862-4086-A4D4-BC6FD9420586}"/>
              </a:ext>
            </a:extLst>
          </p:cNvPr>
          <p:cNvSpPr/>
          <p:nvPr/>
        </p:nvSpPr>
        <p:spPr>
          <a:xfrm>
            <a:off x="14179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DBF31548-4E6A-4651-85B6-2B00AC20C798}"/>
              </a:ext>
            </a:extLst>
          </p:cNvPr>
          <p:cNvSpPr/>
          <p:nvPr/>
        </p:nvSpPr>
        <p:spPr>
          <a:xfrm>
            <a:off x="14179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8089657B-9FCC-451D-A110-7EEECB09EFBC}"/>
              </a:ext>
            </a:extLst>
          </p:cNvPr>
          <p:cNvSpPr/>
          <p:nvPr/>
        </p:nvSpPr>
        <p:spPr>
          <a:xfrm>
            <a:off x="1425590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C6458600-6208-4998-89E2-4307CD562714}"/>
              </a:ext>
            </a:extLst>
          </p:cNvPr>
          <p:cNvSpPr/>
          <p:nvPr/>
        </p:nvSpPr>
        <p:spPr>
          <a:xfrm>
            <a:off x="1835546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666494D8-ACF8-4D1E-92D9-79189F2C4A9C}"/>
              </a:ext>
            </a:extLst>
          </p:cNvPr>
          <p:cNvSpPr/>
          <p:nvPr/>
        </p:nvSpPr>
        <p:spPr>
          <a:xfrm>
            <a:off x="2257694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C1BC17B3-50BD-4613-A146-6624BEB38D33}"/>
              </a:ext>
            </a:extLst>
          </p:cNvPr>
          <p:cNvSpPr/>
          <p:nvPr/>
        </p:nvSpPr>
        <p:spPr>
          <a:xfrm>
            <a:off x="1715912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01A8277F-DE74-43F2-9AFE-A0BFA0B6899C}"/>
              </a:ext>
            </a:extLst>
          </p:cNvPr>
          <p:cNvSpPr/>
          <p:nvPr/>
        </p:nvSpPr>
        <p:spPr>
          <a:xfrm>
            <a:off x="2033666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19B3EFE0-C1B1-4FFD-B667-B66D30B9214F}"/>
              </a:ext>
            </a:extLst>
          </p:cNvPr>
          <p:cNvSpPr/>
          <p:nvPr/>
        </p:nvSpPr>
        <p:spPr>
          <a:xfrm>
            <a:off x="2352944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06110FC8-026A-4E89-B7D7-023105F7979F}"/>
              </a:ext>
            </a:extLst>
          </p:cNvPr>
          <p:cNvSpPr/>
          <p:nvPr/>
        </p:nvSpPr>
        <p:spPr>
          <a:xfrm>
            <a:off x="29038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0E22BC88-1224-47CE-876C-B705F960798E}"/>
              </a:ext>
            </a:extLst>
          </p:cNvPr>
          <p:cNvSpPr/>
          <p:nvPr/>
        </p:nvSpPr>
        <p:spPr>
          <a:xfrm>
            <a:off x="29038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52641BA9-1117-433B-93F7-FF10437F63CC}"/>
              </a:ext>
            </a:extLst>
          </p:cNvPr>
          <p:cNvSpPr/>
          <p:nvPr/>
        </p:nvSpPr>
        <p:spPr>
          <a:xfrm>
            <a:off x="2911490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E6F6EDA7-04A7-4F8D-B01D-BEBF90122327}"/>
              </a:ext>
            </a:extLst>
          </p:cNvPr>
          <p:cNvSpPr/>
          <p:nvPr/>
        </p:nvSpPr>
        <p:spPr>
          <a:xfrm>
            <a:off x="3321446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E6856BBD-CA5B-4870-A9D5-EB01659E244B}"/>
              </a:ext>
            </a:extLst>
          </p:cNvPr>
          <p:cNvSpPr/>
          <p:nvPr/>
        </p:nvSpPr>
        <p:spPr>
          <a:xfrm>
            <a:off x="3743594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0D66A850-EBAF-4672-AA89-642800850BE9}"/>
              </a:ext>
            </a:extLst>
          </p:cNvPr>
          <p:cNvSpPr/>
          <p:nvPr/>
        </p:nvSpPr>
        <p:spPr>
          <a:xfrm>
            <a:off x="3201812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5B7D1F3E-3A7F-40BC-B1E8-FAC6D2BB0AED}"/>
              </a:ext>
            </a:extLst>
          </p:cNvPr>
          <p:cNvSpPr/>
          <p:nvPr/>
        </p:nvSpPr>
        <p:spPr>
          <a:xfrm>
            <a:off x="3519566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EB21E9EE-FBB8-458F-9223-640AAD936559}"/>
              </a:ext>
            </a:extLst>
          </p:cNvPr>
          <p:cNvSpPr/>
          <p:nvPr/>
        </p:nvSpPr>
        <p:spPr>
          <a:xfrm>
            <a:off x="3838844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ED2A353B-1DA8-4DCF-AA55-874252CFDE58}"/>
              </a:ext>
            </a:extLst>
          </p:cNvPr>
          <p:cNvSpPr/>
          <p:nvPr/>
        </p:nvSpPr>
        <p:spPr>
          <a:xfrm>
            <a:off x="43897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CA66488F-7448-4D6F-BC72-412E627CA57E}"/>
              </a:ext>
            </a:extLst>
          </p:cNvPr>
          <p:cNvSpPr/>
          <p:nvPr/>
        </p:nvSpPr>
        <p:spPr>
          <a:xfrm>
            <a:off x="43897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EA672557-7241-4AC8-8D93-3AB72B27111E}"/>
              </a:ext>
            </a:extLst>
          </p:cNvPr>
          <p:cNvSpPr/>
          <p:nvPr/>
        </p:nvSpPr>
        <p:spPr>
          <a:xfrm>
            <a:off x="4397390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0295414F-596E-4C0A-BE2B-B4E1EB0B29E3}"/>
              </a:ext>
            </a:extLst>
          </p:cNvPr>
          <p:cNvSpPr/>
          <p:nvPr/>
        </p:nvSpPr>
        <p:spPr>
          <a:xfrm>
            <a:off x="4807346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C10E98C6-3FB1-4F48-B265-C79ED62BAD9C}"/>
              </a:ext>
            </a:extLst>
          </p:cNvPr>
          <p:cNvSpPr/>
          <p:nvPr/>
        </p:nvSpPr>
        <p:spPr>
          <a:xfrm>
            <a:off x="5229494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F23FD433-5511-4F0F-A71C-0AF6DCEB3F9F}"/>
              </a:ext>
            </a:extLst>
          </p:cNvPr>
          <p:cNvSpPr/>
          <p:nvPr/>
        </p:nvSpPr>
        <p:spPr>
          <a:xfrm>
            <a:off x="4687712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2860D29E-E881-4580-A0D3-0235C436EE66}"/>
              </a:ext>
            </a:extLst>
          </p:cNvPr>
          <p:cNvSpPr/>
          <p:nvPr/>
        </p:nvSpPr>
        <p:spPr>
          <a:xfrm>
            <a:off x="5005466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8BC2F1A1-3122-40EC-A503-7BCD3C0978B2}"/>
              </a:ext>
            </a:extLst>
          </p:cNvPr>
          <p:cNvSpPr/>
          <p:nvPr/>
        </p:nvSpPr>
        <p:spPr>
          <a:xfrm>
            <a:off x="5324744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10A36117-CF67-4554-8AFD-AE998A979D42}"/>
              </a:ext>
            </a:extLst>
          </p:cNvPr>
          <p:cNvSpPr/>
          <p:nvPr/>
        </p:nvSpPr>
        <p:spPr>
          <a:xfrm>
            <a:off x="58756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74450E10-26F7-4996-A059-D87A71EE610D}"/>
              </a:ext>
            </a:extLst>
          </p:cNvPr>
          <p:cNvSpPr/>
          <p:nvPr/>
        </p:nvSpPr>
        <p:spPr>
          <a:xfrm>
            <a:off x="58756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8FF3D8F8-905E-426A-9A5E-CF2F63B89236}"/>
              </a:ext>
            </a:extLst>
          </p:cNvPr>
          <p:cNvSpPr/>
          <p:nvPr/>
        </p:nvSpPr>
        <p:spPr>
          <a:xfrm>
            <a:off x="5883290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07D1C75A-107D-417D-B7DA-BD3A6B077662}"/>
              </a:ext>
            </a:extLst>
          </p:cNvPr>
          <p:cNvSpPr/>
          <p:nvPr/>
        </p:nvSpPr>
        <p:spPr>
          <a:xfrm>
            <a:off x="6293246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D39FF623-259D-4A8C-BEA9-557048B40312}"/>
              </a:ext>
            </a:extLst>
          </p:cNvPr>
          <p:cNvSpPr/>
          <p:nvPr/>
        </p:nvSpPr>
        <p:spPr>
          <a:xfrm>
            <a:off x="6715394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41E5E119-59D3-4111-BF21-C69E688DE701}"/>
              </a:ext>
            </a:extLst>
          </p:cNvPr>
          <p:cNvSpPr/>
          <p:nvPr/>
        </p:nvSpPr>
        <p:spPr>
          <a:xfrm>
            <a:off x="6173612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9344585C-365C-45C4-85CB-231FE5BF2C7B}"/>
              </a:ext>
            </a:extLst>
          </p:cNvPr>
          <p:cNvSpPr/>
          <p:nvPr/>
        </p:nvSpPr>
        <p:spPr>
          <a:xfrm>
            <a:off x="6491366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366EFB01-883B-49E0-8E0D-D68E97D365DD}"/>
              </a:ext>
            </a:extLst>
          </p:cNvPr>
          <p:cNvSpPr/>
          <p:nvPr/>
        </p:nvSpPr>
        <p:spPr>
          <a:xfrm>
            <a:off x="6810644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1FE66CF1-67A7-4DAC-AA62-6BCC6990F09B}"/>
              </a:ext>
            </a:extLst>
          </p:cNvPr>
          <p:cNvSpPr/>
          <p:nvPr/>
        </p:nvSpPr>
        <p:spPr>
          <a:xfrm>
            <a:off x="73615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8BDCA5A9-0522-42A5-81F0-42CB24159281}"/>
              </a:ext>
            </a:extLst>
          </p:cNvPr>
          <p:cNvSpPr/>
          <p:nvPr/>
        </p:nvSpPr>
        <p:spPr>
          <a:xfrm>
            <a:off x="7361570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8059BF06-44BD-4CA7-B425-257CFC7FF15A}"/>
              </a:ext>
            </a:extLst>
          </p:cNvPr>
          <p:cNvSpPr/>
          <p:nvPr/>
        </p:nvSpPr>
        <p:spPr>
          <a:xfrm>
            <a:off x="7369178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66567282-382A-42AE-A1D9-BFE34B608ECB}"/>
              </a:ext>
            </a:extLst>
          </p:cNvPr>
          <p:cNvSpPr/>
          <p:nvPr/>
        </p:nvSpPr>
        <p:spPr>
          <a:xfrm>
            <a:off x="7779134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7408E4DD-BDC9-45BF-8169-04A2DBDA536C}"/>
              </a:ext>
            </a:extLst>
          </p:cNvPr>
          <p:cNvSpPr/>
          <p:nvPr/>
        </p:nvSpPr>
        <p:spPr>
          <a:xfrm>
            <a:off x="8201282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4226E0CD-CE28-46DF-8F35-7674A05BA775}"/>
              </a:ext>
            </a:extLst>
          </p:cNvPr>
          <p:cNvSpPr/>
          <p:nvPr/>
        </p:nvSpPr>
        <p:spPr>
          <a:xfrm>
            <a:off x="7659499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C9383197-32F3-4BE0-938C-A70682E890E0}"/>
              </a:ext>
            </a:extLst>
          </p:cNvPr>
          <p:cNvSpPr/>
          <p:nvPr/>
        </p:nvSpPr>
        <p:spPr>
          <a:xfrm>
            <a:off x="7977254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6BA165E2-43E1-46CB-B423-3A34A7226BD2}"/>
              </a:ext>
            </a:extLst>
          </p:cNvPr>
          <p:cNvSpPr/>
          <p:nvPr/>
        </p:nvSpPr>
        <p:spPr>
          <a:xfrm>
            <a:off x="8296532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E78DDE05-4C5C-4BC1-A28A-E5E43E089ED4}"/>
              </a:ext>
            </a:extLst>
          </p:cNvPr>
          <p:cNvSpPr/>
          <p:nvPr/>
        </p:nvSpPr>
        <p:spPr>
          <a:xfrm>
            <a:off x="8848994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575FDEF4-6D9A-4B94-8595-C42C255CDD63}"/>
              </a:ext>
            </a:extLst>
          </p:cNvPr>
          <p:cNvSpPr/>
          <p:nvPr/>
        </p:nvSpPr>
        <p:spPr>
          <a:xfrm>
            <a:off x="8848994" y="459428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A598E2BF-750A-4CB7-AEEF-635CA1FCBEAA}"/>
              </a:ext>
            </a:extLst>
          </p:cNvPr>
          <p:cNvSpPr/>
          <p:nvPr/>
        </p:nvSpPr>
        <p:spPr>
          <a:xfrm>
            <a:off x="8856601" y="493718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BDD400D2-5C45-4B75-BE7A-DF54685AAF40}"/>
              </a:ext>
            </a:extLst>
          </p:cNvPr>
          <p:cNvSpPr/>
          <p:nvPr/>
        </p:nvSpPr>
        <p:spPr>
          <a:xfrm>
            <a:off x="9266558" y="459428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5D43CA87-D33E-4AA2-BEEC-952E903356CC}"/>
              </a:ext>
            </a:extLst>
          </p:cNvPr>
          <p:cNvSpPr/>
          <p:nvPr/>
        </p:nvSpPr>
        <p:spPr>
          <a:xfrm>
            <a:off x="9688706" y="460266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6B8447AA-2CCE-4297-A799-91815512AF20}"/>
              </a:ext>
            </a:extLst>
          </p:cNvPr>
          <p:cNvSpPr/>
          <p:nvPr/>
        </p:nvSpPr>
        <p:spPr>
          <a:xfrm>
            <a:off x="9146923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EE6BFB27-DF7B-4352-B399-0B25DB2551ED}"/>
              </a:ext>
            </a:extLst>
          </p:cNvPr>
          <p:cNvSpPr/>
          <p:nvPr/>
        </p:nvSpPr>
        <p:spPr>
          <a:xfrm>
            <a:off x="9464678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86A1F53E-8B23-4F12-B1E0-79B49D8CAFD5}"/>
              </a:ext>
            </a:extLst>
          </p:cNvPr>
          <p:cNvSpPr/>
          <p:nvPr/>
        </p:nvSpPr>
        <p:spPr>
          <a:xfrm>
            <a:off x="9783956" y="492956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37E417AA-B0C5-447B-B6A7-755753DA6D40}"/>
              </a:ext>
            </a:extLst>
          </p:cNvPr>
          <p:cNvSpPr txBox="1"/>
          <p:nvPr/>
        </p:nvSpPr>
        <p:spPr>
          <a:xfrm>
            <a:off x="4457836" y="4655173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2F42B5B5-1E08-4133-AAAA-AA9E9268D500}"/>
              </a:ext>
            </a:extLst>
          </p:cNvPr>
          <p:cNvSpPr txBox="1"/>
          <p:nvPr/>
        </p:nvSpPr>
        <p:spPr>
          <a:xfrm>
            <a:off x="7469252" y="4648315"/>
            <a:ext cx="213741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  <a:tab pos="1476375" algn="l"/>
                <a:tab pos="189547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	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7A101B25-E8AB-442D-82B3-167262487B92}"/>
              </a:ext>
            </a:extLst>
          </p:cNvPr>
          <p:cNvSpPr/>
          <p:nvPr/>
        </p:nvSpPr>
        <p:spPr>
          <a:xfrm>
            <a:off x="7760084" y="3878763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E50EBB7E-656A-492E-A923-4762751C7876}"/>
              </a:ext>
            </a:extLst>
          </p:cNvPr>
          <p:cNvSpPr/>
          <p:nvPr/>
        </p:nvSpPr>
        <p:spPr>
          <a:xfrm>
            <a:off x="7393574" y="3868857"/>
            <a:ext cx="288290" cy="735330"/>
          </a:xfrm>
          <a:custGeom>
            <a:avLst/>
            <a:gdLst/>
            <a:ahLst/>
            <a:cxnLst/>
            <a:rect l="l" t="t" r="r" b="b"/>
            <a:pathLst>
              <a:path w="288290" h="735329">
                <a:moveTo>
                  <a:pt x="256957" y="661888"/>
                </a:moveTo>
                <a:lnTo>
                  <a:pt x="9144" y="3048"/>
                </a:lnTo>
                <a:lnTo>
                  <a:pt x="6096" y="762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247712" y="665429"/>
                </a:lnTo>
                <a:lnTo>
                  <a:pt x="256957" y="661888"/>
                </a:lnTo>
                <a:close/>
              </a:path>
              <a:path w="288290" h="735329">
                <a:moveTo>
                  <a:pt x="261366" y="719086"/>
                </a:moveTo>
                <a:lnTo>
                  <a:pt x="261366" y="673608"/>
                </a:lnTo>
                <a:lnTo>
                  <a:pt x="260604" y="677418"/>
                </a:lnTo>
                <a:lnTo>
                  <a:pt x="258318" y="680466"/>
                </a:lnTo>
                <a:lnTo>
                  <a:pt x="254508" y="679704"/>
                </a:lnTo>
                <a:lnTo>
                  <a:pt x="252222" y="677418"/>
                </a:lnTo>
                <a:lnTo>
                  <a:pt x="247712" y="665429"/>
                </a:lnTo>
                <a:lnTo>
                  <a:pt x="216408" y="677418"/>
                </a:lnTo>
                <a:lnTo>
                  <a:pt x="261366" y="719086"/>
                </a:lnTo>
                <a:close/>
              </a:path>
              <a:path w="288290" h="735329">
                <a:moveTo>
                  <a:pt x="261366" y="673608"/>
                </a:moveTo>
                <a:lnTo>
                  <a:pt x="256957" y="661888"/>
                </a:lnTo>
                <a:lnTo>
                  <a:pt x="247712" y="665429"/>
                </a:lnTo>
                <a:lnTo>
                  <a:pt x="252222" y="677418"/>
                </a:lnTo>
                <a:lnTo>
                  <a:pt x="254508" y="679704"/>
                </a:lnTo>
                <a:lnTo>
                  <a:pt x="258318" y="680466"/>
                </a:lnTo>
                <a:lnTo>
                  <a:pt x="260604" y="677418"/>
                </a:lnTo>
                <a:lnTo>
                  <a:pt x="261366" y="673608"/>
                </a:lnTo>
                <a:close/>
              </a:path>
              <a:path w="288290" h="735329">
                <a:moveTo>
                  <a:pt x="288036" y="649986"/>
                </a:moveTo>
                <a:lnTo>
                  <a:pt x="256957" y="661888"/>
                </a:lnTo>
                <a:lnTo>
                  <a:pt x="261366" y="673608"/>
                </a:lnTo>
                <a:lnTo>
                  <a:pt x="261366" y="719086"/>
                </a:lnTo>
                <a:lnTo>
                  <a:pt x="278892" y="735330"/>
                </a:lnTo>
                <a:lnTo>
                  <a:pt x="288036" y="6499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40FFD3FD-5387-4CB2-B822-46446C427F22}"/>
              </a:ext>
            </a:extLst>
          </p:cNvPr>
          <p:cNvSpPr/>
          <p:nvPr/>
        </p:nvSpPr>
        <p:spPr>
          <a:xfrm>
            <a:off x="6210175" y="3878763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EAC305E7-F6BC-4A25-AA45-B5407D65DBBC}"/>
              </a:ext>
            </a:extLst>
          </p:cNvPr>
          <p:cNvSpPr/>
          <p:nvPr/>
        </p:nvSpPr>
        <p:spPr>
          <a:xfrm>
            <a:off x="4981844" y="3888669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9E793EC7-1D79-42CD-84EC-ECE0C0B7D196}"/>
              </a:ext>
            </a:extLst>
          </p:cNvPr>
          <p:cNvSpPr/>
          <p:nvPr/>
        </p:nvSpPr>
        <p:spPr>
          <a:xfrm>
            <a:off x="3248294" y="3900860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24C996A4-EA40-4E02-A84F-5734B30FD881}"/>
              </a:ext>
            </a:extLst>
          </p:cNvPr>
          <p:cNvSpPr/>
          <p:nvPr/>
        </p:nvSpPr>
        <p:spPr>
          <a:xfrm>
            <a:off x="1898792" y="3881810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35905FED-BEDF-469C-8B89-62A4167EAA62}"/>
              </a:ext>
            </a:extLst>
          </p:cNvPr>
          <p:cNvSpPr/>
          <p:nvPr/>
        </p:nvSpPr>
        <p:spPr>
          <a:xfrm>
            <a:off x="3570620" y="2684709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1B57D953-301E-43A0-89B4-4CE15D1C7AE0}"/>
              </a:ext>
            </a:extLst>
          </p:cNvPr>
          <p:cNvSpPr/>
          <p:nvPr/>
        </p:nvSpPr>
        <p:spPr>
          <a:xfrm>
            <a:off x="4834016" y="2700710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E25C3952-D9A1-468A-8D71-6643FA671FE1}"/>
              </a:ext>
            </a:extLst>
          </p:cNvPr>
          <p:cNvSpPr/>
          <p:nvPr/>
        </p:nvSpPr>
        <p:spPr>
          <a:xfrm>
            <a:off x="1416446" y="4119554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9FEEA293-1801-4C14-8BF2-49A859FFB2F4}"/>
              </a:ext>
            </a:extLst>
          </p:cNvPr>
          <p:cNvSpPr/>
          <p:nvPr/>
        </p:nvSpPr>
        <p:spPr>
          <a:xfrm>
            <a:off x="1533794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A2E355B1-8ABC-4260-BCB1-6205CC11C8DA}"/>
              </a:ext>
            </a:extLst>
          </p:cNvPr>
          <p:cNvSpPr/>
          <p:nvPr/>
        </p:nvSpPr>
        <p:spPr>
          <a:xfrm>
            <a:off x="1812686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2FF076A8-A33D-4D1D-8E72-D3197ACC0313}"/>
              </a:ext>
            </a:extLst>
          </p:cNvPr>
          <p:cNvSpPr/>
          <p:nvPr/>
        </p:nvSpPr>
        <p:spPr>
          <a:xfrm>
            <a:off x="2130440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F05F0FC5-605D-4A11-AE09-F54AE99116FE}"/>
              </a:ext>
            </a:extLst>
          </p:cNvPr>
          <p:cNvSpPr/>
          <p:nvPr/>
        </p:nvSpPr>
        <p:spPr>
          <a:xfrm>
            <a:off x="2521346" y="5088057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093726A4-0EED-473B-B292-FF1F99BFCE10}"/>
              </a:ext>
            </a:extLst>
          </p:cNvPr>
          <p:cNvSpPr/>
          <p:nvPr/>
        </p:nvSpPr>
        <p:spPr>
          <a:xfrm>
            <a:off x="3006740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7B483AAF-0541-4688-98C9-F2218296D321}"/>
              </a:ext>
            </a:extLst>
          </p:cNvPr>
          <p:cNvSpPr/>
          <p:nvPr/>
        </p:nvSpPr>
        <p:spPr>
          <a:xfrm>
            <a:off x="3286394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67A2DB6F-EEC4-4A24-A4D5-E66ED15A2E40}"/>
              </a:ext>
            </a:extLst>
          </p:cNvPr>
          <p:cNvSpPr/>
          <p:nvPr/>
        </p:nvSpPr>
        <p:spPr>
          <a:xfrm>
            <a:off x="3994292" y="5101010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38529310-DF93-49B2-A0AD-68069DFF9CC3}"/>
              </a:ext>
            </a:extLst>
          </p:cNvPr>
          <p:cNvSpPr/>
          <p:nvPr/>
        </p:nvSpPr>
        <p:spPr>
          <a:xfrm>
            <a:off x="4505594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E6EC0905-6DBC-4564-BBF0-442DC1A212A7}"/>
              </a:ext>
            </a:extLst>
          </p:cNvPr>
          <p:cNvSpPr/>
          <p:nvPr/>
        </p:nvSpPr>
        <p:spPr>
          <a:xfrm>
            <a:off x="4797440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3AA4CF50-49AC-4690-B641-DDBA163B72C4}"/>
              </a:ext>
            </a:extLst>
          </p:cNvPr>
          <p:cNvSpPr/>
          <p:nvPr/>
        </p:nvSpPr>
        <p:spPr>
          <a:xfrm>
            <a:off x="5102240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457A7F6B-6DB7-4B01-A137-597E805E2421}"/>
              </a:ext>
            </a:extLst>
          </p:cNvPr>
          <p:cNvSpPr/>
          <p:nvPr/>
        </p:nvSpPr>
        <p:spPr>
          <a:xfrm>
            <a:off x="5493146" y="5101010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497AB1B4-3B31-408C-B6DB-A2F9A6CD9E1C}"/>
              </a:ext>
            </a:extLst>
          </p:cNvPr>
          <p:cNvSpPr/>
          <p:nvPr/>
        </p:nvSpPr>
        <p:spPr>
          <a:xfrm>
            <a:off x="5978540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CD7C490D-266B-45FF-B93D-9C9FA3E0263B}"/>
              </a:ext>
            </a:extLst>
          </p:cNvPr>
          <p:cNvSpPr/>
          <p:nvPr/>
        </p:nvSpPr>
        <p:spPr>
          <a:xfrm>
            <a:off x="6258194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22354C48-6914-4819-B391-04E8BCA13DD7}"/>
              </a:ext>
            </a:extLst>
          </p:cNvPr>
          <p:cNvSpPr/>
          <p:nvPr/>
        </p:nvSpPr>
        <p:spPr>
          <a:xfrm>
            <a:off x="6966080" y="5101010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4290"/>
                </a:lnTo>
                <a:lnTo>
                  <a:pt x="31927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19278" y="42672"/>
                </a:lnTo>
                <a:lnTo>
                  <a:pt x="322326" y="41148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2766"/>
                </a:lnTo>
                <a:lnTo>
                  <a:pt x="319278" y="32766"/>
                </a:lnTo>
                <a:lnTo>
                  <a:pt x="322326" y="34290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148"/>
                </a:lnTo>
                <a:lnTo>
                  <a:pt x="319278" y="42672"/>
                </a:lnTo>
                <a:lnTo>
                  <a:pt x="306324" y="42672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FF8E0151-9CDD-4D02-8A5B-4E49DC79E069}"/>
              </a:ext>
            </a:extLst>
          </p:cNvPr>
          <p:cNvSpPr/>
          <p:nvPr/>
        </p:nvSpPr>
        <p:spPr>
          <a:xfrm>
            <a:off x="7489586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39">
                <a:moveTo>
                  <a:pt x="43433" y="294132"/>
                </a:moveTo>
                <a:lnTo>
                  <a:pt x="43433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39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D06F79BC-0790-48BC-A8BD-F5DBBC4D9731}"/>
              </a:ext>
            </a:extLst>
          </p:cNvPr>
          <p:cNvSpPr/>
          <p:nvPr/>
        </p:nvSpPr>
        <p:spPr>
          <a:xfrm>
            <a:off x="7769228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D34A305F-3F0C-4D56-B33C-C413776E341E}"/>
              </a:ext>
            </a:extLst>
          </p:cNvPr>
          <p:cNvSpPr/>
          <p:nvPr/>
        </p:nvSpPr>
        <p:spPr>
          <a:xfrm>
            <a:off x="8086982" y="5148254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4EAFB0E9-2D8F-408B-9B71-73F2B0879974}"/>
              </a:ext>
            </a:extLst>
          </p:cNvPr>
          <p:cNvSpPr/>
          <p:nvPr/>
        </p:nvSpPr>
        <p:spPr>
          <a:xfrm>
            <a:off x="8477139" y="5101010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4290"/>
                </a:lnTo>
                <a:lnTo>
                  <a:pt x="319277" y="32766"/>
                </a:lnTo>
                <a:lnTo>
                  <a:pt x="5333" y="32766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19277" y="42672"/>
                </a:lnTo>
                <a:lnTo>
                  <a:pt x="323087" y="41148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2766"/>
                </a:lnTo>
                <a:lnTo>
                  <a:pt x="319277" y="32766"/>
                </a:lnTo>
                <a:lnTo>
                  <a:pt x="323087" y="34290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148"/>
                </a:lnTo>
                <a:lnTo>
                  <a:pt x="319277" y="42672"/>
                </a:lnTo>
                <a:lnTo>
                  <a:pt x="306323" y="42672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B20570D2-662C-41A9-8652-D08D2AD4E9DB}"/>
              </a:ext>
            </a:extLst>
          </p:cNvPr>
          <p:cNvSpPr/>
          <p:nvPr/>
        </p:nvSpPr>
        <p:spPr>
          <a:xfrm>
            <a:off x="8963282" y="5136063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50772485-C42D-4277-AD3C-C618FA5F888F}"/>
              </a:ext>
            </a:extLst>
          </p:cNvPr>
          <p:cNvSpPr/>
          <p:nvPr/>
        </p:nvSpPr>
        <p:spPr>
          <a:xfrm>
            <a:off x="9242186" y="5136063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7">
            <a:extLst>
              <a:ext uri="{FF2B5EF4-FFF2-40B4-BE49-F238E27FC236}">
                <a16:creationId xmlns:a16="http://schemas.microsoft.com/office/drawing/2014/main" id="{B80D648B-4388-4B70-80AB-8BD80B249C6E}"/>
              </a:ext>
            </a:extLst>
          </p:cNvPr>
          <p:cNvSpPr txBox="1"/>
          <p:nvPr/>
        </p:nvSpPr>
        <p:spPr>
          <a:xfrm>
            <a:off x="3221110" y="3368932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09" name="object 108">
            <a:extLst>
              <a:ext uri="{FF2B5EF4-FFF2-40B4-BE49-F238E27FC236}">
                <a16:creationId xmlns:a16="http://schemas.microsoft.com/office/drawing/2014/main" id="{04DDBAE8-4CFD-42F3-8DB3-C2CC27B49ABF}"/>
              </a:ext>
            </a:extLst>
          </p:cNvPr>
          <p:cNvSpPr txBox="1"/>
          <p:nvPr/>
        </p:nvSpPr>
        <p:spPr>
          <a:xfrm>
            <a:off x="1581293" y="4636130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0" name="object 109">
            <a:extLst>
              <a:ext uri="{FF2B5EF4-FFF2-40B4-BE49-F238E27FC236}">
                <a16:creationId xmlns:a16="http://schemas.microsoft.com/office/drawing/2014/main" id="{BC27467B-8690-4704-AC55-055DF4C4AD95}"/>
              </a:ext>
            </a:extLst>
          </p:cNvPr>
          <p:cNvSpPr txBox="1"/>
          <p:nvPr/>
        </p:nvSpPr>
        <p:spPr>
          <a:xfrm>
            <a:off x="3029109" y="4636130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1" name="object 110">
            <a:extLst>
              <a:ext uri="{FF2B5EF4-FFF2-40B4-BE49-F238E27FC236}">
                <a16:creationId xmlns:a16="http://schemas.microsoft.com/office/drawing/2014/main" id="{7F187A3F-0FA8-45CD-9549-AAC24B32AF2C}"/>
              </a:ext>
            </a:extLst>
          </p:cNvPr>
          <p:cNvSpPr txBox="1"/>
          <p:nvPr/>
        </p:nvSpPr>
        <p:spPr>
          <a:xfrm>
            <a:off x="5955920" y="4642211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2" name="object 111">
            <a:extLst>
              <a:ext uri="{FF2B5EF4-FFF2-40B4-BE49-F238E27FC236}">
                <a16:creationId xmlns:a16="http://schemas.microsoft.com/office/drawing/2014/main" id="{BB3A9441-CF0D-4C80-A7EE-388BEE417440}"/>
              </a:ext>
            </a:extLst>
          </p:cNvPr>
          <p:cNvSpPr txBox="1"/>
          <p:nvPr/>
        </p:nvSpPr>
        <p:spPr>
          <a:xfrm>
            <a:off x="6700402" y="3361297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18696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659D84-FF31-49CB-AEAC-FC1C212B4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C5F7C0-7849-47F0-A81F-08CDF55E8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 =  4 (four pointers per node)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65E6AE-E49A-4F8F-B090-9A97C243C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20988A40-9694-4F89-BC81-F3DA0289A511}"/>
              </a:ext>
            </a:extLst>
          </p:cNvPr>
          <p:cNvSpPr/>
          <p:nvPr/>
        </p:nvSpPr>
        <p:spPr>
          <a:xfrm>
            <a:off x="5515009" y="16203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13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92BDB51-3E93-4BE3-843C-4A1FBB4D7F98}"/>
              </a:ext>
            </a:extLst>
          </p:cNvPr>
          <p:cNvSpPr/>
          <p:nvPr/>
        </p:nvSpPr>
        <p:spPr>
          <a:xfrm>
            <a:off x="5515009" y="16203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9954F914-669A-421D-860B-57A24E0635FA}"/>
              </a:ext>
            </a:extLst>
          </p:cNvPr>
          <p:cNvSpPr/>
          <p:nvPr/>
        </p:nvSpPr>
        <p:spPr>
          <a:xfrm>
            <a:off x="5522629" y="19632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0615C97-9FE6-46CA-921F-573960F35FAE}"/>
              </a:ext>
            </a:extLst>
          </p:cNvPr>
          <p:cNvSpPr/>
          <p:nvPr/>
        </p:nvSpPr>
        <p:spPr>
          <a:xfrm>
            <a:off x="5932585" y="16203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04B1A89A-4038-4AC0-8C05-EA628ECC6034}"/>
              </a:ext>
            </a:extLst>
          </p:cNvPr>
          <p:cNvSpPr/>
          <p:nvPr/>
        </p:nvSpPr>
        <p:spPr>
          <a:xfrm>
            <a:off x="6354733" y="16287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DE6C82A9-7A71-4B6D-9071-3343B7BBFAC4}"/>
              </a:ext>
            </a:extLst>
          </p:cNvPr>
          <p:cNvSpPr/>
          <p:nvPr/>
        </p:nvSpPr>
        <p:spPr>
          <a:xfrm>
            <a:off x="5812951" y="19556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CF9DF19-6016-4D95-B5FA-24971E6BE275}"/>
              </a:ext>
            </a:extLst>
          </p:cNvPr>
          <p:cNvSpPr/>
          <p:nvPr/>
        </p:nvSpPr>
        <p:spPr>
          <a:xfrm>
            <a:off x="6130705" y="19556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658E8C4-FABD-413E-8CF8-EF1E5C828F64}"/>
              </a:ext>
            </a:extLst>
          </p:cNvPr>
          <p:cNvSpPr/>
          <p:nvPr/>
        </p:nvSpPr>
        <p:spPr>
          <a:xfrm>
            <a:off x="6449983" y="19556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EBDB9277-A789-4359-B544-466439BEC7CD}"/>
              </a:ext>
            </a:extLst>
          </p:cNvPr>
          <p:cNvSpPr/>
          <p:nvPr/>
        </p:nvSpPr>
        <p:spPr>
          <a:xfrm>
            <a:off x="4202083" y="278240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DBFA3053-620F-46E5-9312-CEEC1DF7A71E}"/>
              </a:ext>
            </a:extLst>
          </p:cNvPr>
          <p:cNvSpPr/>
          <p:nvPr/>
        </p:nvSpPr>
        <p:spPr>
          <a:xfrm>
            <a:off x="4202083" y="278240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4D893FB4-D8AF-46D0-9318-2BBC784A018F}"/>
              </a:ext>
            </a:extLst>
          </p:cNvPr>
          <p:cNvSpPr/>
          <p:nvPr/>
        </p:nvSpPr>
        <p:spPr>
          <a:xfrm>
            <a:off x="4209703" y="312530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45477DD8-2C5B-4AB0-B609-A99D3C95331E}"/>
              </a:ext>
            </a:extLst>
          </p:cNvPr>
          <p:cNvSpPr/>
          <p:nvPr/>
        </p:nvSpPr>
        <p:spPr>
          <a:xfrm>
            <a:off x="4619659" y="278240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528F35DA-7964-41F3-ACFD-9E43C66E01C0}"/>
              </a:ext>
            </a:extLst>
          </p:cNvPr>
          <p:cNvSpPr/>
          <p:nvPr/>
        </p:nvSpPr>
        <p:spPr>
          <a:xfrm>
            <a:off x="5041807" y="279078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4E203B9D-19B0-4F24-BDAA-4DD6C034F5DF}"/>
              </a:ext>
            </a:extLst>
          </p:cNvPr>
          <p:cNvSpPr/>
          <p:nvPr/>
        </p:nvSpPr>
        <p:spPr>
          <a:xfrm>
            <a:off x="4500025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FF1FE788-F45A-4EAC-A20D-B14FCB4A2170}"/>
              </a:ext>
            </a:extLst>
          </p:cNvPr>
          <p:cNvSpPr/>
          <p:nvPr/>
        </p:nvSpPr>
        <p:spPr>
          <a:xfrm>
            <a:off x="4817779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BC546F49-6DB0-43DF-8B5A-971368EA0E84}"/>
              </a:ext>
            </a:extLst>
          </p:cNvPr>
          <p:cNvSpPr/>
          <p:nvPr/>
        </p:nvSpPr>
        <p:spPr>
          <a:xfrm>
            <a:off x="5137057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25F97275-DD77-409D-9A4B-8E41F1F1C994}"/>
              </a:ext>
            </a:extLst>
          </p:cNvPr>
          <p:cNvSpPr/>
          <p:nvPr/>
        </p:nvSpPr>
        <p:spPr>
          <a:xfrm>
            <a:off x="7749955" y="278240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2A91A766-8CA4-44BF-ACA0-3AC0ACCEDFED}"/>
              </a:ext>
            </a:extLst>
          </p:cNvPr>
          <p:cNvSpPr/>
          <p:nvPr/>
        </p:nvSpPr>
        <p:spPr>
          <a:xfrm>
            <a:off x="7749955" y="278240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D997E6F9-89D2-4AA5-AD0A-735C197EEAB0}"/>
              </a:ext>
            </a:extLst>
          </p:cNvPr>
          <p:cNvSpPr/>
          <p:nvPr/>
        </p:nvSpPr>
        <p:spPr>
          <a:xfrm>
            <a:off x="7757575" y="312530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0C619BE3-B3EE-4BD5-AE43-AB6CC7C5B530}"/>
              </a:ext>
            </a:extLst>
          </p:cNvPr>
          <p:cNvSpPr/>
          <p:nvPr/>
        </p:nvSpPr>
        <p:spPr>
          <a:xfrm>
            <a:off x="8167531" y="278240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075DE610-5508-41ED-81FA-27986D5B3724}"/>
              </a:ext>
            </a:extLst>
          </p:cNvPr>
          <p:cNvSpPr/>
          <p:nvPr/>
        </p:nvSpPr>
        <p:spPr>
          <a:xfrm>
            <a:off x="8589679" y="279078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A4E98101-005F-4158-B4AE-F775D44366B4}"/>
              </a:ext>
            </a:extLst>
          </p:cNvPr>
          <p:cNvSpPr/>
          <p:nvPr/>
        </p:nvSpPr>
        <p:spPr>
          <a:xfrm>
            <a:off x="8048659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0C2C5052-DB20-4A5C-9B33-8FD93F3CD9CD}"/>
              </a:ext>
            </a:extLst>
          </p:cNvPr>
          <p:cNvSpPr/>
          <p:nvPr/>
        </p:nvSpPr>
        <p:spPr>
          <a:xfrm>
            <a:off x="8365651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5FD00882-8628-4EDD-81A5-C58AFDB387BF}"/>
              </a:ext>
            </a:extLst>
          </p:cNvPr>
          <p:cNvSpPr/>
          <p:nvPr/>
        </p:nvSpPr>
        <p:spPr>
          <a:xfrm>
            <a:off x="8684929" y="311768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1363C4A3-65DF-4882-BE85-37EC6935C68D}"/>
              </a:ext>
            </a:extLst>
          </p:cNvPr>
          <p:cNvSpPr/>
          <p:nvPr/>
        </p:nvSpPr>
        <p:spPr>
          <a:xfrm>
            <a:off x="25432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41103052-07CF-4BF4-9BB9-9348A78B25A0}"/>
              </a:ext>
            </a:extLst>
          </p:cNvPr>
          <p:cNvSpPr/>
          <p:nvPr/>
        </p:nvSpPr>
        <p:spPr>
          <a:xfrm>
            <a:off x="25432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1C5090F1-0054-495D-94B3-D6B44E29E846}"/>
              </a:ext>
            </a:extLst>
          </p:cNvPr>
          <p:cNvSpPr/>
          <p:nvPr/>
        </p:nvSpPr>
        <p:spPr>
          <a:xfrm>
            <a:off x="2550829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A330FEEB-6117-489F-B61C-470F5ACDA276}"/>
              </a:ext>
            </a:extLst>
          </p:cNvPr>
          <p:cNvSpPr/>
          <p:nvPr/>
        </p:nvSpPr>
        <p:spPr>
          <a:xfrm>
            <a:off x="2960785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AB6D1476-9042-4016-ABA5-B3D7D2BAFEEF}"/>
              </a:ext>
            </a:extLst>
          </p:cNvPr>
          <p:cNvSpPr/>
          <p:nvPr/>
        </p:nvSpPr>
        <p:spPr>
          <a:xfrm>
            <a:off x="3382933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1A8F8B23-F53A-4AC1-9CC8-7860B631D4F2}"/>
              </a:ext>
            </a:extLst>
          </p:cNvPr>
          <p:cNvSpPr/>
          <p:nvPr/>
        </p:nvSpPr>
        <p:spPr>
          <a:xfrm>
            <a:off x="2841151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855FAC6A-2CD1-4B9A-AC4B-23C6EDC7B839}"/>
              </a:ext>
            </a:extLst>
          </p:cNvPr>
          <p:cNvSpPr/>
          <p:nvPr/>
        </p:nvSpPr>
        <p:spPr>
          <a:xfrm>
            <a:off x="3158905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560FE099-5A3B-4F5C-8A1C-E90359794932}"/>
              </a:ext>
            </a:extLst>
          </p:cNvPr>
          <p:cNvSpPr/>
          <p:nvPr/>
        </p:nvSpPr>
        <p:spPr>
          <a:xfrm>
            <a:off x="3478183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5ADBCB0A-B57E-4A4C-A74E-856000624D56}"/>
              </a:ext>
            </a:extLst>
          </p:cNvPr>
          <p:cNvSpPr/>
          <p:nvPr/>
        </p:nvSpPr>
        <p:spPr>
          <a:xfrm>
            <a:off x="40291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F470836A-FB60-4A0C-BC85-DF257D2B16B8}"/>
              </a:ext>
            </a:extLst>
          </p:cNvPr>
          <p:cNvSpPr/>
          <p:nvPr/>
        </p:nvSpPr>
        <p:spPr>
          <a:xfrm>
            <a:off x="40291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7AADF77D-8AFB-4B9F-9239-63FD98137822}"/>
              </a:ext>
            </a:extLst>
          </p:cNvPr>
          <p:cNvSpPr/>
          <p:nvPr/>
        </p:nvSpPr>
        <p:spPr>
          <a:xfrm>
            <a:off x="4036729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254EE5D3-5F1F-4574-9E24-DC5784ABF7DD}"/>
              </a:ext>
            </a:extLst>
          </p:cNvPr>
          <p:cNvSpPr/>
          <p:nvPr/>
        </p:nvSpPr>
        <p:spPr>
          <a:xfrm>
            <a:off x="4446685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98895971-4535-4B39-ABF7-6DFAD8DC7008}"/>
              </a:ext>
            </a:extLst>
          </p:cNvPr>
          <p:cNvSpPr/>
          <p:nvPr/>
        </p:nvSpPr>
        <p:spPr>
          <a:xfrm>
            <a:off x="4868833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9D905B16-FC16-4FAE-BF5A-0AD8A9C880AA}"/>
              </a:ext>
            </a:extLst>
          </p:cNvPr>
          <p:cNvSpPr/>
          <p:nvPr/>
        </p:nvSpPr>
        <p:spPr>
          <a:xfrm>
            <a:off x="4327051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97913AEB-B851-43C4-A6F9-5684ED1DAE81}"/>
              </a:ext>
            </a:extLst>
          </p:cNvPr>
          <p:cNvSpPr/>
          <p:nvPr/>
        </p:nvSpPr>
        <p:spPr>
          <a:xfrm>
            <a:off x="4644805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C2516735-FBDF-4FAD-959E-F97CF40DD28C}"/>
              </a:ext>
            </a:extLst>
          </p:cNvPr>
          <p:cNvSpPr/>
          <p:nvPr/>
        </p:nvSpPr>
        <p:spPr>
          <a:xfrm>
            <a:off x="4964083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DDB33662-5FCC-42DD-AE20-5A693C9AE6B5}"/>
              </a:ext>
            </a:extLst>
          </p:cNvPr>
          <p:cNvSpPr/>
          <p:nvPr/>
        </p:nvSpPr>
        <p:spPr>
          <a:xfrm>
            <a:off x="55150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CEB8B7A0-5035-45F9-A971-528EB2A74571}"/>
              </a:ext>
            </a:extLst>
          </p:cNvPr>
          <p:cNvSpPr/>
          <p:nvPr/>
        </p:nvSpPr>
        <p:spPr>
          <a:xfrm>
            <a:off x="55150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517BD400-CF40-4C56-9B89-B80F84048CFA}"/>
              </a:ext>
            </a:extLst>
          </p:cNvPr>
          <p:cNvSpPr/>
          <p:nvPr/>
        </p:nvSpPr>
        <p:spPr>
          <a:xfrm>
            <a:off x="5522629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AF5D4AAF-6D88-42E4-B26C-829B55AD9E7D}"/>
              </a:ext>
            </a:extLst>
          </p:cNvPr>
          <p:cNvSpPr/>
          <p:nvPr/>
        </p:nvSpPr>
        <p:spPr>
          <a:xfrm>
            <a:off x="5932585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DCB298CC-9AB9-4965-A590-F28C0C9D8C1B}"/>
              </a:ext>
            </a:extLst>
          </p:cNvPr>
          <p:cNvSpPr/>
          <p:nvPr/>
        </p:nvSpPr>
        <p:spPr>
          <a:xfrm>
            <a:off x="6354733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13171244-CE19-4A95-BE59-D794386C40A1}"/>
              </a:ext>
            </a:extLst>
          </p:cNvPr>
          <p:cNvSpPr/>
          <p:nvPr/>
        </p:nvSpPr>
        <p:spPr>
          <a:xfrm>
            <a:off x="5812951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395189E4-E0F8-44DE-9CCB-98AE6A3D324D}"/>
              </a:ext>
            </a:extLst>
          </p:cNvPr>
          <p:cNvSpPr/>
          <p:nvPr/>
        </p:nvSpPr>
        <p:spPr>
          <a:xfrm>
            <a:off x="6130705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8D97D764-6108-46FC-8718-9102A3D92D87}"/>
              </a:ext>
            </a:extLst>
          </p:cNvPr>
          <p:cNvSpPr/>
          <p:nvPr/>
        </p:nvSpPr>
        <p:spPr>
          <a:xfrm>
            <a:off x="6449983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4709AA95-8564-4F20-8875-35BF44A2920D}"/>
              </a:ext>
            </a:extLst>
          </p:cNvPr>
          <p:cNvSpPr/>
          <p:nvPr/>
        </p:nvSpPr>
        <p:spPr>
          <a:xfrm>
            <a:off x="70009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22BA09EB-50F5-4AA0-B6E0-F04A6A05951A}"/>
              </a:ext>
            </a:extLst>
          </p:cNvPr>
          <p:cNvSpPr/>
          <p:nvPr/>
        </p:nvSpPr>
        <p:spPr>
          <a:xfrm>
            <a:off x="70009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6F24DF78-9EC1-4990-AD90-6064D684E888}"/>
              </a:ext>
            </a:extLst>
          </p:cNvPr>
          <p:cNvSpPr/>
          <p:nvPr/>
        </p:nvSpPr>
        <p:spPr>
          <a:xfrm>
            <a:off x="7008529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E0199D00-5E4D-4F0E-B87C-40227B9CA9D8}"/>
              </a:ext>
            </a:extLst>
          </p:cNvPr>
          <p:cNvSpPr/>
          <p:nvPr/>
        </p:nvSpPr>
        <p:spPr>
          <a:xfrm>
            <a:off x="7418485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8A324E70-3B65-493A-8FF8-21889AC2C76D}"/>
              </a:ext>
            </a:extLst>
          </p:cNvPr>
          <p:cNvSpPr/>
          <p:nvPr/>
        </p:nvSpPr>
        <p:spPr>
          <a:xfrm>
            <a:off x="7840633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A990FCE4-A8CB-486B-AE51-29BE55E5F09C}"/>
              </a:ext>
            </a:extLst>
          </p:cNvPr>
          <p:cNvSpPr/>
          <p:nvPr/>
        </p:nvSpPr>
        <p:spPr>
          <a:xfrm>
            <a:off x="7298851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88F3A4BE-AD62-4657-BC36-FE13FA304FA6}"/>
              </a:ext>
            </a:extLst>
          </p:cNvPr>
          <p:cNvSpPr/>
          <p:nvPr/>
        </p:nvSpPr>
        <p:spPr>
          <a:xfrm>
            <a:off x="7616605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40BF841A-9BA2-4DD8-845D-50336ADF30C4}"/>
              </a:ext>
            </a:extLst>
          </p:cNvPr>
          <p:cNvSpPr/>
          <p:nvPr/>
        </p:nvSpPr>
        <p:spPr>
          <a:xfrm>
            <a:off x="7935883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A2B87D76-5032-4ABD-8766-F675B4DA09F8}"/>
              </a:ext>
            </a:extLst>
          </p:cNvPr>
          <p:cNvSpPr/>
          <p:nvPr/>
        </p:nvSpPr>
        <p:spPr>
          <a:xfrm>
            <a:off x="84868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20D2AADC-BD6D-4F9C-B94F-6356FCA56CB5}"/>
              </a:ext>
            </a:extLst>
          </p:cNvPr>
          <p:cNvSpPr/>
          <p:nvPr/>
        </p:nvSpPr>
        <p:spPr>
          <a:xfrm>
            <a:off x="8486809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D93DBC04-DE08-431A-AD2D-F7FE3833A1C1}"/>
              </a:ext>
            </a:extLst>
          </p:cNvPr>
          <p:cNvSpPr/>
          <p:nvPr/>
        </p:nvSpPr>
        <p:spPr>
          <a:xfrm>
            <a:off x="8494417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DBB64DC8-9EF7-434C-8EC4-5DC000A1D421}"/>
              </a:ext>
            </a:extLst>
          </p:cNvPr>
          <p:cNvSpPr/>
          <p:nvPr/>
        </p:nvSpPr>
        <p:spPr>
          <a:xfrm>
            <a:off x="8904373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F990D533-BD8F-470C-B6FA-64E5A453ECD6}"/>
              </a:ext>
            </a:extLst>
          </p:cNvPr>
          <p:cNvSpPr/>
          <p:nvPr/>
        </p:nvSpPr>
        <p:spPr>
          <a:xfrm>
            <a:off x="9326521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4E54C916-9294-4EE4-85AF-4EA310C26F3C}"/>
              </a:ext>
            </a:extLst>
          </p:cNvPr>
          <p:cNvSpPr/>
          <p:nvPr/>
        </p:nvSpPr>
        <p:spPr>
          <a:xfrm>
            <a:off x="8784738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D34057CB-D346-467A-AE7D-E53C49308A00}"/>
              </a:ext>
            </a:extLst>
          </p:cNvPr>
          <p:cNvSpPr/>
          <p:nvPr/>
        </p:nvSpPr>
        <p:spPr>
          <a:xfrm>
            <a:off x="9102493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332F997A-AF74-45EB-A5A7-CFBF430FD5E1}"/>
              </a:ext>
            </a:extLst>
          </p:cNvPr>
          <p:cNvSpPr/>
          <p:nvPr/>
        </p:nvSpPr>
        <p:spPr>
          <a:xfrm>
            <a:off x="9421771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92A721C7-83AD-4975-8FA6-3A052B483924}"/>
              </a:ext>
            </a:extLst>
          </p:cNvPr>
          <p:cNvSpPr/>
          <p:nvPr/>
        </p:nvSpPr>
        <p:spPr>
          <a:xfrm>
            <a:off x="9974233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7EBE8D41-B59C-44F2-99EB-DEDF39E33D5E}"/>
              </a:ext>
            </a:extLst>
          </p:cNvPr>
          <p:cNvSpPr/>
          <p:nvPr/>
        </p:nvSpPr>
        <p:spPr>
          <a:xfrm>
            <a:off x="9974233" y="405875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50085639-FC93-40DB-ACFF-D42185127133}"/>
              </a:ext>
            </a:extLst>
          </p:cNvPr>
          <p:cNvSpPr/>
          <p:nvPr/>
        </p:nvSpPr>
        <p:spPr>
          <a:xfrm>
            <a:off x="9981840" y="440165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9E359867-DD10-4FE0-B255-02B10DC17FE5}"/>
              </a:ext>
            </a:extLst>
          </p:cNvPr>
          <p:cNvSpPr/>
          <p:nvPr/>
        </p:nvSpPr>
        <p:spPr>
          <a:xfrm>
            <a:off x="10391797" y="405875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3E582832-DB84-4C59-84E4-BB1273D1A739}"/>
              </a:ext>
            </a:extLst>
          </p:cNvPr>
          <p:cNvSpPr/>
          <p:nvPr/>
        </p:nvSpPr>
        <p:spPr>
          <a:xfrm>
            <a:off x="10813945" y="406713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ED2FFA40-8743-44E7-91EE-AFAFBCFC1464}"/>
              </a:ext>
            </a:extLst>
          </p:cNvPr>
          <p:cNvSpPr/>
          <p:nvPr/>
        </p:nvSpPr>
        <p:spPr>
          <a:xfrm>
            <a:off x="10272162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8DCB0BFA-5775-417C-8DF4-36E78208C05D}"/>
              </a:ext>
            </a:extLst>
          </p:cNvPr>
          <p:cNvSpPr/>
          <p:nvPr/>
        </p:nvSpPr>
        <p:spPr>
          <a:xfrm>
            <a:off x="10589917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92EA678E-0F41-4D57-93AC-3738DEE811FE}"/>
              </a:ext>
            </a:extLst>
          </p:cNvPr>
          <p:cNvSpPr/>
          <p:nvPr/>
        </p:nvSpPr>
        <p:spPr>
          <a:xfrm>
            <a:off x="10909195" y="439403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9682486E-45DB-4AE5-BBC6-02D3F94DBD4C}"/>
              </a:ext>
            </a:extLst>
          </p:cNvPr>
          <p:cNvSpPr/>
          <p:nvPr/>
        </p:nvSpPr>
        <p:spPr>
          <a:xfrm>
            <a:off x="8885323" y="3343238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ABBF561E-F2F0-44D0-8F2F-9E60A52DFDF3}"/>
              </a:ext>
            </a:extLst>
          </p:cNvPr>
          <p:cNvSpPr/>
          <p:nvPr/>
        </p:nvSpPr>
        <p:spPr>
          <a:xfrm>
            <a:off x="8518813" y="3333332"/>
            <a:ext cx="288290" cy="735330"/>
          </a:xfrm>
          <a:custGeom>
            <a:avLst/>
            <a:gdLst/>
            <a:ahLst/>
            <a:cxnLst/>
            <a:rect l="l" t="t" r="r" b="b"/>
            <a:pathLst>
              <a:path w="288290" h="735329">
                <a:moveTo>
                  <a:pt x="256957" y="661888"/>
                </a:moveTo>
                <a:lnTo>
                  <a:pt x="9144" y="3048"/>
                </a:lnTo>
                <a:lnTo>
                  <a:pt x="6096" y="762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247712" y="665429"/>
                </a:lnTo>
                <a:lnTo>
                  <a:pt x="256957" y="661888"/>
                </a:lnTo>
                <a:close/>
              </a:path>
              <a:path w="288290" h="735329">
                <a:moveTo>
                  <a:pt x="261366" y="719086"/>
                </a:moveTo>
                <a:lnTo>
                  <a:pt x="261366" y="673608"/>
                </a:lnTo>
                <a:lnTo>
                  <a:pt x="260604" y="677418"/>
                </a:lnTo>
                <a:lnTo>
                  <a:pt x="258318" y="680466"/>
                </a:lnTo>
                <a:lnTo>
                  <a:pt x="254508" y="679704"/>
                </a:lnTo>
                <a:lnTo>
                  <a:pt x="252222" y="677418"/>
                </a:lnTo>
                <a:lnTo>
                  <a:pt x="247712" y="665429"/>
                </a:lnTo>
                <a:lnTo>
                  <a:pt x="216408" y="677418"/>
                </a:lnTo>
                <a:lnTo>
                  <a:pt x="261366" y="719086"/>
                </a:lnTo>
                <a:close/>
              </a:path>
              <a:path w="288290" h="735329">
                <a:moveTo>
                  <a:pt x="261366" y="673608"/>
                </a:moveTo>
                <a:lnTo>
                  <a:pt x="256957" y="661888"/>
                </a:lnTo>
                <a:lnTo>
                  <a:pt x="247712" y="665429"/>
                </a:lnTo>
                <a:lnTo>
                  <a:pt x="252222" y="677418"/>
                </a:lnTo>
                <a:lnTo>
                  <a:pt x="254508" y="679704"/>
                </a:lnTo>
                <a:lnTo>
                  <a:pt x="258318" y="680466"/>
                </a:lnTo>
                <a:lnTo>
                  <a:pt x="260604" y="677418"/>
                </a:lnTo>
                <a:lnTo>
                  <a:pt x="261366" y="673608"/>
                </a:lnTo>
                <a:close/>
              </a:path>
              <a:path w="288290" h="735329">
                <a:moveTo>
                  <a:pt x="288036" y="649986"/>
                </a:moveTo>
                <a:lnTo>
                  <a:pt x="256957" y="661888"/>
                </a:lnTo>
                <a:lnTo>
                  <a:pt x="261366" y="673608"/>
                </a:lnTo>
                <a:lnTo>
                  <a:pt x="261366" y="719086"/>
                </a:lnTo>
                <a:lnTo>
                  <a:pt x="278892" y="735330"/>
                </a:lnTo>
                <a:lnTo>
                  <a:pt x="288036" y="6499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8FC3CA3F-5804-40D6-B98C-2F8C725E067C}"/>
              </a:ext>
            </a:extLst>
          </p:cNvPr>
          <p:cNvSpPr/>
          <p:nvPr/>
        </p:nvSpPr>
        <p:spPr>
          <a:xfrm>
            <a:off x="7335414" y="3343238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49548DD9-9560-45CA-ABE0-3BE21B4ABCE2}"/>
              </a:ext>
            </a:extLst>
          </p:cNvPr>
          <p:cNvSpPr/>
          <p:nvPr/>
        </p:nvSpPr>
        <p:spPr>
          <a:xfrm>
            <a:off x="6107083" y="3353144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79B3E84B-334D-4203-A4C8-6ED6BB1B644A}"/>
              </a:ext>
            </a:extLst>
          </p:cNvPr>
          <p:cNvSpPr/>
          <p:nvPr/>
        </p:nvSpPr>
        <p:spPr>
          <a:xfrm>
            <a:off x="4373533" y="3365335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7C4B67EB-FFEE-4494-9723-D0EFDD70F8DB}"/>
              </a:ext>
            </a:extLst>
          </p:cNvPr>
          <p:cNvSpPr/>
          <p:nvPr/>
        </p:nvSpPr>
        <p:spPr>
          <a:xfrm>
            <a:off x="3024031" y="3346285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80F0D319-6A49-45A9-AB71-AFA2D57DC14D}"/>
              </a:ext>
            </a:extLst>
          </p:cNvPr>
          <p:cNvSpPr/>
          <p:nvPr/>
        </p:nvSpPr>
        <p:spPr>
          <a:xfrm>
            <a:off x="4695859" y="2149184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70A51172-30E2-453B-A652-043EEEFEB643}"/>
              </a:ext>
            </a:extLst>
          </p:cNvPr>
          <p:cNvSpPr/>
          <p:nvPr/>
        </p:nvSpPr>
        <p:spPr>
          <a:xfrm>
            <a:off x="5959255" y="2165185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D9E61320-1C27-4307-926D-20484CD40858}"/>
              </a:ext>
            </a:extLst>
          </p:cNvPr>
          <p:cNvSpPr/>
          <p:nvPr/>
        </p:nvSpPr>
        <p:spPr>
          <a:xfrm>
            <a:off x="2541685" y="3584029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9CFCC967-66BD-49CA-A8F9-6E3DB05D1218}"/>
              </a:ext>
            </a:extLst>
          </p:cNvPr>
          <p:cNvSpPr/>
          <p:nvPr/>
        </p:nvSpPr>
        <p:spPr>
          <a:xfrm>
            <a:off x="2659033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9123DC6F-B3D2-4419-8395-663F73C8F691}"/>
              </a:ext>
            </a:extLst>
          </p:cNvPr>
          <p:cNvSpPr/>
          <p:nvPr/>
        </p:nvSpPr>
        <p:spPr>
          <a:xfrm>
            <a:off x="2937925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A2DBE317-BD20-4727-BFBD-C173CBD106CA}"/>
              </a:ext>
            </a:extLst>
          </p:cNvPr>
          <p:cNvSpPr/>
          <p:nvPr/>
        </p:nvSpPr>
        <p:spPr>
          <a:xfrm>
            <a:off x="3255679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436EF463-3F68-47F3-B281-7B9AB66DEEAD}"/>
              </a:ext>
            </a:extLst>
          </p:cNvPr>
          <p:cNvSpPr/>
          <p:nvPr/>
        </p:nvSpPr>
        <p:spPr>
          <a:xfrm>
            <a:off x="3646585" y="4552532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EE6758A8-F891-4267-8C90-ACDA024626B5}"/>
              </a:ext>
            </a:extLst>
          </p:cNvPr>
          <p:cNvSpPr/>
          <p:nvPr/>
        </p:nvSpPr>
        <p:spPr>
          <a:xfrm>
            <a:off x="4131979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766C9B2F-70D6-4E4D-A34B-0BB5AAE8FB31}"/>
              </a:ext>
            </a:extLst>
          </p:cNvPr>
          <p:cNvSpPr/>
          <p:nvPr/>
        </p:nvSpPr>
        <p:spPr>
          <a:xfrm>
            <a:off x="4411633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28A73D61-615E-43F2-9847-741082C6C9C4}"/>
              </a:ext>
            </a:extLst>
          </p:cNvPr>
          <p:cNvSpPr/>
          <p:nvPr/>
        </p:nvSpPr>
        <p:spPr>
          <a:xfrm>
            <a:off x="5119531" y="456548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F2B56CC8-BF76-46F0-B4C5-C8B0EE9AA3D8}"/>
              </a:ext>
            </a:extLst>
          </p:cNvPr>
          <p:cNvSpPr/>
          <p:nvPr/>
        </p:nvSpPr>
        <p:spPr>
          <a:xfrm>
            <a:off x="5630833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FC1D162B-4A7B-41B0-B985-ABDC8EEB6264}"/>
              </a:ext>
            </a:extLst>
          </p:cNvPr>
          <p:cNvSpPr/>
          <p:nvPr/>
        </p:nvSpPr>
        <p:spPr>
          <a:xfrm>
            <a:off x="5922679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F1F7E35C-BD65-4AA1-A495-9831D27639B9}"/>
              </a:ext>
            </a:extLst>
          </p:cNvPr>
          <p:cNvSpPr/>
          <p:nvPr/>
        </p:nvSpPr>
        <p:spPr>
          <a:xfrm>
            <a:off x="6227479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546766A0-799F-43FF-A5D4-137B4F85269B}"/>
              </a:ext>
            </a:extLst>
          </p:cNvPr>
          <p:cNvSpPr/>
          <p:nvPr/>
        </p:nvSpPr>
        <p:spPr>
          <a:xfrm>
            <a:off x="6618385" y="456548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F53155A0-230B-4E93-8BE5-0CED7B13CDBF}"/>
              </a:ext>
            </a:extLst>
          </p:cNvPr>
          <p:cNvSpPr/>
          <p:nvPr/>
        </p:nvSpPr>
        <p:spPr>
          <a:xfrm>
            <a:off x="7103779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E66AFA65-0A61-433D-B3A6-7F055EE5858E}"/>
              </a:ext>
            </a:extLst>
          </p:cNvPr>
          <p:cNvSpPr/>
          <p:nvPr/>
        </p:nvSpPr>
        <p:spPr>
          <a:xfrm>
            <a:off x="7383433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FBD1284B-412D-423C-B322-18B39DAD4971}"/>
              </a:ext>
            </a:extLst>
          </p:cNvPr>
          <p:cNvSpPr/>
          <p:nvPr/>
        </p:nvSpPr>
        <p:spPr>
          <a:xfrm>
            <a:off x="8091319" y="456548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4290"/>
                </a:lnTo>
                <a:lnTo>
                  <a:pt x="31927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19278" y="42672"/>
                </a:lnTo>
                <a:lnTo>
                  <a:pt x="322326" y="41148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2766"/>
                </a:lnTo>
                <a:lnTo>
                  <a:pt x="319278" y="32766"/>
                </a:lnTo>
                <a:lnTo>
                  <a:pt x="322326" y="34290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148"/>
                </a:lnTo>
                <a:lnTo>
                  <a:pt x="319278" y="42672"/>
                </a:lnTo>
                <a:lnTo>
                  <a:pt x="306324" y="42672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22BB1606-0A61-404F-95AB-49AE139EF6A7}"/>
              </a:ext>
            </a:extLst>
          </p:cNvPr>
          <p:cNvSpPr/>
          <p:nvPr/>
        </p:nvSpPr>
        <p:spPr>
          <a:xfrm>
            <a:off x="8614825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39">
                <a:moveTo>
                  <a:pt x="43433" y="294132"/>
                </a:moveTo>
                <a:lnTo>
                  <a:pt x="43433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39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1DF7E4B2-C5F5-4B76-97FC-F2719156899B}"/>
              </a:ext>
            </a:extLst>
          </p:cNvPr>
          <p:cNvSpPr/>
          <p:nvPr/>
        </p:nvSpPr>
        <p:spPr>
          <a:xfrm>
            <a:off x="8894467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A9081262-BBAC-4417-9427-AFA11F3C7DD5}"/>
              </a:ext>
            </a:extLst>
          </p:cNvPr>
          <p:cNvSpPr/>
          <p:nvPr/>
        </p:nvSpPr>
        <p:spPr>
          <a:xfrm>
            <a:off x="9212221" y="461272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A39F7053-9170-4A48-B407-C316509A13F4}"/>
              </a:ext>
            </a:extLst>
          </p:cNvPr>
          <p:cNvSpPr/>
          <p:nvPr/>
        </p:nvSpPr>
        <p:spPr>
          <a:xfrm>
            <a:off x="9602378" y="456548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4290"/>
                </a:lnTo>
                <a:lnTo>
                  <a:pt x="319277" y="32766"/>
                </a:lnTo>
                <a:lnTo>
                  <a:pt x="5333" y="32766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19277" y="42672"/>
                </a:lnTo>
                <a:lnTo>
                  <a:pt x="323087" y="41148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2766"/>
                </a:lnTo>
                <a:lnTo>
                  <a:pt x="319277" y="32766"/>
                </a:lnTo>
                <a:lnTo>
                  <a:pt x="323087" y="34290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148"/>
                </a:lnTo>
                <a:lnTo>
                  <a:pt x="319277" y="42672"/>
                </a:lnTo>
                <a:lnTo>
                  <a:pt x="306323" y="42672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4CF0BE72-6F84-4D26-9067-E980E1731E22}"/>
              </a:ext>
            </a:extLst>
          </p:cNvPr>
          <p:cNvSpPr/>
          <p:nvPr/>
        </p:nvSpPr>
        <p:spPr>
          <a:xfrm>
            <a:off x="10088521" y="460053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7DAA1B3F-C97D-4184-85DC-4E1EA52787B0}"/>
              </a:ext>
            </a:extLst>
          </p:cNvPr>
          <p:cNvSpPr/>
          <p:nvPr/>
        </p:nvSpPr>
        <p:spPr>
          <a:xfrm>
            <a:off x="10367425" y="460053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6692D400-D41F-4B3D-B9BA-4582857366B9}"/>
              </a:ext>
            </a:extLst>
          </p:cNvPr>
          <p:cNvSpPr/>
          <p:nvPr/>
        </p:nvSpPr>
        <p:spPr>
          <a:xfrm>
            <a:off x="7710331" y="5281003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E5E22560-6299-45F5-9DC6-E8EB28BAB4BE}"/>
              </a:ext>
            </a:extLst>
          </p:cNvPr>
          <p:cNvSpPr/>
          <p:nvPr/>
        </p:nvSpPr>
        <p:spPr>
          <a:xfrm>
            <a:off x="7710331" y="5281003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6">
            <a:extLst>
              <a:ext uri="{FF2B5EF4-FFF2-40B4-BE49-F238E27FC236}">
                <a16:creationId xmlns:a16="http://schemas.microsoft.com/office/drawing/2014/main" id="{D8D4C5B2-9F12-4AEB-871A-B5F83B7003A8}"/>
              </a:ext>
            </a:extLst>
          </p:cNvPr>
          <p:cNvSpPr/>
          <p:nvPr/>
        </p:nvSpPr>
        <p:spPr>
          <a:xfrm>
            <a:off x="7717951" y="5623903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9" name="object 107">
            <a:extLst>
              <a:ext uri="{FF2B5EF4-FFF2-40B4-BE49-F238E27FC236}">
                <a16:creationId xmlns:a16="http://schemas.microsoft.com/office/drawing/2014/main" id="{D7825614-0DBC-4DCD-9F5C-2D1F886C066F}"/>
              </a:ext>
            </a:extLst>
          </p:cNvPr>
          <p:cNvSpPr/>
          <p:nvPr/>
        </p:nvSpPr>
        <p:spPr>
          <a:xfrm>
            <a:off x="8127907" y="5281003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0" name="object 108">
            <a:extLst>
              <a:ext uri="{FF2B5EF4-FFF2-40B4-BE49-F238E27FC236}">
                <a16:creationId xmlns:a16="http://schemas.microsoft.com/office/drawing/2014/main" id="{2F692E2A-BAA7-4292-A26D-DFE803E4D50C}"/>
              </a:ext>
            </a:extLst>
          </p:cNvPr>
          <p:cNvSpPr/>
          <p:nvPr/>
        </p:nvSpPr>
        <p:spPr>
          <a:xfrm>
            <a:off x="8550055" y="5289385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1" name="object 109">
            <a:extLst>
              <a:ext uri="{FF2B5EF4-FFF2-40B4-BE49-F238E27FC236}">
                <a16:creationId xmlns:a16="http://schemas.microsoft.com/office/drawing/2014/main" id="{2B67D50F-E16A-4242-9950-FAC96A82D04F}"/>
              </a:ext>
            </a:extLst>
          </p:cNvPr>
          <p:cNvSpPr/>
          <p:nvPr/>
        </p:nvSpPr>
        <p:spPr>
          <a:xfrm>
            <a:off x="8009035" y="561628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2" name="object 110">
            <a:extLst>
              <a:ext uri="{FF2B5EF4-FFF2-40B4-BE49-F238E27FC236}">
                <a16:creationId xmlns:a16="http://schemas.microsoft.com/office/drawing/2014/main" id="{C1B0D502-DF19-4D45-BF76-4397C3A5F800}"/>
              </a:ext>
            </a:extLst>
          </p:cNvPr>
          <p:cNvSpPr/>
          <p:nvPr/>
        </p:nvSpPr>
        <p:spPr>
          <a:xfrm>
            <a:off x="8326028" y="561628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3" name="object 111">
            <a:extLst>
              <a:ext uri="{FF2B5EF4-FFF2-40B4-BE49-F238E27FC236}">
                <a16:creationId xmlns:a16="http://schemas.microsoft.com/office/drawing/2014/main" id="{824F8A8E-9F19-45EF-91BA-67819017FBF9}"/>
              </a:ext>
            </a:extLst>
          </p:cNvPr>
          <p:cNvSpPr/>
          <p:nvPr/>
        </p:nvSpPr>
        <p:spPr>
          <a:xfrm>
            <a:off x="8645305" y="561628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4" name="object 112">
            <a:extLst>
              <a:ext uri="{FF2B5EF4-FFF2-40B4-BE49-F238E27FC236}">
                <a16:creationId xmlns:a16="http://schemas.microsoft.com/office/drawing/2014/main" id="{B5F4728E-6AE5-4673-8570-C201F2F4B19F}"/>
              </a:ext>
            </a:extLst>
          </p:cNvPr>
          <p:cNvSpPr/>
          <p:nvPr/>
        </p:nvSpPr>
        <p:spPr>
          <a:xfrm>
            <a:off x="7839096" y="583497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200" y="294132"/>
                </a:moveTo>
                <a:lnTo>
                  <a:pt x="0" y="294132"/>
                </a:lnTo>
                <a:lnTo>
                  <a:pt x="32766" y="359664"/>
                </a:lnTo>
                <a:lnTo>
                  <a:pt x="32766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40">
                <a:moveTo>
                  <a:pt x="42672" y="294132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5334"/>
                </a:lnTo>
                <a:lnTo>
                  <a:pt x="32766" y="294132"/>
                </a:lnTo>
                <a:lnTo>
                  <a:pt x="42672" y="294132"/>
                </a:lnTo>
                <a:close/>
              </a:path>
              <a:path w="76200" h="370840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2766" y="306324"/>
                </a:lnTo>
                <a:lnTo>
                  <a:pt x="32766" y="359664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5" name="object 113">
            <a:extLst>
              <a:ext uri="{FF2B5EF4-FFF2-40B4-BE49-F238E27FC236}">
                <a16:creationId xmlns:a16="http://schemas.microsoft.com/office/drawing/2014/main" id="{B8BE6181-BC6A-4A68-A1EF-3DC6697F1272}"/>
              </a:ext>
            </a:extLst>
          </p:cNvPr>
          <p:cNvSpPr/>
          <p:nvPr/>
        </p:nvSpPr>
        <p:spPr>
          <a:xfrm>
            <a:off x="8118001" y="583497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40">
                <a:moveTo>
                  <a:pt x="43433" y="294132"/>
                </a:moveTo>
                <a:lnTo>
                  <a:pt x="43433" y="5334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40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object 114">
            <a:extLst>
              <a:ext uri="{FF2B5EF4-FFF2-40B4-BE49-F238E27FC236}">
                <a16:creationId xmlns:a16="http://schemas.microsoft.com/office/drawing/2014/main" id="{D839AAB8-1EBE-4FD7-A04E-C10826189935}"/>
              </a:ext>
            </a:extLst>
          </p:cNvPr>
          <p:cNvSpPr/>
          <p:nvPr/>
        </p:nvSpPr>
        <p:spPr>
          <a:xfrm>
            <a:off x="8856367" y="5758777"/>
            <a:ext cx="378460" cy="114300"/>
          </a:xfrm>
          <a:custGeom>
            <a:avLst/>
            <a:gdLst/>
            <a:ahLst/>
            <a:cxnLst/>
            <a:rect l="l" t="t" r="r" b="b"/>
            <a:pathLst>
              <a:path w="378459" h="114300">
                <a:moveTo>
                  <a:pt x="282701" y="76200"/>
                </a:moveTo>
                <a:lnTo>
                  <a:pt x="282701" y="38100"/>
                </a:lnTo>
                <a:lnTo>
                  <a:pt x="0" y="38100"/>
                </a:lnTo>
                <a:lnTo>
                  <a:pt x="0" y="76200"/>
                </a:lnTo>
                <a:lnTo>
                  <a:pt x="282701" y="76200"/>
                </a:lnTo>
                <a:close/>
              </a:path>
              <a:path w="378459" h="114300">
                <a:moveTo>
                  <a:pt x="377951" y="57150"/>
                </a:moveTo>
                <a:lnTo>
                  <a:pt x="263651" y="0"/>
                </a:lnTo>
                <a:lnTo>
                  <a:pt x="263651" y="38100"/>
                </a:lnTo>
                <a:lnTo>
                  <a:pt x="282701" y="38100"/>
                </a:lnTo>
                <a:lnTo>
                  <a:pt x="282701" y="104775"/>
                </a:lnTo>
                <a:lnTo>
                  <a:pt x="377951" y="57150"/>
                </a:lnTo>
                <a:close/>
              </a:path>
              <a:path w="378459" h="114300">
                <a:moveTo>
                  <a:pt x="282701" y="104775"/>
                </a:moveTo>
                <a:lnTo>
                  <a:pt x="282701" y="76200"/>
                </a:lnTo>
                <a:lnTo>
                  <a:pt x="263651" y="76200"/>
                </a:lnTo>
                <a:lnTo>
                  <a:pt x="263651" y="114300"/>
                </a:lnTo>
                <a:lnTo>
                  <a:pt x="282701" y="104775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7" name="object 115">
            <a:extLst>
              <a:ext uri="{FF2B5EF4-FFF2-40B4-BE49-F238E27FC236}">
                <a16:creationId xmlns:a16="http://schemas.microsoft.com/office/drawing/2014/main" id="{B31A5F05-A2F1-4A84-84A3-1B0F45F5B176}"/>
              </a:ext>
            </a:extLst>
          </p:cNvPr>
          <p:cNvSpPr/>
          <p:nvPr/>
        </p:nvSpPr>
        <p:spPr>
          <a:xfrm>
            <a:off x="9247285" y="5287862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8" name="object 116">
            <a:extLst>
              <a:ext uri="{FF2B5EF4-FFF2-40B4-BE49-F238E27FC236}">
                <a16:creationId xmlns:a16="http://schemas.microsoft.com/office/drawing/2014/main" id="{28F8B633-E066-4C0C-BD65-E7CA7F15144A}"/>
              </a:ext>
            </a:extLst>
          </p:cNvPr>
          <p:cNvSpPr/>
          <p:nvPr/>
        </p:nvSpPr>
        <p:spPr>
          <a:xfrm>
            <a:off x="9247285" y="5287862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9" name="object 117">
            <a:extLst>
              <a:ext uri="{FF2B5EF4-FFF2-40B4-BE49-F238E27FC236}">
                <a16:creationId xmlns:a16="http://schemas.microsoft.com/office/drawing/2014/main" id="{5BD0AA9A-17F4-462F-AAFD-0F2577461B76}"/>
              </a:ext>
            </a:extLst>
          </p:cNvPr>
          <p:cNvSpPr/>
          <p:nvPr/>
        </p:nvSpPr>
        <p:spPr>
          <a:xfrm>
            <a:off x="9254893" y="5630762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0" name="object 118">
            <a:extLst>
              <a:ext uri="{FF2B5EF4-FFF2-40B4-BE49-F238E27FC236}">
                <a16:creationId xmlns:a16="http://schemas.microsoft.com/office/drawing/2014/main" id="{5C9D6085-2905-4BCA-9E76-AF2D78E8DD3D}"/>
              </a:ext>
            </a:extLst>
          </p:cNvPr>
          <p:cNvSpPr/>
          <p:nvPr/>
        </p:nvSpPr>
        <p:spPr>
          <a:xfrm>
            <a:off x="9664848" y="5287862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1" name="object 119">
            <a:extLst>
              <a:ext uri="{FF2B5EF4-FFF2-40B4-BE49-F238E27FC236}">
                <a16:creationId xmlns:a16="http://schemas.microsoft.com/office/drawing/2014/main" id="{46AB7528-FC26-45B5-8CD4-F88AAEBD9C51}"/>
              </a:ext>
            </a:extLst>
          </p:cNvPr>
          <p:cNvSpPr/>
          <p:nvPr/>
        </p:nvSpPr>
        <p:spPr>
          <a:xfrm>
            <a:off x="10086997" y="5295482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" name="object 120">
            <a:extLst>
              <a:ext uri="{FF2B5EF4-FFF2-40B4-BE49-F238E27FC236}">
                <a16:creationId xmlns:a16="http://schemas.microsoft.com/office/drawing/2014/main" id="{E06C9A58-B624-4CEC-B59E-7E7A3D6BF539}"/>
              </a:ext>
            </a:extLst>
          </p:cNvPr>
          <p:cNvSpPr/>
          <p:nvPr/>
        </p:nvSpPr>
        <p:spPr>
          <a:xfrm>
            <a:off x="9545214" y="5622379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" name="object 121">
            <a:extLst>
              <a:ext uri="{FF2B5EF4-FFF2-40B4-BE49-F238E27FC236}">
                <a16:creationId xmlns:a16="http://schemas.microsoft.com/office/drawing/2014/main" id="{8F6EEF54-33D0-4E79-86C4-965B4541E25F}"/>
              </a:ext>
            </a:extLst>
          </p:cNvPr>
          <p:cNvSpPr/>
          <p:nvPr/>
        </p:nvSpPr>
        <p:spPr>
          <a:xfrm>
            <a:off x="9862969" y="5622379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4" name="object 122">
            <a:extLst>
              <a:ext uri="{FF2B5EF4-FFF2-40B4-BE49-F238E27FC236}">
                <a16:creationId xmlns:a16="http://schemas.microsoft.com/office/drawing/2014/main" id="{39C95D50-EB07-4E87-B88A-3C444FF572B2}"/>
              </a:ext>
            </a:extLst>
          </p:cNvPr>
          <p:cNvSpPr/>
          <p:nvPr/>
        </p:nvSpPr>
        <p:spPr>
          <a:xfrm>
            <a:off x="10182247" y="5622379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5" name="object 123">
            <a:extLst>
              <a:ext uri="{FF2B5EF4-FFF2-40B4-BE49-F238E27FC236}">
                <a16:creationId xmlns:a16="http://schemas.microsoft.com/office/drawing/2014/main" id="{B42D37B1-9E53-4A49-B09A-76A29706858D}"/>
              </a:ext>
            </a:extLst>
          </p:cNvPr>
          <p:cNvSpPr/>
          <p:nvPr/>
        </p:nvSpPr>
        <p:spPr>
          <a:xfrm>
            <a:off x="9356238" y="5846408"/>
            <a:ext cx="114300" cy="365125"/>
          </a:xfrm>
          <a:custGeom>
            <a:avLst/>
            <a:gdLst/>
            <a:ahLst/>
            <a:cxnLst/>
            <a:rect l="l" t="t" r="r" b="b"/>
            <a:pathLst>
              <a:path w="114300" h="365125">
                <a:moveTo>
                  <a:pt x="114300" y="250698"/>
                </a:moveTo>
                <a:lnTo>
                  <a:pt x="0" y="250698"/>
                </a:lnTo>
                <a:lnTo>
                  <a:pt x="38100" y="326898"/>
                </a:lnTo>
                <a:lnTo>
                  <a:pt x="38100" y="269748"/>
                </a:lnTo>
                <a:lnTo>
                  <a:pt x="76200" y="269748"/>
                </a:lnTo>
                <a:lnTo>
                  <a:pt x="76200" y="326898"/>
                </a:lnTo>
                <a:lnTo>
                  <a:pt x="114300" y="250698"/>
                </a:lnTo>
                <a:close/>
              </a:path>
              <a:path w="114300" h="365125">
                <a:moveTo>
                  <a:pt x="76200" y="250698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250698"/>
                </a:lnTo>
                <a:lnTo>
                  <a:pt x="76200" y="250698"/>
                </a:lnTo>
                <a:close/>
              </a:path>
              <a:path w="114300" h="365125">
                <a:moveTo>
                  <a:pt x="76200" y="326898"/>
                </a:moveTo>
                <a:lnTo>
                  <a:pt x="76200" y="269748"/>
                </a:lnTo>
                <a:lnTo>
                  <a:pt x="38100" y="269748"/>
                </a:lnTo>
                <a:lnTo>
                  <a:pt x="38100" y="326898"/>
                </a:lnTo>
                <a:lnTo>
                  <a:pt x="57150" y="364998"/>
                </a:lnTo>
                <a:lnTo>
                  <a:pt x="76200" y="326898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6" name="object 124">
            <a:extLst>
              <a:ext uri="{FF2B5EF4-FFF2-40B4-BE49-F238E27FC236}">
                <a16:creationId xmlns:a16="http://schemas.microsoft.com/office/drawing/2014/main" id="{CA5613B9-240D-4CD4-A8D7-A76CCA16B077}"/>
              </a:ext>
            </a:extLst>
          </p:cNvPr>
          <p:cNvSpPr/>
          <p:nvPr/>
        </p:nvSpPr>
        <p:spPr>
          <a:xfrm>
            <a:off x="9654943" y="5841835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7" name="object 126">
            <a:extLst>
              <a:ext uri="{FF2B5EF4-FFF2-40B4-BE49-F238E27FC236}">
                <a16:creationId xmlns:a16="http://schemas.microsoft.com/office/drawing/2014/main" id="{B35F4BDA-7B8B-4880-953F-27EF82B3AC1D}"/>
              </a:ext>
            </a:extLst>
          </p:cNvPr>
          <p:cNvSpPr txBox="1"/>
          <p:nvPr/>
        </p:nvSpPr>
        <p:spPr>
          <a:xfrm>
            <a:off x="4346349" y="2833407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28" name="object 127">
            <a:extLst>
              <a:ext uri="{FF2B5EF4-FFF2-40B4-BE49-F238E27FC236}">
                <a16:creationId xmlns:a16="http://schemas.microsoft.com/office/drawing/2014/main" id="{AC6F71E2-09EC-4E5C-AA4F-9C92D009A658}"/>
              </a:ext>
            </a:extLst>
          </p:cNvPr>
          <p:cNvSpPr txBox="1"/>
          <p:nvPr/>
        </p:nvSpPr>
        <p:spPr>
          <a:xfrm>
            <a:off x="2706532" y="4100605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29" name="object 128">
            <a:extLst>
              <a:ext uri="{FF2B5EF4-FFF2-40B4-BE49-F238E27FC236}">
                <a16:creationId xmlns:a16="http://schemas.microsoft.com/office/drawing/2014/main" id="{3C5BB5CC-EB25-4260-AA82-C9847E22EEC4}"/>
              </a:ext>
            </a:extLst>
          </p:cNvPr>
          <p:cNvSpPr txBox="1"/>
          <p:nvPr/>
        </p:nvSpPr>
        <p:spPr>
          <a:xfrm>
            <a:off x="4154348" y="4100605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0" name="object 129">
            <a:extLst>
              <a:ext uri="{FF2B5EF4-FFF2-40B4-BE49-F238E27FC236}">
                <a16:creationId xmlns:a16="http://schemas.microsoft.com/office/drawing/2014/main" id="{D362919C-0D88-4DAA-B381-5C05AEC71E8A}"/>
              </a:ext>
            </a:extLst>
          </p:cNvPr>
          <p:cNvSpPr txBox="1"/>
          <p:nvPr/>
        </p:nvSpPr>
        <p:spPr>
          <a:xfrm>
            <a:off x="5583075" y="4119648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1" name="object 130">
            <a:extLst>
              <a:ext uri="{FF2B5EF4-FFF2-40B4-BE49-F238E27FC236}">
                <a16:creationId xmlns:a16="http://schemas.microsoft.com/office/drawing/2014/main" id="{37DCCAE9-E541-4CAF-88E7-3CA1BEB8B1E4}"/>
              </a:ext>
            </a:extLst>
          </p:cNvPr>
          <p:cNvSpPr txBox="1"/>
          <p:nvPr/>
        </p:nvSpPr>
        <p:spPr>
          <a:xfrm>
            <a:off x="7081159" y="4106686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2" name="object 131">
            <a:extLst>
              <a:ext uri="{FF2B5EF4-FFF2-40B4-BE49-F238E27FC236}">
                <a16:creationId xmlns:a16="http://schemas.microsoft.com/office/drawing/2014/main" id="{492D75FE-CC41-4575-A6DB-F9DB28BD88CA}"/>
              </a:ext>
            </a:extLst>
          </p:cNvPr>
          <p:cNvSpPr txBox="1"/>
          <p:nvPr/>
        </p:nvSpPr>
        <p:spPr>
          <a:xfrm>
            <a:off x="8594491" y="4112790"/>
            <a:ext cx="213741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  <a:tab pos="1476375" algn="l"/>
                <a:tab pos="189547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	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3" name="object 132">
            <a:extLst>
              <a:ext uri="{FF2B5EF4-FFF2-40B4-BE49-F238E27FC236}">
                <a16:creationId xmlns:a16="http://schemas.microsoft.com/office/drawing/2014/main" id="{69AB7B86-600D-4E0E-B08D-C226C0E8FE71}"/>
              </a:ext>
            </a:extLst>
          </p:cNvPr>
          <p:cNvSpPr txBox="1"/>
          <p:nvPr/>
        </p:nvSpPr>
        <p:spPr>
          <a:xfrm>
            <a:off x="7825641" y="2825772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4" name="object 133">
            <a:extLst>
              <a:ext uri="{FF2B5EF4-FFF2-40B4-BE49-F238E27FC236}">
                <a16:creationId xmlns:a16="http://schemas.microsoft.com/office/drawing/2014/main" id="{379E36DA-C511-46CE-83B5-8AE19A3A66CA}"/>
              </a:ext>
            </a:extLst>
          </p:cNvPr>
          <p:cNvSpPr txBox="1"/>
          <p:nvPr/>
        </p:nvSpPr>
        <p:spPr>
          <a:xfrm>
            <a:off x="7818021" y="5335053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5" name="object 134">
            <a:extLst>
              <a:ext uri="{FF2B5EF4-FFF2-40B4-BE49-F238E27FC236}">
                <a16:creationId xmlns:a16="http://schemas.microsoft.com/office/drawing/2014/main" id="{059F1571-4A0C-419E-86B6-7176DCB35BAF}"/>
              </a:ext>
            </a:extLst>
          </p:cNvPr>
          <p:cNvSpPr txBox="1"/>
          <p:nvPr/>
        </p:nvSpPr>
        <p:spPr>
          <a:xfrm>
            <a:off x="9354975" y="5341911"/>
            <a:ext cx="2540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33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40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6" name="object 135">
            <a:extLst>
              <a:ext uri="{FF2B5EF4-FFF2-40B4-BE49-F238E27FC236}">
                <a16:creationId xmlns:a16="http://schemas.microsoft.com/office/drawing/2014/main" id="{5F0CDAFC-4701-4EC3-A2A8-FD499A2B5B27}"/>
              </a:ext>
            </a:extLst>
          </p:cNvPr>
          <p:cNvSpPr txBox="1"/>
          <p:nvPr/>
        </p:nvSpPr>
        <p:spPr>
          <a:xfrm>
            <a:off x="9774067" y="5355627"/>
            <a:ext cx="2540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37" name="object 136">
            <a:extLst>
              <a:ext uri="{FF2B5EF4-FFF2-40B4-BE49-F238E27FC236}">
                <a16:creationId xmlns:a16="http://schemas.microsoft.com/office/drawing/2014/main" id="{6F5D44F6-7A85-42E8-A546-DEB6CDE37466}"/>
              </a:ext>
            </a:extLst>
          </p:cNvPr>
          <p:cNvSpPr/>
          <p:nvPr/>
        </p:nvSpPr>
        <p:spPr>
          <a:xfrm>
            <a:off x="7252945" y="4590632"/>
            <a:ext cx="972185" cy="971550"/>
          </a:xfrm>
          <a:custGeom>
            <a:avLst/>
            <a:gdLst/>
            <a:ahLst/>
            <a:cxnLst/>
            <a:rect l="l" t="t" r="r" b="b"/>
            <a:pathLst>
              <a:path w="972184" h="971550">
                <a:moveTo>
                  <a:pt x="933679" y="330407"/>
                </a:moveTo>
                <a:lnTo>
                  <a:pt x="933679" y="239610"/>
                </a:lnTo>
                <a:lnTo>
                  <a:pt x="933332" y="252720"/>
                </a:lnTo>
                <a:lnTo>
                  <a:pt x="930923" y="265345"/>
                </a:lnTo>
                <a:lnTo>
                  <a:pt x="901348" y="308328"/>
                </a:lnTo>
                <a:lnTo>
                  <a:pt x="869570" y="329483"/>
                </a:lnTo>
                <a:lnTo>
                  <a:pt x="835367" y="346699"/>
                </a:lnTo>
                <a:lnTo>
                  <a:pt x="789605" y="366522"/>
                </a:lnTo>
                <a:lnTo>
                  <a:pt x="743655" y="383645"/>
                </a:lnTo>
                <a:lnTo>
                  <a:pt x="691578" y="401617"/>
                </a:lnTo>
                <a:lnTo>
                  <a:pt x="639213" y="418750"/>
                </a:lnTo>
                <a:lnTo>
                  <a:pt x="586638" y="435255"/>
                </a:lnTo>
                <a:lnTo>
                  <a:pt x="533928" y="451343"/>
                </a:lnTo>
                <a:lnTo>
                  <a:pt x="428417" y="483108"/>
                </a:lnTo>
                <a:lnTo>
                  <a:pt x="399461" y="492252"/>
                </a:lnTo>
                <a:lnTo>
                  <a:pt x="371267" y="501395"/>
                </a:lnTo>
                <a:lnTo>
                  <a:pt x="343835" y="509778"/>
                </a:lnTo>
                <a:lnTo>
                  <a:pt x="317165" y="518922"/>
                </a:lnTo>
                <a:lnTo>
                  <a:pt x="274100" y="533400"/>
                </a:lnTo>
                <a:lnTo>
                  <a:pt x="237953" y="547005"/>
                </a:lnTo>
                <a:lnTo>
                  <a:pt x="201955" y="562656"/>
                </a:lnTo>
                <a:lnTo>
                  <a:pt x="166780" y="580550"/>
                </a:lnTo>
                <a:lnTo>
                  <a:pt x="133102" y="600882"/>
                </a:lnTo>
                <a:lnTo>
                  <a:pt x="101595" y="623848"/>
                </a:lnTo>
                <a:lnTo>
                  <a:pt x="72932" y="649645"/>
                </a:lnTo>
                <a:lnTo>
                  <a:pt x="47788" y="678467"/>
                </a:lnTo>
                <a:lnTo>
                  <a:pt x="26837" y="710511"/>
                </a:lnTo>
                <a:lnTo>
                  <a:pt x="10752" y="745974"/>
                </a:lnTo>
                <a:lnTo>
                  <a:pt x="935" y="784098"/>
                </a:lnTo>
                <a:lnTo>
                  <a:pt x="0" y="797770"/>
                </a:lnTo>
                <a:lnTo>
                  <a:pt x="184" y="811092"/>
                </a:lnTo>
                <a:lnTo>
                  <a:pt x="7774" y="848779"/>
                </a:lnTo>
                <a:lnTo>
                  <a:pt x="27718" y="881398"/>
                </a:lnTo>
                <a:lnTo>
                  <a:pt x="38273" y="891159"/>
                </a:lnTo>
                <a:lnTo>
                  <a:pt x="38273" y="797052"/>
                </a:lnTo>
                <a:lnTo>
                  <a:pt x="39035" y="789432"/>
                </a:lnTo>
                <a:lnTo>
                  <a:pt x="49639" y="751031"/>
                </a:lnTo>
                <a:lnTo>
                  <a:pt x="74586" y="706628"/>
                </a:lnTo>
                <a:lnTo>
                  <a:pt x="108217" y="668569"/>
                </a:lnTo>
                <a:lnTo>
                  <a:pt x="148662" y="636196"/>
                </a:lnTo>
                <a:lnTo>
                  <a:pt x="193315" y="609337"/>
                </a:lnTo>
                <a:lnTo>
                  <a:pt x="240678" y="587094"/>
                </a:lnTo>
                <a:lnTo>
                  <a:pt x="288515" y="569052"/>
                </a:lnTo>
                <a:lnTo>
                  <a:pt x="304211" y="563880"/>
                </a:lnTo>
                <a:lnTo>
                  <a:pt x="329357" y="554736"/>
                </a:lnTo>
                <a:lnTo>
                  <a:pt x="356027" y="546354"/>
                </a:lnTo>
                <a:lnTo>
                  <a:pt x="382697" y="537210"/>
                </a:lnTo>
                <a:lnTo>
                  <a:pt x="410891" y="528828"/>
                </a:lnTo>
                <a:lnTo>
                  <a:pt x="457343" y="514022"/>
                </a:lnTo>
                <a:lnTo>
                  <a:pt x="493990" y="502860"/>
                </a:lnTo>
                <a:lnTo>
                  <a:pt x="549167" y="486312"/>
                </a:lnTo>
                <a:lnTo>
                  <a:pt x="586000" y="475245"/>
                </a:lnTo>
                <a:lnTo>
                  <a:pt x="622798" y="464019"/>
                </a:lnTo>
                <a:lnTo>
                  <a:pt x="659499" y="452523"/>
                </a:lnTo>
                <a:lnTo>
                  <a:pt x="696040" y="440642"/>
                </a:lnTo>
                <a:lnTo>
                  <a:pt x="732360" y="428265"/>
                </a:lnTo>
                <a:lnTo>
                  <a:pt x="768394" y="415280"/>
                </a:lnTo>
                <a:lnTo>
                  <a:pt x="804083" y="401574"/>
                </a:lnTo>
                <a:lnTo>
                  <a:pt x="845231" y="384254"/>
                </a:lnTo>
                <a:lnTo>
                  <a:pt x="880044" y="367255"/>
                </a:lnTo>
                <a:lnTo>
                  <a:pt x="913310" y="346765"/>
                </a:lnTo>
                <a:lnTo>
                  <a:pt x="933129" y="330941"/>
                </a:lnTo>
                <a:lnTo>
                  <a:pt x="933679" y="330407"/>
                </a:lnTo>
                <a:close/>
              </a:path>
              <a:path w="972184" h="971550">
                <a:moveTo>
                  <a:pt x="320459" y="895485"/>
                </a:moveTo>
                <a:lnTo>
                  <a:pt x="317165" y="895375"/>
                </a:lnTo>
                <a:lnTo>
                  <a:pt x="286685" y="893826"/>
                </a:lnTo>
                <a:lnTo>
                  <a:pt x="252303" y="892746"/>
                </a:lnTo>
                <a:lnTo>
                  <a:pt x="240678" y="891900"/>
                </a:lnTo>
                <a:lnTo>
                  <a:pt x="216948" y="890334"/>
                </a:lnTo>
                <a:lnTo>
                  <a:pt x="203846" y="889439"/>
                </a:lnTo>
                <a:lnTo>
                  <a:pt x="162588" y="885858"/>
                </a:lnTo>
                <a:lnTo>
                  <a:pt x="121406" y="879987"/>
                </a:lnTo>
                <a:lnTo>
                  <a:pt x="84158" y="870614"/>
                </a:lnTo>
                <a:lnTo>
                  <a:pt x="58847" y="858774"/>
                </a:lnTo>
                <a:lnTo>
                  <a:pt x="57323" y="858012"/>
                </a:lnTo>
                <a:lnTo>
                  <a:pt x="56561" y="856488"/>
                </a:lnTo>
                <a:lnTo>
                  <a:pt x="52751" y="852678"/>
                </a:lnTo>
                <a:lnTo>
                  <a:pt x="49703" y="848106"/>
                </a:lnTo>
                <a:lnTo>
                  <a:pt x="38363" y="809794"/>
                </a:lnTo>
                <a:lnTo>
                  <a:pt x="38273" y="797052"/>
                </a:lnTo>
                <a:lnTo>
                  <a:pt x="38273" y="891159"/>
                </a:lnTo>
                <a:lnTo>
                  <a:pt x="42083" y="893063"/>
                </a:lnTo>
                <a:lnTo>
                  <a:pt x="52926" y="899492"/>
                </a:lnTo>
                <a:lnTo>
                  <a:pt x="64113" y="903984"/>
                </a:lnTo>
                <a:lnTo>
                  <a:pt x="112938" y="917082"/>
                </a:lnTo>
                <a:lnTo>
                  <a:pt x="152125" y="922952"/>
                </a:lnTo>
                <a:lnTo>
                  <a:pt x="193315" y="926799"/>
                </a:lnTo>
                <a:lnTo>
                  <a:pt x="229941" y="929379"/>
                </a:lnTo>
                <a:lnTo>
                  <a:pt x="242124" y="930245"/>
                </a:lnTo>
                <a:lnTo>
                  <a:pt x="253919" y="931163"/>
                </a:lnTo>
                <a:lnTo>
                  <a:pt x="285161" y="931926"/>
                </a:lnTo>
                <a:lnTo>
                  <a:pt x="304211" y="932888"/>
                </a:lnTo>
                <a:lnTo>
                  <a:pt x="314879" y="933450"/>
                </a:lnTo>
                <a:lnTo>
                  <a:pt x="318428" y="933572"/>
                </a:lnTo>
                <a:lnTo>
                  <a:pt x="320459" y="895485"/>
                </a:lnTo>
                <a:close/>
              </a:path>
              <a:path w="972184" h="971550">
                <a:moveTo>
                  <a:pt x="339263" y="961539"/>
                </a:moveTo>
                <a:lnTo>
                  <a:pt x="339263" y="896112"/>
                </a:lnTo>
                <a:lnTo>
                  <a:pt x="336977" y="934212"/>
                </a:lnTo>
                <a:lnTo>
                  <a:pt x="318428" y="933572"/>
                </a:lnTo>
                <a:lnTo>
                  <a:pt x="316403" y="971550"/>
                </a:lnTo>
                <a:lnTo>
                  <a:pt x="339263" y="961539"/>
                </a:lnTo>
                <a:close/>
              </a:path>
              <a:path w="972184" h="971550">
                <a:moveTo>
                  <a:pt x="339263" y="896112"/>
                </a:moveTo>
                <a:lnTo>
                  <a:pt x="320459" y="895485"/>
                </a:lnTo>
                <a:lnTo>
                  <a:pt x="318428" y="933572"/>
                </a:lnTo>
                <a:lnTo>
                  <a:pt x="336977" y="934212"/>
                </a:lnTo>
                <a:lnTo>
                  <a:pt x="339263" y="896112"/>
                </a:lnTo>
                <a:close/>
              </a:path>
              <a:path w="972184" h="971550">
                <a:moveTo>
                  <a:pt x="432989" y="920496"/>
                </a:moveTo>
                <a:lnTo>
                  <a:pt x="322499" y="857250"/>
                </a:lnTo>
                <a:lnTo>
                  <a:pt x="320459" y="895485"/>
                </a:lnTo>
                <a:lnTo>
                  <a:pt x="339263" y="896112"/>
                </a:lnTo>
                <a:lnTo>
                  <a:pt x="339263" y="961539"/>
                </a:lnTo>
                <a:lnTo>
                  <a:pt x="432989" y="920496"/>
                </a:lnTo>
                <a:close/>
              </a:path>
              <a:path w="972184" h="971550">
                <a:moveTo>
                  <a:pt x="971884" y="243675"/>
                </a:moveTo>
                <a:lnTo>
                  <a:pt x="964284" y="197179"/>
                </a:lnTo>
                <a:lnTo>
                  <a:pt x="944491" y="150971"/>
                </a:lnTo>
                <a:lnTo>
                  <a:pt x="917187" y="106254"/>
                </a:lnTo>
                <a:lnTo>
                  <a:pt x="867704" y="38311"/>
                </a:lnTo>
                <a:lnTo>
                  <a:pt x="858771" y="26111"/>
                </a:lnTo>
                <a:lnTo>
                  <a:pt x="850565" y="14478"/>
                </a:lnTo>
                <a:lnTo>
                  <a:pt x="847517" y="9144"/>
                </a:lnTo>
                <a:lnTo>
                  <a:pt x="845231" y="5334"/>
                </a:lnTo>
                <a:lnTo>
                  <a:pt x="843707" y="0"/>
                </a:lnTo>
                <a:lnTo>
                  <a:pt x="807893" y="12954"/>
                </a:lnTo>
                <a:lnTo>
                  <a:pt x="809417" y="18288"/>
                </a:lnTo>
                <a:lnTo>
                  <a:pt x="831154" y="52930"/>
                </a:lnTo>
                <a:lnTo>
                  <a:pt x="857148" y="87788"/>
                </a:lnTo>
                <a:lnTo>
                  <a:pt x="866622" y="100601"/>
                </a:lnTo>
                <a:lnTo>
                  <a:pt x="894752" y="141421"/>
                </a:lnTo>
                <a:lnTo>
                  <a:pt x="918350" y="184023"/>
                </a:lnTo>
                <a:lnTo>
                  <a:pt x="932159" y="226100"/>
                </a:lnTo>
                <a:lnTo>
                  <a:pt x="933679" y="239610"/>
                </a:lnTo>
                <a:lnTo>
                  <a:pt x="933679" y="330407"/>
                </a:lnTo>
                <a:lnTo>
                  <a:pt x="942005" y="322326"/>
                </a:lnTo>
                <a:lnTo>
                  <a:pt x="962609" y="289255"/>
                </a:lnTo>
                <a:lnTo>
                  <a:pt x="970898" y="259030"/>
                </a:lnTo>
                <a:lnTo>
                  <a:pt x="971884" y="243675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8" name="object 137">
            <a:extLst>
              <a:ext uri="{FF2B5EF4-FFF2-40B4-BE49-F238E27FC236}">
                <a16:creationId xmlns:a16="http://schemas.microsoft.com/office/drawing/2014/main" id="{21D73118-D1E8-4EF0-8634-4B026CA0E817}"/>
              </a:ext>
            </a:extLst>
          </p:cNvPr>
          <p:cNvSpPr/>
          <p:nvPr/>
        </p:nvSpPr>
        <p:spPr>
          <a:xfrm>
            <a:off x="9769320" y="4604347"/>
            <a:ext cx="957580" cy="1232535"/>
          </a:xfrm>
          <a:custGeom>
            <a:avLst/>
            <a:gdLst/>
            <a:ahLst/>
            <a:cxnLst/>
            <a:rect l="l" t="t" r="r" b="b"/>
            <a:pathLst>
              <a:path w="957579" h="1232535">
                <a:moveTo>
                  <a:pt x="113656" y="72713"/>
                </a:moveTo>
                <a:lnTo>
                  <a:pt x="101491" y="36728"/>
                </a:lnTo>
                <a:lnTo>
                  <a:pt x="91362" y="40386"/>
                </a:lnTo>
                <a:lnTo>
                  <a:pt x="76884" y="48006"/>
                </a:lnTo>
                <a:lnTo>
                  <a:pt x="35725" y="74468"/>
                </a:lnTo>
                <a:lnTo>
                  <a:pt x="10184" y="110955"/>
                </a:lnTo>
                <a:lnTo>
                  <a:pt x="367" y="154479"/>
                </a:lnTo>
                <a:lnTo>
                  <a:pt x="0" y="170000"/>
                </a:lnTo>
                <a:lnTo>
                  <a:pt x="875" y="185832"/>
                </a:lnTo>
                <a:lnTo>
                  <a:pt x="9694" y="234011"/>
                </a:lnTo>
                <a:lnTo>
                  <a:pt x="25155" y="280737"/>
                </a:lnTo>
                <a:lnTo>
                  <a:pt x="38784" y="312253"/>
                </a:lnTo>
                <a:lnTo>
                  <a:pt x="38784" y="160781"/>
                </a:lnTo>
                <a:lnTo>
                  <a:pt x="39450" y="142125"/>
                </a:lnTo>
                <a:lnTo>
                  <a:pt x="66359" y="99513"/>
                </a:lnTo>
                <a:lnTo>
                  <a:pt x="108126" y="74675"/>
                </a:lnTo>
                <a:lnTo>
                  <a:pt x="113656" y="72713"/>
                </a:lnTo>
                <a:close/>
              </a:path>
              <a:path w="957579" h="1232535">
                <a:moveTo>
                  <a:pt x="957188" y="923452"/>
                </a:moveTo>
                <a:lnTo>
                  <a:pt x="950722" y="875822"/>
                </a:lnTo>
                <a:lnTo>
                  <a:pt x="936067" y="825195"/>
                </a:lnTo>
                <a:lnTo>
                  <a:pt x="914365" y="773178"/>
                </a:lnTo>
                <a:lnTo>
                  <a:pt x="886759" y="721376"/>
                </a:lnTo>
                <a:lnTo>
                  <a:pt x="854389" y="671395"/>
                </a:lnTo>
                <a:lnTo>
                  <a:pt x="818397" y="624840"/>
                </a:lnTo>
                <a:lnTo>
                  <a:pt x="779926" y="583318"/>
                </a:lnTo>
                <a:lnTo>
                  <a:pt x="740116" y="548433"/>
                </a:lnTo>
                <a:lnTo>
                  <a:pt x="700109" y="521791"/>
                </a:lnTo>
                <a:lnTo>
                  <a:pt x="664386" y="505968"/>
                </a:lnTo>
                <a:lnTo>
                  <a:pt x="611808" y="489966"/>
                </a:lnTo>
                <a:lnTo>
                  <a:pt x="559601" y="479543"/>
                </a:lnTo>
                <a:lnTo>
                  <a:pt x="508393" y="471847"/>
                </a:lnTo>
                <a:lnTo>
                  <a:pt x="456923" y="465920"/>
                </a:lnTo>
                <a:lnTo>
                  <a:pt x="405339" y="460751"/>
                </a:lnTo>
                <a:lnTo>
                  <a:pt x="388144" y="459022"/>
                </a:lnTo>
                <a:lnTo>
                  <a:pt x="336638" y="453289"/>
                </a:lnTo>
                <a:lnTo>
                  <a:pt x="285364" y="445954"/>
                </a:lnTo>
                <a:lnTo>
                  <a:pt x="236142" y="435864"/>
                </a:lnTo>
                <a:lnTo>
                  <a:pt x="188905" y="419767"/>
                </a:lnTo>
                <a:lnTo>
                  <a:pt x="146364" y="393060"/>
                </a:lnTo>
                <a:lnTo>
                  <a:pt x="110702" y="356914"/>
                </a:lnTo>
                <a:lnTo>
                  <a:pt x="88314" y="325374"/>
                </a:lnTo>
                <a:lnTo>
                  <a:pt x="77646" y="306324"/>
                </a:lnTo>
                <a:lnTo>
                  <a:pt x="71987" y="296471"/>
                </a:lnTo>
                <a:lnTo>
                  <a:pt x="57478" y="260659"/>
                </a:lnTo>
                <a:lnTo>
                  <a:pt x="44221" y="211781"/>
                </a:lnTo>
                <a:lnTo>
                  <a:pt x="39359" y="173780"/>
                </a:lnTo>
                <a:lnTo>
                  <a:pt x="38784" y="160781"/>
                </a:lnTo>
                <a:lnTo>
                  <a:pt x="38784" y="312253"/>
                </a:lnTo>
                <a:lnTo>
                  <a:pt x="71672" y="369401"/>
                </a:lnTo>
                <a:lnTo>
                  <a:pt x="98907" y="401037"/>
                </a:lnTo>
                <a:lnTo>
                  <a:pt x="136515" y="433604"/>
                </a:lnTo>
                <a:lnTo>
                  <a:pt x="178840" y="457121"/>
                </a:lnTo>
                <a:lnTo>
                  <a:pt x="215805" y="470092"/>
                </a:lnTo>
                <a:lnTo>
                  <a:pt x="260526" y="480060"/>
                </a:lnTo>
                <a:lnTo>
                  <a:pt x="310849" y="488177"/>
                </a:lnTo>
                <a:lnTo>
                  <a:pt x="359357" y="494264"/>
                </a:lnTo>
                <a:lnTo>
                  <a:pt x="440868" y="502577"/>
                </a:lnTo>
                <a:lnTo>
                  <a:pt x="457195" y="504264"/>
                </a:lnTo>
                <a:lnTo>
                  <a:pt x="506080" y="509974"/>
                </a:lnTo>
                <a:lnTo>
                  <a:pt x="554644" y="517354"/>
                </a:lnTo>
                <a:lnTo>
                  <a:pt x="602664" y="527304"/>
                </a:lnTo>
                <a:lnTo>
                  <a:pt x="649908" y="541020"/>
                </a:lnTo>
                <a:lnTo>
                  <a:pt x="694051" y="562442"/>
                </a:lnTo>
                <a:lnTo>
                  <a:pt x="728522" y="587605"/>
                </a:lnTo>
                <a:lnTo>
                  <a:pt x="763402" y="620398"/>
                </a:lnTo>
                <a:lnTo>
                  <a:pt x="797505" y="659258"/>
                </a:lnTo>
                <a:lnTo>
                  <a:pt x="829640" y="702622"/>
                </a:lnTo>
                <a:lnTo>
                  <a:pt x="858621" y="748926"/>
                </a:lnTo>
                <a:lnTo>
                  <a:pt x="883259" y="796605"/>
                </a:lnTo>
                <a:lnTo>
                  <a:pt x="902365" y="844096"/>
                </a:lnTo>
                <a:lnTo>
                  <a:pt x="914751" y="889835"/>
                </a:lnTo>
                <a:lnTo>
                  <a:pt x="919230" y="932258"/>
                </a:lnTo>
                <a:lnTo>
                  <a:pt x="919230" y="1029876"/>
                </a:lnTo>
                <a:lnTo>
                  <a:pt x="927326" y="1020739"/>
                </a:lnTo>
                <a:lnTo>
                  <a:pt x="947531" y="987868"/>
                </a:lnTo>
                <a:lnTo>
                  <a:pt x="956994" y="945641"/>
                </a:lnTo>
                <a:lnTo>
                  <a:pt x="957188" y="923452"/>
                </a:lnTo>
                <a:close/>
              </a:path>
              <a:path w="957579" h="1232535">
                <a:moveTo>
                  <a:pt x="215568" y="18287"/>
                </a:moveTo>
                <a:lnTo>
                  <a:pt x="89076" y="0"/>
                </a:lnTo>
                <a:lnTo>
                  <a:pt x="101491" y="36728"/>
                </a:lnTo>
                <a:lnTo>
                  <a:pt x="118794" y="30480"/>
                </a:lnTo>
                <a:lnTo>
                  <a:pt x="131748" y="66293"/>
                </a:lnTo>
                <a:lnTo>
                  <a:pt x="131748" y="102107"/>
                </a:lnTo>
                <a:lnTo>
                  <a:pt x="215568" y="18287"/>
                </a:lnTo>
                <a:close/>
              </a:path>
              <a:path w="957579" h="1232535">
                <a:moveTo>
                  <a:pt x="131748" y="66293"/>
                </a:moveTo>
                <a:lnTo>
                  <a:pt x="118794" y="30480"/>
                </a:lnTo>
                <a:lnTo>
                  <a:pt x="101491" y="36728"/>
                </a:lnTo>
                <a:lnTo>
                  <a:pt x="113656" y="72713"/>
                </a:lnTo>
                <a:lnTo>
                  <a:pt x="131748" y="66293"/>
                </a:lnTo>
                <a:close/>
              </a:path>
              <a:path w="957579" h="1232535">
                <a:moveTo>
                  <a:pt x="131748" y="102107"/>
                </a:moveTo>
                <a:lnTo>
                  <a:pt x="131748" y="66293"/>
                </a:lnTo>
                <a:lnTo>
                  <a:pt x="113656" y="72713"/>
                </a:lnTo>
                <a:lnTo>
                  <a:pt x="125652" y="108203"/>
                </a:lnTo>
                <a:lnTo>
                  <a:pt x="131748" y="102107"/>
                </a:lnTo>
                <a:close/>
              </a:path>
              <a:path w="957579" h="1232535">
                <a:moveTo>
                  <a:pt x="919230" y="1029876"/>
                </a:moveTo>
                <a:lnTo>
                  <a:pt x="919230" y="932258"/>
                </a:lnTo>
                <a:lnTo>
                  <a:pt x="918132" y="951738"/>
                </a:lnTo>
                <a:lnTo>
                  <a:pt x="916608" y="960882"/>
                </a:lnTo>
                <a:lnTo>
                  <a:pt x="888995" y="1006622"/>
                </a:lnTo>
                <a:lnTo>
                  <a:pt x="859251" y="1033682"/>
                </a:lnTo>
                <a:lnTo>
                  <a:pt x="822652" y="1059718"/>
                </a:lnTo>
                <a:lnTo>
                  <a:pt x="781169" y="1084670"/>
                </a:lnTo>
                <a:lnTo>
                  <a:pt x="736977" y="1108324"/>
                </a:lnTo>
                <a:lnTo>
                  <a:pt x="692199" y="1130508"/>
                </a:lnTo>
                <a:lnTo>
                  <a:pt x="628577" y="1160645"/>
                </a:lnTo>
                <a:lnTo>
                  <a:pt x="609377" y="1169766"/>
                </a:lnTo>
                <a:lnTo>
                  <a:pt x="561516" y="1194054"/>
                </a:lnTo>
                <a:lnTo>
                  <a:pt x="550848" y="1200912"/>
                </a:lnTo>
                <a:lnTo>
                  <a:pt x="572946" y="1232154"/>
                </a:lnTo>
                <a:lnTo>
                  <a:pt x="575994" y="1230630"/>
                </a:lnTo>
                <a:lnTo>
                  <a:pt x="578280" y="1228344"/>
                </a:lnTo>
                <a:lnTo>
                  <a:pt x="581328" y="1226820"/>
                </a:lnTo>
                <a:lnTo>
                  <a:pt x="633346" y="1200390"/>
                </a:lnTo>
                <a:lnTo>
                  <a:pt x="675837" y="1180332"/>
                </a:lnTo>
                <a:lnTo>
                  <a:pt x="698578" y="1169582"/>
                </a:lnTo>
                <a:lnTo>
                  <a:pt x="745634" y="1146660"/>
                </a:lnTo>
                <a:lnTo>
                  <a:pt x="792902" y="1121864"/>
                </a:lnTo>
                <a:lnTo>
                  <a:pt x="838119" y="1095223"/>
                </a:lnTo>
                <a:lnTo>
                  <a:pt x="879020" y="1066766"/>
                </a:lnTo>
                <a:lnTo>
                  <a:pt x="913341" y="1036522"/>
                </a:lnTo>
                <a:lnTo>
                  <a:pt x="919230" y="102987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9" name="object 138">
            <a:extLst>
              <a:ext uri="{FF2B5EF4-FFF2-40B4-BE49-F238E27FC236}">
                <a16:creationId xmlns:a16="http://schemas.microsoft.com/office/drawing/2014/main" id="{408DCE89-99E0-40D9-8B23-578897342CF2}"/>
              </a:ext>
            </a:extLst>
          </p:cNvPr>
          <p:cNvSpPr/>
          <p:nvPr/>
        </p:nvSpPr>
        <p:spPr>
          <a:xfrm>
            <a:off x="8289688" y="3340190"/>
            <a:ext cx="236854" cy="1922145"/>
          </a:xfrm>
          <a:custGeom>
            <a:avLst/>
            <a:gdLst/>
            <a:ahLst/>
            <a:cxnLst/>
            <a:rect l="l" t="t" r="r" b="b"/>
            <a:pathLst>
              <a:path w="236854" h="1922145">
                <a:moveTo>
                  <a:pt x="198196" y="663246"/>
                </a:moveTo>
                <a:lnTo>
                  <a:pt x="198196" y="380718"/>
                </a:lnTo>
                <a:lnTo>
                  <a:pt x="198121" y="412094"/>
                </a:lnTo>
                <a:lnTo>
                  <a:pt x="197233" y="443389"/>
                </a:lnTo>
                <a:lnTo>
                  <a:pt x="192694" y="505427"/>
                </a:lnTo>
                <a:lnTo>
                  <a:pt x="183925" y="566215"/>
                </a:lnTo>
                <a:lnTo>
                  <a:pt x="170272" y="625135"/>
                </a:lnTo>
                <a:lnTo>
                  <a:pt x="151083" y="681568"/>
                </a:lnTo>
                <a:lnTo>
                  <a:pt x="85859" y="828932"/>
                </a:lnTo>
                <a:lnTo>
                  <a:pt x="75686" y="852139"/>
                </a:lnTo>
                <a:lnTo>
                  <a:pt x="60946" y="887545"/>
                </a:lnTo>
                <a:lnTo>
                  <a:pt x="47184" y="923551"/>
                </a:lnTo>
                <a:lnTo>
                  <a:pt x="34797" y="960026"/>
                </a:lnTo>
                <a:lnTo>
                  <a:pt x="24183" y="996839"/>
                </a:lnTo>
                <a:lnTo>
                  <a:pt x="9668" y="1067562"/>
                </a:lnTo>
                <a:lnTo>
                  <a:pt x="5391" y="1108975"/>
                </a:lnTo>
                <a:lnTo>
                  <a:pt x="2406" y="1149377"/>
                </a:lnTo>
                <a:lnTo>
                  <a:pt x="650" y="1190046"/>
                </a:lnTo>
                <a:lnTo>
                  <a:pt x="0" y="1230904"/>
                </a:lnTo>
                <a:lnTo>
                  <a:pt x="51" y="1251381"/>
                </a:lnTo>
                <a:lnTo>
                  <a:pt x="1526" y="1312884"/>
                </a:lnTo>
                <a:lnTo>
                  <a:pt x="4659" y="1374295"/>
                </a:lnTo>
                <a:lnTo>
                  <a:pt x="9036" y="1435355"/>
                </a:lnTo>
                <a:lnTo>
                  <a:pt x="14240" y="1495806"/>
                </a:lnTo>
                <a:lnTo>
                  <a:pt x="25670" y="1600200"/>
                </a:lnTo>
                <a:lnTo>
                  <a:pt x="38069" y="1697318"/>
                </a:lnTo>
                <a:lnTo>
                  <a:pt x="38069" y="1240268"/>
                </a:lnTo>
                <a:lnTo>
                  <a:pt x="38153" y="1219094"/>
                </a:lnTo>
                <a:lnTo>
                  <a:pt x="39194" y="1176945"/>
                </a:lnTo>
                <a:lnTo>
                  <a:pt x="41524" y="1135195"/>
                </a:lnTo>
                <a:lnTo>
                  <a:pt x="45295" y="1093999"/>
                </a:lnTo>
                <a:lnTo>
                  <a:pt x="50816" y="1053846"/>
                </a:lnTo>
                <a:lnTo>
                  <a:pt x="60616" y="1009245"/>
                </a:lnTo>
                <a:lnTo>
                  <a:pt x="71424" y="971474"/>
                </a:lnTo>
                <a:lnTo>
                  <a:pt x="84073" y="934283"/>
                </a:lnTo>
                <a:lnTo>
                  <a:pt x="98174" y="897579"/>
                </a:lnTo>
                <a:lnTo>
                  <a:pt x="123848" y="837227"/>
                </a:lnTo>
                <a:lnTo>
                  <a:pt x="174260" y="723900"/>
                </a:lnTo>
                <a:lnTo>
                  <a:pt x="192328" y="680075"/>
                </a:lnTo>
                <a:lnTo>
                  <a:pt x="198196" y="663246"/>
                </a:lnTo>
                <a:close/>
              </a:path>
              <a:path w="236854" h="1922145">
                <a:moveTo>
                  <a:pt x="94250" y="1905761"/>
                </a:moveTo>
                <a:lnTo>
                  <a:pt x="94250" y="1824989"/>
                </a:lnTo>
                <a:lnTo>
                  <a:pt x="56150" y="1830324"/>
                </a:lnTo>
                <a:lnTo>
                  <a:pt x="53617" y="1811781"/>
                </a:lnTo>
                <a:lnTo>
                  <a:pt x="15764" y="1817370"/>
                </a:lnTo>
                <a:lnTo>
                  <a:pt x="88916" y="1921764"/>
                </a:lnTo>
                <a:lnTo>
                  <a:pt x="94250" y="1905761"/>
                </a:lnTo>
                <a:close/>
              </a:path>
              <a:path w="236854" h="1922145">
                <a:moveTo>
                  <a:pt x="91547" y="1806180"/>
                </a:moveTo>
                <a:lnTo>
                  <a:pt x="76724" y="1703070"/>
                </a:lnTo>
                <a:lnTo>
                  <a:pt x="63770" y="1596390"/>
                </a:lnTo>
                <a:lnTo>
                  <a:pt x="52340" y="1491996"/>
                </a:lnTo>
                <a:lnTo>
                  <a:pt x="46979" y="1430351"/>
                </a:lnTo>
                <a:lnTo>
                  <a:pt x="42473" y="1367497"/>
                </a:lnTo>
                <a:lnTo>
                  <a:pt x="40195" y="1325183"/>
                </a:lnTo>
                <a:lnTo>
                  <a:pt x="38677" y="1282722"/>
                </a:lnTo>
                <a:lnTo>
                  <a:pt x="38069" y="1240268"/>
                </a:lnTo>
                <a:lnTo>
                  <a:pt x="38069" y="1697318"/>
                </a:lnTo>
                <a:lnTo>
                  <a:pt x="40195" y="1713561"/>
                </a:lnTo>
                <a:lnTo>
                  <a:pt x="53617" y="1811781"/>
                </a:lnTo>
                <a:lnTo>
                  <a:pt x="91547" y="1806180"/>
                </a:lnTo>
                <a:close/>
              </a:path>
              <a:path w="236854" h="1922145">
                <a:moveTo>
                  <a:pt x="94250" y="1824989"/>
                </a:moveTo>
                <a:lnTo>
                  <a:pt x="91547" y="1806180"/>
                </a:lnTo>
                <a:lnTo>
                  <a:pt x="53617" y="1811781"/>
                </a:lnTo>
                <a:lnTo>
                  <a:pt x="56150" y="1830324"/>
                </a:lnTo>
                <a:lnTo>
                  <a:pt x="94250" y="1824989"/>
                </a:lnTo>
                <a:close/>
              </a:path>
              <a:path w="236854" h="1922145">
                <a:moveTo>
                  <a:pt x="129302" y="1800606"/>
                </a:moveTo>
                <a:lnTo>
                  <a:pt x="91547" y="1806180"/>
                </a:lnTo>
                <a:lnTo>
                  <a:pt x="94250" y="1824989"/>
                </a:lnTo>
                <a:lnTo>
                  <a:pt x="94250" y="1905761"/>
                </a:lnTo>
                <a:lnTo>
                  <a:pt x="129302" y="1800606"/>
                </a:lnTo>
                <a:close/>
              </a:path>
              <a:path w="236854" h="1922145">
                <a:moveTo>
                  <a:pt x="236263" y="408208"/>
                </a:moveTo>
                <a:lnTo>
                  <a:pt x="235512" y="344744"/>
                </a:lnTo>
                <a:lnTo>
                  <a:pt x="232280" y="281698"/>
                </a:lnTo>
                <a:lnTo>
                  <a:pt x="227185" y="219774"/>
                </a:lnTo>
                <a:lnTo>
                  <a:pt x="220847" y="159675"/>
                </a:lnTo>
                <a:lnTo>
                  <a:pt x="213884" y="102107"/>
                </a:lnTo>
                <a:lnTo>
                  <a:pt x="200168" y="0"/>
                </a:lnTo>
                <a:lnTo>
                  <a:pt x="162068" y="5334"/>
                </a:lnTo>
                <a:lnTo>
                  <a:pt x="171974" y="73152"/>
                </a:lnTo>
                <a:lnTo>
                  <a:pt x="175784" y="107442"/>
                </a:lnTo>
                <a:lnTo>
                  <a:pt x="182832" y="165311"/>
                </a:lnTo>
                <a:lnTo>
                  <a:pt x="189242" y="225330"/>
                </a:lnTo>
                <a:lnTo>
                  <a:pt x="194363" y="286878"/>
                </a:lnTo>
                <a:lnTo>
                  <a:pt x="197540" y="349339"/>
                </a:lnTo>
                <a:lnTo>
                  <a:pt x="198196" y="663246"/>
                </a:lnTo>
                <a:lnTo>
                  <a:pt x="202065" y="652150"/>
                </a:lnTo>
                <a:lnTo>
                  <a:pt x="217434" y="594060"/>
                </a:lnTo>
                <a:lnTo>
                  <a:pt x="227843" y="533570"/>
                </a:lnTo>
                <a:lnTo>
                  <a:pt x="233914" y="471384"/>
                </a:lnTo>
                <a:lnTo>
                  <a:pt x="235515" y="439876"/>
                </a:lnTo>
                <a:lnTo>
                  <a:pt x="236263" y="408208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3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34" grpId="0"/>
      <p:bldP spid="135" grpId="0"/>
      <p:bldP spid="136" grpId="0"/>
      <p:bldP spid="137" grpId="0" animBg="1"/>
      <p:bldP spid="138" grpId="0" animBg="1"/>
      <p:bldP spid="13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F18C2-E737-442A-B7D6-CE83D821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4FC11-7749-4D38-9FBF-02A247F4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1C096D-8229-4A2E-9ABB-587DD920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CD922DB-11DE-4993-A52E-CAEA4756C5EA}"/>
              </a:ext>
            </a:extLst>
          </p:cNvPr>
          <p:cNvSpPr/>
          <p:nvPr/>
        </p:nvSpPr>
        <p:spPr>
          <a:xfrm>
            <a:off x="4667486" y="17025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651B516-62AF-4B51-B2CE-BD3734FB44B2}"/>
              </a:ext>
            </a:extLst>
          </p:cNvPr>
          <p:cNvSpPr/>
          <p:nvPr/>
        </p:nvSpPr>
        <p:spPr>
          <a:xfrm>
            <a:off x="4667486" y="17025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897263B5-17F0-4F01-B7FF-6F03C8C5AAE8}"/>
              </a:ext>
            </a:extLst>
          </p:cNvPr>
          <p:cNvSpPr/>
          <p:nvPr/>
        </p:nvSpPr>
        <p:spPr>
          <a:xfrm>
            <a:off x="4675106" y="20454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73AD68D1-CDC8-4811-84F6-5E8B25376D72}"/>
              </a:ext>
            </a:extLst>
          </p:cNvPr>
          <p:cNvSpPr/>
          <p:nvPr/>
        </p:nvSpPr>
        <p:spPr>
          <a:xfrm>
            <a:off x="5085062" y="17025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3BE55D29-5C9A-4638-87D9-DCE02A481F97}"/>
              </a:ext>
            </a:extLst>
          </p:cNvPr>
          <p:cNvSpPr/>
          <p:nvPr/>
        </p:nvSpPr>
        <p:spPr>
          <a:xfrm>
            <a:off x="5507210" y="17108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3C61FCB-5ED6-411D-B7BB-83E1E2A06C1C}"/>
              </a:ext>
            </a:extLst>
          </p:cNvPr>
          <p:cNvSpPr/>
          <p:nvPr/>
        </p:nvSpPr>
        <p:spPr>
          <a:xfrm>
            <a:off x="4965428" y="20377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BA36A9D-E558-4F02-ACFC-D6C6F8216E4A}"/>
              </a:ext>
            </a:extLst>
          </p:cNvPr>
          <p:cNvSpPr/>
          <p:nvPr/>
        </p:nvSpPr>
        <p:spPr>
          <a:xfrm>
            <a:off x="5283182" y="20377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7977005D-F601-4C12-A33F-08E0112A3091}"/>
              </a:ext>
            </a:extLst>
          </p:cNvPr>
          <p:cNvSpPr/>
          <p:nvPr/>
        </p:nvSpPr>
        <p:spPr>
          <a:xfrm>
            <a:off x="5602460" y="20377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D8708B0F-06CC-4782-96D0-D254DD9BD56F}"/>
              </a:ext>
            </a:extLst>
          </p:cNvPr>
          <p:cNvSpPr/>
          <p:nvPr/>
        </p:nvSpPr>
        <p:spPr>
          <a:xfrm>
            <a:off x="3354560" y="286456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974D4122-7D67-4858-ADCE-6C55BEA4A956}"/>
              </a:ext>
            </a:extLst>
          </p:cNvPr>
          <p:cNvSpPr/>
          <p:nvPr/>
        </p:nvSpPr>
        <p:spPr>
          <a:xfrm>
            <a:off x="3354560" y="286456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A95BC159-DB7E-4296-96B0-5C277633B2DB}"/>
              </a:ext>
            </a:extLst>
          </p:cNvPr>
          <p:cNvSpPr/>
          <p:nvPr/>
        </p:nvSpPr>
        <p:spPr>
          <a:xfrm>
            <a:off x="3362180" y="320746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6002B545-0E3A-43D1-9F63-3C2266C00E56}"/>
              </a:ext>
            </a:extLst>
          </p:cNvPr>
          <p:cNvSpPr/>
          <p:nvPr/>
        </p:nvSpPr>
        <p:spPr>
          <a:xfrm>
            <a:off x="3772136" y="286456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8ABD22CD-18A2-4B76-842C-67FD52A9A022}"/>
              </a:ext>
            </a:extLst>
          </p:cNvPr>
          <p:cNvSpPr/>
          <p:nvPr/>
        </p:nvSpPr>
        <p:spPr>
          <a:xfrm>
            <a:off x="4194284" y="287294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0C1B1F12-C0F4-4C7A-8858-E37B797770EC}"/>
              </a:ext>
            </a:extLst>
          </p:cNvPr>
          <p:cNvSpPr/>
          <p:nvPr/>
        </p:nvSpPr>
        <p:spPr>
          <a:xfrm>
            <a:off x="3652502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03E4304F-57AB-4E8F-8FB0-CE22F68C6A82}"/>
              </a:ext>
            </a:extLst>
          </p:cNvPr>
          <p:cNvSpPr/>
          <p:nvPr/>
        </p:nvSpPr>
        <p:spPr>
          <a:xfrm>
            <a:off x="3970256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2629D585-CF1F-4C8E-A0DF-378515FB65FF}"/>
              </a:ext>
            </a:extLst>
          </p:cNvPr>
          <p:cNvSpPr/>
          <p:nvPr/>
        </p:nvSpPr>
        <p:spPr>
          <a:xfrm>
            <a:off x="4289534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C8804421-87C7-4BCD-94FF-2E9216452F33}"/>
              </a:ext>
            </a:extLst>
          </p:cNvPr>
          <p:cNvSpPr/>
          <p:nvPr/>
        </p:nvSpPr>
        <p:spPr>
          <a:xfrm>
            <a:off x="6902432" y="286456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8092C3EF-46CA-43CA-ADD2-2E5720F4F1CD}"/>
              </a:ext>
            </a:extLst>
          </p:cNvPr>
          <p:cNvSpPr/>
          <p:nvPr/>
        </p:nvSpPr>
        <p:spPr>
          <a:xfrm>
            <a:off x="6902432" y="286456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75A8E902-DDBD-41E2-B79B-C735F80277CB}"/>
              </a:ext>
            </a:extLst>
          </p:cNvPr>
          <p:cNvSpPr/>
          <p:nvPr/>
        </p:nvSpPr>
        <p:spPr>
          <a:xfrm>
            <a:off x="6910052" y="320746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1D809025-CBA2-4C19-9099-8D61CD7234AD}"/>
              </a:ext>
            </a:extLst>
          </p:cNvPr>
          <p:cNvSpPr/>
          <p:nvPr/>
        </p:nvSpPr>
        <p:spPr>
          <a:xfrm>
            <a:off x="7320008" y="286456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A5AAF693-A256-4A11-B527-107B26B4B870}"/>
              </a:ext>
            </a:extLst>
          </p:cNvPr>
          <p:cNvSpPr/>
          <p:nvPr/>
        </p:nvSpPr>
        <p:spPr>
          <a:xfrm>
            <a:off x="7742156" y="287294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340F7FAE-F1FB-47A9-A569-17D70586ECCB}"/>
              </a:ext>
            </a:extLst>
          </p:cNvPr>
          <p:cNvSpPr/>
          <p:nvPr/>
        </p:nvSpPr>
        <p:spPr>
          <a:xfrm>
            <a:off x="7201136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D72C68EE-6CAF-47E7-98CE-2EF0937D7DB1}"/>
              </a:ext>
            </a:extLst>
          </p:cNvPr>
          <p:cNvSpPr/>
          <p:nvPr/>
        </p:nvSpPr>
        <p:spPr>
          <a:xfrm>
            <a:off x="7518128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E5D284D1-F8EF-48C0-813E-932844445022}"/>
              </a:ext>
            </a:extLst>
          </p:cNvPr>
          <p:cNvSpPr/>
          <p:nvPr/>
        </p:nvSpPr>
        <p:spPr>
          <a:xfrm>
            <a:off x="7837406" y="319984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8D68CA58-7BC3-4F18-BE5D-D8FDB1BF0D82}"/>
              </a:ext>
            </a:extLst>
          </p:cNvPr>
          <p:cNvSpPr/>
          <p:nvPr/>
        </p:nvSpPr>
        <p:spPr>
          <a:xfrm>
            <a:off x="16956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4AAF8430-E662-41FE-B51D-1B3D68BEB373}"/>
              </a:ext>
            </a:extLst>
          </p:cNvPr>
          <p:cNvSpPr/>
          <p:nvPr/>
        </p:nvSpPr>
        <p:spPr>
          <a:xfrm>
            <a:off x="16956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8150DAFB-2CAD-4559-A00C-5E0DCC48E43A}"/>
              </a:ext>
            </a:extLst>
          </p:cNvPr>
          <p:cNvSpPr/>
          <p:nvPr/>
        </p:nvSpPr>
        <p:spPr>
          <a:xfrm>
            <a:off x="1703306" y="44838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02A11493-AEBC-488C-AE46-AF0D6AC329EB}"/>
              </a:ext>
            </a:extLst>
          </p:cNvPr>
          <p:cNvSpPr/>
          <p:nvPr/>
        </p:nvSpPr>
        <p:spPr>
          <a:xfrm>
            <a:off x="2113262" y="41409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EE970A72-86FA-402E-BA79-337D38A355CD}"/>
              </a:ext>
            </a:extLst>
          </p:cNvPr>
          <p:cNvSpPr/>
          <p:nvPr/>
        </p:nvSpPr>
        <p:spPr>
          <a:xfrm>
            <a:off x="2535410" y="41492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CE018E2B-1476-4E16-B1CF-3AF045D05E4A}"/>
              </a:ext>
            </a:extLst>
          </p:cNvPr>
          <p:cNvSpPr/>
          <p:nvPr/>
        </p:nvSpPr>
        <p:spPr>
          <a:xfrm>
            <a:off x="1993628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102F9D16-929C-416F-8D99-197AF8E3BC1D}"/>
              </a:ext>
            </a:extLst>
          </p:cNvPr>
          <p:cNvSpPr/>
          <p:nvPr/>
        </p:nvSpPr>
        <p:spPr>
          <a:xfrm>
            <a:off x="2311382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AAEDA8C2-C4B4-4F86-B181-BA11EA28C914}"/>
              </a:ext>
            </a:extLst>
          </p:cNvPr>
          <p:cNvSpPr/>
          <p:nvPr/>
        </p:nvSpPr>
        <p:spPr>
          <a:xfrm>
            <a:off x="2630660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1BC0709D-76A5-4C99-A9C5-3D6761675AC7}"/>
              </a:ext>
            </a:extLst>
          </p:cNvPr>
          <p:cNvSpPr/>
          <p:nvPr/>
        </p:nvSpPr>
        <p:spPr>
          <a:xfrm>
            <a:off x="31815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E3F9F783-7FCF-4B36-8542-28BF97D7B260}"/>
              </a:ext>
            </a:extLst>
          </p:cNvPr>
          <p:cNvSpPr/>
          <p:nvPr/>
        </p:nvSpPr>
        <p:spPr>
          <a:xfrm>
            <a:off x="31815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B7B4A3C3-C254-463B-9ADC-24FBC8FD7D2C}"/>
              </a:ext>
            </a:extLst>
          </p:cNvPr>
          <p:cNvSpPr/>
          <p:nvPr/>
        </p:nvSpPr>
        <p:spPr>
          <a:xfrm>
            <a:off x="3189206" y="44838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1C23AD0B-64D7-4426-8984-E81762010549}"/>
              </a:ext>
            </a:extLst>
          </p:cNvPr>
          <p:cNvSpPr/>
          <p:nvPr/>
        </p:nvSpPr>
        <p:spPr>
          <a:xfrm>
            <a:off x="3599162" y="41409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22CC81F6-E4CA-4F9E-8F0C-8F1B2C6D3E4F}"/>
              </a:ext>
            </a:extLst>
          </p:cNvPr>
          <p:cNvSpPr/>
          <p:nvPr/>
        </p:nvSpPr>
        <p:spPr>
          <a:xfrm>
            <a:off x="4021310" y="41492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B356197C-D67B-4A5F-8FCF-640717E0346B}"/>
              </a:ext>
            </a:extLst>
          </p:cNvPr>
          <p:cNvSpPr/>
          <p:nvPr/>
        </p:nvSpPr>
        <p:spPr>
          <a:xfrm>
            <a:off x="3479528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908904ED-C963-495E-9B54-E9A30331B5B6}"/>
              </a:ext>
            </a:extLst>
          </p:cNvPr>
          <p:cNvSpPr/>
          <p:nvPr/>
        </p:nvSpPr>
        <p:spPr>
          <a:xfrm>
            <a:off x="3797282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14D6F0D0-2AEB-4961-9A3B-027F4B32A922}"/>
              </a:ext>
            </a:extLst>
          </p:cNvPr>
          <p:cNvSpPr/>
          <p:nvPr/>
        </p:nvSpPr>
        <p:spPr>
          <a:xfrm>
            <a:off x="4116560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A359E8B1-89F2-483F-954C-90253F178E38}"/>
              </a:ext>
            </a:extLst>
          </p:cNvPr>
          <p:cNvSpPr/>
          <p:nvPr/>
        </p:nvSpPr>
        <p:spPr>
          <a:xfrm>
            <a:off x="46674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7F00BD6B-4F98-4302-96E2-9E9127FF30EE}"/>
              </a:ext>
            </a:extLst>
          </p:cNvPr>
          <p:cNvSpPr/>
          <p:nvPr/>
        </p:nvSpPr>
        <p:spPr>
          <a:xfrm>
            <a:off x="46674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B3D716D4-B81E-40FC-95E6-BF2B515D6AE4}"/>
              </a:ext>
            </a:extLst>
          </p:cNvPr>
          <p:cNvSpPr/>
          <p:nvPr/>
        </p:nvSpPr>
        <p:spPr>
          <a:xfrm>
            <a:off x="4675106" y="44838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C31637A1-690E-46A8-8BDC-FA2E8ACBC0DC}"/>
              </a:ext>
            </a:extLst>
          </p:cNvPr>
          <p:cNvSpPr/>
          <p:nvPr/>
        </p:nvSpPr>
        <p:spPr>
          <a:xfrm>
            <a:off x="5085062" y="41409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68ABB91E-48F3-49DD-BBCD-2D12D85878C6}"/>
              </a:ext>
            </a:extLst>
          </p:cNvPr>
          <p:cNvSpPr/>
          <p:nvPr/>
        </p:nvSpPr>
        <p:spPr>
          <a:xfrm>
            <a:off x="5507210" y="41492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EB406718-BB51-4802-9B75-C2BD9BCAD5CA}"/>
              </a:ext>
            </a:extLst>
          </p:cNvPr>
          <p:cNvSpPr/>
          <p:nvPr/>
        </p:nvSpPr>
        <p:spPr>
          <a:xfrm>
            <a:off x="4965428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1FFD34AB-5431-4A91-A54D-DD6D60DB593C}"/>
              </a:ext>
            </a:extLst>
          </p:cNvPr>
          <p:cNvSpPr/>
          <p:nvPr/>
        </p:nvSpPr>
        <p:spPr>
          <a:xfrm>
            <a:off x="5283182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95019E21-6C94-4703-BC58-3F55A82E9EE5}"/>
              </a:ext>
            </a:extLst>
          </p:cNvPr>
          <p:cNvSpPr/>
          <p:nvPr/>
        </p:nvSpPr>
        <p:spPr>
          <a:xfrm>
            <a:off x="5602460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16D4E4F2-64F3-49FC-8085-9879781B3F65}"/>
              </a:ext>
            </a:extLst>
          </p:cNvPr>
          <p:cNvSpPr/>
          <p:nvPr/>
        </p:nvSpPr>
        <p:spPr>
          <a:xfrm>
            <a:off x="61533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433E8585-C44C-496A-9AF7-69CD0021A17E}"/>
              </a:ext>
            </a:extLst>
          </p:cNvPr>
          <p:cNvSpPr/>
          <p:nvPr/>
        </p:nvSpPr>
        <p:spPr>
          <a:xfrm>
            <a:off x="6153386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ECD5CB65-0D5F-40EB-9989-A1D6317EC1A2}"/>
              </a:ext>
            </a:extLst>
          </p:cNvPr>
          <p:cNvSpPr/>
          <p:nvPr/>
        </p:nvSpPr>
        <p:spPr>
          <a:xfrm>
            <a:off x="6161006" y="44838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F2B82AC1-5725-4746-B2A8-8722BADB12D9}"/>
              </a:ext>
            </a:extLst>
          </p:cNvPr>
          <p:cNvSpPr/>
          <p:nvPr/>
        </p:nvSpPr>
        <p:spPr>
          <a:xfrm>
            <a:off x="6570962" y="41409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4341135A-613A-4DED-9CD8-F9044E208421}"/>
              </a:ext>
            </a:extLst>
          </p:cNvPr>
          <p:cNvSpPr/>
          <p:nvPr/>
        </p:nvSpPr>
        <p:spPr>
          <a:xfrm>
            <a:off x="6993110" y="41492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6225AEBC-33A9-4F4D-9F35-D125EC6CE4A1}"/>
              </a:ext>
            </a:extLst>
          </p:cNvPr>
          <p:cNvSpPr/>
          <p:nvPr/>
        </p:nvSpPr>
        <p:spPr>
          <a:xfrm>
            <a:off x="6451328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0ACDDA03-95A3-47FE-BB9C-0A37D68706FD}"/>
              </a:ext>
            </a:extLst>
          </p:cNvPr>
          <p:cNvSpPr/>
          <p:nvPr/>
        </p:nvSpPr>
        <p:spPr>
          <a:xfrm>
            <a:off x="6769082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781FA99B-CC8C-4CAC-8FDD-91469D751DD9}"/>
              </a:ext>
            </a:extLst>
          </p:cNvPr>
          <p:cNvSpPr/>
          <p:nvPr/>
        </p:nvSpPr>
        <p:spPr>
          <a:xfrm>
            <a:off x="7088360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C4F296F6-FB97-4B7A-B36C-6ABABCDBDAC6}"/>
              </a:ext>
            </a:extLst>
          </p:cNvPr>
          <p:cNvSpPr/>
          <p:nvPr/>
        </p:nvSpPr>
        <p:spPr>
          <a:xfrm>
            <a:off x="9126710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418C9B4C-2EC9-4A63-9FC5-9E5ED6D54EF0}"/>
              </a:ext>
            </a:extLst>
          </p:cNvPr>
          <p:cNvSpPr/>
          <p:nvPr/>
        </p:nvSpPr>
        <p:spPr>
          <a:xfrm>
            <a:off x="9126710" y="4140914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FFD0774E-9D00-48F3-8571-29E8A4832DAA}"/>
              </a:ext>
            </a:extLst>
          </p:cNvPr>
          <p:cNvSpPr/>
          <p:nvPr/>
        </p:nvSpPr>
        <p:spPr>
          <a:xfrm>
            <a:off x="9134317" y="448381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4A348483-542E-47DE-9936-D724B8B505BF}"/>
              </a:ext>
            </a:extLst>
          </p:cNvPr>
          <p:cNvSpPr/>
          <p:nvPr/>
        </p:nvSpPr>
        <p:spPr>
          <a:xfrm>
            <a:off x="9544274" y="414091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8D8B96F6-A4D8-4517-9F48-295805AB2781}"/>
              </a:ext>
            </a:extLst>
          </p:cNvPr>
          <p:cNvSpPr/>
          <p:nvPr/>
        </p:nvSpPr>
        <p:spPr>
          <a:xfrm>
            <a:off x="9966422" y="4149296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70CF90AC-01F3-4226-8BEF-43553D67B6B9}"/>
              </a:ext>
            </a:extLst>
          </p:cNvPr>
          <p:cNvSpPr/>
          <p:nvPr/>
        </p:nvSpPr>
        <p:spPr>
          <a:xfrm>
            <a:off x="9424639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14AC9544-E60A-43ED-95CE-DDCE606E586F}"/>
              </a:ext>
            </a:extLst>
          </p:cNvPr>
          <p:cNvSpPr/>
          <p:nvPr/>
        </p:nvSpPr>
        <p:spPr>
          <a:xfrm>
            <a:off x="9742394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29978871-7CD3-4FF3-B607-644EE37921C2}"/>
              </a:ext>
            </a:extLst>
          </p:cNvPr>
          <p:cNvSpPr/>
          <p:nvPr/>
        </p:nvSpPr>
        <p:spPr>
          <a:xfrm>
            <a:off x="10061672" y="4476193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6B1D7554-7BA4-431E-A4E8-12EFFA3B176B}"/>
              </a:ext>
            </a:extLst>
          </p:cNvPr>
          <p:cNvSpPr txBox="1"/>
          <p:nvPr/>
        </p:nvSpPr>
        <p:spPr>
          <a:xfrm>
            <a:off x="3498826" y="2915565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F2F86DF1-AB9F-408D-A1B4-DDE0228FE703}"/>
              </a:ext>
            </a:extLst>
          </p:cNvPr>
          <p:cNvSpPr txBox="1"/>
          <p:nvPr/>
        </p:nvSpPr>
        <p:spPr>
          <a:xfrm>
            <a:off x="1859009" y="4182763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C515C98B-2BA6-400C-86CD-484C0E5BCE4F}"/>
              </a:ext>
            </a:extLst>
          </p:cNvPr>
          <p:cNvSpPr txBox="1"/>
          <p:nvPr/>
        </p:nvSpPr>
        <p:spPr>
          <a:xfrm>
            <a:off x="3306825" y="4182763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6B32EE34-D4A4-4DAC-8584-B7BDDDBF7CBC}"/>
              </a:ext>
            </a:extLst>
          </p:cNvPr>
          <p:cNvSpPr txBox="1"/>
          <p:nvPr/>
        </p:nvSpPr>
        <p:spPr>
          <a:xfrm>
            <a:off x="4735552" y="4201806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8FE037E9-0637-48C3-9067-61ADBE2EDD48}"/>
              </a:ext>
            </a:extLst>
          </p:cNvPr>
          <p:cNvSpPr txBox="1"/>
          <p:nvPr/>
        </p:nvSpPr>
        <p:spPr>
          <a:xfrm>
            <a:off x="6233636" y="4188844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9A653CD2-FE48-4D58-A541-18A51759B4F9}"/>
              </a:ext>
            </a:extLst>
          </p:cNvPr>
          <p:cNvSpPr txBox="1"/>
          <p:nvPr/>
        </p:nvSpPr>
        <p:spPr>
          <a:xfrm>
            <a:off x="9210762" y="4194948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FD65EB52-9DDA-4B77-9D33-511C348632B6}"/>
              </a:ext>
            </a:extLst>
          </p:cNvPr>
          <p:cNvSpPr/>
          <p:nvPr/>
        </p:nvSpPr>
        <p:spPr>
          <a:xfrm>
            <a:off x="8037800" y="3425396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C3C6F92A-5137-497A-9548-5B7C19265BAB}"/>
              </a:ext>
            </a:extLst>
          </p:cNvPr>
          <p:cNvSpPr/>
          <p:nvPr/>
        </p:nvSpPr>
        <p:spPr>
          <a:xfrm>
            <a:off x="6487891" y="3425396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15B5BD6A-5148-4961-BFB6-FF5FFB18D0F2}"/>
              </a:ext>
            </a:extLst>
          </p:cNvPr>
          <p:cNvSpPr/>
          <p:nvPr/>
        </p:nvSpPr>
        <p:spPr>
          <a:xfrm>
            <a:off x="5259560" y="3435302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A45CBCAB-FF0C-4E71-B7D8-1A4F90B73ABC}"/>
              </a:ext>
            </a:extLst>
          </p:cNvPr>
          <p:cNvSpPr/>
          <p:nvPr/>
        </p:nvSpPr>
        <p:spPr>
          <a:xfrm>
            <a:off x="3526010" y="3447493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358BDC56-B316-44AC-9F2E-E61F7BFF161A}"/>
              </a:ext>
            </a:extLst>
          </p:cNvPr>
          <p:cNvSpPr/>
          <p:nvPr/>
        </p:nvSpPr>
        <p:spPr>
          <a:xfrm>
            <a:off x="2176508" y="3428443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08FE8FE6-1E49-451E-A0D4-D7CD0DD5D357}"/>
              </a:ext>
            </a:extLst>
          </p:cNvPr>
          <p:cNvSpPr/>
          <p:nvPr/>
        </p:nvSpPr>
        <p:spPr>
          <a:xfrm>
            <a:off x="3848336" y="2231342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E9B849FE-DD09-48FD-8450-28B7012770EF}"/>
              </a:ext>
            </a:extLst>
          </p:cNvPr>
          <p:cNvSpPr/>
          <p:nvPr/>
        </p:nvSpPr>
        <p:spPr>
          <a:xfrm>
            <a:off x="5111732" y="2247343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546100B3-F580-4EC1-BFF3-E36EFE9F8BBD}"/>
              </a:ext>
            </a:extLst>
          </p:cNvPr>
          <p:cNvSpPr/>
          <p:nvPr/>
        </p:nvSpPr>
        <p:spPr>
          <a:xfrm>
            <a:off x="1694162" y="3666187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57E1E338-48DE-4068-85FA-31FEB3D492AC}"/>
              </a:ext>
            </a:extLst>
          </p:cNvPr>
          <p:cNvSpPr/>
          <p:nvPr/>
        </p:nvSpPr>
        <p:spPr>
          <a:xfrm>
            <a:off x="1811510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80070AB5-C71F-4F2F-8EB5-A91C3D781269}"/>
              </a:ext>
            </a:extLst>
          </p:cNvPr>
          <p:cNvSpPr/>
          <p:nvPr/>
        </p:nvSpPr>
        <p:spPr>
          <a:xfrm>
            <a:off x="2090402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A1265A58-049D-48B7-BC3F-7A5AB6F6D16A}"/>
              </a:ext>
            </a:extLst>
          </p:cNvPr>
          <p:cNvSpPr/>
          <p:nvPr/>
        </p:nvSpPr>
        <p:spPr>
          <a:xfrm>
            <a:off x="2408156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806E0735-107D-4B22-BAC5-EEBA48CB091D}"/>
              </a:ext>
            </a:extLst>
          </p:cNvPr>
          <p:cNvSpPr/>
          <p:nvPr/>
        </p:nvSpPr>
        <p:spPr>
          <a:xfrm>
            <a:off x="2799062" y="4634690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EBF2F09A-1911-4C11-9E5A-8A7AE8F3FA34}"/>
              </a:ext>
            </a:extLst>
          </p:cNvPr>
          <p:cNvSpPr/>
          <p:nvPr/>
        </p:nvSpPr>
        <p:spPr>
          <a:xfrm>
            <a:off x="3284456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896E13DC-3F99-460A-9C2B-E06FE10C5094}"/>
              </a:ext>
            </a:extLst>
          </p:cNvPr>
          <p:cNvSpPr/>
          <p:nvPr/>
        </p:nvSpPr>
        <p:spPr>
          <a:xfrm>
            <a:off x="3564110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A967B517-73BB-4593-BDF3-AB949C7B3E5B}"/>
              </a:ext>
            </a:extLst>
          </p:cNvPr>
          <p:cNvSpPr/>
          <p:nvPr/>
        </p:nvSpPr>
        <p:spPr>
          <a:xfrm>
            <a:off x="4272008" y="4647643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35306127-8BA1-4335-99C3-FA237BDC5C5A}"/>
              </a:ext>
            </a:extLst>
          </p:cNvPr>
          <p:cNvSpPr/>
          <p:nvPr/>
        </p:nvSpPr>
        <p:spPr>
          <a:xfrm>
            <a:off x="4783310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D9E1527B-C41E-4B99-A0CF-8489BB4487E8}"/>
              </a:ext>
            </a:extLst>
          </p:cNvPr>
          <p:cNvSpPr/>
          <p:nvPr/>
        </p:nvSpPr>
        <p:spPr>
          <a:xfrm>
            <a:off x="5075156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14080E92-819D-4C8F-B2A0-CB843F05F25F}"/>
              </a:ext>
            </a:extLst>
          </p:cNvPr>
          <p:cNvSpPr/>
          <p:nvPr/>
        </p:nvSpPr>
        <p:spPr>
          <a:xfrm>
            <a:off x="5379956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83A6C03E-0130-4840-B00F-023A8A40F254}"/>
              </a:ext>
            </a:extLst>
          </p:cNvPr>
          <p:cNvSpPr/>
          <p:nvPr/>
        </p:nvSpPr>
        <p:spPr>
          <a:xfrm>
            <a:off x="5770862" y="4647643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FE9A57A6-7B9B-4AF2-8713-73501248AD11}"/>
              </a:ext>
            </a:extLst>
          </p:cNvPr>
          <p:cNvSpPr/>
          <p:nvPr/>
        </p:nvSpPr>
        <p:spPr>
          <a:xfrm>
            <a:off x="6256256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09B8924E-05F9-445B-829E-F1C801BE0717}"/>
              </a:ext>
            </a:extLst>
          </p:cNvPr>
          <p:cNvSpPr/>
          <p:nvPr/>
        </p:nvSpPr>
        <p:spPr>
          <a:xfrm>
            <a:off x="6535910" y="4694887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1A5FBB8A-3917-4222-AD11-2EC1D72B5612}"/>
              </a:ext>
            </a:extLst>
          </p:cNvPr>
          <p:cNvSpPr/>
          <p:nvPr/>
        </p:nvSpPr>
        <p:spPr>
          <a:xfrm>
            <a:off x="9240998" y="4682696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07C118B5-C84C-499B-BE1F-D04DC562A9F4}"/>
              </a:ext>
            </a:extLst>
          </p:cNvPr>
          <p:cNvSpPr/>
          <p:nvPr/>
        </p:nvSpPr>
        <p:spPr>
          <a:xfrm>
            <a:off x="9519902" y="4682696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BBA70464-BCD6-4C5E-8EF2-616E742395E5}"/>
              </a:ext>
            </a:extLst>
          </p:cNvPr>
          <p:cNvSpPr/>
          <p:nvPr/>
        </p:nvSpPr>
        <p:spPr>
          <a:xfrm>
            <a:off x="6862808" y="536316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DF743567-ADF7-4713-8645-5243FD080E64}"/>
              </a:ext>
            </a:extLst>
          </p:cNvPr>
          <p:cNvSpPr/>
          <p:nvPr/>
        </p:nvSpPr>
        <p:spPr>
          <a:xfrm>
            <a:off x="6862808" y="536316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723112E3-89C7-4A44-9B79-1DCF948F7B80}"/>
              </a:ext>
            </a:extLst>
          </p:cNvPr>
          <p:cNvSpPr/>
          <p:nvPr/>
        </p:nvSpPr>
        <p:spPr>
          <a:xfrm>
            <a:off x="6870428" y="570606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7AA38079-E67A-4342-8B5B-E9F7802AEC99}"/>
              </a:ext>
            </a:extLst>
          </p:cNvPr>
          <p:cNvSpPr/>
          <p:nvPr/>
        </p:nvSpPr>
        <p:spPr>
          <a:xfrm>
            <a:off x="7280384" y="536316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12BF58FB-CA42-4815-ABBD-164B42A259ED}"/>
              </a:ext>
            </a:extLst>
          </p:cNvPr>
          <p:cNvSpPr/>
          <p:nvPr/>
        </p:nvSpPr>
        <p:spPr>
          <a:xfrm>
            <a:off x="7702532" y="537154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372473BC-C734-4DA8-8F8B-A32B842CA4C5}"/>
              </a:ext>
            </a:extLst>
          </p:cNvPr>
          <p:cNvSpPr/>
          <p:nvPr/>
        </p:nvSpPr>
        <p:spPr>
          <a:xfrm>
            <a:off x="7161512" y="569844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5AC1DF8C-A447-43D9-967E-C2C700A33AD4}"/>
              </a:ext>
            </a:extLst>
          </p:cNvPr>
          <p:cNvSpPr/>
          <p:nvPr/>
        </p:nvSpPr>
        <p:spPr>
          <a:xfrm>
            <a:off x="7478505" y="569844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8D908ABF-B808-442D-BBAA-658A2D95D626}"/>
              </a:ext>
            </a:extLst>
          </p:cNvPr>
          <p:cNvSpPr/>
          <p:nvPr/>
        </p:nvSpPr>
        <p:spPr>
          <a:xfrm>
            <a:off x="7797782" y="569844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FCEEF9C3-B119-4DB7-894E-8FB164AB2725}"/>
              </a:ext>
            </a:extLst>
          </p:cNvPr>
          <p:cNvSpPr txBox="1"/>
          <p:nvPr/>
        </p:nvSpPr>
        <p:spPr>
          <a:xfrm>
            <a:off x="6970498" y="5417211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7EFDBD4E-DB27-4F9B-9CF0-20F49DD44C66}"/>
              </a:ext>
            </a:extLst>
          </p:cNvPr>
          <p:cNvSpPr/>
          <p:nvPr/>
        </p:nvSpPr>
        <p:spPr>
          <a:xfrm>
            <a:off x="6991573" y="5917135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200" y="294132"/>
                </a:moveTo>
                <a:lnTo>
                  <a:pt x="0" y="294132"/>
                </a:lnTo>
                <a:lnTo>
                  <a:pt x="32766" y="359664"/>
                </a:lnTo>
                <a:lnTo>
                  <a:pt x="32766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40">
                <a:moveTo>
                  <a:pt x="42672" y="294132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5334"/>
                </a:lnTo>
                <a:lnTo>
                  <a:pt x="32766" y="294132"/>
                </a:lnTo>
                <a:lnTo>
                  <a:pt x="42672" y="294132"/>
                </a:lnTo>
                <a:close/>
              </a:path>
              <a:path w="76200" h="370840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2766" y="306324"/>
                </a:lnTo>
                <a:lnTo>
                  <a:pt x="32766" y="359664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6">
            <a:extLst>
              <a:ext uri="{FF2B5EF4-FFF2-40B4-BE49-F238E27FC236}">
                <a16:creationId xmlns:a16="http://schemas.microsoft.com/office/drawing/2014/main" id="{FBD60B82-8F82-4B23-9269-003483FFADE1}"/>
              </a:ext>
            </a:extLst>
          </p:cNvPr>
          <p:cNvSpPr/>
          <p:nvPr/>
        </p:nvSpPr>
        <p:spPr>
          <a:xfrm>
            <a:off x="7270478" y="5917135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40">
                <a:moveTo>
                  <a:pt x="43433" y="294132"/>
                </a:moveTo>
                <a:lnTo>
                  <a:pt x="43433" y="5334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40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9" name="object 107">
            <a:extLst>
              <a:ext uri="{FF2B5EF4-FFF2-40B4-BE49-F238E27FC236}">
                <a16:creationId xmlns:a16="http://schemas.microsoft.com/office/drawing/2014/main" id="{16F634D1-DFB6-43FD-9418-4E24DB25A52A}"/>
              </a:ext>
            </a:extLst>
          </p:cNvPr>
          <p:cNvSpPr/>
          <p:nvPr/>
        </p:nvSpPr>
        <p:spPr>
          <a:xfrm>
            <a:off x="8399762" y="5370020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0" name="object 108">
            <a:extLst>
              <a:ext uri="{FF2B5EF4-FFF2-40B4-BE49-F238E27FC236}">
                <a16:creationId xmlns:a16="http://schemas.microsoft.com/office/drawing/2014/main" id="{C48C081D-8BE4-4A76-832A-760588600C91}"/>
              </a:ext>
            </a:extLst>
          </p:cNvPr>
          <p:cNvSpPr/>
          <p:nvPr/>
        </p:nvSpPr>
        <p:spPr>
          <a:xfrm>
            <a:off x="8399762" y="5370020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1" name="object 109">
            <a:extLst>
              <a:ext uri="{FF2B5EF4-FFF2-40B4-BE49-F238E27FC236}">
                <a16:creationId xmlns:a16="http://schemas.microsoft.com/office/drawing/2014/main" id="{7C084BF8-394F-4191-8E9F-1EDC1DDBECA9}"/>
              </a:ext>
            </a:extLst>
          </p:cNvPr>
          <p:cNvSpPr/>
          <p:nvPr/>
        </p:nvSpPr>
        <p:spPr>
          <a:xfrm>
            <a:off x="8407370" y="5712920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2" name="object 110">
            <a:extLst>
              <a:ext uri="{FF2B5EF4-FFF2-40B4-BE49-F238E27FC236}">
                <a16:creationId xmlns:a16="http://schemas.microsoft.com/office/drawing/2014/main" id="{CF8F1573-9CC3-497B-BB62-1B1F2357C30D}"/>
              </a:ext>
            </a:extLst>
          </p:cNvPr>
          <p:cNvSpPr/>
          <p:nvPr/>
        </p:nvSpPr>
        <p:spPr>
          <a:xfrm>
            <a:off x="8817325" y="5370020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3" name="object 111">
            <a:extLst>
              <a:ext uri="{FF2B5EF4-FFF2-40B4-BE49-F238E27FC236}">
                <a16:creationId xmlns:a16="http://schemas.microsoft.com/office/drawing/2014/main" id="{3D1909DF-B86A-40E1-8CFA-6572C9E89F21}"/>
              </a:ext>
            </a:extLst>
          </p:cNvPr>
          <p:cNvSpPr/>
          <p:nvPr/>
        </p:nvSpPr>
        <p:spPr>
          <a:xfrm>
            <a:off x="9239474" y="5377640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4" name="object 112">
            <a:extLst>
              <a:ext uri="{FF2B5EF4-FFF2-40B4-BE49-F238E27FC236}">
                <a16:creationId xmlns:a16="http://schemas.microsoft.com/office/drawing/2014/main" id="{1EFECA08-FA1F-4A12-BE81-76D667A8114A}"/>
              </a:ext>
            </a:extLst>
          </p:cNvPr>
          <p:cNvSpPr/>
          <p:nvPr/>
        </p:nvSpPr>
        <p:spPr>
          <a:xfrm>
            <a:off x="8697691" y="5704537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5" name="object 113">
            <a:extLst>
              <a:ext uri="{FF2B5EF4-FFF2-40B4-BE49-F238E27FC236}">
                <a16:creationId xmlns:a16="http://schemas.microsoft.com/office/drawing/2014/main" id="{EEA0CCCB-E6DB-46DA-AB41-3390B1B986AD}"/>
              </a:ext>
            </a:extLst>
          </p:cNvPr>
          <p:cNvSpPr/>
          <p:nvPr/>
        </p:nvSpPr>
        <p:spPr>
          <a:xfrm>
            <a:off x="9015446" y="5704537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6" name="object 114">
            <a:extLst>
              <a:ext uri="{FF2B5EF4-FFF2-40B4-BE49-F238E27FC236}">
                <a16:creationId xmlns:a16="http://schemas.microsoft.com/office/drawing/2014/main" id="{CE32060A-E364-4008-8F88-FE8DAC4585B1}"/>
              </a:ext>
            </a:extLst>
          </p:cNvPr>
          <p:cNvSpPr/>
          <p:nvPr/>
        </p:nvSpPr>
        <p:spPr>
          <a:xfrm>
            <a:off x="9334724" y="5704537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7" name="object 115">
            <a:extLst>
              <a:ext uri="{FF2B5EF4-FFF2-40B4-BE49-F238E27FC236}">
                <a16:creationId xmlns:a16="http://schemas.microsoft.com/office/drawing/2014/main" id="{BEB203A1-F860-47EF-919D-C7506A150533}"/>
              </a:ext>
            </a:extLst>
          </p:cNvPr>
          <p:cNvSpPr txBox="1"/>
          <p:nvPr/>
        </p:nvSpPr>
        <p:spPr>
          <a:xfrm>
            <a:off x="8507452" y="5424069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40	41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8" name="object 116">
            <a:extLst>
              <a:ext uri="{FF2B5EF4-FFF2-40B4-BE49-F238E27FC236}">
                <a16:creationId xmlns:a16="http://schemas.microsoft.com/office/drawing/2014/main" id="{7D3F0505-21BB-4F09-8C10-F104138BBE3E}"/>
              </a:ext>
            </a:extLst>
          </p:cNvPr>
          <p:cNvSpPr/>
          <p:nvPr/>
        </p:nvSpPr>
        <p:spPr>
          <a:xfrm>
            <a:off x="8508715" y="5928566"/>
            <a:ext cx="114300" cy="365125"/>
          </a:xfrm>
          <a:custGeom>
            <a:avLst/>
            <a:gdLst/>
            <a:ahLst/>
            <a:cxnLst/>
            <a:rect l="l" t="t" r="r" b="b"/>
            <a:pathLst>
              <a:path w="114300" h="365125">
                <a:moveTo>
                  <a:pt x="114300" y="250698"/>
                </a:moveTo>
                <a:lnTo>
                  <a:pt x="0" y="250698"/>
                </a:lnTo>
                <a:lnTo>
                  <a:pt x="38100" y="326898"/>
                </a:lnTo>
                <a:lnTo>
                  <a:pt x="38100" y="269748"/>
                </a:lnTo>
                <a:lnTo>
                  <a:pt x="76200" y="269748"/>
                </a:lnTo>
                <a:lnTo>
                  <a:pt x="76200" y="326898"/>
                </a:lnTo>
                <a:lnTo>
                  <a:pt x="114300" y="250698"/>
                </a:lnTo>
                <a:close/>
              </a:path>
              <a:path w="114300" h="365125">
                <a:moveTo>
                  <a:pt x="76200" y="250698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250698"/>
                </a:lnTo>
                <a:lnTo>
                  <a:pt x="76200" y="250698"/>
                </a:lnTo>
                <a:close/>
              </a:path>
              <a:path w="114300" h="365125">
                <a:moveTo>
                  <a:pt x="76200" y="326898"/>
                </a:moveTo>
                <a:lnTo>
                  <a:pt x="76200" y="269748"/>
                </a:lnTo>
                <a:lnTo>
                  <a:pt x="38100" y="269748"/>
                </a:lnTo>
                <a:lnTo>
                  <a:pt x="38100" y="326898"/>
                </a:lnTo>
                <a:lnTo>
                  <a:pt x="57150" y="364998"/>
                </a:lnTo>
                <a:lnTo>
                  <a:pt x="76200" y="326898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9" name="object 117">
            <a:extLst>
              <a:ext uri="{FF2B5EF4-FFF2-40B4-BE49-F238E27FC236}">
                <a16:creationId xmlns:a16="http://schemas.microsoft.com/office/drawing/2014/main" id="{2F8B15D5-84A9-47B0-BAFE-5CE47838D058}"/>
              </a:ext>
            </a:extLst>
          </p:cNvPr>
          <p:cNvSpPr/>
          <p:nvPr/>
        </p:nvSpPr>
        <p:spPr>
          <a:xfrm>
            <a:off x="8807420" y="5923993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3399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0" name="object 118">
            <a:extLst>
              <a:ext uri="{FF2B5EF4-FFF2-40B4-BE49-F238E27FC236}">
                <a16:creationId xmlns:a16="http://schemas.microsoft.com/office/drawing/2014/main" id="{216879E3-42CE-48A1-A740-A164FA09C59F}"/>
              </a:ext>
            </a:extLst>
          </p:cNvPr>
          <p:cNvSpPr/>
          <p:nvPr/>
        </p:nvSpPr>
        <p:spPr>
          <a:xfrm>
            <a:off x="6405389" y="4658311"/>
            <a:ext cx="972185" cy="971550"/>
          </a:xfrm>
          <a:custGeom>
            <a:avLst/>
            <a:gdLst/>
            <a:ahLst/>
            <a:cxnLst/>
            <a:rect l="l" t="t" r="r" b="b"/>
            <a:pathLst>
              <a:path w="972184" h="971550">
                <a:moveTo>
                  <a:pt x="933668" y="330398"/>
                </a:moveTo>
                <a:lnTo>
                  <a:pt x="933668" y="239592"/>
                </a:lnTo>
                <a:lnTo>
                  <a:pt x="933317" y="252800"/>
                </a:lnTo>
                <a:lnTo>
                  <a:pt x="930913" y="265582"/>
                </a:lnTo>
                <a:lnTo>
                  <a:pt x="901805" y="308072"/>
                </a:lnTo>
                <a:lnTo>
                  <a:pt x="870031" y="329368"/>
                </a:lnTo>
                <a:lnTo>
                  <a:pt x="834968" y="347218"/>
                </a:lnTo>
                <a:lnTo>
                  <a:pt x="800306" y="361950"/>
                </a:lnTo>
                <a:lnTo>
                  <a:pt x="789638" y="366522"/>
                </a:lnTo>
                <a:lnTo>
                  <a:pt x="743743" y="383799"/>
                </a:lnTo>
                <a:lnTo>
                  <a:pt x="691708" y="401885"/>
                </a:lnTo>
                <a:lnTo>
                  <a:pt x="639345" y="419025"/>
                </a:lnTo>
                <a:lnTo>
                  <a:pt x="586747" y="435467"/>
                </a:lnTo>
                <a:lnTo>
                  <a:pt x="534004" y="451463"/>
                </a:lnTo>
                <a:lnTo>
                  <a:pt x="446026" y="477804"/>
                </a:lnTo>
                <a:lnTo>
                  <a:pt x="428450" y="483108"/>
                </a:lnTo>
                <a:lnTo>
                  <a:pt x="399494" y="492252"/>
                </a:lnTo>
                <a:lnTo>
                  <a:pt x="371300" y="501395"/>
                </a:lnTo>
                <a:lnTo>
                  <a:pt x="343868" y="509778"/>
                </a:lnTo>
                <a:lnTo>
                  <a:pt x="317198" y="518922"/>
                </a:lnTo>
                <a:lnTo>
                  <a:pt x="292052" y="528066"/>
                </a:lnTo>
                <a:lnTo>
                  <a:pt x="274089" y="533977"/>
                </a:lnTo>
                <a:lnTo>
                  <a:pt x="237898" y="547318"/>
                </a:lnTo>
                <a:lnTo>
                  <a:pt x="201902" y="562822"/>
                </a:lnTo>
                <a:lnTo>
                  <a:pt x="166761" y="580658"/>
                </a:lnTo>
                <a:lnTo>
                  <a:pt x="133135" y="600994"/>
                </a:lnTo>
                <a:lnTo>
                  <a:pt x="101684" y="623998"/>
                </a:lnTo>
                <a:lnTo>
                  <a:pt x="73069" y="649839"/>
                </a:lnTo>
                <a:lnTo>
                  <a:pt x="47950" y="678684"/>
                </a:lnTo>
                <a:lnTo>
                  <a:pt x="26986" y="710703"/>
                </a:lnTo>
                <a:lnTo>
                  <a:pt x="10839" y="746062"/>
                </a:lnTo>
                <a:lnTo>
                  <a:pt x="968" y="784098"/>
                </a:lnTo>
                <a:lnTo>
                  <a:pt x="0" y="797808"/>
                </a:lnTo>
                <a:lnTo>
                  <a:pt x="158" y="810863"/>
                </a:lnTo>
                <a:lnTo>
                  <a:pt x="7858" y="848954"/>
                </a:lnTo>
                <a:lnTo>
                  <a:pt x="27836" y="881802"/>
                </a:lnTo>
                <a:lnTo>
                  <a:pt x="38306" y="891285"/>
                </a:lnTo>
                <a:lnTo>
                  <a:pt x="38306" y="797052"/>
                </a:lnTo>
                <a:lnTo>
                  <a:pt x="39068" y="790194"/>
                </a:lnTo>
                <a:lnTo>
                  <a:pt x="49756" y="750979"/>
                </a:lnTo>
                <a:lnTo>
                  <a:pt x="74830" y="706520"/>
                </a:lnTo>
                <a:lnTo>
                  <a:pt x="108443" y="668507"/>
                </a:lnTo>
                <a:lnTo>
                  <a:pt x="148605" y="636350"/>
                </a:lnTo>
                <a:lnTo>
                  <a:pt x="193328" y="609460"/>
                </a:lnTo>
                <a:lnTo>
                  <a:pt x="240622" y="587245"/>
                </a:lnTo>
                <a:lnTo>
                  <a:pt x="288499" y="569117"/>
                </a:lnTo>
                <a:lnTo>
                  <a:pt x="304244" y="563880"/>
                </a:lnTo>
                <a:lnTo>
                  <a:pt x="329390" y="554736"/>
                </a:lnTo>
                <a:lnTo>
                  <a:pt x="356060" y="546354"/>
                </a:lnTo>
                <a:lnTo>
                  <a:pt x="382730" y="537210"/>
                </a:lnTo>
                <a:lnTo>
                  <a:pt x="410924" y="528828"/>
                </a:lnTo>
                <a:lnTo>
                  <a:pt x="439118" y="519684"/>
                </a:lnTo>
                <a:lnTo>
                  <a:pt x="457411" y="514178"/>
                </a:lnTo>
                <a:lnTo>
                  <a:pt x="549200" y="486667"/>
                </a:lnTo>
                <a:lnTo>
                  <a:pt x="567583" y="481110"/>
                </a:lnTo>
                <a:lnTo>
                  <a:pt x="604330" y="469873"/>
                </a:lnTo>
                <a:lnTo>
                  <a:pt x="641015" y="458417"/>
                </a:lnTo>
                <a:lnTo>
                  <a:pt x="677592" y="446673"/>
                </a:lnTo>
                <a:lnTo>
                  <a:pt x="714016" y="434575"/>
                </a:lnTo>
                <a:lnTo>
                  <a:pt x="750243" y="422054"/>
                </a:lnTo>
                <a:lnTo>
                  <a:pt x="786228" y="409045"/>
                </a:lnTo>
                <a:lnTo>
                  <a:pt x="815546" y="397002"/>
                </a:lnTo>
                <a:lnTo>
                  <a:pt x="833987" y="389219"/>
                </a:lnTo>
                <a:lnTo>
                  <a:pt x="868968" y="373350"/>
                </a:lnTo>
                <a:lnTo>
                  <a:pt x="902373" y="354444"/>
                </a:lnTo>
                <a:lnTo>
                  <a:pt x="932799" y="331236"/>
                </a:lnTo>
                <a:lnTo>
                  <a:pt x="933668" y="330398"/>
                </a:lnTo>
                <a:close/>
              </a:path>
              <a:path w="972184" h="971550">
                <a:moveTo>
                  <a:pt x="320485" y="895619"/>
                </a:moveTo>
                <a:lnTo>
                  <a:pt x="316436" y="895350"/>
                </a:lnTo>
                <a:lnTo>
                  <a:pt x="301958" y="894588"/>
                </a:lnTo>
                <a:lnTo>
                  <a:pt x="285194" y="894508"/>
                </a:lnTo>
                <a:lnTo>
                  <a:pt x="252483" y="892798"/>
                </a:lnTo>
                <a:lnTo>
                  <a:pt x="240622" y="892030"/>
                </a:lnTo>
                <a:lnTo>
                  <a:pt x="217561" y="890598"/>
                </a:lnTo>
                <a:lnTo>
                  <a:pt x="204381" y="889712"/>
                </a:lnTo>
                <a:lnTo>
                  <a:pt x="162550" y="886036"/>
                </a:lnTo>
                <a:lnTo>
                  <a:pt x="120772" y="880006"/>
                </a:lnTo>
                <a:lnTo>
                  <a:pt x="83537" y="870553"/>
                </a:lnTo>
                <a:lnTo>
                  <a:pt x="58880" y="858774"/>
                </a:lnTo>
                <a:lnTo>
                  <a:pt x="57356" y="858012"/>
                </a:lnTo>
                <a:lnTo>
                  <a:pt x="56594" y="856488"/>
                </a:lnTo>
                <a:lnTo>
                  <a:pt x="52784" y="852678"/>
                </a:lnTo>
                <a:lnTo>
                  <a:pt x="49736" y="848106"/>
                </a:lnTo>
                <a:lnTo>
                  <a:pt x="38381" y="809795"/>
                </a:lnTo>
                <a:lnTo>
                  <a:pt x="38306" y="797052"/>
                </a:lnTo>
                <a:lnTo>
                  <a:pt x="38306" y="891285"/>
                </a:lnTo>
                <a:lnTo>
                  <a:pt x="75210" y="907718"/>
                </a:lnTo>
                <a:lnTo>
                  <a:pt x="112428" y="916992"/>
                </a:lnTo>
                <a:lnTo>
                  <a:pt x="152163" y="923233"/>
                </a:lnTo>
                <a:lnTo>
                  <a:pt x="193328" y="927326"/>
                </a:lnTo>
                <a:lnTo>
                  <a:pt x="253952" y="931163"/>
                </a:lnTo>
                <a:lnTo>
                  <a:pt x="301958" y="932768"/>
                </a:lnTo>
                <a:lnTo>
                  <a:pt x="314912" y="933450"/>
                </a:lnTo>
                <a:lnTo>
                  <a:pt x="318455" y="933694"/>
                </a:lnTo>
                <a:lnTo>
                  <a:pt x="320485" y="895619"/>
                </a:lnTo>
                <a:close/>
              </a:path>
              <a:path w="972184" h="971550">
                <a:moveTo>
                  <a:pt x="339296" y="961688"/>
                </a:moveTo>
                <a:lnTo>
                  <a:pt x="339296" y="896874"/>
                </a:lnTo>
                <a:lnTo>
                  <a:pt x="337010" y="934974"/>
                </a:lnTo>
                <a:lnTo>
                  <a:pt x="318455" y="933694"/>
                </a:lnTo>
                <a:lnTo>
                  <a:pt x="316436" y="971550"/>
                </a:lnTo>
                <a:lnTo>
                  <a:pt x="339296" y="961688"/>
                </a:lnTo>
                <a:close/>
              </a:path>
              <a:path w="972184" h="971550">
                <a:moveTo>
                  <a:pt x="339296" y="896874"/>
                </a:moveTo>
                <a:lnTo>
                  <a:pt x="320485" y="895619"/>
                </a:lnTo>
                <a:lnTo>
                  <a:pt x="318455" y="933694"/>
                </a:lnTo>
                <a:lnTo>
                  <a:pt x="337010" y="934974"/>
                </a:lnTo>
                <a:lnTo>
                  <a:pt x="339296" y="896874"/>
                </a:lnTo>
                <a:close/>
              </a:path>
              <a:path w="972184" h="971550">
                <a:moveTo>
                  <a:pt x="433022" y="921258"/>
                </a:moveTo>
                <a:lnTo>
                  <a:pt x="322532" y="857250"/>
                </a:lnTo>
                <a:lnTo>
                  <a:pt x="320485" y="895619"/>
                </a:lnTo>
                <a:lnTo>
                  <a:pt x="339296" y="896874"/>
                </a:lnTo>
                <a:lnTo>
                  <a:pt x="339296" y="961688"/>
                </a:lnTo>
                <a:lnTo>
                  <a:pt x="433022" y="921258"/>
                </a:lnTo>
                <a:close/>
              </a:path>
              <a:path w="972184" h="971550">
                <a:moveTo>
                  <a:pt x="971839" y="243777"/>
                </a:moveTo>
                <a:lnTo>
                  <a:pt x="964311" y="197270"/>
                </a:lnTo>
                <a:lnTo>
                  <a:pt x="944633" y="151257"/>
                </a:lnTo>
                <a:lnTo>
                  <a:pt x="917425" y="106752"/>
                </a:lnTo>
                <a:lnTo>
                  <a:pt x="867887" y="38687"/>
                </a:lnTo>
                <a:lnTo>
                  <a:pt x="858891" y="26329"/>
                </a:lnTo>
                <a:lnTo>
                  <a:pt x="850598" y="14478"/>
                </a:lnTo>
                <a:lnTo>
                  <a:pt x="847550" y="9144"/>
                </a:lnTo>
                <a:lnTo>
                  <a:pt x="845264" y="5334"/>
                </a:lnTo>
                <a:lnTo>
                  <a:pt x="843740" y="0"/>
                </a:lnTo>
                <a:lnTo>
                  <a:pt x="807926" y="12954"/>
                </a:lnTo>
                <a:lnTo>
                  <a:pt x="809450" y="18288"/>
                </a:lnTo>
                <a:lnTo>
                  <a:pt x="831292" y="53325"/>
                </a:lnTo>
                <a:lnTo>
                  <a:pt x="857414" y="88441"/>
                </a:lnTo>
                <a:lnTo>
                  <a:pt x="866814" y="101126"/>
                </a:lnTo>
                <a:lnTo>
                  <a:pt x="894895" y="141717"/>
                </a:lnTo>
                <a:lnTo>
                  <a:pt x="918416" y="184051"/>
                </a:lnTo>
                <a:lnTo>
                  <a:pt x="932160" y="226035"/>
                </a:lnTo>
                <a:lnTo>
                  <a:pt x="933668" y="239592"/>
                </a:lnTo>
                <a:lnTo>
                  <a:pt x="933668" y="330398"/>
                </a:lnTo>
                <a:lnTo>
                  <a:pt x="942038" y="322326"/>
                </a:lnTo>
                <a:lnTo>
                  <a:pt x="946610" y="316230"/>
                </a:lnTo>
                <a:lnTo>
                  <a:pt x="951182" y="310896"/>
                </a:lnTo>
                <a:lnTo>
                  <a:pt x="954992" y="304800"/>
                </a:lnTo>
                <a:lnTo>
                  <a:pt x="962597" y="289763"/>
                </a:lnTo>
                <a:lnTo>
                  <a:pt x="967826" y="274555"/>
                </a:lnTo>
                <a:lnTo>
                  <a:pt x="970849" y="259214"/>
                </a:lnTo>
                <a:lnTo>
                  <a:pt x="971839" y="24377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1" name="object 119">
            <a:extLst>
              <a:ext uri="{FF2B5EF4-FFF2-40B4-BE49-F238E27FC236}">
                <a16:creationId xmlns:a16="http://schemas.microsoft.com/office/drawing/2014/main" id="{95D484B0-7EDB-43D3-A3F5-397A5D6222FF}"/>
              </a:ext>
            </a:extLst>
          </p:cNvPr>
          <p:cNvSpPr/>
          <p:nvPr/>
        </p:nvSpPr>
        <p:spPr>
          <a:xfrm>
            <a:off x="7442165" y="3422348"/>
            <a:ext cx="236854" cy="1922145"/>
          </a:xfrm>
          <a:custGeom>
            <a:avLst/>
            <a:gdLst/>
            <a:ahLst/>
            <a:cxnLst/>
            <a:rect l="l" t="t" r="r" b="b"/>
            <a:pathLst>
              <a:path w="236854" h="1922145">
                <a:moveTo>
                  <a:pt x="198196" y="663246"/>
                </a:moveTo>
                <a:lnTo>
                  <a:pt x="198196" y="380718"/>
                </a:lnTo>
                <a:lnTo>
                  <a:pt x="198121" y="412094"/>
                </a:lnTo>
                <a:lnTo>
                  <a:pt x="197233" y="443389"/>
                </a:lnTo>
                <a:lnTo>
                  <a:pt x="192694" y="505427"/>
                </a:lnTo>
                <a:lnTo>
                  <a:pt x="183925" y="566215"/>
                </a:lnTo>
                <a:lnTo>
                  <a:pt x="170272" y="625135"/>
                </a:lnTo>
                <a:lnTo>
                  <a:pt x="151083" y="681568"/>
                </a:lnTo>
                <a:lnTo>
                  <a:pt x="85859" y="828932"/>
                </a:lnTo>
                <a:lnTo>
                  <a:pt x="75686" y="852139"/>
                </a:lnTo>
                <a:lnTo>
                  <a:pt x="60946" y="887545"/>
                </a:lnTo>
                <a:lnTo>
                  <a:pt x="47184" y="923551"/>
                </a:lnTo>
                <a:lnTo>
                  <a:pt x="34797" y="960026"/>
                </a:lnTo>
                <a:lnTo>
                  <a:pt x="24183" y="996839"/>
                </a:lnTo>
                <a:lnTo>
                  <a:pt x="9668" y="1067562"/>
                </a:lnTo>
                <a:lnTo>
                  <a:pt x="5391" y="1108975"/>
                </a:lnTo>
                <a:lnTo>
                  <a:pt x="2406" y="1149377"/>
                </a:lnTo>
                <a:lnTo>
                  <a:pt x="650" y="1190046"/>
                </a:lnTo>
                <a:lnTo>
                  <a:pt x="0" y="1230904"/>
                </a:lnTo>
                <a:lnTo>
                  <a:pt x="51" y="1251381"/>
                </a:lnTo>
                <a:lnTo>
                  <a:pt x="1526" y="1312884"/>
                </a:lnTo>
                <a:lnTo>
                  <a:pt x="4659" y="1374295"/>
                </a:lnTo>
                <a:lnTo>
                  <a:pt x="9036" y="1435355"/>
                </a:lnTo>
                <a:lnTo>
                  <a:pt x="14240" y="1495806"/>
                </a:lnTo>
                <a:lnTo>
                  <a:pt x="25670" y="1600200"/>
                </a:lnTo>
                <a:lnTo>
                  <a:pt x="38069" y="1697318"/>
                </a:lnTo>
                <a:lnTo>
                  <a:pt x="38069" y="1240268"/>
                </a:lnTo>
                <a:lnTo>
                  <a:pt x="38153" y="1219094"/>
                </a:lnTo>
                <a:lnTo>
                  <a:pt x="39194" y="1176945"/>
                </a:lnTo>
                <a:lnTo>
                  <a:pt x="41524" y="1135195"/>
                </a:lnTo>
                <a:lnTo>
                  <a:pt x="45295" y="1093999"/>
                </a:lnTo>
                <a:lnTo>
                  <a:pt x="50816" y="1053846"/>
                </a:lnTo>
                <a:lnTo>
                  <a:pt x="60616" y="1009245"/>
                </a:lnTo>
                <a:lnTo>
                  <a:pt x="71424" y="971474"/>
                </a:lnTo>
                <a:lnTo>
                  <a:pt x="84073" y="934283"/>
                </a:lnTo>
                <a:lnTo>
                  <a:pt x="98174" y="897579"/>
                </a:lnTo>
                <a:lnTo>
                  <a:pt x="123848" y="837227"/>
                </a:lnTo>
                <a:lnTo>
                  <a:pt x="174260" y="723900"/>
                </a:lnTo>
                <a:lnTo>
                  <a:pt x="192328" y="680075"/>
                </a:lnTo>
                <a:lnTo>
                  <a:pt x="198196" y="663246"/>
                </a:lnTo>
                <a:close/>
              </a:path>
              <a:path w="236854" h="1922145">
                <a:moveTo>
                  <a:pt x="94250" y="1905761"/>
                </a:moveTo>
                <a:lnTo>
                  <a:pt x="94250" y="1824989"/>
                </a:lnTo>
                <a:lnTo>
                  <a:pt x="56150" y="1830324"/>
                </a:lnTo>
                <a:lnTo>
                  <a:pt x="53617" y="1811781"/>
                </a:lnTo>
                <a:lnTo>
                  <a:pt x="15764" y="1817370"/>
                </a:lnTo>
                <a:lnTo>
                  <a:pt x="88916" y="1921764"/>
                </a:lnTo>
                <a:lnTo>
                  <a:pt x="94250" y="1905761"/>
                </a:lnTo>
                <a:close/>
              </a:path>
              <a:path w="236854" h="1922145">
                <a:moveTo>
                  <a:pt x="91547" y="1806180"/>
                </a:moveTo>
                <a:lnTo>
                  <a:pt x="76724" y="1703070"/>
                </a:lnTo>
                <a:lnTo>
                  <a:pt x="63770" y="1596390"/>
                </a:lnTo>
                <a:lnTo>
                  <a:pt x="52340" y="1491996"/>
                </a:lnTo>
                <a:lnTo>
                  <a:pt x="46979" y="1430351"/>
                </a:lnTo>
                <a:lnTo>
                  <a:pt x="42473" y="1367497"/>
                </a:lnTo>
                <a:lnTo>
                  <a:pt x="40195" y="1325183"/>
                </a:lnTo>
                <a:lnTo>
                  <a:pt x="38677" y="1282722"/>
                </a:lnTo>
                <a:lnTo>
                  <a:pt x="38069" y="1240268"/>
                </a:lnTo>
                <a:lnTo>
                  <a:pt x="38069" y="1697318"/>
                </a:lnTo>
                <a:lnTo>
                  <a:pt x="40195" y="1713561"/>
                </a:lnTo>
                <a:lnTo>
                  <a:pt x="53617" y="1811781"/>
                </a:lnTo>
                <a:lnTo>
                  <a:pt x="91547" y="1806180"/>
                </a:lnTo>
                <a:close/>
              </a:path>
              <a:path w="236854" h="1922145">
                <a:moveTo>
                  <a:pt x="94250" y="1824989"/>
                </a:moveTo>
                <a:lnTo>
                  <a:pt x="91547" y="1806180"/>
                </a:lnTo>
                <a:lnTo>
                  <a:pt x="53617" y="1811781"/>
                </a:lnTo>
                <a:lnTo>
                  <a:pt x="56150" y="1830324"/>
                </a:lnTo>
                <a:lnTo>
                  <a:pt x="94250" y="1824989"/>
                </a:lnTo>
                <a:close/>
              </a:path>
              <a:path w="236854" h="1922145">
                <a:moveTo>
                  <a:pt x="129302" y="1800606"/>
                </a:moveTo>
                <a:lnTo>
                  <a:pt x="91547" y="1806180"/>
                </a:lnTo>
                <a:lnTo>
                  <a:pt x="94250" y="1824989"/>
                </a:lnTo>
                <a:lnTo>
                  <a:pt x="94250" y="1905761"/>
                </a:lnTo>
                <a:lnTo>
                  <a:pt x="129302" y="1800606"/>
                </a:lnTo>
                <a:close/>
              </a:path>
              <a:path w="236854" h="1922145">
                <a:moveTo>
                  <a:pt x="236263" y="408208"/>
                </a:moveTo>
                <a:lnTo>
                  <a:pt x="235512" y="344744"/>
                </a:lnTo>
                <a:lnTo>
                  <a:pt x="232280" y="281698"/>
                </a:lnTo>
                <a:lnTo>
                  <a:pt x="227185" y="219774"/>
                </a:lnTo>
                <a:lnTo>
                  <a:pt x="220847" y="159675"/>
                </a:lnTo>
                <a:lnTo>
                  <a:pt x="213884" y="102107"/>
                </a:lnTo>
                <a:lnTo>
                  <a:pt x="200168" y="0"/>
                </a:lnTo>
                <a:lnTo>
                  <a:pt x="162068" y="5334"/>
                </a:lnTo>
                <a:lnTo>
                  <a:pt x="171974" y="73152"/>
                </a:lnTo>
                <a:lnTo>
                  <a:pt x="175784" y="107442"/>
                </a:lnTo>
                <a:lnTo>
                  <a:pt x="182832" y="165311"/>
                </a:lnTo>
                <a:lnTo>
                  <a:pt x="189242" y="225330"/>
                </a:lnTo>
                <a:lnTo>
                  <a:pt x="194363" y="286878"/>
                </a:lnTo>
                <a:lnTo>
                  <a:pt x="197540" y="349339"/>
                </a:lnTo>
                <a:lnTo>
                  <a:pt x="198196" y="663246"/>
                </a:lnTo>
                <a:lnTo>
                  <a:pt x="202065" y="652150"/>
                </a:lnTo>
                <a:lnTo>
                  <a:pt x="217434" y="594060"/>
                </a:lnTo>
                <a:lnTo>
                  <a:pt x="227843" y="533570"/>
                </a:lnTo>
                <a:lnTo>
                  <a:pt x="233914" y="471384"/>
                </a:lnTo>
                <a:lnTo>
                  <a:pt x="235515" y="439876"/>
                </a:lnTo>
                <a:lnTo>
                  <a:pt x="236263" y="408208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2" name="object 120">
            <a:extLst>
              <a:ext uri="{FF2B5EF4-FFF2-40B4-BE49-F238E27FC236}">
                <a16:creationId xmlns:a16="http://schemas.microsoft.com/office/drawing/2014/main" id="{315FA4B8-E96F-4312-91A2-874510A0BC37}"/>
              </a:ext>
            </a:extLst>
          </p:cNvPr>
          <p:cNvSpPr/>
          <p:nvPr/>
        </p:nvSpPr>
        <p:spPr>
          <a:xfrm>
            <a:off x="7569170" y="1752043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3"/>
                </a:lnTo>
                <a:lnTo>
                  <a:pt x="1238250" y="694943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3" name="object 121">
            <a:extLst>
              <a:ext uri="{FF2B5EF4-FFF2-40B4-BE49-F238E27FC236}">
                <a16:creationId xmlns:a16="http://schemas.microsoft.com/office/drawing/2014/main" id="{84A18180-D60F-4489-B2AC-8C800EEE863E}"/>
              </a:ext>
            </a:extLst>
          </p:cNvPr>
          <p:cNvSpPr/>
          <p:nvPr/>
        </p:nvSpPr>
        <p:spPr>
          <a:xfrm>
            <a:off x="7569170" y="1752043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3"/>
                </a:lnTo>
                <a:lnTo>
                  <a:pt x="1238250" y="694943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4" name="object 122">
            <a:extLst>
              <a:ext uri="{FF2B5EF4-FFF2-40B4-BE49-F238E27FC236}">
                <a16:creationId xmlns:a16="http://schemas.microsoft.com/office/drawing/2014/main" id="{07AF6543-A421-4A0F-AAD2-7B305D0CBCE6}"/>
              </a:ext>
            </a:extLst>
          </p:cNvPr>
          <p:cNvSpPr/>
          <p:nvPr/>
        </p:nvSpPr>
        <p:spPr>
          <a:xfrm>
            <a:off x="7576789" y="2094943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5" name="object 123">
            <a:extLst>
              <a:ext uri="{FF2B5EF4-FFF2-40B4-BE49-F238E27FC236}">
                <a16:creationId xmlns:a16="http://schemas.microsoft.com/office/drawing/2014/main" id="{8ED44C43-2AFE-4CA5-99B6-0D4C874227F2}"/>
              </a:ext>
            </a:extLst>
          </p:cNvPr>
          <p:cNvSpPr/>
          <p:nvPr/>
        </p:nvSpPr>
        <p:spPr>
          <a:xfrm>
            <a:off x="7986746" y="1752043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6" name="object 124">
            <a:extLst>
              <a:ext uri="{FF2B5EF4-FFF2-40B4-BE49-F238E27FC236}">
                <a16:creationId xmlns:a16="http://schemas.microsoft.com/office/drawing/2014/main" id="{1A0569E3-B211-4533-B1F5-7E7AC640E84F}"/>
              </a:ext>
            </a:extLst>
          </p:cNvPr>
          <p:cNvSpPr/>
          <p:nvPr/>
        </p:nvSpPr>
        <p:spPr>
          <a:xfrm>
            <a:off x="8408894" y="1759664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7" name="object 125">
            <a:extLst>
              <a:ext uri="{FF2B5EF4-FFF2-40B4-BE49-F238E27FC236}">
                <a16:creationId xmlns:a16="http://schemas.microsoft.com/office/drawing/2014/main" id="{B61C6B5D-930C-4C1F-9E51-E6FC5FA23A1D}"/>
              </a:ext>
            </a:extLst>
          </p:cNvPr>
          <p:cNvSpPr/>
          <p:nvPr/>
        </p:nvSpPr>
        <p:spPr>
          <a:xfrm>
            <a:off x="7867874" y="20865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8" name="object 126">
            <a:extLst>
              <a:ext uri="{FF2B5EF4-FFF2-40B4-BE49-F238E27FC236}">
                <a16:creationId xmlns:a16="http://schemas.microsoft.com/office/drawing/2014/main" id="{C4AF4B2B-7415-4445-999C-DE3C9EA36524}"/>
              </a:ext>
            </a:extLst>
          </p:cNvPr>
          <p:cNvSpPr/>
          <p:nvPr/>
        </p:nvSpPr>
        <p:spPr>
          <a:xfrm>
            <a:off x="8184865" y="20865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9" name="object 127">
            <a:extLst>
              <a:ext uri="{FF2B5EF4-FFF2-40B4-BE49-F238E27FC236}">
                <a16:creationId xmlns:a16="http://schemas.microsoft.com/office/drawing/2014/main" id="{AC153AFD-1264-4B9B-9606-4ADBBCD47364}"/>
              </a:ext>
            </a:extLst>
          </p:cNvPr>
          <p:cNvSpPr/>
          <p:nvPr/>
        </p:nvSpPr>
        <p:spPr>
          <a:xfrm>
            <a:off x="8504144" y="20865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0" name="object 128">
            <a:extLst>
              <a:ext uri="{FF2B5EF4-FFF2-40B4-BE49-F238E27FC236}">
                <a16:creationId xmlns:a16="http://schemas.microsoft.com/office/drawing/2014/main" id="{53D6F4ED-F5DA-49FF-B856-752E2104B6C3}"/>
              </a:ext>
            </a:extLst>
          </p:cNvPr>
          <p:cNvSpPr/>
          <p:nvPr/>
        </p:nvSpPr>
        <p:spPr>
          <a:xfrm>
            <a:off x="9106136" y="17581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1" name="object 129">
            <a:extLst>
              <a:ext uri="{FF2B5EF4-FFF2-40B4-BE49-F238E27FC236}">
                <a16:creationId xmlns:a16="http://schemas.microsoft.com/office/drawing/2014/main" id="{4296433C-E4C6-4F43-B56F-A99FE236BC36}"/>
              </a:ext>
            </a:extLst>
          </p:cNvPr>
          <p:cNvSpPr/>
          <p:nvPr/>
        </p:nvSpPr>
        <p:spPr>
          <a:xfrm>
            <a:off x="9106136" y="1758140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2" name="object 130">
            <a:extLst>
              <a:ext uri="{FF2B5EF4-FFF2-40B4-BE49-F238E27FC236}">
                <a16:creationId xmlns:a16="http://schemas.microsoft.com/office/drawing/2014/main" id="{B777DD97-9CFC-45D1-93FE-D089CCB00B02}"/>
              </a:ext>
            </a:extLst>
          </p:cNvPr>
          <p:cNvSpPr/>
          <p:nvPr/>
        </p:nvSpPr>
        <p:spPr>
          <a:xfrm>
            <a:off x="9113744" y="2101040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3" name="object 131">
            <a:extLst>
              <a:ext uri="{FF2B5EF4-FFF2-40B4-BE49-F238E27FC236}">
                <a16:creationId xmlns:a16="http://schemas.microsoft.com/office/drawing/2014/main" id="{659492AE-222E-4A67-8543-A527155142CC}"/>
              </a:ext>
            </a:extLst>
          </p:cNvPr>
          <p:cNvSpPr/>
          <p:nvPr/>
        </p:nvSpPr>
        <p:spPr>
          <a:xfrm>
            <a:off x="9523700" y="1758140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4" name="object 132">
            <a:extLst>
              <a:ext uri="{FF2B5EF4-FFF2-40B4-BE49-F238E27FC236}">
                <a16:creationId xmlns:a16="http://schemas.microsoft.com/office/drawing/2014/main" id="{7D50EC67-BC09-4A4B-9F3B-1A642A9FC694}"/>
              </a:ext>
            </a:extLst>
          </p:cNvPr>
          <p:cNvSpPr/>
          <p:nvPr/>
        </p:nvSpPr>
        <p:spPr>
          <a:xfrm>
            <a:off x="9945848" y="1765759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5" name="object 133">
            <a:extLst>
              <a:ext uri="{FF2B5EF4-FFF2-40B4-BE49-F238E27FC236}">
                <a16:creationId xmlns:a16="http://schemas.microsoft.com/office/drawing/2014/main" id="{61561F55-5CBB-47B7-9E22-AC1FD9AA45F7}"/>
              </a:ext>
            </a:extLst>
          </p:cNvPr>
          <p:cNvSpPr/>
          <p:nvPr/>
        </p:nvSpPr>
        <p:spPr>
          <a:xfrm>
            <a:off x="9404065" y="20934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6" name="object 134">
            <a:extLst>
              <a:ext uri="{FF2B5EF4-FFF2-40B4-BE49-F238E27FC236}">
                <a16:creationId xmlns:a16="http://schemas.microsoft.com/office/drawing/2014/main" id="{A19BFB62-CBD3-41C8-9A83-0E2877D8FBD4}"/>
              </a:ext>
            </a:extLst>
          </p:cNvPr>
          <p:cNvSpPr/>
          <p:nvPr/>
        </p:nvSpPr>
        <p:spPr>
          <a:xfrm>
            <a:off x="9721820" y="20934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7" name="object 135">
            <a:extLst>
              <a:ext uri="{FF2B5EF4-FFF2-40B4-BE49-F238E27FC236}">
                <a16:creationId xmlns:a16="http://schemas.microsoft.com/office/drawing/2014/main" id="{04E46D5D-28FC-4343-A907-6ACD9334D880}"/>
              </a:ext>
            </a:extLst>
          </p:cNvPr>
          <p:cNvSpPr/>
          <p:nvPr/>
        </p:nvSpPr>
        <p:spPr>
          <a:xfrm>
            <a:off x="10041098" y="209342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8" name="object 136">
            <a:extLst>
              <a:ext uri="{FF2B5EF4-FFF2-40B4-BE49-F238E27FC236}">
                <a16:creationId xmlns:a16="http://schemas.microsoft.com/office/drawing/2014/main" id="{EC3BEB25-CD18-4174-AA48-9D9482DEA8F9}"/>
              </a:ext>
            </a:extLst>
          </p:cNvPr>
          <p:cNvSpPr/>
          <p:nvPr/>
        </p:nvSpPr>
        <p:spPr>
          <a:xfrm>
            <a:off x="5180312" y="2268680"/>
            <a:ext cx="2513330" cy="1861820"/>
          </a:xfrm>
          <a:custGeom>
            <a:avLst/>
            <a:gdLst/>
            <a:ahLst/>
            <a:cxnLst/>
            <a:rect l="l" t="t" r="r" b="b"/>
            <a:pathLst>
              <a:path w="2513329" h="1861820">
                <a:moveTo>
                  <a:pt x="68861" y="1768129"/>
                </a:moveTo>
                <a:lnTo>
                  <a:pt x="41909" y="1740408"/>
                </a:lnTo>
                <a:lnTo>
                  <a:pt x="0" y="1861565"/>
                </a:lnTo>
                <a:lnTo>
                  <a:pt x="54863" y="1844078"/>
                </a:lnTo>
                <a:lnTo>
                  <a:pt x="54863" y="1781555"/>
                </a:lnTo>
                <a:lnTo>
                  <a:pt x="68861" y="1768129"/>
                </a:lnTo>
                <a:close/>
              </a:path>
              <a:path w="2513329" h="1861820">
                <a:moveTo>
                  <a:pt x="95392" y="1795418"/>
                </a:moveTo>
                <a:lnTo>
                  <a:pt x="68861" y="1768129"/>
                </a:lnTo>
                <a:lnTo>
                  <a:pt x="54863" y="1781555"/>
                </a:lnTo>
                <a:lnTo>
                  <a:pt x="81533" y="1808988"/>
                </a:lnTo>
                <a:lnTo>
                  <a:pt x="95392" y="1795418"/>
                </a:lnTo>
                <a:close/>
              </a:path>
              <a:path w="2513329" h="1861820">
                <a:moveTo>
                  <a:pt x="121919" y="1822703"/>
                </a:moveTo>
                <a:lnTo>
                  <a:pt x="95392" y="1795418"/>
                </a:lnTo>
                <a:lnTo>
                  <a:pt x="81533" y="1808988"/>
                </a:lnTo>
                <a:lnTo>
                  <a:pt x="54863" y="1781555"/>
                </a:lnTo>
                <a:lnTo>
                  <a:pt x="54863" y="1844078"/>
                </a:lnTo>
                <a:lnTo>
                  <a:pt x="121919" y="1822703"/>
                </a:lnTo>
                <a:close/>
              </a:path>
              <a:path w="2513329" h="1861820">
                <a:moveTo>
                  <a:pt x="2513076" y="14477"/>
                </a:moveTo>
                <a:lnTo>
                  <a:pt x="2478024" y="0"/>
                </a:lnTo>
                <a:lnTo>
                  <a:pt x="2457450" y="45719"/>
                </a:lnTo>
                <a:lnTo>
                  <a:pt x="2451111" y="59324"/>
                </a:lnTo>
                <a:lnTo>
                  <a:pt x="2428613" y="96294"/>
                </a:lnTo>
                <a:lnTo>
                  <a:pt x="2401285" y="127716"/>
                </a:lnTo>
                <a:lnTo>
                  <a:pt x="2369639" y="153866"/>
                </a:lnTo>
                <a:lnTo>
                  <a:pt x="2334184" y="175020"/>
                </a:lnTo>
                <a:lnTo>
                  <a:pt x="2295432" y="191454"/>
                </a:lnTo>
                <a:lnTo>
                  <a:pt x="2253894" y="203444"/>
                </a:lnTo>
                <a:lnTo>
                  <a:pt x="2208276" y="210311"/>
                </a:lnTo>
                <a:lnTo>
                  <a:pt x="2153342" y="212813"/>
                </a:lnTo>
                <a:lnTo>
                  <a:pt x="2097232" y="213278"/>
                </a:lnTo>
                <a:lnTo>
                  <a:pt x="2068854" y="213061"/>
                </a:lnTo>
                <a:lnTo>
                  <a:pt x="2011687" y="212356"/>
                </a:lnTo>
                <a:lnTo>
                  <a:pt x="1991665" y="212192"/>
                </a:lnTo>
                <a:lnTo>
                  <a:pt x="1925616" y="212512"/>
                </a:lnTo>
                <a:lnTo>
                  <a:pt x="1868572" y="214891"/>
                </a:lnTo>
                <a:lnTo>
                  <a:pt x="1812237" y="220264"/>
                </a:lnTo>
                <a:lnTo>
                  <a:pt x="1756987" y="229638"/>
                </a:lnTo>
                <a:lnTo>
                  <a:pt x="1703201" y="244019"/>
                </a:lnTo>
                <a:lnTo>
                  <a:pt x="1651253" y="264413"/>
                </a:lnTo>
                <a:lnTo>
                  <a:pt x="1615439" y="282701"/>
                </a:lnTo>
                <a:lnTo>
                  <a:pt x="1556431" y="318829"/>
                </a:lnTo>
                <a:lnTo>
                  <a:pt x="1525516" y="342073"/>
                </a:lnTo>
                <a:lnTo>
                  <a:pt x="1487424" y="374311"/>
                </a:lnTo>
                <a:lnTo>
                  <a:pt x="1451214" y="408636"/>
                </a:lnTo>
                <a:lnTo>
                  <a:pt x="1424177" y="436183"/>
                </a:lnTo>
                <a:lnTo>
                  <a:pt x="1381645" y="482070"/>
                </a:lnTo>
                <a:lnTo>
                  <a:pt x="1338777" y="528959"/>
                </a:lnTo>
                <a:lnTo>
                  <a:pt x="1286907" y="584669"/>
                </a:lnTo>
                <a:lnTo>
                  <a:pt x="1216914" y="658368"/>
                </a:lnTo>
                <a:lnTo>
                  <a:pt x="1194816" y="680465"/>
                </a:lnTo>
                <a:lnTo>
                  <a:pt x="1183386" y="691133"/>
                </a:lnTo>
                <a:lnTo>
                  <a:pt x="1171956" y="702563"/>
                </a:lnTo>
                <a:lnTo>
                  <a:pt x="155448" y="1684020"/>
                </a:lnTo>
                <a:lnTo>
                  <a:pt x="122681" y="1715261"/>
                </a:lnTo>
                <a:lnTo>
                  <a:pt x="92201" y="1745741"/>
                </a:lnTo>
                <a:lnTo>
                  <a:pt x="68861" y="1768129"/>
                </a:lnTo>
                <a:lnTo>
                  <a:pt x="95392" y="1795418"/>
                </a:lnTo>
                <a:lnTo>
                  <a:pt x="149351" y="1742694"/>
                </a:lnTo>
                <a:lnTo>
                  <a:pt x="182118" y="1711452"/>
                </a:lnTo>
                <a:lnTo>
                  <a:pt x="1199388" y="729996"/>
                </a:lnTo>
                <a:lnTo>
                  <a:pt x="1222248" y="707135"/>
                </a:lnTo>
                <a:lnTo>
                  <a:pt x="1240631" y="689433"/>
                </a:lnTo>
                <a:lnTo>
                  <a:pt x="1277211" y="652058"/>
                </a:lnTo>
                <a:lnTo>
                  <a:pt x="1313696" y="612711"/>
                </a:lnTo>
                <a:lnTo>
                  <a:pt x="1387098" y="531265"/>
                </a:lnTo>
                <a:lnTo>
                  <a:pt x="1405670" y="510906"/>
                </a:lnTo>
                <a:lnTo>
                  <a:pt x="1443240" y="470882"/>
                </a:lnTo>
                <a:lnTo>
                  <a:pt x="1481525" y="432441"/>
                </a:lnTo>
                <a:lnTo>
                  <a:pt x="1520708" y="396374"/>
                </a:lnTo>
                <a:lnTo>
                  <a:pt x="1560968" y="363469"/>
                </a:lnTo>
                <a:lnTo>
                  <a:pt x="1602486" y="334517"/>
                </a:lnTo>
                <a:lnTo>
                  <a:pt x="1649729" y="307847"/>
                </a:lnTo>
                <a:lnTo>
                  <a:pt x="1666494" y="298703"/>
                </a:lnTo>
                <a:lnTo>
                  <a:pt x="1717607" y="279284"/>
                </a:lnTo>
                <a:lnTo>
                  <a:pt x="1770421" y="265761"/>
                </a:lnTo>
                <a:lnTo>
                  <a:pt x="1824583" y="257116"/>
                </a:lnTo>
                <a:lnTo>
                  <a:pt x="1879745" y="252331"/>
                </a:lnTo>
                <a:lnTo>
                  <a:pt x="1935556" y="250388"/>
                </a:lnTo>
                <a:lnTo>
                  <a:pt x="1954286" y="250238"/>
                </a:lnTo>
                <a:lnTo>
                  <a:pt x="1991665" y="250268"/>
                </a:lnTo>
                <a:lnTo>
                  <a:pt x="2019722" y="250573"/>
                </a:lnTo>
                <a:lnTo>
                  <a:pt x="2047723" y="250952"/>
                </a:lnTo>
                <a:lnTo>
                  <a:pt x="2075623" y="251278"/>
                </a:lnTo>
                <a:lnTo>
                  <a:pt x="2130947" y="251260"/>
                </a:lnTo>
                <a:lnTo>
                  <a:pt x="2185344" y="249500"/>
                </a:lnTo>
                <a:lnTo>
                  <a:pt x="2229612" y="246125"/>
                </a:lnTo>
                <a:lnTo>
                  <a:pt x="2278398" y="236364"/>
                </a:lnTo>
                <a:lnTo>
                  <a:pt x="2324554" y="221149"/>
                </a:lnTo>
                <a:lnTo>
                  <a:pt x="2366859" y="200829"/>
                </a:lnTo>
                <a:lnTo>
                  <a:pt x="2405061" y="175066"/>
                </a:lnTo>
                <a:lnTo>
                  <a:pt x="2438904" y="143520"/>
                </a:lnTo>
                <a:lnTo>
                  <a:pt x="2468136" y="105852"/>
                </a:lnTo>
                <a:lnTo>
                  <a:pt x="2492502" y="61721"/>
                </a:lnTo>
                <a:lnTo>
                  <a:pt x="2506218" y="29717"/>
                </a:lnTo>
                <a:lnTo>
                  <a:pt x="2513076" y="1447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9" name="object 137">
            <a:extLst>
              <a:ext uri="{FF2B5EF4-FFF2-40B4-BE49-F238E27FC236}">
                <a16:creationId xmlns:a16="http://schemas.microsoft.com/office/drawing/2014/main" id="{D7D19FD7-E055-43B8-9C1D-226A95DD4AB5}"/>
              </a:ext>
            </a:extLst>
          </p:cNvPr>
          <p:cNvSpPr/>
          <p:nvPr/>
        </p:nvSpPr>
        <p:spPr>
          <a:xfrm>
            <a:off x="6305773" y="2275537"/>
            <a:ext cx="1728470" cy="1854835"/>
          </a:xfrm>
          <a:custGeom>
            <a:avLst/>
            <a:gdLst/>
            <a:ahLst/>
            <a:cxnLst/>
            <a:rect l="l" t="t" r="r" b="b"/>
            <a:pathLst>
              <a:path w="1728470" h="1854835">
                <a:moveTo>
                  <a:pt x="37464" y="1738354"/>
                </a:moveTo>
                <a:lnTo>
                  <a:pt x="0" y="1732026"/>
                </a:lnTo>
                <a:lnTo>
                  <a:pt x="34290" y="1842439"/>
                </a:lnTo>
                <a:lnTo>
                  <a:pt x="34290" y="1757172"/>
                </a:lnTo>
                <a:lnTo>
                  <a:pt x="37464" y="1738354"/>
                </a:lnTo>
                <a:close/>
              </a:path>
              <a:path w="1728470" h="1854835">
                <a:moveTo>
                  <a:pt x="75291" y="1744744"/>
                </a:moveTo>
                <a:lnTo>
                  <a:pt x="37464" y="1738354"/>
                </a:lnTo>
                <a:lnTo>
                  <a:pt x="34290" y="1757172"/>
                </a:lnTo>
                <a:lnTo>
                  <a:pt x="72390" y="1763268"/>
                </a:lnTo>
                <a:lnTo>
                  <a:pt x="75291" y="1744744"/>
                </a:lnTo>
                <a:close/>
              </a:path>
              <a:path w="1728470" h="1854835">
                <a:moveTo>
                  <a:pt x="112776" y="1751076"/>
                </a:moveTo>
                <a:lnTo>
                  <a:pt x="75291" y="1744744"/>
                </a:lnTo>
                <a:lnTo>
                  <a:pt x="72390" y="1763268"/>
                </a:lnTo>
                <a:lnTo>
                  <a:pt x="34290" y="1757172"/>
                </a:lnTo>
                <a:lnTo>
                  <a:pt x="34290" y="1842439"/>
                </a:lnTo>
                <a:lnTo>
                  <a:pt x="38100" y="1854708"/>
                </a:lnTo>
                <a:lnTo>
                  <a:pt x="112776" y="1751076"/>
                </a:lnTo>
                <a:close/>
              </a:path>
              <a:path w="1728470" h="1854835">
                <a:moveTo>
                  <a:pt x="1728216" y="19050"/>
                </a:moveTo>
                <a:lnTo>
                  <a:pt x="1728216" y="762"/>
                </a:lnTo>
                <a:lnTo>
                  <a:pt x="1690116" y="0"/>
                </a:lnTo>
                <a:lnTo>
                  <a:pt x="1690116" y="18288"/>
                </a:lnTo>
                <a:lnTo>
                  <a:pt x="1688011" y="62379"/>
                </a:lnTo>
                <a:lnTo>
                  <a:pt x="1680262" y="105256"/>
                </a:lnTo>
                <a:lnTo>
                  <a:pt x="1665469" y="141176"/>
                </a:lnTo>
                <a:lnTo>
                  <a:pt x="1634838" y="179959"/>
                </a:lnTo>
                <a:lnTo>
                  <a:pt x="1603722" y="203496"/>
                </a:lnTo>
                <a:lnTo>
                  <a:pt x="1565658" y="223376"/>
                </a:lnTo>
                <a:lnTo>
                  <a:pt x="1520952" y="240792"/>
                </a:lnTo>
                <a:lnTo>
                  <a:pt x="1478738" y="250968"/>
                </a:lnTo>
                <a:lnTo>
                  <a:pt x="1440183" y="257755"/>
                </a:lnTo>
                <a:lnTo>
                  <a:pt x="1401590" y="262690"/>
                </a:lnTo>
                <a:lnTo>
                  <a:pt x="1362749" y="266275"/>
                </a:lnTo>
                <a:lnTo>
                  <a:pt x="1324293" y="268882"/>
                </a:lnTo>
                <a:lnTo>
                  <a:pt x="1286166" y="270923"/>
                </a:lnTo>
                <a:lnTo>
                  <a:pt x="1216914" y="274320"/>
                </a:lnTo>
                <a:lnTo>
                  <a:pt x="1152144" y="275844"/>
                </a:lnTo>
                <a:lnTo>
                  <a:pt x="1131389" y="276700"/>
                </a:lnTo>
                <a:lnTo>
                  <a:pt x="1110658" y="277509"/>
                </a:lnTo>
                <a:lnTo>
                  <a:pt x="1048588" y="279839"/>
                </a:lnTo>
                <a:lnTo>
                  <a:pt x="1027936" y="280643"/>
                </a:lnTo>
                <a:lnTo>
                  <a:pt x="986678" y="282402"/>
                </a:lnTo>
                <a:lnTo>
                  <a:pt x="945475" y="284483"/>
                </a:lnTo>
                <a:lnTo>
                  <a:pt x="904315" y="287030"/>
                </a:lnTo>
                <a:lnTo>
                  <a:pt x="862136" y="290285"/>
                </a:lnTo>
                <a:lnTo>
                  <a:pt x="822085" y="294108"/>
                </a:lnTo>
                <a:lnTo>
                  <a:pt x="780993" y="298930"/>
                </a:lnTo>
                <a:lnTo>
                  <a:pt x="739902" y="304800"/>
                </a:lnTo>
                <a:lnTo>
                  <a:pt x="687324" y="315468"/>
                </a:lnTo>
                <a:lnTo>
                  <a:pt x="640080" y="329184"/>
                </a:lnTo>
                <a:lnTo>
                  <a:pt x="598845" y="344983"/>
                </a:lnTo>
                <a:lnTo>
                  <a:pt x="561155" y="361676"/>
                </a:lnTo>
                <a:lnTo>
                  <a:pt x="526133" y="379186"/>
                </a:lnTo>
                <a:lnTo>
                  <a:pt x="478233" y="407953"/>
                </a:lnTo>
                <a:lnTo>
                  <a:pt x="435385" y="441058"/>
                </a:lnTo>
                <a:lnTo>
                  <a:pt x="397022" y="480001"/>
                </a:lnTo>
                <a:lnTo>
                  <a:pt x="362573" y="526284"/>
                </a:lnTo>
                <a:lnTo>
                  <a:pt x="341501" y="561957"/>
                </a:lnTo>
                <a:lnTo>
                  <a:pt x="314706" y="614934"/>
                </a:lnTo>
                <a:lnTo>
                  <a:pt x="294775" y="658909"/>
                </a:lnTo>
                <a:lnTo>
                  <a:pt x="276082" y="703225"/>
                </a:lnTo>
                <a:lnTo>
                  <a:pt x="258556" y="747862"/>
                </a:lnTo>
                <a:lnTo>
                  <a:pt x="242125" y="792804"/>
                </a:lnTo>
                <a:lnTo>
                  <a:pt x="226721" y="838031"/>
                </a:lnTo>
                <a:lnTo>
                  <a:pt x="212271" y="883526"/>
                </a:lnTo>
                <a:lnTo>
                  <a:pt x="198707" y="929271"/>
                </a:lnTo>
                <a:lnTo>
                  <a:pt x="185957" y="975247"/>
                </a:lnTo>
                <a:lnTo>
                  <a:pt x="173952" y="1021438"/>
                </a:lnTo>
                <a:lnTo>
                  <a:pt x="162620" y="1067823"/>
                </a:lnTo>
                <a:lnTo>
                  <a:pt x="151891" y="1114387"/>
                </a:lnTo>
                <a:lnTo>
                  <a:pt x="141696" y="1161110"/>
                </a:lnTo>
                <a:lnTo>
                  <a:pt x="131962" y="1207975"/>
                </a:lnTo>
                <a:lnTo>
                  <a:pt x="113602" y="1302057"/>
                </a:lnTo>
                <a:lnTo>
                  <a:pt x="70866" y="1538478"/>
                </a:lnTo>
                <a:lnTo>
                  <a:pt x="37464" y="1738354"/>
                </a:lnTo>
                <a:lnTo>
                  <a:pt x="75291" y="1744744"/>
                </a:lnTo>
                <a:lnTo>
                  <a:pt x="82296" y="1700022"/>
                </a:lnTo>
                <a:lnTo>
                  <a:pt x="108204" y="1544574"/>
                </a:lnTo>
                <a:lnTo>
                  <a:pt x="159630" y="1264662"/>
                </a:lnTo>
                <a:lnTo>
                  <a:pt x="178416" y="1171806"/>
                </a:lnTo>
                <a:lnTo>
                  <a:pt x="188444" y="1125561"/>
                </a:lnTo>
                <a:lnTo>
                  <a:pt x="198991" y="1079468"/>
                </a:lnTo>
                <a:lnTo>
                  <a:pt x="210131" y="1033548"/>
                </a:lnTo>
                <a:lnTo>
                  <a:pt x="221935" y="987823"/>
                </a:lnTo>
                <a:lnTo>
                  <a:pt x="234476" y="942315"/>
                </a:lnTo>
                <a:lnTo>
                  <a:pt x="247827" y="897047"/>
                </a:lnTo>
                <a:lnTo>
                  <a:pt x="262060" y="852041"/>
                </a:lnTo>
                <a:lnTo>
                  <a:pt x="277248" y="807317"/>
                </a:lnTo>
                <a:lnTo>
                  <a:pt x="293463" y="762899"/>
                </a:lnTo>
                <a:lnTo>
                  <a:pt x="310778" y="718809"/>
                </a:lnTo>
                <a:lnTo>
                  <a:pt x="329264" y="675067"/>
                </a:lnTo>
                <a:lnTo>
                  <a:pt x="348996" y="631698"/>
                </a:lnTo>
                <a:lnTo>
                  <a:pt x="374333" y="581379"/>
                </a:lnTo>
                <a:lnTo>
                  <a:pt x="393881" y="547950"/>
                </a:lnTo>
                <a:lnTo>
                  <a:pt x="425735" y="504919"/>
                </a:lnTo>
                <a:lnTo>
                  <a:pt x="461172" y="469013"/>
                </a:lnTo>
                <a:lnTo>
                  <a:pt x="500808" y="438640"/>
                </a:lnTo>
                <a:lnTo>
                  <a:pt x="545256" y="412213"/>
                </a:lnTo>
                <a:lnTo>
                  <a:pt x="595130" y="388141"/>
                </a:lnTo>
                <a:lnTo>
                  <a:pt x="631698" y="372618"/>
                </a:lnTo>
                <a:lnTo>
                  <a:pt x="672846" y="358902"/>
                </a:lnTo>
                <a:lnTo>
                  <a:pt x="720090" y="347472"/>
                </a:lnTo>
                <a:lnTo>
                  <a:pt x="768826" y="339373"/>
                </a:lnTo>
                <a:lnTo>
                  <a:pt x="815128" y="333340"/>
                </a:lnTo>
                <a:lnTo>
                  <a:pt x="863189" y="328423"/>
                </a:lnTo>
                <a:lnTo>
                  <a:pt x="909663" y="324710"/>
                </a:lnTo>
                <a:lnTo>
                  <a:pt x="957524" y="321750"/>
                </a:lnTo>
                <a:lnTo>
                  <a:pt x="1007299" y="319382"/>
                </a:lnTo>
                <a:lnTo>
                  <a:pt x="1053506" y="317633"/>
                </a:lnTo>
                <a:lnTo>
                  <a:pt x="1101256" y="316112"/>
                </a:lnTo>
                <a:lnTo>
                  <a:pt x="1172057" y="313991"/>
                </a:lnTo>
                <a:lnTo>
                  <a:pt x="1195345" y="313236"/>
                </a:lnTo>
                <a:lnTo>
                  <a:pt x="1286855" y="309059"/>
                </a:lnTo>
                <a:lnTo>
                  <a:pt x="1337700" y="306273"/>
                </a:lnTo>
                <a:lnTo>
                  <a:pt x="1376586" y="303560"/>
                </a:lnTo>
                <a:lnTo>
                  <a:pt x="1415329" y="299854"/>
                </a:lnTo>
                <a:lnTo>
                  <a:pt x="1453618" y="294706"/>
                </a:lnTo>
                <a:lnTo>
                  <a:pt x="1502235" y="285026"/>
                </a:lnTo>
                <a:lnTo>
                  <a:pt x="1566672" y="264414"/>
                </a:lnTo>
                <a:lnTo>
                  <a:pt x="1607990" y="244844"/>
                </a:lnTo>
                <a:lnTo>
                  <a:pt x="1643296" y="222163"/>
                </a:lnTo>
                <a:lnTo>
                  <a:pt x="1672527" y="195758"/>
                </a:lnTo>
                <a:lnTo>
                  <a:pt x="1695618" y="165015"/>
                </a:lnTo>
                <a:lnTo>
                  <a:pt x="1712506" y="129318"/>
                </a:lnTo>
                <a:lnTo>
                  <a:pt x="1723125" y="88055"/>
                </a:lnTo>
                <a:lnTo>
                  <a:pt x="1726692" y="57150"/>
                </a:lnTo>
                <a:lnTo>
                  <a:pt x="1728216" y="1905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0" name="object 138">
            <a:extLst>
              <a:ext uri="{FF2B5EF4-FFF2-40B4-BE49-F238E27FC236}">
                <a16:creationId xmlns:a16="http://schemas.microsoft.com/office/drawing/2014/main" id="{0A79A68E-E68B-4691-80B5-C07E47B0BFFD}"/>
              </a:ext>
            </a:extLst>
          </p:cNvPr>
          <p:cNvSpPr/>
          <p:nvPr/>
        </p:nvSpPr>
        <p:spPr>
          <a:xfrm>
            <a:off x="7739858" y="2304493"/>
            <a:ext cx="676910" cy="3027680"/>
          </a:xfrm>
          <a:custGeom>
            <a:avLst/>
            <a:gdLst/>
            <a:ahLst/>
            <a:cxnLst/>
            <a:rect l="l" t="t" r="r" b="b"/>
            <a:pathLst>
              <a:path w="676909" h="3027679">
                <a:moveTo>
                  <a:pt x="35635" y="2913408"/>
                </a:moveTo>
                <a:lnTo>
                  <a:pt x="0" y="2900172"/>
                </a:lnTo>
                <a:lnTo>
                  <a:pt x="13716" y="3027426"/>
                </a:lnTo>
                <a:lnTo>
                  <a:pt x="28956" y="3013060"/>
                </a:lnTo>
                <a:lnTo>
                  <a:pt x="28956" y="2931414"/>
                </a:lnTo>
                <a:lnTo>
                  <a:pt x="35635" y="2913408"/>
                </a:lnTo>
                <a:close/>
              </a:path>
              <a:path w="676909" h="3027679">
                <a:moveTo>
                  <a:pt x="71336" y="2926668"/>
                </a:moveTo>
                <a:lnTo>
                  <a:pt x="35635" y="2913408"/>
                </a:lnTo>
                <a:lnTo>
                  <a:pt x="28956" y="2931414"/>
                </a:lnTo>
                <a:lnTo>
                  <a:pt x="64770" y="2944368"/>
                </a:lnTo>
                <a:lnTo>
                  <a:pt x="71336" y="2926668"/>
                </a:lnTo>
                <a:close/>
              </a:path>
              <a:path w="676909" h="3027679">
                <a:moveTo>
                  <a:pt x="106680" y="2939796"/>
                </a:moveTo>
                <a:lnTo>
                  <a:pt x="71336" y="2926668"/>
                </a:lnTo>
                <a:lnTo>
                  <a:pt x="64770" y="2944368"/>
                </a:lnTo>
                <a:lnTo>
                  <a:pt x="28956" y="2931414"/>
                </a:lnTo>
                <a:lnTo>
                  <a:pt x="28956" y="3013060"/>
                </a:lnTo>
                <a:lnTo>
                  <a:pt x="106680" y="2939796"/>
                </a:lnTo>
                <a:close/>
              </a:path>
              <a:path w="676909" h="3027679">
                <a:moveTo>
                  <a:pt x="638550" y="849020"/>
                </a:moveTo>
                <a:lnTo>
                  <a:pt x="638550" y="336237"/>
                </a:lnTo>
                <a:lnTo>
                  <a:pt x="638545" y="359234"/>
                </a:lnTo>
                <a:lnTo>
                  <a:pt x="638152" y="382170"/>
                </a:lnTo>
                <a:lnTo>
                  <a:pt x="637431" y="405007"/>
                </a:lnTo>
                <a:lnTo>
                  <a:pt x="636442" y="427702"/>
                </a:lnTo>
                <a:lnTo>
                  <a:pt x="632460" y="494538"/>
                </a:lnTo>
                <a:lnTo>
                  <a:pt x="630936" y="522731"/>
                </a:lnTo>
                <a:lnTo>
                  <a:pt x="617231" y="687473"/>
                </a:lnTo>
                <a:lnTo>
                  <a:pt x="602553" y="829159"/>
                </a:lnTo>
                <a:lnTo>
                  <a:pt x="585064" y="970771"/>
                </a:lnTo>
                <a:lnTo>
                  <a:pt x="570131" y="1076687"/>
                </a:lnTo>
                <a:lnTo>
                  <a:pt x="553664" y="1182160"/>
                </a:lnTo>
                <a:lnTo>
                  <a:pt x="535686" y="1287018"/>
                </a:lnTo>
                <a:lnTo>
                  <a:pt x="520446" y="1368552"/>
                </a:lnTo>
                <a:lnTo>
                  <a:pt x="503682" y="1450848"/>
                </a:lnTo>
                <a:lnTo>
                  <a:pt x="492304" y="1503054"/>
                </a:lnTo>
                <a:lnTo>
                  <a:pt x="480362" y="1555112"/>
                </a:lnTo>
                <a:lnTo>
                  <a:pt x="467881" y="1607027"/>
                </a:lnTo>
                <a:lnTo>
                  <a:pt x="454883" y="1658804"/>
                </a:lnTo>
                <a:lnTo>
                  <a:pt x="427438" y="1761964"/>
                </a:lnTo>
                <a:lnTo>
                  <a:pt x="398221" y="1864634"/>
                </a:lnTo>
                <a:lnTo>
                  <a:pt x="367426" y="1966855"/>
                </a:lnTo>
                <a:lnTo>
                  <a:pt x="335249" y="2068669"/>
                </a:lnTo>
                <a:lnTo>
                  <a:pt x="284815" y="2220719"/>
                </a:lnTo>
                <a:lnTo>
                  <a:pt x="214542" y="2422416"/>
                </a:lnTo>
                <a:lnTo>
                  <a:pt x="35635" y="2913408"/>
                </a:lnTo>
                <a:lnTo>
                  <a:pt x="71336" y="2926668"/>
                </a:lnTo>
                <a:lnTo>
                  <a:pt x="233172" y="2485644"/>
                </a:lnTo>
                <a:lnTo>
                  <a:pt x="321012" y="2232080"/>
                </a:lnTo>
                <a:lnTo>
                  <a:pt x="371594" y="2079277"/>
                </a:lnTo>
                <a:lnTo>
                  <a:pt x="403960" y="1977004"/>
                </a:lnTo>
                <a:lnTo>
                  <a:pt x="434976" y="1874334"/>
                </a:lnTo>
                <a:lnTo>
                  <a:pt x="464417" y="1771207"/>
                </a:lnTo>
                <a:lnTo>
                  <a:pt x="492055" y="1667562"/>
                </a:lnTo>
                <a:lnTo>
                  <a:pt x="505128" y="1615525"/>
                </a:lnTo>
                <a:lnTo>
                  <a:pt x="517665" y="1563335"/>
                </a:lnTo>
                <a:lnTo>
                  <a:pt x="529638" y="1510986"/>
                </a:lnTo>
                <a:lnTo>
                  <a:pt x="541020" y="1458468"/>
                </a:lnTo>
                <a:lnTo>
                  <a:pt x="557784" y="1375410"/>
                </a:lnTo>
                <a:lnTo>
                  <a:pt x="585416" y="1222842"/>
                </a:lnTo>
                <a:lnTo>
                  <a:pt x="602581" y="1117052"/>
                </a:lnTo>
                <a:lnTo>
                  <a:pt x="618081" y="1010889"/>
                </a:lnTo>
                <a:lnTo>
                  <a:pt x="631969" y="904451"/>
                </a:lnTo>
                <a:lnTo>
                  <a:pt x="638550" y="849020"/>
                </a:lnTo>
                <a:close/>
              </a:path>
              <a:path w="676909" h="3027679">
                <a:moveTo>
                  <a:pt x="676607" y="354563"/>
                </a:moveTo>
                <a:lnTo>
                  <a:pt x="675930" y="306667"/>
                </a:lnTo>
                <a:lnTo>
                  <a:pt x="673098" y="258956"/>
                </a:lnTo>
                <a:lnTo>
                  <a:pt x="667624" y="211681"/>
                </a:lnTo>
                <a:lnTo>
                  <a:pt x="659023" y="165095"/>
                </a:lnTo>
                <a:lnTo>
                  <a:pt x="646809" y="119452"/>
                </a:lnTo>
                <a:lnTo>
                  <a:pt x="630497" y="75004"/>
                </a:lnTo>
                <a:lnTo>
                  <a:pt x="609600" y="32004"/>
                </a:lnTo>
                <a:lnTo>
                  <a:pt x="600456" y="16002"/>
                </a:lnTo>
                <a:lnTo>
                  <a:pt x="592074" y="0"/>
                </a:lnTo>
                <a:lnTo>
                  <a:pt x="558546" y="18288"/>
                </a:lnTo>
                <a:lnTo>
                  <a:pt x="567690" y="34290"/>
                </a:lnTo>
                <a:lnTo>
                  <a:pt x="586556" y="70375"/>
                </a:lnTo>
                <a:lnTo>
                  <a:pt x="604087" y="111905"/>
                </a:lnTo>
                <a:lnTo>
                  <a:pt x="617434" y="154979"/>
                </a:lnTo>
                <a:lnTo>
                  <a:pt x="627076" y="199274"/>
                </a:lnTo>
                <a:lnTo>
                  <a:pt x="633490" y="244465"/>
                </a:lnTo>
                <a:lnTo>
                  <a:pt x="637155" y="290227"/>
                </a:lnTo>
                <a:lnTo>
                  <a:pt x="638550" y="336237"/>
                </a:lnTo>
                <a:lnTo>
                  <a:pt x="638550" y="849020"/>
                </a:lnTo>
                <a:lnTo>
                  <a:pt x="651669" y="726705"/>
                </a:lnTo>
                <a:lnTo>
                  <a:pt x="664464" y="584454"/>
                </a:lnTo>
                <a:lnTo>
                  <a:pt x="669036" y="525018"/>
                </a:lnTo>
                <a:lnTo>
                  <a:pt x="674642" y="426197"/>
                </a:lnTo>
                <a:lnTo>
                  <a:pt x="676288" y="378500"/>
                </a:lnTo>
                <a:lnTo>
                  <a:pt x="676607" y="354563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1" name="object 139">
            <a:extLst>
              <a:ext uri="{FF2B5EF4-FFF2-40B4-BE49-F238E27FC236}">
                <a16:creationId xmlns:a16="http://schemas.microsoft.com/office/drawing/2014/main" id="{2794CDFE-4E67-41E6-AD20-1257898CA3E8}"/>
              </a:ext>
            </a:extLst>
          </p:cNvPr>
          <p:cNvSpPr/>
          <p:nvPr/>
        </p:nvSpPr>
        <p:spPr>
          <a:xfrm>
            <a:off x="8562409" y="2306780"/>
            <a:ext cx="712470" cy="3051810"/>
          </a:xfrm>
          <a:custGeom>
            <a:avLst/>
            <a:gdLst/>
            <a:ahLst/>
            <a:cxnLst/>
            <a:rect l="l" t="t" r="r" b="b"/>
            <a:pathLst>
              <a:path w="712470" h="3051810">
                <a:moveTo>
                  <a:pt x="712129" y="14477"/>
                </a:moveTo>
                <a:lnTo>
                  <a:pt x="676315" y="0"/>
                </a:lnTo>
                <a:lnTo>
                  <a:pt x="525752" y="380066"/>
                </a:lnTo>
                <a:lnTo>
                  <a:pt x="449138" y="582307"/>
                </a:lnTo>
                <a:lnTo>
                  <a:pt x="386461" y="756548"/>
                </a:lnTo>
                <a:lnTo>
                  <a:pt x="315127" y="966215"/>
                </a:lnTo>
                <a:lnTo>
                  <a:pt x="292267" y="1030985"/>
                </a:lnTo>
                <a:lnTo>
                  <a:pt x="230600" y="1199025"/>
                </a:lnTo>
                <a:lnTo>
                  <a:pt x="178872" y="1343362"/>
                </a:lnTo>
                <a:lnTo>
                  <a:pt x="120817" y="1512569"/>
                </a:lnTo>
                <a:lnTo>
                  <a:pt x="98719" y="1584197"/>
                </a:lnTo>
                <a:lnTo>
                  <a:pt x="78145" y="1655064"/>
                </a:lnTo>
                <a:lnTo>
                  <a:pt x="59095" y="1725929"/>
                </a:lnTo>
                <a:lnTo>
                  <a:pt x="45613" y="1780172"/>
                </a:lnTo>
                <a:lnTo>
                  <a:pt x="34016" y="1834191"/>
                </a:lnTo>
                <a:lnTo>
                  <a:pt x="24237" y="1888011"/>
                </a:lnTo>
                <a:lnTo>
                  <a:pt x="16210" y="1941658"/>
                </a:lnTo>
                <a:lnTo>
                  <a:pt x="9867" y="1995158"/>
                </a:lnTo>
                <a:lnTo>
                  <a:pt x="5141" y="2048536"/>
                </a:lnTo>
                <a:lnTo>
                  <a:pt x="1966" y="2101818"/>
                </a:lnTo>
                <a:lnTo>
                  <a:pt x="275" y="2155029"/>
                </a:lnTo>
                <a:lnTo>
                  <a:pt x="0" y="2208194"/>
                </a:lnTo>
                <a:lnTo>
                  <a:pt x="1074" y="2261339"/>
                </a:lnTo>
                <a:lnTo>
                  <a:pt x="3430" y="2314490"/>
                </a:lnTo>
                <a:lnTo>
                  <a:pt x="7002" y="2367672"/>
                </a:lnTo>
                <a:lnTo>
                  <a:pt x="11722" y="2420910"/>
                </a:lnTo>
                <a:lnTo>
                  <a:pt x="17523" y="2474230"/>
                </a:lnTo>
                <a:lnTo>
                  <a:pt x="24339" y="2527658"/>
                </a:lnTo>
                <a:lnTo>
                  <a:pt x="32102" y="2581219"/>
                </a:lnTo>
                <a:lnTo>
                  <a:pt x="37759" y="2616378"/>
                </a:lnTo>
                <a:lnTo>
                  <a:pt x="37759" y="2205228"/>
                </a:lnTo>
                <a:lnTo>
                  <a:pt x="38521" y="2139696"/>
                </a:lnTo>
                <a:lnTo>
                  <a:pt x="41569" y="2074164"/>
                </a:lnTo>
                <a:lnTo>
                  <a:pt x="45170" y="2022662"/>
                </a:lnTo>
                <a:lnTo>
                  <a:pt x="50613" y="1971351"/>
                </a:lnTo>
                <a:lnTo>
                  <a:pt x="57765" y="1920252"/>
                </a:lnTo>
                <a:lnTo>
                  <a:pt x="69725" y="1852491"/>
                </a:lnTo>
                <a:lnTo>
                  <a:pt x="84166" y="1785200"/>
                </a:lnTo>
                <a:lnTo>
                  <a:pt x="96433" y="1735073"/>
                </a:lnTo>
                <a:lnTo>
                  <a:pt x="114721" y="1665732"/>
                </a:lnTo>
                <a:lnTo>
                  <a:pt x="135295" y="1595627"/>
                </a:lnTo>
                <a:lnTo>
                  <a:pt x="157393" y="1524761"/>
                </a:lnTo>
                <a:lnTo>
                  <a:pt x="180253" y="1454658"/>
                </a:lnTo>
                <a:lnTo>
                  <a:pt x="230632" y="1311350"/>
                </a:lnTo>
                <a:lnTo>
                  <a:pt x="350941" y="978407"/>
                </a:lnTo>
                <a:lnTo>
                  <a:pt x="373039" y="915161"/>
                </a:lnTo>
                <a:lnTo>
                  <a:pt x="393613" y="852677"/>
                </a:lnTo>
                <a:lnTo>
                  <a:pt x="448007" y="696775"/>
                </a:lnTo>
                <a:lnTo>
                  <a:pt x="524213" y="490216"/>
                </a:lnTo>
                <a:lnTo>
                  <a:pt x="583351" y="336041"/>
                </a:lnTo>
                <a:lnTo>
                  <a:pt x="626023" y="227837"/>
                </a:lnTo>
                <a:lnTo>
                  <a:pt x="712129" y="14477"/>
                </a:lnTo>
                <a:close/>
              </a:path>
              <a:path w="712470" h="3051810">
                <a:moveTo>
                  <a:pt x="139054" y="2936505"/>
                </a:moveTo>
                <a:lnTo>
                  <a:pt x="95671" y="2724911"/>
                </a:lnTo>
                <a:lnTo>
                  <a:pt x="86391" y="2673403"/>
                </a:lnTo>
                <a:lnTo>
                  <a:pt x="73458" y="2595928"/>
                </a:lnTo>
                <a:lnTo>
                  <a:pt x="65640" y="2544143"/>
                </a:lnTo>
                <a:lnTo>
                  <a:pt x="58580" y="2492256"/>
                </a:lnTo>
                <a:lnTo>
                  <a:pt x="52379" y="2440269"/>
                </a:lnTo>
                <a:lnTo>
                  <a:pt x="47135" y="2388189"/>
                </a:lnTo>
                <a:lnTo>
                  <a:pt x="42948" y="2336018"/>
                </a:lnTo>
                <a:lnTo>
                  <a:pt x="39918" y="2283762"/>
                </a:lnTo>
                <a:lnTo>
                  <a:pt x="38144" y="2231425"/>
                </a:lnTo>
                <a:lnTo>
                  <a:pt x="37759" y="2205228"/>
                </a:lnTo>
                <a:lnTo>
                  <a:pt x="37759" y="2616378"/>
                </a:lnTo>
                <a:lnTo>
                  <a:pt x="50202" y="2688841"/>
                </a:lnTo>
                <a:lnTo>
                  <a:pt x="60405" y="2742954"/>
                </a:lnTo>
                <a:lnTo>
                  <a:pt x="97957" y="2926841"/>
                </a:lnTo>
                <a:lnTo>
                  <a:pt x="102101" y="2944549"/>
                </a:lnTo>
                <a:lnTo>
                  <a:pt x="139054" y="2936505"/>
                </a:lnTo>
                <a:close/>
              </a:path>
              <a:path w="712470" h="3051810">
                <a:moveTo>
                  <a:pt x="142915" y="3049006"/>
                </a:moveTo>
                <a:lnTo>
                  <a:pt x="142915" y="2955035"/>
                </a:lnTo>
                <a:lnTo>
                  <a:pt x="106339" y="2962655"/>
                </a:lnTo>
                <a:lnTo>
                  <a:pt x="102101" y="2944549"/>
                </a:lnTo>
                <a:lnTo>
                  <a:pt x="64429" y="2952750"/>
                </a:lnTo>
                <a:lnTo>
                  <a:pt x="142915" y="3049006"/>
                </a:lnTo>
                <a:close/>
              </a:path>
              <a:path w="712470" h="3051810">
                <a:moveTo>
                  <a:pt x="142915" y="2955035"/>
                </a:moveTo>
                <a:lnTo>
                  <a:pt x="139054" y="2936505"/>
                </a:lnTo>
                <a:lnTo>
                  <a:pt x="102101" y="2944549"/>
                </a:lnTo>
                <a:lnTo>
                  <a:pt x="106339" y="2962655"/>
                </a:lnTo>
                <a:lnTo>
                  <a:pt x="142915" y="2955035"/>
                </a:lnTo>
                <a:close/>
              </a:path>
              <a:path w="712470" h="3051810">
                <a:moveTo>
                  <a:pt x="176443" y="2928366"/>
                </a:moveTo>
                <a:lnTo>
                  <a:pt x="139054" y="2936505"/>
                </a:lnTo>
                <a:lnTo>
                  <a:pt x="142915" y="2955035"/>
                </a:lnTo>
                <a:lnTo>
                  <a:pt x="142915" y="3049006"/>
                </a:lnTo>
                <a:lnTo>
                  <a:pt x="145201" y="3051810"/>
                </a:lnTo>
                <a:lnTo>
                  <a:pt x="176443" y="292836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2" name="object 140">
            <a:extLst>
              <a:ext uri="{FF2B5EF4-FFF2-40B4-BE49-F238E27FC236}">
                <a16:creationId xmlns:a16="http://schemas.microsoft.com/office/drawing/2014/main" id="{758C278B-3ACC-419D-B581-3E08A0A60B2A}"/>
              </a:ext>
            </a:extLst>
          </p:cNvPr>
          <p:cNvSpPr/>
          <p:nvPr/>
        </p:nvSpPr>
        <p:spPr>
          <a:xfrm>
            <a:off x="9563336" y="2297636"/>
            <a:ext cx="160020" cy="1832610"/>
          </a:xfrm>
          <a:custGeom>
            <a:avLst/>
            <a:gdLst/>
            <a:ahLst/>
            <a:cxnLst/>
            <a:rect l="l" t="t" r="r" b="b"/>
            <a:pathLst>
              <a:path w="160020" h="1832610">
                <a:moveTo>
                  <a:pt x="160020" y="981456"/>
                </a:moveTo>
                <a:lnTo>
                  <a:pt x="160020" y="931926"/>
                </a:lnTo>
                <a:lnTo>
                  <a:pt x="159710" y="900194"/>
                </a:lnTo>
                <a:lnTo>
                  <a:pt x="157807" y="836678"/>
                </a:lnTo>
                <a:lnTo>
                  <a:pt x="154318" y="773126"/>
                </a:lnTo>
                <a:lnTo>
                  <a:pt x="149395" y="709579"/>
                </a:lnTo>
                <a:lnTo>
                  <a:pt x="143190" y="646078"/>
                </a:lnTo>
                <a:lnTo>
                  <a:pt x="135857" y="582663"/>
                </a:lnTo>
                <a:lnTo>
                  <a:pt x="127546" y="519376"/>
                </a:lnTo>
                <a:lnTo>
                  <a:pt x="113567" y="424680"/>
                </a:lnTo>
                <a:lnTo>
                  <a:pt x="89910" y="282075"/>
                </a:lnTo>
                <a:lnTo>
                  <a:pt x="75438" y="199644"/>
                </a:lnTo>
                <a:lnTo>
                  <a:pt x="37338" y="0"/>
                </a:lnTo>
                <a:lnTo>
                  <a:pt x="0" y="6858"/>
                </a:lnTo>
                <a:lnTo>
                  <a:pt x="55626" y="306324"/>
                </a:lnTo>
                <a:lnTo>
                  <a:pt x="76065" y="431150"/>
                </a:lnTo>
                <a:lnTo>
                  <a:pt x="89917" y="524717"/>
                </a:lnTo>
                <a:lnTo>
                  <a:pt x="98146" y="587047"/>
                </a:lnTo>
                <a:lnTo>
                  <a:pt x="105407" y="649503"/>
                </a:lnTo>
                <a:lnTo>
                  <a:pt x="111541" y="712081"/>
                </a:lnTo>
                <a:lnTo>
                  <a:pt x="116394" y="774823"/>
                </a:lnTo>
                <a:lnTo>
                  <a:pt x="119813" y="837774"/>
                </a:lnTo>
                <a:lnTo>
                  <a:pt x="121646" y="900978"/>
                </a:lnTo>
                <a:lnTo>
                  <a:pt x="121920" y="1610430"/>
                </a:lnTo>
                <a:lnTo>
                  <a:pt x="148706" y="1243667"/>
                </a:lnTo>
                <a:lnTo>
                  <a:pt x="154713" y="1136957"/>
                </a:lnTo>
                <a:lnTo>
                  <a:pt x="157696" y="1060714"/>
                </a:lnTo>
                <a:lnTo>
                  <a:pt x="160020" y="981456"/>
                </a:lnTo>
                <a:close/>
              </a:path>
              <a:path w="160020" h="1832610">
                <a:moveTo>
                  <a:pt x="71710" y="1716292"/>
                </a:moveTo>
                <a:lnTo>
                  <a:pt x="34290" y="1709927"/>
                </a:lnTo>
                <a:lnTo>
                  <a:pt x="68580" y="1824942"/>
                </a:lnTo>
                <a:lnTo>
                  <a:pt x="68580" y="1735074"/>
                </a:lnTo>
                <a:lnTo>
                  <a:pt x="71710" y="1716292"/>
                </a:lnTo>
                <a:close/>
              </a:path>
              <a:path w="160020" h="1832610">
                <a:moveTo>
                  <a:pt x="108910" y="1722618"/>
                </a:moveTo>
                <a:lnTo>
                  <a:pt x="71710" y="1716292"/>
                </a:lnTo>
                <a:lnTo>
                  <a:pt x="68580" y="1735074"/>
                </a:lnTo>
                <a:lnTo>
                  <a:pt x="105918" y="1741170"/>
                </a:lnTo>
                <a:lnTo>
                  <a:pt x="108910" y="1722618"/>
                </a:lnTo>
                <a:close/>
              </a:path>
              <a:path w="160020" h="1832610">
                <a:moveTo>
                  <a:pt x="146304" y="1728977"/>
                </a:moveTo>
                <a:lnTo>
                  <a:pt x="108910" y="1722618"/>
                </a:lnTo>
                <a:lnTo>
                  <a:pt x="105918" y="1741170"/>
                </a:lnTo>
                <a:lnTo>
                  <a:pt x="68580" y="1735074"/>
                </a:lnTo>
                <a:lnTo>
                  <a:pt x="68580" y="1824942"/>
                </a:lnTo>
                <a:lnTo>
                  <a:pt x="70866" y="1832610"/>
                </a:lnTo>
                <a:lnTo>
                  <a:pt x="146304" y="1728977"/>
                </a:lnTo>
                <a:close/>
              </a:path>
              <a:path w="160020" h="1832610">
                <a:moveTo>
                  <a:pt x="121920" y="1610430"/>
                </a:moveTo>
                <a:lnTo>
                  <a:pt x="121920" y="980694"/>
                </a:lnTo>
                <a:lnTo>
                  <a:pt x="119708" y="1059915"/>
                </a:lnTo>
                <a:lnTo>
                  <a:pt x="117522" y="1120528"/>
                </a:lnTo>
                <a:lnTo>
                  <a:pt x="113567" y="1195976"/>
                </a:lnTo>
                <a:lnTo>
                  <a:pt x="89910" y="1533627"/>
                </a:lnTo>
                <a:lnTo>
                  <a:pt x="86433" y="1579907"/>
                </a:lnTo>
                <a:lnTo>
                  <a:pt x="82314" y="1626205"/>
                </a:lnTo>
                <a:lnTo>
                  <a:pt x="75270" y="1687735"/>
                </a:lnTo>
                <a:lnTo>
                  <a:pt x="73152" y="1703070"/>
                </a:lnTo>
                <a:lnTo>
                  <a:pt x="72390" y="1712214"/>
                </a:lnTo>
                <a:lnTo>
                  <a:pt x="71710" y="1716292"/>
                </a:lnTo>
                <a:lnTo>
                  <a:pt x="108910" y="1722618"/>
                </a:lnTo>
                <a:lnTo>
                  <a:pt x="111252" y="1708404"/>
                </a:lnTo>
                <a:lnTo>
                  <a:pt x="113581" y="1689976"/>
                </a:lnTo>
                <a:lnTo>
                  <a:pt x="116853" y="1661711"/>
                </a:lnTo>
                <a:lnTo>
                  <a:pt x="121510" y="1615028"/>
                </a:lnTo>
                <a:lnTo>
                  <a:pt x="121920" y="161043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3" name="object 141">
            <a:extLst>
              <a:ext uri="{FF2B5EF4-FFF2-40B4-BE49-F238E27FC236}">
                <a16:creationId xmlns:a16="http://schemas.microsoft.com/office/drawing/2014/main" id="{0C4FDF98-F1F1-49C4-A869-4E7FE732C235}"/>
              </a:ext>
            </a:extLst>
          </p:cNvPr>
          <p:cNvSpPr txBox="1"/>
          <p:nvPr/>
        </p:nvSpPr>
        <p:spPr>
          <a:xfrm>
            <a:off x="4740125" y="1747420"/>
            <a:ext cx="362978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5212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44" name="object 142">
            <a:extLst>
              <a:ext uri="{FF2B5EF4-FFF2-40B4-BE49-F238E27FC236}">
                <a16:creationId xmlns:a16="http://schemas.microsoft.com/office/drawing/2014/main" id="{09585B04-4554-4188-A0C0-E8AC3C9D6EFB}"/>
              </a:ext>
            </a:extLst>
          </p:cNvPr>
          <p:cNvSpPr txBox="1"/>
          <p:nvPr/>
        </p:nvSpPr>
        <p:spPr>
          <a:xfrm>
            <a:off x="6978095" y="2907930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45" name="object 143">
            <a:extLst>
              <a:ext uri="{FF2B5EF4-FFF2-40B4-BE49-F238E27FC236}">
                <a16:creationId xmlns:a16="http://schemas.microsoft.com/office/drawing/2014/main" id="{C11C5FB5-68B8-43CA-B938-DA4119235BE0}"/>
              </a:ext>
            </a:extLst>
          </p:cNvPr>
          <p:cNvSpPr txBox="1"/>
          <p:nvPr/>
        </p:nvSpPr>
        <p:spPr>
          <a:xfrm>
            <a:off x="7676872" y="1806093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46" name="object 144">
            <a:extLst>
              <a:ext uri="{FF2B5EF4-FFF2-40B4-BE49-F238E27FC236}">
                <a16:creationId xmlns:a16="http://schemas.microsoft.com/office/drawing/2014/main" id="{191675E8-2A7A-46D6-85EE-3DF7D32F0315}"/>
              </a:ext>
            </a:extLst>
          </p:cNvPr>
          <p:cNvSpPr txBox="1"/>
          <p:nvPr/>
        </p:nvSpPr>
        <p:spPr>
          <a:xfrm>
            <a:off x="9213826" y="1812189"/>
            <a:ext cx="2540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47" name="object 145">
            <a:extLst>
              <a:ext uri="{FF2B5EF4-FFF2-40B4-BE49-F238E27FC236}">
                <a16:creationId xmlns:a16="http://schemas.microsoft.com/office/drawing/2014/main" id="{CEBA289A-A3EA-4580-9331-585BE4906F57}"/>
              </a:ext>
            </a:extLst>
          </p:cNvPr>
          <p:cNvSpPr/>
          <p:nvPr/>
        </p:nvSpPr>
        <p:spPr>
          <a:xfrm>
            <a:off x="5162024" y="1473313"/>
            <a:ext cx="3001645" cy="937894"/>
          </a:xfrm>
          <a:custGeom>
            <a:avLst/>
            <a:gdLst/>
            <a:ahLst/>
            <a:cxnLst/>
            <a:rect l="l" t="t" r="r" b="b"/>
            <a:pathLst>
              <a:path w="3001645" h="937894">
                <a:moveTo>
                  <a:pt x="2966776" y="128083"/>
                </a:moveTo>
                <a:lnTo>
                  <a:pt x="2937263" y="84363"/>
                </a:lnTo>
                <a:lnTo>
                  <a:pt x="2904283" y="51551"/>
                </a:lnTo>
                <a:lnTo>
                  <a:pt x="2867841" y="27468"/>
                </a:lnTo>
                <a:lnTo>
                  <a:pt x="2828348" y="11345"/>
                </a:lnTo>
                <a:lnTo>
                  <a:pt x="2786216" y="2408"/>
                </a:lnTo>
                <a:lnTo>
                  <a:pt x="2738074" y="0"/>
                </a:lnTo>
                <a:lnTo>
                  <a:pt x="2726645" y="339"/>
                </a:lnTo>
                <a:lnTo>
                  <a:pt x="2679954" y="5172"/>
                </a:lnTo>
                <a:lnTo>
                  <a:pt x="2623970" y="16415"/>
                </a:lnTo>
                <a:lnTo>
                  <a:pt x="2560784" y="34919"/>
                </a:lnTo>
                <a:lnTo>
                  <a:pt x="2497805" y="59412"/>
                </a:lnTo>
                <a:lnTo>
                  <a:pt x="2435260" y="88826"/>
                </a:lnTo>
                <a:lnTo>
                  <a:pt x="2373379" y="122088"/>
                </a:lnTo>
                <a:lnTo>
                  <a:pt x="2312391" y="158128"/>
                </a:lnTo>
                <a:lnTo>
                  <a:pt x="2252486" y="195898"/>
                </a:lnTo>
                <a:lnTo>
                  <a:pt x="2194005" y="234258"/>
                </a:lnTo>
                <a:lnTo>
                  <a:pt x="2109258" y="290684"/>
                </a:lnTo>
                <a:lnTo>
                  <a:pt x="2081931" y="308651"/>
                </a:lnTo>
                <a:lnTo>
                  <a:pt x="2055114" y="325974"/>
                </a:lnTo>
                <a:lnTo>
                  <a:pt x="1856232" y="460086"/>
                </a:lnTo>
                <a:lnTo>
                  <a:pt x="1754124" y="527904"/>
                </a:lnTo>
                <a:lnTo>
                  <a:pt x="1652778" y="594198"/>
                </a:lnTo>
                <a:lnTo>
                  <a:pt x="1596294" y="629651"/>
                </a:lnTo>
                <a:lnTo>
                  <a:pt x="1558310" y="653083"/>
                </a:lnTo>
                <a:lnTo>
                  <a:pt x="1520054" y="676234"/>
                </a:lnTo>
                <a:lnTo>
                  <a:pt x="1481516" y="699003"/>
                </a:lnTo>
                <a:lnTo>
                  <a:pt x="1442689" y="721289"/>
                </a:lnTo>
                <a:lnTo>
                  <a:pt x="1403564" y="742992"/>
                </a:lnTo>
                <a:lnTo>
                  <a:pt x="1364132" y="764009"/>
                </a:lnTo>
                <a:lnTo>
                  <a:pt x="1324386" y="784240"/>
                </a:lnTo>
                <a:lnTo>
                  <a:pt x="1284316" y="803584"/>
                </a:lnTo>
                <a:lnTo>
                  <a:pt x="1219962" y="831942"/>
                </a:lnTo>
                <a:lnTo>
                  <a:pt x="1177290" y="848706"/>
                </a:lnTo>
                <a:lnTo>
                  <a:pt x="1131745" y="864562"/>
                </a:lnTo>
                <a:lnTo>
                  <a:pt x="1084769" y="877281"/>
                </a:lnTo>
                <a:lnTo>
                  <a:pt x="1036775" y="887020"/>
                </a:lnTo>
                <a:lnTo>
                  <a:pt x="988177" y="893934"/>
                </a:lnTo>
                <a:lnTo>
                  <a:pt x="939388" y="898182"/>
                </a:lnTo>
                <a:lnTo>
                  <a:pt x="890823" y="899919"/>
                </a:lnTo>
                <a:lnTo>
                  <a:pt x="874755" y="899968"/>
                </a:lnTo>
                <a:lnTo>
                  <a:pt x="858774" y="899760"/>
                </a:lnTo>
                <a:lnTo>
                  <a:pt x="818388" y="898236"/>
                </a:lnTo>
                <a:lnTo>
                  <a:pt x="778002" y="895188"/>
                </a:lnTo>
                <a:lnTo>
                  <a:pt x="738378" y="891378"/>
                </a:lnTo>
                <a:lnTo>
                  <a:pt x="667464" y="881031"/>
                </a:lnTo>
                <a:lnTo>
                  <a:pt x="598304" y="867742"/>
                </a:lnTo>
                <a:lnTo>
                  <a:pt x="530561" y="851934"/>
                </a:lnTo>
                <a:lnTo>
                  <a:pt x="463899" y="834029"/>
                </a:lnTo>
                <a:lnTo>
                  <a:pt x="397983" y="814450"/>
                </a:lnTo>
                <a:lnTo>
                  <a:pt x="332475" y="793618"/>
                </a:lnTo>
                <a:lnTo>
                  <a:pt x="267041" y="771956"/>
                </a:lnTo>
                <a:lnTo>
                  <a:pt x="201344" y="749887"/>
                </a:lnTo>
                <a:lnTo>
                  <a:pt x="168292" y="738831"/>
                </a:lnTo>
                <a:lnTo>
                  <a:pt x="101571" y="716941"/>
                </a:lnTo>
                <a:lnTo>
                  <a:pt x="45720" y="700116"/>
                </a:lnTo>
                <a:lnTo>
                  <a:pt x="7620" y="691734"/>
                </a:lnTo>
                <a:lnTo>
                  <a:pt x="0" y="729072"/>
                </a:lnTo>
                <a:lnTo>
                  <a:pt x="18288" y="732882"/>
                </a:lnTo>
                <a:lnTo>
                  <a:pt x="37338" y="736692"/>
                </a:lnTo>
                <a:lnTo>
                  <a:pt x="57912" y="742788"/>
                </a:lnTo>
                <a:lnTo>
                  <a:pt x="93744" y="754365"/>
                </a:lnTo>
                <a:lnTo>
                  <a:pt x="129333" y="766090"/>
                </a:lnTo>
                <a:lnTo>
                  <a:pt x="164719" y="777904"/>
                </a:lnTo>
                <a:lnTo>
                  <a:pt x="235040" y="801552"/>
                </a:lnTo>
                <a:lnTo>
                  <a:pt x="270057" y="813266"/>
                </a:lnTo>
                <a:lnTo>
                  <a:pt x="340003" y="836166"/>
                </a:lnTo>
                <a:lnTo>
                  <a:pt x="410103" y="857960"/>
                </a:lnTo>
                <a:lnTo>
                  <a:pt x="480679" y="878160"/>
                </a:lnTo>
                <a:lnTo>
                  <a:pt x="552053" y="896279"/>
                </a:lnTo>
                <a:lnTo>
                  <a:pt x="624548" y="911832"/>
                </a:lnTo>
                <a:lnTo>
                  <a:pt x="698487" y="924330"/>
                </a:lnTo>
                <a:lnTo>
                  <a:pt x="774192" y="933288"/>
                </a:lnTo>
                <a:lnTo>
                  <a:pt x="815340" y="936336"/>
                </a:lnTo>
                <a:lnTo>
                  <a:pt x="857250" y="937860"/>
                </a:lnTo>
                <a:lnTo>
                  <a:pt x="898398" y="937860"/>
                </a:lnTo>
                <a:lnTo>
                  <a:pt x="949764" y="935884"/>
                </a:lnTo>
                <a:lnTo>
                  <a:pt x="1001247" y="930829"/>
                </a:lnTo>
                <a:lnTo>
                  <a:pt x="1052860" y="922672"/>
                </a:lnTo>
                <a:lnTo>
                  <a:pt x="1103291" y="911650"/>
                </a:lnTo>
                <a:lnTo>
                  <a:pt x="1153211" y="897609"/>
                </a:lnTo>
                <a:lnTo>
                  <a:pt x="1201972" y="880656"/>
                </a:lnTo>
                <a:lnTo>
                  <a:pt x="1279398" y="847944"/>
                </a:lnTo>
                <a:lnTo>
                  <a:pt x="1325880" y="825846"/>
                </a:lnTo>
                <a:lnTo>
                  <a:pt x="1372561" y="802478"/>
                </a:lnTo>
                <a:lnTo>
                  <a:pt x="1418734" y="778061"/>
                </a:lnTo>
                <a:lnTo>
                  <a:pt x="1464446" y="752720"/>
                </a:lnTo>
                <a:lnTo>
                  <a:pt x="1509744" y="726580"/>
                </a:lnTo>
                <a:lnTo>
                  <a:pt x="1554675" y="699764"/>
                </a:lnTo>
                <a:lnTo>
                  <a:pt x="1599285" y="672397"/>
                </a:lnTo>
                <a:lnTo>
                  <a:pt x="1643622" y="644604"/>
                </a:lnTo>
                <a:lnTo>
                  <a:pt x="1731662" y="588235"/>
                </a:lnTo>
                <a:lnTo>
                  <a:pt x="1775460" y="559908"/>
                </a:lnTo>
                <a:lnTo>
                  <a:pt x="1877568" y="492090"/>
                </a:lnTo>
                <a:lnTo>
                  <a:pt x="2027682" y="390744"/>
                </a:lnTo>
                <a:lnTo>
                  <a:pt x="2076450" y="357216"/>
                </a:lnTo>
                <a:lnTo>
                  <a:pt x="2124456" y="325212"/>
                </a:lnTo>
                <a:lnTo>
                  <a:pt x="2149464" y="309155"/>
                </a:lnTo>
                <a:lnTo>
                  <a:pt x="2174778" y="292656"/>
                </a:lnTo>
                <a:lnTo>
                  <a:pt x="2252523" y="241581"/>
                </a:lnTo>
                <a:lnTo>
                  <a:pt x="2278954" y="224433"/>
                </a:lnTo>
                <a:lnTo>
                  <a:pt x="2332692" y="190515"/>
                </a:lnTo>
                <a:lnTo>
                  <a:pt x="2387455" y="157891"/>
                </a:lnTo>
                <a:lnTo>
                  <a:pt x="2443184" y="127437"/>
                </a:lnTo>
                <a:lnTo>
                  <a:pt x="2499823" y="100026"/>
                </a:lnTo>
                <a:lnTo>
                  <a:pt x="2557313" y="76532"/>
                </a:lnTo>
                <a:lnTo>
                  <a:pt x="2615598" y="57831"/>
                </a:lnTo>
                <a:lnTo>
                  <a:pt x="2674620" y="44796"/>
                </a:lnTo>
                <a:lnTo>
                  <a:pt x="2686050" y="42510"/>
                </a:lnTo>
                <a:lnTo>
                  <a:pt x="2697427" y="40905"/>
                </a:lnTo>
                <a:lnTo>
                  <a:pt x="2711248" y="39528"/>
                </a:lnTo>
                <a:lnTo>
                  <a:pt x="2724688" y="38593"/>
                </a:lnTo>
                <a:lnTo>
                  <a:pt x="2738074" y="38112"/>
                </a:lnTo>
                <a:lnTo>
                  <a:pt x="2751277" y="38127"/>
                </a:lnTo>
                <a:lnTo>
                  <a:pt x="2789635" y="41484"/>
                </a:lnTo>
                <a:lnTo>
                  <a:pt x="2837285" y="54966"/>
                </a:lnTo>
                <a:lnTo>
                  <a:pt x="2880045" y="80743"/>
                </a:lnTo>
                <a:lnTo>
                  <a:pt x="2908317" y="109456"/>
                </a:lnTo>
                <a:lnTo>
                  <a:pt x="2931414" y="143094"/>
                </a:lnTo>
                <a:lnTo>
                  <a:pt x="2931693" y="143704"/>
                </a:lnTo>
                <a:lnTo>
                  <a:pt x="2966776" y="128083"/>
                </a:lnTo>
                <a:close/>
              </a:path>
              <a:path w="3001645" h="937894">
                <a:moveTo>
                  <a:pt x="2974848" y="222471"/>
                </a:moveTo>
                <a:lnTo>
                  <a:pt x="2974848" y="145380"/>
                </a:lnTo>
                <a:lnTo>
                  <a:pt x="2939796" y="161382"/>
                </a:lnTo>
                <a:lnTo>
                  <a:pt x="2931693" y="143704"/>
                </a:lnTo>
                <a:lnTo>
                  <a:pt x="2897124" y="159096"/>
                </a:lnTo>
                <a:lnTo>
                  <a:pt x="2974848" y="222471"/>
                </a:lnTo>
                <a:close/>
              </a:path>
              <a:path w="3001645" h="937894">
                <a:moveTo>
                  <a:pt x="2974848" y="145380"/>
                </a:moveTo>
                <a:lnTo>
                  <a:pt x="2966776" y="128083"/>
                </a:lnTo>
                <a:lnTo>
                  <a:pt x="2931693" y="143704"/>
                </a:lnTo>
                <a:lnTo>
                  <a:pt x="2939796" y="161382"/>
                </a:lnTo>
                <a:lnTo>
                  <a:pt x="2974848" y="145380"/>
                </a:lnTo>
                <a:close/>
              </a:path>
              <a:path w="3001645" h="937894">
                <a:moveTo>
                  <a:pt x="3001518" y="112614"/>
                </a:moveTo>
                <a:lnTo>
                  <a:pt x="2966776" y="128083"/>
                </a:lnTo>
                <a:lnTo>
                  <a:pt x="2974848" y="145380"/>
                </a:lnTo>
                <a:lnTo>
                  <a:pt x="2974848" y="222471"/>
                </a:lnTo>
                <a:lnTo>
                  <a:pt x="2996184" y="239868"/>
                </a:lnTo>
                <a:lnTo>
                  <a:pt x="3001518" y="112614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8" name="object 146">
            <a:extLst>
              <a:ext uri="{FF2B5EF4-FFF2-40B4-BE49-F238E27FC236}">
                <a16:creationId xmlns:a16="http://schemas.microsoft.com/office/drawing/2014/main" id="{5FBCD402-53AB-444E-88FC-683AD25F48C1}"/>
              </a:ext>
            </a:extLst>
          </p:cNvPr>
          <p:cNvSpPr/>
          <p:nvPr/>
        </p:nvSpPr>
        <p:spPr>
          <a:xfrm>
            <a:off x="5475206" y="1279133"/>
            <a:ext cx="3937635" cy="995680"/>
          </a:xfrm>
          <a:custGeom>
            <a:avLst/>
            <a:gdLst/>
            <a:ahLst/>
            <a:cxnLst/>
            <a:rect l="l" t="t" r="r" b="b"/>
            <a:pathLst>
              <a:path w="3937634" h="995680">
                <a:moveTo>
                  <a:pt x="3873367" y="445481"/>
                </a:moveTo>
                <a:lnTo>
                  <a:pt x="3787564" y="397021"/>
                </a:lnTo>
                <a:lnTo>
                  <a:pt x="3725162" y="362530"/>
                </a:lnTo>
                <a:lnTo>
                  <a:pt x="3662392" y="328480"/>
                </a:lnTo>
                <a:lnTo>
                  <a:pt x="3599230" y="295063"/>
                </a:lnTo>
                <a:lnTo>
                  <a:pt x="3535650" y="262471"/>
                </a:lnTo>
                <a:lnTo>
                  <a:pt x="3471627" y="230895"/>
                </a:lnTo>
                <a:lnTo>
                  <a:pt x="3407135" y="200526"/>
                </a:lnTo>
                <a:lnTo>
                  <a:pt x="3342150" y="171556"/>
                </a:lnTo>
                <a:lnTo>
                  <a:pt x="3276645" y="144177"/>
                </a:lnTo>
                <a:lnTo>
                  <a:pt x="3210596" y="118580"/>
                </a:lnTo>
                <a:lnTo>
                  <a:pt x="3143977" y="94957"/>
                </a:lnTo>
                <a:lnTo>
                  <a:pt x="3076763" y="73498"/>
                </a:lnTo>
                <a:lnTo>
                  <a:pt x="3008929" y="54397"/>
                </a:lnTo>
                <a:lnTo>
                  <a:pt x="2940450" y="37843"/>
                </a:lnTo>
                <a:lnTo>
                  <a:pt x="2871071" y="23994"/>
                </a:lnTo>
                <a:lnTo>
                  <a:pt x="2801453" y="13146"/>
                </a:lnTo>
                <a:lnTo>
                  <a:pt x="2730885" y="5386"/>
                </a:lnTo>
                <a:lnTo>
                  <a:pt x="2659570" y="940"/>
                </a:lnTo>
                <a:lnTo>
                  <a:pt x="2587483" y="0"/>
                </a:lnTo>
                <a:lnTo>
                  <a:pt x="2514600" y="2756"/>
                </a:lnTo>
                <a:lnTo>
                  <a:pt x="2462022" y="6566"/>
                </a:lnTo>
                <a:lnTo>
                  <a:pt x="2409444" y="12662"/>
                </a:lnTo>
                <a:lnTo>
                  <a:pt x="2359347" y="20633"/>
                </a:lnTo>
                <a:lnTo>
                  <a:pt x="2312849" y="30402"/>
                </a:lnTo>
                <a:lnTo>
                  <a:pt x="2266808" y="41957"/>
                </a:lnTo>
                <a:lnTo>
                  <a:pt x="2221202" y="55125"/>
                </a:lnTo>
                <a:lnTo>
                  <a:pt x="2176010" y="69733"/>
                </a:lnTo>
                <a:lnTo>
                  <a:pt x="2131213" y="85608"/>
                </a:lnTo>
                <a:lnTo>
                  <a:pt x="2086790" y="102579"/>
                </a:lnTo>
                <a:lnTo>
                  <a:pt x="2042720" y="120473"/>
                </a:lnTo>
                <a:lnTo>
                  <a:pt x="1998983" y="139116"/>
                </a:lnTo>
                <a:lnTo>
                  <a:pt x="1955558" y="158337"/>
                </a:lnTo>
                <a:lnTo>
                  <a:pt x="1869948" y="198590"/>
                </a:lnTo>
                <a:lnTo>
                  <a:pt x="1805178" y="230594"/>
                </a:lnTo>
                <a:lnTo>
                  <a:pt x="1768909" y="249281"/>
                </a:lnTo>
                <a:lnTo>
                  <a:pt x="1732769" y="268217"/>
                </a:lnTo>
                <a:lnTo>
                  <a:pt x="1696752" y="287385"/>
                </a:lnTo>
                <a:lnTo>
                  <a:pt x="1660851" y="306774"/>
                </a:lnTo>
                <a:lnTo>
                  <a:pt x="1625059" y="326367"/>
                </a:lnTo>
                <a:lnTo>
                  <a:pt x="1589368" y="346151"/>
                </a:lnTo>
                <a:lnTo>
                  <a:pt x="1553772" y="366112"/>
                </a:lnTo>
                <a:lnTo>
                  <a:pt x="1518264" y="386236"/>
                </a:lnTo>
                <a:lnTo>
                  <a:pt x="1482838" y="406508"/>
                </a:lnTo>
                <a:lnTo>
                  <a:pt x="1447485" y="426914"/>
                </a:lnTo>
                <a:lnTo>
                  <a:pt x="1412200" y="447440"/>
                </a:lnTo>
                <a:lnTo>
                  <a:pt x="1376975" y="468071"/>
                </a:lnTo>
                <a:lnTo>
                  <a:pt x="1341803" y="488794"/>
                </a:lnTo>
                <a:lnTo>
                  <a:pt x="1271593" y="530457"/>
                </a:lnTo>
                <a:lnTo>
                  <a:pt x="1096518" y="635216"/>
                </a:lnTo>
                <a:lnTo>
                  <a:pt x="1036320" y="670268"/>
                </a:lnTo>
                <a:lnTo>
                  <a:pt x="977646" y="705320"/>
                </a:lnTo>
                <a:lnTo>
                  <a:pt x="921258" y="738086"/>
                </a:lnTo>
                <a:lnTo>
                  <a:pt x="865632" y="769328"/>
                </a:lnTo>
                <a:lnTo>
                  <a:pt x="812292" y="799046"/>
                </a:lnTo>
                <a:lnTo>
                  <a:pt x="787903" y="812764"/>
                </a:lnTo>
                <a:lnTo>
                  <a:pt x="738891" y="839141"/>
                </a:lnTo>
                <a:lnTo>
                  <a:pt x="689489" y="863970"/>
                </a:lnTo>
                <a:lnTo>
                  <a:pt x="639605" y="887087"/>
                </a:lnTo>
                <a:lnTo>
                  <a:pt x="589145" y="908326"/>
                </a:lnTo>
                <a:lnTo>
                  <a:pt x="538016" y="927522"/>
                </a:lnTo>
                <a:lnTo>
                  <a:pt x="486127" y="944512"/>
                </a:lnTo>
                <a:lnTo>
                  <a:pt x="433383" y="959129"/>
                </a:lnTo>
                <a:lnTo>
                  <a:pt x="379693" y="971209"/>
                </a:lnTo>
                <a:lnTo>
                  <a:pt x="324963" y="980588"/>
                </a:lnTo>
                <a:lnTo>
                  <a:pt x="274320" y="985736"/>
                </a:lnTo>
                <a:lnTo>
                  <a:pt x="244873" y="986069"/>
                </a:lnTo>
                <a:lnTo>
                  <a:pt x="230735" y="985579"/>
                </a:lnTo>
                <a:lnTo>
                  <a:pt x="190557" y="981116"/>
                </a:lnTo>
                <a:lnTo>
                  <a:pt x="153547" y="971521"/>
                </a:lnTo>
                <a:lnTo>
                  <a:pt x="108724" y="949313"/>
                </a:lnTo>
                <a:lnTo>
                  <a:pt x="78192" y="924524"/>
                </a:lnTo>
                <a:lnTo>
                  <a:pt x="50042" y="891845"/>
                </a:lnTo>
                <a:lnTo>
                  <a:pt x="35052" y="868388"/>
                </a:lnTo>
                <a:lnTo>
                  <a:pt x="21312" y="847007"/>
                </a:lnTo>
                <a:lnTo>
                  <a:pt x="9144" y="824192"/>
                </a:lnTo>
                <a:lnTo>
                  <a:pt x="6096" y="821906"/>
                </a:lnTo>
                <a:lnTo>
                  <a:pt x="2286" y="822668"/>
                </a:lnTo>
                <a:lnTo>
                  <a:pt x="0" y="825716"/>
                </a:lnTo>
                <a:lnTo>
                  <a:pt x="2138" y="831251"/>
                </a:lnTo>
                <a:lnTo>
                  <a:pt x="21336" y="864804"/>
                </a:lnTo>
                <a:lnTo>
                  <a:pt x="42457" y="897060"/>
                </a:lnTo>
                <a:lnTo>
                  <a:pt x="66859" y="926603"/>
                </a:lnTo>
                <a:lnTo>
                  <a:pt x="95801" y="951863"/>
                </a:lnTo>
                <a:lnTo>
                  <a:pt x="140436" y="976637"/>
                </a:lnTo>
                <a:lnTo>
                  <a:pt x="177407" y="987947"/>
                </a:lnTo>
                <a:lnTo>
                  <a:pt x="217464" y="994507"/>
                </a:lnTo>
                <a:lnTo>
                  <a:pt x="241554" y="995642"/>
                </a:lnTo>
                <a:lnTo>
                  <a:pt x="263652" y="995642"/>
                </a:lnTo>
                <a:lnTo>
                  <a:pt x="324400" y="990083"/>
                </a:lnTo>
                <a:lnTo>
                  <a:pt x="375166" y="981969"/>
                </a:lnTo>
                <a:lnTo>
                  <a:pt x="426274" y="970854"/>
                </a:lnTo>
                <a:lnTo>
                  <a:pt x="477386" y="957055"/>
                </a:lnTo>
                <a:lnTo>
                  <a:pt x="528161" y="940888"/>
                </a:lnTo>
                <a:lnTo>
                  <a:pt x="578257" y="922670"/>
                </a:lnTo>
                <a:lnTo>
                  <a:pt x="627334" y="902718"/>
                </a:lnTo>
                <a:lnTo>
                  <a:pt x="675052" y="881348"/>
                </a:lnTo>
                <a:lnTo>
                  <a:pt x="721070" y="858878"/>
                </a:lnTo>
                <a:lnTo>
                  <a:pt x="765048" y="835622"/>
                </a:lnTo>
                <a:lnTo>
                  <a:pt x="816864" y="807428"/>
                </a:lnTo>
                <a:lnTo>
                  <a:pt x="870204" y="777710"/>
                </a:lnTo>
                <a:lnTo>
                  <a:pt x="925830" y="746468"/>
                </a:lnTo>
                <a:lnTo>
                  <a:pt x="1041654" y="678650"/>
                </a:lnTo>
                <a:lnTo>
                  <a:pt x="1307718" y="520218"/>
                </a:lnTo>
                <a:lnTo>
                  <a:pt x="1383811" y="475314"/>
                </a:lnTo>
                <a:lnTo>
                  <a:pt x="1421934" y="453003"/>
                </a:lnTo>
                <a:lnTo>
                  <a:pt x="1460125" y="430809"/>
                </a:lnTo>
                <a:lnTo>
                  <a:pt x="1498396" y="408747"/>
                </a:lnTo>
                <a:lnTo>
                  <a:pt x="1536761" y="386834"/>
                </a:lnTo>
                <a:lnTo>
                  <a:pt x="1575231" y="365086"/>
                </a:lnTo>
                <a:lnTo>
                  <a:pt x="1613820" y="343519"/>
                </a:lnTo>
                <a:lnTo>
                  <a:pt x="1652540" y="322150"/>
                </a:lnTo>
                <a:lnTo>
                  <a:pt x="1691404" y="300995"/>
                </a:lnTo>
                <a:lnTo>
                  <a:pt x="1730425" y="280070"/>
                </a:lnTo>
                <a:lnTo>
                  <a:pt x="1769615" y="259392"/>
                </a:lnTo>
                <a:lnTo>
                  <a:pt x="1808988" y="238976"/>
                </a:lnTo>
                <a:lnTo>
                  <a:pt x="1873758" y="206972"/>
                </a:lnTo>
                <a:lnTo>
                  <a:pt x="1937766" y="176492"/>
                </a:lnTo>
                <a:lnTo>
                  <a:pt x="1981405" y="157192"/>
                </a:lnTo>
                <a:lnTo>
                  <a:pt x="2024993" y="138418"/>
                </a:lnTo>
                <a:lnTo>
                  <a:pt x="2068633" y="120322"/>
                </a:lnTo>
                <a:lnTo>
                  <a:pt x="2112428" y="103060"/>
                </a:lnTo>
                <a:lnTo>
                  <a:pt x="2156483" y="86786"/>
                </a:lnTo>
                <a:lnTo>
                  <a:pt x="2200902" y="71653"/>
                </a:lnTo>
                <a:lnTo>
                  <a:pt x="2245789" y="57815"/>
                </a:lnTo>
                <a:lnTo>
                  <a:pt x="2291248" y="45427"/>
                </a:lnTo>
                <a:lnTo>
                  <a:pt x="2337383" y="34643"/>
                </a:lnTo>
                <a:lnTo>
                  <a:pt x="2384298" y="25616"/>
                </a:lnTo>
                <a:lnTo>
                  <a:pt x="2463546" y="15710"/>
                </a:lnTo>
                <a:lnTo>
                  <a:pt x="2515362" y="11900"/>
                </a:lnTo>
                <a:lnTo>
                  <a:pt x="2588195" y="9396"/>
                </a:lnTo>
                <a:lnTo>
                  <a:pt x="2660148" y="10518"/>
                </a:lnTo>
                <a:lnTo>
                  <a:pt x="2731255" y="15083"/>
                </a:lnTo>
                <a:lnTo>
                  <a:pt x="2801552" y="22905"/>
                </a:lnTo>
                <a:lnTo>
                  <a:pt x="2871299" y="33844"/>
                </a:lnTo>
                <a:lnTo>
                  <a:pt x="2939850" y="47580"/>
                </a:lnTo>
                <a:lnTo>
                  <a:pt x="3007921" y="64064"/>
                </a:lnTo>
                <a:lnTo>
                  <a:pt x="3075319" y="83066"/>
                </a:lnTo>
                <a:lnTo>
                  <a:pt x="3142080" y="104400"/>
                </a:lnTo>
                <a:lnTo>
                  <a:pt x="3208239" y="127881"/>
                </a:lnTo>
                <a:lnTo>
                  <a:pt x="3273828" y="153326"/>
                </a:lnTo>
                <a:lnTo>
                  <a:pt x="3338885" y="180549"/>
                </a:lnTo>
                <a:lnTo>
                  <a:pt x="3403442" y="209364"/>
                </a:lnTo>
                <a:lnTo>
                  <a:pt x="3467535" y="239588"/>
                </a:lnTo>
                <a:lnTo>
                  <a:pt x="3531199" y="271034"/>
                </a:lnTo>
                <a:lnTo>
                  <a:pt x="3594468" y="303519"/>
                </a:lnTo>
                <a:lnTo>
                  <a:pt x="3657377" y="336858"/>
                </a:lnTo>
                <a:lnTo>
                  <a:pt x="3719960" y="370865"/>
                </a:lnTo>
                <a:lnTo>
                  <a:pt x="3782253" y="405355"/>
                </a:lnTo>
                <a:lnTo>
                  <a:pt x="3844290" y="440144"/>
                </a:lnTo>
                <a:lnTo>
                  <a:pt x="3868552" y="453858"/>
                </a:lnTo>
                <a:lnTo>
                  <a:pt x="3873367" y="445481"/>
                </a:lnTo>
                <a:close/>
              </a:path>
              <a:path w="3937634" h="995680">
                <a:moveTo>
                  <a:pt x="3886200" y="484347"/>
                </a:moveTo>
                <a:lnTo>
                  <a:pt x="3886200" y="457670"/>
                </a:lnTo>
                <a:lnTo>
                  <a:pt x="3883152" y="459956"/>
                </a:lnTo>
                <a:lnTo>
                  <a:pt x="3879342" y="459956"/>
                </a:lnTo>
                <a:lnTo>
                  <a:pt x="3868552" y="453858"/>
                </a:lnTo>
                <a:lnTo>
                  <a:pt x="3851910" y="482816"/>
                </a:lnTo>
                <a:lnTo>
                  <a:pt x="3886200" y="484347"/>
                </a:lnTo>
                <a:close/>
              </a:path>
              <a:path w="3937634" h="995680">
                <a:moveTo>
                  <a:pt x="3886200" y="457670"/>
                </a:moveTo>
                <a:lnTo>
                  <a:pt x="3886200" y="454622"/>
                </a:lnTo>
                <a:lnTo>
                  <a:pt x="3883914" y="451574"/>
                </a:lnTo>
                <a:lnTo>
                  <a:pt x="3873367" y="445481"/>
                </a:lnTo>
                <a:lnTo>
                  <a:pt x="3868552" y="453858"/>
                </a:lnTo>
                <a:lnTo>
                  <a:pt x="3879342" y="459956"/>
                </a:lnTo>
                <a:lnTo>
                  <a:pt x="3883152" y="459956"/>
                </a:lnTo>
                <a:lnTo>
                  <a:pt x="3886200" y="457670"/>
                </a:lnTo>
                <a:close/>
              </a:path>
              <a:path w="3937634" h="995680">
                <a:moveTo>
                  <a:pt x="3937254" y="486626"/>
                </a:moveTo>
                <a:lnTo>
                  <a:pt x="3890010" y="416522"/>
                </a:lnTo>
                <a:lnTo>
                  <a:pt x="3873367" y="445481"/>
                </a:lnTo>
                <a:lnTo>
                  <a:pt x="3883914" y="451574"/>
                </a:lnTo>
                <a:lnTo>
                  <a:pt x="3886200" y="454622"/>
                </a:lnTo>
                <a:lnTo>
                  <a:pt x="3886200" y="484347"/>
                </a:lnTo>
                <a:lnTo>
                  <a:pt x="3937254" y="48662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9" name="object 149">
            <a:extLst>
              <a:ext uri="{FF2B5EF4-FFF2-40B4-BE49-F238E27FC236}">
                <a16:creationId xmlns:a16="http://schemas.microsoft.com/office/drawing/2014/main" id="{B8CE00A0-E634-4552-8996-69FBAB6E87ED}"/>
              </a:ext>
            </a:extLst>
          </p:cNvPr>
          <p:cNvSpPr/>
          <p:nvPr/>
        </p:nvSpPr>
        <p:spPr>
          <a:xfrm>
            <a:off x="8008844" y="5840935"/>
            <a:ext cx="378460" cy="114300"/>
          </a:xfrm>
          <a:custGeom>
            <a:avLst/>
            <a:gdLst/>
            <a:ahLst/>
            <a:cxnLst/>
            <a:rect l="l" t="t" r="r" b="b"/>
            <a:pathLst>
              <a:path w="378459" h="114300">
                <a:moveTo>
                  <a:pt x="282701" y="76200"/>
                </a:moveTo>
                <a:lnTo>
                  <a:pt x="282701" y="38100"/>
                </a:lnTo>
                <a:lnTo>
                  <a:pt x="0" y="38100"/>
                </a:lnTo>
                <a:lnTo>
                  <a:pt x="0" y="76200"/>
                </a:lnTo>
                <a:lnTo>
                  <a:pt x="282701" y="76200"/>
                </a:lnTo>
                <a:close/>
              </a:path>
              <a:path w="378459" h="114300">
                <a:moveTo>
                  <a:pt x="377951" y="57150"/>
                </a:moveTo>
                <a:lnTo>
                  <a:pt x="263651" y="0"/>
                </a:lnTo>
                <a:lnTo>
                  <a:pt x="263651" y="38100"/>
                </a:lnTo>
                <a:lnTo>
                  <a:pt x="282701" y="38100"/>
                </a:lnTo>
                <a:lnTo>
                  <a:pt x="282701" y="104775"/>
                </a:lnTo>
                <a:lnTo>
                  <a:pt x="377951" y="57150"/>
                </a:lnTo>
                <a:close/>
              </a:path>
              <a:path w="378459" h="114300">
                <a:moveTo>
                  <a:pt x="282701" y="104775"/>
                </a:moveTo>
                <a:lnTo>
                  <a:pt x="282701" y="76200"/>
                </a:lnTo>
                <a:lnTo>
                  <a:pt x="263651" y="76200"/>
                </a:lnTo>
                <a:lnTo>
                  <a:pt x="263651" y="114300"/>
                </a:lnTo>
                <a:lnTo>
                  <a:pt x="282701" y="104775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0" name="object 150">
            <a:extLst>
              <a:ext uri="{FF2B5EF4-FFF2-40B4-BE49-F238E27FC236}">
                <a16:creationId xmlns:a16="http://schemas.microsoft.com/office/drawing/2014/main" id="{9746BB0C-764D-4041-A1BE-2BD17206A2E0}"/>
              </a:ext>
            </a:extLst>
          </p:cNvPr>
          <p:cNvSpPr/>
          <p:nvPr/>
        </p:nvSpPr>
        <p:spPr>
          <a:xfrm>
            <a:off x="8921797" y="4686505"/>
            <a:ext cx="957580" cy="1232535"/>
          </a:xfrm>
          <a:custGeom>
            <a:avLst/>
            <a:gdLst/>
            <a:ahLst/>
            <a:cxnLst/>
            <a:rect l="l" t="t" r="r" b="b"/>
            <a:pathLst>
              <a:path w="957579" h="1232535">
                <a:moveTo>
                  <a:pt x="113656" y="72713"/>
                </a:moveTo>
                <a:lnTo>
                  <a:pt x="101491" y="36728"/>
                </a:lnTo>
                <a:lnTo>
                  <a:pt x="91362" y="40386"/>
                </a:lnTo>
                <a:lnTo>
                  <a:pt x="76884" y="48006"/>
                </a:lnTo>
                <a:lnTo>
                  <a:pt x="35725" y="74468"/>
                </a:lnTo>
                <a:lnTo>
                  <a:pt x="10184" y="110955"/>
                </a:lnTo>
                <a:lnTo>
                  <a:pt x="367" y="154479"/>
                </a:lnTo>
                <a:lnTo>
                  <a:pt x="0" y="170000"/>
                </a:lnTo>
                <a:lnTo>
                  <a:pt x="875" y="185832"/>
                </a:lnTo>
                <a:lnTo>
                  <a:pt x="9694" y="234011"/>
                </a:lnTo>
                <a:lnTo>
                  <a:pt x="25155" y="280737"/>
                </a:lnTo>
                <a:lnTo>
                  <a:pt x="38784" y="312253"/>
                </a:lnTo>
                <a:lnTo>
                  <a:pt x="38784" y="160781"/>
                </a:lnTo>
                <a:lnTo>
                  <a:pt x="39450" y="142125"/>
                </a:lnTo>
                <a:lnTo>
                  <a:pt x="66359" y="99513"/>
                </a:lnTo>
                <a:lnTo>
                  <a:pt x="108126" y="74675"/>
                </a:lnTo>
                <a:lnTo>
                  <a:pt x="113656" y="72713"/>
                </a:lnTo>
                <a:close/>
              </a:path>
              <a:path w="957579" h="1232535">
                <a:moveTo>
                  <a:pt x="957188" y="923452"/>
                </a:moveTo>
                <a:lnTo>
                  <a:pt x="950722" y="875822"/>
                </a:lnTo>
                <a:lnTo>
                  <a:pt x="936067" y="825195"/>
                </a:lnTo>
                <a:lnTo>
                  <a:pt x="914365" y="773178"/>
                </a:lnTo>
                <a:lnTo>
                  <a:pt x="886759" y="721376"/>
                </a:lnTo>
                <a:lnTo>
                  <a:pt x="854389" y="671395"/>
                </a:lnTo>
                <a:lnTo>
                  <a:pt x="818397" y="624840"/>
                </a:lnTo>
                <a:lnTo>
                  <a:pt x="779926" y="583318"/>
                </a:lnTo>
                <a:lnTo>
                  <a:pt x="740116" y="548433"/>
                </a:lnTo>
                <a:lnTo>
                  <a:pt x="700109" y="521791"/>
                </a:lnTo>
                <a:lnTo>
                  <a:pt x="664386" y="505968"/>
                </a:lnTo>
                <a:lnTo>
                  <a:pt x="611808" y="489966"/>
                </a:lnTo>
                <a:lnTo>
                  <a:pt x="559601" y="479543"/>
                </a:lnTo>
                <a:lnTo>
                  <a:pt x="508393" y="471847"/>
                </a:lnTo>
                <a:lnTo>
                  <a:pt x="456923" y="465920"/>
                </a:lnTo>
                <a:lnTo>
                  <a:pt x="405339" y="460751"/>
                </a:lnTo>
                <a:lnTo>
                  <a:pt x="388144" y="459022"/>
                </a:lnTo>
                <a:lnTo>
                  <a:pt x="336638" y="453289"/>
                </a:lnTo>
                <a:lnTo>
                  <a:pt x="285364" y="445954"/>
                </a:lnTo>
                <a:lnTo>
                  <a:pt x="236142" y="435864"/>
                </a:lnTo>
                <a:lnTo>
                  <a:pt x="188905" y="419767"/>
                </a:lnTo>
                <a:lnTo>
                  <a:pt x="146364" y="393060"/>
                </a:lnTo>
                <a:lnTo>
                  <a:pt x="110702" y="356914"/>
                </a:lnTo>
                <a:lnTo>
                  <a:pt x="88314" y="325374"/>
                </a:lnTo>
                <a:lnTo>
                  <a:pt x="77646" y="306324"/>
                </a:lnTo>
                <a:lnTo>
                  <a:pt x="71987" y="296471"/>
                </a:lnTo>
                <a:lnTo>
                  <a:pt x="57478" y="260659"/>
                </a:lnTo>
                <a:lnTo>
                  <a:pt x="44221" y="211781"/>
                </a:lnTo>
                <a:lnTo>
                  <a:pt x="39359" y="173780"/>
                </a:lnTo>
                <a:lnTo>
                  <a:pt x="38784" y="160781"/>
                </a:lnTo>
                <a:lnTo>
                  <a:pt x="38784" y="312253"/>
                </a:lnTo>
                <a:lnTo>
                  <a:pt x="71672" y="369401"/>
                </a:lnTo>
                <a:lnTo>
                  <a:pt x="98907" y="401037"/>
                </a:lnTo>
                <a:lnTo>
                  <a:pt x="136515" y="433604"/>
                </a:lnTo>
                <a:lnTo>
                  <a:pt x="178840" y="457121"/>
                </a:lnTo>
                <a:lnTo>
                  <a:pt x="215805" y="470092"/>
                </a:lnTo>
                <a:lnTo>
                  <a:pt x="260526" y="480060"/>
                </a:lnTo>
                <a:lnTo>
                  <a:pt x="310849" y="488177"/>
                </a:lnTo>
                <a:lnTo>
                  <a:pt x="359357" y="494264"/>
                </a:lnTo>
                <a:lnTo>
                  <a:pt x="440868" y="502577"/>
                </a:lnTo>
                <a:lnTo>
                  <a:pt x="457195" y="504264"/>
                </a:lnTo>
                <a:lnTo>
                  <a:pt x="506080" y="509974"/>
                </a:lnTo>
                <a:lnTo>
                  <a:pt x="554644" y="517354"/>
                </a:lnTo>
                <a:lnTo>
                  <a:pt x="602664" y="527304"/>
                </a:lnTo>
                <a:lnTo>
                  <a:pt x="649908" y="541020"/>
                </a:lnTo>
                <a:lnTo>
                  <a:pt x="694051" y="562442"/>
                </a:lnTo>
                <a:lnTo>
                  <a:pt x="728522" y="587605"/>
                </a:lnTo>
                <a:lnTo>
                  <a:pt x="763402" y="620398"/>
                </a:lnTo>
                <a:lnTo>
                  <a:pt x="797505" y="659258"/>
                </a:lnTo>
                <a:lnTo>
                  <a:pt x="829640" y="702622"/>
                </a:lnTo>
                <a:lnTo>
                  <a:pt x="858621" y="748926"/>
                </a:lnTo>
                <a:lnTo>
                  <a:pt x="883259" y="796605"/>
                </a:lnTo>
                <a:lnTo>
                  <a:pt x="902365" y="844096"/>
                </a:lnTo>
                <a:lnTo>
                  <a:pt x="914751" y="889835"/>
                </a:lnTo>
                <a:lnTo>
                  <a:pt x="919230" y="932258"/>
                </a:lnTo>
                <a:lnTo>
                  <a:pt x="919230" y="1029876"/>
                </a:lnTo>
                <a:lnTo>
                  <a:pt x="927326" y="1020739"/>
                </a:lnTo>
                <a:lnTo>
                  <a:pt x="947531" y="987868"/>
                </a:lnTo>
                <a:lnTo>
                  <a:pt x="956994" y="945641"/>
                </a:lnTo>
                <a:lnTo>
                  <a:pt x="957188" y="923452"/>
                </a:lnTo>
                <a:close/>
              </a:path>
              <a:path w="957579" h="1232535">
                <a:moveTo>
                  <a:pt x="215568" y="18287"/>
                </a:moveTo>
                <a:lnTo>
                  <a:pt x="89076" y="0"/>
                </a:lnTo>
                <a:lnTo>
                  <a:pt x="101491" y="36728"/>
                </a:lnTo>
                <a:lnTo>
                  <a:pt x="118794" y="30480"/>
                </a:lnTo>
                <a:lnTo>
                  <a:pt x="131748" y="66293"/>
                </a:lnTo>
                <a:lnTo>
                  <a:pt x="131748" y="102107"/>
                </a:lnTo>
                <a:lnTo>
                  <a:pt x="215568" y="18287"/>
                </a:lnTo>
                <a:close/>
              </a:path>
              <a:path w="957579" h="1232535">
                <a:moveTo>
                  <a:pt x="131748" y="66293"/>
                </a:moveTo>
                <a:lnTo>
                  <a:pt x="118794" y="30480"/>
                </a:lnTo>
                <a:lnTo>
                  <a:pt x="101491" y="36728"/>
                </a:lnTo>
                <a:lnTo>
                  <a:pt x="113656" y="72713"/>
                </a:lnTo>
                <a:lnTo>
                  <a:pt x="131748" y="66293"/>
                </a:lnTo>
                <a:close/>
              </a:path>
              <a:path w="957579" h="1232535">
                <a:moveTo>
                  <a:pt x="131748" y="102107"/>
                </a:moveTo>
                <a:lnTo>
                  <a:pt x="131748" y="66293"/>
                </a:lnTo>
                <a:lnTo>
                  <a:pt x="113656" y="72713"/>
                </a:lnTo>
                <a:lnTo>
                  <a:pt x="125652" y="108203"/>
                </a:lnTo>
                <a:lnTo>
                  <a:pt x="131748" y="102107"/>
                </a:lnTo>
                <a:close/>
              </a:path>
              <a:path w="957579" h="1232535">
                <a:moveTo>
                  <a:pt x="919230" y="1029876"/>
                </a:moveTo>
                <a:lnTo>
                  <a:pt x="919230" y="932258"/>
                </a:lnTo>
                <a:lnTo>
                  <a:pt x="918132" y="951738"/>
                </a:lnTo>
                <a:lnTo>
                  <a:pt x="916608" y="960882"/>
                </a:lnTo>
                <a:lnTo>
                  <a:pt x="888995" y="1006622"/>
                </a:lnTo>
                <a:lnTo>
                  <a:pt x="859251" y="1033682"/>
                </a:lnTo>
                <a:lnTo>
                  <a:pt x="822652" y="1059718"/>
                </a:lnTo>
                <a:lnTo>
                  <a:pt x="781169" y="1084670"/>
                </a:lnTo>
                <a:lnTo>
                  <a:pt x="736977" y="1108324"/>
                </a:lnTo>
                <a:lnTo>
                  <a:pt x="692199" y="1130508"/>
                </a:lnTo>
                <a:lnTo>
                  <a:pt x="628577" y="1160645"/>
                </a:lnTo>
                <a:lnTo>
                  <a:pt x="609377" y="1169766"/>
                </a:lnTo>
                <a:lnTo>
                  <a:pt x="561516" y="1194054"/>
                </a:lnTo>
                <a:lnTo>
                  <a:pt x="550848" y="1200912"/>
                </a:lnTo>
                <a:lnTo>
                  <a:pt x="572946" y="1232154"/>
                </a:lnTo>
                <a:lnTo>
                  <a:pt x="575994" y="1230630"/>
                </a:lnTo>
                <a:lnTo>
                  <a:pt x="578280" y="1228344"/>
                </a:lnTo>
                <a:lnTo>
                  <a:pt x="581328" y="1226820"/>
                </a:lnTo>
                <a:lnTo>
                  <a:pt x="633346" y="1200390"/>
                </a:lnTo>
                <a:lnTo>
                  <a:pt x="675837" y="1180332"/>
                </a:lnTo>
                <a:lnTo>
                  <a:pt x="698578" y="1169582"/>
                </a:lnTo>
                <a:lnTo>
                  <a:pt x="745634" y="1146660"/>
                </a:lnTo>
                <a:lnTo>
                  <a:pt x="792902" y="1121864"/>
                </a:lnTo>
                <a:lnTo>
                  <a:pt x="838119" y="1095223"/>
                </a:lnTo>
                <a:lnTo>
                  <a:pt x="879020" y="1066766"/>
                </a:lnTo>
                <a:lnTo>
                  <a:pt x="913341" y="1036522"/>
                </a:lnTo>
                <a:lnTo>
                  <a:pt x="919230" y="102987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1" name="object 67">
            <a:extLst>
              <a:ext uri="{FF2B5EF4-FFF2-40B4-BE49-F238E27FC236}">
                <a16:creationId xmlns:a16="http://schemas.microsoft.com/office/drawing/2014/main" id="{5303A27E-004A-4109-BE98-717C137DA4B2}"/>
              </a:ext>
            </a:extLst>
          </p:cNvPr>
          <p:cNvSpPr txBox="1"/>
          <p:nvPr/>
        </p:nvSpPr>
        <p:spPr>
          <a:xfrm>
            <a:off x="5167219" y="1768796"/>
            <a:ext cx="3190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b="1" dirty="0">
                <a:solidFill>
                  <a:srgbClr val="3333CC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40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64775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bldLvl="0" animBg="1"/>
      <p:bldP spid="123" grpId="0" bldLvl="0" animBg="1"/>
      <p:bldP spid="124" grpId="0" bldLvl="0" animBg="1"/>
      <p:bldP spid="125" grpId="0" bldLvl="0" animBg="1"/>
      <p:bldP spid="126" grpId="0" bldLvl="0" animBg="1"/>
      <p:bldP spid="127" grpId="0" bldLvl="0" animBg="1"/>
      <p:bldP spid="128" grpId="0" bldLvl="0" animBg="1"/>
      <p:bldP spid="129" grpId="0" bldLvl="0" animBg="1"/>
      <p:bldP spid="130" grpId="0" bldLvl="0" animBg="1"/>
      <p:bldP spid="131" grpId="0" bldLvl="0" animBg="1"/>
      <p:bldP spid="132" grpId="0" bldLvl="0" animBg="1"/>
      <p:bldP spid="133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8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45" grpId="0"/>
      <p:bldP spid="146" grpId="0"/>
      <p:bldP spid="147" grpId="0" bldLvl="0" animBg="1"/>
      <p:bldP spid="148" grpId="0" bldLvl="0" animBg="1"/>
      <p:bldP spid="15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9DF9E7-5735-4AF2-947C-E7FE37647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result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F7131B-45DF-45D4-9BC0-B3D6DF7F3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7F32E2-678C-44BD-92E8-1630199A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C31B22B-F2F1-43BA-BB04-A18C7D5A3D43}"/>
              </a:ext>
            </a:extLst>
          </p:cNvPr>
          <p:cNvSpPr/>
          <p:nvPr/>
        </p:nvSpPr>
        <p:spPr>
          <a:xfrm>
            <a:off x="4791790" y="19115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</a:rPr>
              <a:t> 13    </a:t>
            </a:r>
            <a:r>
              <a:rPr lang="en-US" b="1" dirty="0">
                <a:solidFill>
                  <a:srgbClr val="8080FF"/>
                </a:solidFill>
                <a:latin typeface="华文楷体" panose="02010600040101010101" pitchFamily="2" charset="-122"/>
              </a:rPr>
              <a:t>40</a:t>
            </a:r>
            <a:endParaRPr b="1" dirty="0">
              <a:solidFill>
                <a:srgbClr val="8080FF"/>
              </a:solidFill>
              <a:latin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E490781-530E-47E2-814B-144F73AFE887}"/>
              </a:ext>
            </a:extLst>
          </p:cNvPr>
          <p:cNvSpPr/>
          <p:nvPr/>
        </p:nvSpPr>
        <p:spPr>
          <a:xfrm>
            <a:off x="4791790" y="19115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645381F4-5AF0-440F-A7B2-1C189E4B41EF}"/>
              </a:ext>
            </a:extLst>
          </p:cNvPr>
          <p:cNvSpPr/>
          <p:nvPr/>
        </p:nvSpPr>
        <p:spPr>
          <a:xfrm>
            <a:off x="4799410" y="22544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FFFF7B02-BE84-4619-B0B7-6F441E2CF676}"/>
              </a:ext>
            </a:extLst>
          </p:cNvPr>
          <p:cNvSpPr/>
          <p:nvPr/>
        </p:nvSpPr>
        <p:spPr>
          <a:xfrm>
            <a:off x="5209366" y="19115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33ECABD-DFA1-4787-9DC0-6F848FAE8FD2}"/>
              </a:ext>
            </a:extLst>
          </p:cNvPr>
          <p:cNvSpPr/>
          <p:nvPr/>
        </p:nvSpPr>
        <p:spPr>
          <a:xfrm>
            <a:off x="5631514" y="19198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E1F8135F-7729-44EA-8E98-DBD8F54B1DC9}"/>
              </a:ext>
            </a:extLst>
          </p:cNvPr>
          <p:cNvSpPr/>
          <p:nvPr/>
        </p:nvSpPr>
        <p:spPr>
          <a:xfrm>
            <a:off x="5089732" y="22467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E8226CC2-FEED-4000-89B5-D24623AB0DA5}"/>
              </a:ext>
            </a:extLst>
          </p:cNvPr>
          <p:cNvSpPr/>
          <p:nvPr/>
        </p:nvSpPr>
        <p:spPr>
          <a:xfrm>
            <a:off x="5407486" y="22467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B69DD6A6-D396-413B-89A0-3ECAD0282BBC}"/>
              </a:ext>
            </a:extLst>
          </p:cNvPr>
          <p:cNvSpPr/>
          <p:nvPr/>
        </p:nvSpPr>
        <p:spPr>
          <a:xfrm>
            <a:off x="5726764" y="22467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C76B7840-947F-4E68-821E-EB1878337352}"/>
              </a:ext>
            </a:extLst>
          </p:cNvPr>
          <p:cNvSpPr/>
          <p:nvPr/>
        </p:nvSpPr>
        <p:spPr>
          <a:xfrm>
            <a:off x="3478864" y="307356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57511B4F-C8B1-4272-BE46-D9105EBAE3DF}"/>
              </a:ext>
            </a:extLst>
          </p:cNvPr>
          <p:cNvSpPr/>
          <p:nvPr/>
        </p:nvSpPr>
        <p:spPr>
          <a:xfrm>
            <a:off x="3478864" y="307356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B8110E4B-0849-42E9-960B-977D39475D08}"/>
              </a:ext>
            </a:extLst>
          </p:cNvPr>
          <p:cNvSpPr/>
          <p:nvPr/>
        </p:nvSpPr>
        <p:spPr>
          <a:xfrm>
            <a:off x="3486484" y="341646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C74F033B-058E-43B9-8095-7DE2130EB703}"/>
              </a:ext>
            </a:extLst>
          </p:cNvPr>
          <p:cNvSpPr/>
          <p:nvPr/>
        </p:nvSpPr>
        <p:spPr>
          <a:xfrm>
            <a:off x="3896440" y="307356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2DB66561-FDFE-4F61-BB4A-69F0B24C27E6}"/>
              </a:ext>
            </a:extLst>
          </p:cNvPr>
          <p:cNvSpPr/>
          <p:nvPr/>
        </p:nvSpPr>
        <p:spPr>
          <a:xfrm>
            <a:off x="4318588" y="308194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B71C745-1752-4574-9161-2A2ABD6A86DC}"/>
              </a:ext>
            </a:extLst>
          </p:cNvPr>
          <p:cNvSpPr/>
          <p:nvPr/>
        </p:nvSpPr>
        <p:spPr>
          <a:xfrm>
            <a:off x="3776806" y="340884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AE35A609-8621-4F5A-924B-2D7C21710694}"/>
              </a:ext>
            </a:extLst>
          </p:cNvPr>
          <p:cNvSpPr/>
          <p:nvPr/>
        </p:nvSpPr>
        <p:spPr>
          <a:xfrm>
            <a:off x="4094560" y="340884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2AC2169F-3F7B-4EDC-A954-501389CC98F6}"/>
              </a:ext>
            </a:extLst>
          </p:cNvPr>
          <p:cNvSpPr/>
          <p:nvPr/>
        </p:nvSpPr>
        <p:spPr>
          <a:xfrm>
            <a:off x="4413838" y="340884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8FDD06BB-9293-4D06-AD12-85E45C11C0E9}"/>
              </a:ext>
            </a:extLst>
          </p:cNvPr>
          <p:cNvSpPr/>
          <p:nvPr/>
        </p:nvSpPr>
        <p:spPr>
          <a:xfrm>
            <a:off x="18199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C85DD208-B3EB-4487-98A9-C01ACE18619F}"/>
              </a:ext>
            </a:extLst>
          </p:cNvPr>
          <p:cNvSpPr/>
          <p:nvPr/>
        </p:nvSpPr>
        <p:spPr>
          <a:xfrm>
            <a:off x="18199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F40B7120-9771-4BD7-B3F7-8AF996607A48}"/>
              </a:ext>
            </a:extLst>
          </p:cNvPr>
          <p:cNvSpPr/>
          <p:nvPr/>
        </p:nvSpPr>
        <p:spPr>
          <a:xfrm>
            <a:off x="1827610" y="46928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37DEEEB0-7721-43CC-91E4-EE1875C8CD86}"/>
              </a:ext>
            </a:extLst>
          </p:cNvPr>
          <p:cNvSpPr/>
          <p:nvPr/>
        </p:nvSpPr>
        <p:spPr>
          <a:xfrm>
            <a:off x="2237566" y="43499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E8EB362B-3194-42BD-B87A-1593007608DD}"/>
              </a:ext>
            </a:extLst>
          </p:cNvPr>
          <p:cNvSpPr/>
          <p:nvPr/>
        </p:nvSpPr>
        <p:spPr>
          <a:xfrm>
            <a:off x="2659714" y="43582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2CE811AA-C18B-4268-9CA1-D69EAB2D0562}"/>
              </a:ext>
            </a:extLst>
          </p:cNvPr>
          <p:cNvSpPr/>
          <p:nvPr/>
        </p:nvSpPr>
        <p:spPr>
          <a:xfrm>
            <a:off x="2117932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EEFDDD82-FC93-4B9C-8CD9-2DB8C438B2F8}"/>
              </a:ext>
            </a:extLst>
          </p:cNvPr>
          <p:cNvSpPr/>
          <p:nvPr/>
        </p:nvSpPr>
        <p:spPr>
          <a:xfrm>
            <a:off x="2435686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64BB4CE5-E75B-4106-ADC7-8A8263A24A30}"/>
              </a:ext>
            </a:extLst>
          </p:cNvPr>
          <p:cNvSpPr/>
          <p:nvPr/>
        </p:nvSpPr>
        <p:spPr>
          <a:xfrm>
            <a:off x="2754964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17096113-07ED-47AB-900A-7DE9812FA3AE}"/>
              </a:ext>
            </a:extLst>
          </p:cNvPr>
          <p:cNvSpPr/>
          <p:nvPr/>
        </p:nvSpPr>
        <p:spPr>
          <a:xfrm>
            <a:off x="33058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2C1704A3-3C6E-46F0-848D-C78BB50A1779}"/>
              </a:ext>
            </a:extLst>
          </p:cNvPr>
          <p:cNvSpPr/>
          <p:nvPr/>
        </p:nvSpPr>
        <p:spPr>
          <a:xfrm>
            <a:off x="33058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E04D9251-84A1-446A-9A8E-309E64A3CCD8}"/>
              </a:ext>
            </a:extLst>
          </p:cNvPr>
          <p:cNvSpPr/>
          <p:nvPr/>
        </p:nvSpPr>
        <p:spPr>
          <a:xfrm>
            <a:off x="3313510" y="46928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A1CFCC42-E9DE-42EF-B8A0-015629827379}"/>
              </a:ext>
            </a:extLst>
          </p:cNvPr>
          <p:cNvSpPr/>
          <p:nvPr/>
        </p:nvSpPr>
        <p:spPr>
          <a:xfrm>
            <a:off x="3723466" y="43499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A60E6DD1-C845-45EF-98E8-86A728591E01}"/>
              </a:ext>
            </a:extLst>
          </p:cNvPr>
          <p:cNvSpPr/>
          <p:nvPr/>
        </p:nvSpPr>
        <p:spPr>
          <a:xfrm>
            <a:off x="4145614" y="43582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2566595E-75E3-4B2E-86CD-29E928E1F438}"/>
              </a:ext>
            </a:extLst>
          </p:cNvPr>
          <p:cNvSpPr/>
          <p:nvPr/>
        </p:nvSpPr>
        <p:spPr>
          <a:xfrm>
            <a:off x="3603832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7A0A154B-B60E-4F32-ACC9-E31C1B08586C}"/>
              </a:ext>
            </a:extLst>
          </p:cNvPr>
          <p:cNvSpPr/>
          <p:nvPr/>
        </p:nvSpPr>
        <p:spPr>
          <a:xfrm>
            <a:off x="3921586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83148B22-FFC2-4E84-9714-2AC6A3BA4168}"/>
              </a:ext>
            </a:extLst>
          </p:cNvPr>
          <p:cNvSpPr/>
          <p:nvPr/>
        </p:nvSpPr>
        <p:spPr>
          <a:xfrm>
            <a:off x="4240864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F6657210-F512-4F9A-8061-45E96258F0AD}"/>
              </a:ext>
            </a:extLst>
          </p:cNvPr>
          <p:cNvSpPr/>
          <p:nvPr/>
        </p:nvSpPr>
        <p:spPr>
          <a:xfrm>
            <a:off x="47917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160967D9-3813-4230-A333-F5B6C714B47E}"/>
              </a:ext>
            </a:extLst>
          </p:cNvPr>
          <p:cNvSpPr/>
          <p:nvPr/>
        </p:nvSpPr>
        <p:spPr>
          <a:xfrm>
            <a:off x="47917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5C1F07F3-8604-45D3-9FC6-F003F0EB2020}"/>
              </a:ext>
            </a:extLst>
          </p:cNvPr>
          <p:cNvSpPr/>
          <p:nvPr/>
        </p:nvSpPr>
        <p:spPr>
          <a:xfrm>
            <a:off x="4799410" y="46928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BDC9100C-6CEE-4BA7-86DD-C6DDD9E1F95F}"/>
              </a:ext>
            </a:extLst>
          </p:cNvPr>
          <p:cNvSpPr/>
          <p:nvPr/>
        </p:nvSpPr>
        <p:spPr>
          <a:xfrm>
            <a:off x="5209366" y="43499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6F64B139-F99E-49C8-BA14-6D07BDAE7A70}"/>
              </a:ext>
            </a:extLst>
          </p:cNvPr>
          <p:cNvSpPr/>
          <p:nvPr/>
        </p:nvSpPr>
        <p:spPr>
          <a:xfrm>
            <a:off x="5631514" y="43582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EC260578-6EE2-45BA-8906-0527BFA5447D}"/>
              </a:ext>
            </a:extLst>
          </p:cNvPr>
          <p:cNvSpPr/>
          <p:nvPr/>
        </p:nvSpPr>
        <p:spPr>
          <a:xfrm>
            <a:off x="5089732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1BD5C6B1-E48B-40AA-92DC-9AF3BC72670F}"/>
              </a:ext>
            </a:extLst>
          </p:cNvPr>
          <p:cNvSpPr/>
          <p:nvPr/>
        </p:nvSpPr>
        <p:spPr>
          <a:xfrm>
            <a:off x="5407486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474F2DD0-AA16-475D-B98F-77948B5E5AD9}"/>
              </a:ext>
            </a:extLst>
          </p:cNvPr>
          <p:cNvSpPr/>
          <p:nvPr/>
        </p:nvSpPr>
        <p:spPr>
          <a:xfrm>
            <a:off x="5726764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B71CC582-C643-4FC2-82B3-60D3FD30E88E}"/>
              </a:ext>
            </a:extLst>
          </p:cNvPr>
          <p:cNvSpPr/>
          <p:nvPr/>
        </p:nvSpPr>
        <p:spPr>
          <a:xfrm>
            <a:off x="62776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012D9208-7BD0-49C5-90BB-FED2AF5B4295}"/>
              </a:ext>
            </a:extLst>
          </p:cNvPr>
          <p:cNvSpPr/>
          <p:nvPr/>
        </p:nvSpPr>
        <p:spPr>
          <a:xfrm>
            <a:off x="6277690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9E602414-E510-489C-9A01-67669A7FEA91}"/>
              </a:ext>
            </a:extLst>
          </p:cNvPr>
          <p:cNvSpPr/>
          <p:nvPr/>
        </p:nvSpPr>
        <p:spPr>
          <a:xfrm>
            <a:off x="6285310" y="46928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A3679879-5228-4B5B-8D45-2E093FD7C3F9}"/>
              </a:ext>
            </a:extLst>
          </p:cNvPr>
          <p:cNvSpPr/>
          <p:nvPr/>
        </p:nvSpPr>
        <p:spPr>
          <a:xfrm>
            <a:off x="6695266" y="43499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97C521F3-B6C8-47CF-8266-80222E562D29}"/>
              </a:ext>
            </a:extLst>
          </p:cNvPr>
          <p:cNvSpPr/>
          <p:nvPr/>
        </p:nvSpPr>
        <p:spPr>
          <a:xfrm>
            <a:off x="7117414" y="43582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E3864003-235B-4DEC-BCFA-BBC2D48FC210}"/>
              </a:ext>
            </a:extLst>
          </p:cNvPr>
          <p:cNvSpPr/>
          <p:nvPr/>
        </p:nvSpPr>
        <p:spPr>
          <a:xfrm>
            <a:off x="6575632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52998243-3C19-48F1-935F-C0395D92CC4A}"/>
              </a:ext>
            </a:extLst>
          </p:cNvPr>
          <p:cNvSpPr/>
          <p:nvPr/>
        </p:nvSpPr>
        <p:spPr>
          <a:xfrm>
            <a:off x="6893386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C9B50C77-5D8C-498F-A309-4D34D520AB99}"/>
              </a:ext>
            </a:extLst>
          </p:cNvPr>
          <p:cNvSpPr/>
          <p:nvPr/>
        </p:nvSpPr>
        <p:spPr>
          <a:xfrm>
            <a:off x="7212664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74703905-0173-44E5-889D-35E7D12FF27E}"/>
              </a:ext>
            </a:extLst>
          </p:cNvPr>
          <p:cNvSpPr/>
          <p:nvPr/>
        </p:nvSpPr>
        <p:spPr>
          <a:xfrm>
            <a:off x="9251014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1EC1D021-99CE-487D-9D90-4BF955D3C987}"/>
              </a:ext>
            </a:extLst>
          </p:cNvPr>
          <p:cNvSpPr/>
          <p:nvPr/>
        </p:nvSpPr>
        <p:spPr>
          <a:xfrm>
            <a:off x="9251014" y="4349915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41293A9D-B555-48B2-BDA0-0558BEABACCA}"/>
              </a:ext>
            </a:extLst>
          </p:cNvPr>
          <p:cNvSpPr/>
          <p:nvPr/>
        </p:nvSpPr>
        <p:spPr>
          <a:xfrm>
            <a:off x="9258621" y="4692815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CC7203F9-0389-4DA6-A52B-9C23187BE61A}"/>
              </a:ext>
            </a:extLst>
          </p:cNvPr>
          <p:cNvSpPr/>
          <p:nvPr/>
        </p:nvSpPr>
        <p:spPr>
          <a:xfrm>
            <a:off x="9668578" y="434991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84141ACB-D39E-422D-A360-200A690A94B2}"/>
              </a:ext>
            </a:extLst>
          </p:cNvPr>
          <p:cNvSpPr/>
          <p:nvPr/>
        </p:nvSpPr>
        <p:spPr>
          <a:xfrm>
            <a:off x="10090726" y="4358297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D4F2FDC1-3E18-4999-BB6F-C54E9C07F0DE}"/>
              </a:ext>
            </a:extLst>
          </p:cNvPr>
          <p:cNvSpPr/>
          <p:nvPr/>
        </p:nvSpPr>
        <p:spPr>
          <a:xfrm>
            <a:off x="9548943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F91F7C34-848F-4450-8106-77B229F8E2FA}"/>
              </a:ext>
            </a:extLst>
          </p:cNvPr>
          <p:cNvSpPr/>
          <p:nvPr/>
        </p:nvSpPr>
        <p:spPr>
          <a:xfrm>
            <a:off x="9866698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6E8C8714-2179-4658-9438-481CCE58434A}"/>
              </a:ext>
            </a:extLst>
          </p:cNvPr>
          <p:cNvSpPr/>
          <p:nvPr/>
        </p:nvSpPr>
        <p:spPr>
          <a:xfrm>
            <a:off x="10185976" y="4685194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E811B272-856C-4DB3-B6E1-E547E9FA5B94}"/>
              </a:ext>
            </a:extLst>
          </p:cNvPr>
          <p:cNvSpPr txBox="1"/>
          <p:nvPr/>
        </p:nvSpPr>
        <p:spPr>
          <a:xfrm>
            <a:off x="3623130" y="3124566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7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A8EC770D-0DAF-4A18-B121-C99C36F5FBEA}"/>
              </a:ext>
            </a:extLst>
          </p:cNvPr>
          <p:cNvSpPr txBox="1"/>
          <p:nvPr/>
        </p:nvSpPr>
        <p:spPr>
          <a:xfrm>
            <a:off x="1983313" y="4391764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2	3	5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4A410DA1-AA12-4CE8-8781-BD7E4E7691FE}"/>
              </a:ext>
            </a:extLst>
          </p:cNvPr>
          <p:cNvSpPr txBox="1"/>
          <p:nvPr/>
        </p:nvSpPr>
        <p:spPr>
          <a:xfrm>
            <a:off x="3431129" y="4391764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7	11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EDCDB9FB-2193-41AE-9400-CD261C5F7079}"/>
              </a:ext>
            </a:extLst>
          </p:cNvPr>
          <p:cNvSpPr txBox="1"/>
          <p:nvPr/>
        </p:nvSpPr>
        <p:spPr>
          <a:xfrm>
            <a:off x="4859856" y="4410807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13	17	19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207CB729-E251-42D0-9DEC-38BDA6C1D035}"/>
              </a:ext>
            </a:extLst>
          </p:cNvPr>
          <p:cNvSpPr txBox="1"/>
          <p:nvPr/>
        </p:nvSpPr>
        <p:spPr>
          <a:xfrm>
            <a:off x="6357940" y="4397845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23	29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01D51917-0143-4EF8-BC94-571D0D94134D}"/>
              </a:ext>
            </a:extLst>
          </p:cNvPr>
          <p:cNvSpPr txBox="1"/>
          <p:nvPr/>
        </p:nvSpPr>
        <p:spPr>
          <a:xfrm>
            <a:off x="9335066" y="4403949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43	47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EA42465E-E17D-4D91-8172-2A642E81B5B1}"/>
              </a:ext>
            </a:extLst>
          </p:cNvPr>
          <p:cNvSpPr/>
          <p:nvPr/>
        </p:nvSpPr>
        <p:spPr>
          <a:xfrm>
            <a:off x="3650314" y="3656494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406CDFED-3EE6-415F-B8E3-21934084802C}"/>
              </a:ext>
            </a:extLst>
          </p:cNvPr>
          <p:cNvSpPr/>
          <p:nvPr/>
        </p:nvSpPr>
        <p:spPr>
          <a:xfrm>
            <a:off x="2300812" y="3637444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37C0CBF7-4254-4CCD-AC5F-3365E0417FA7}"/>
              </a:ext>
            </a:extLst>
          </p:cNvPr>
          <p:cNvSpPr/>
          <p:nvPr/>
        </p:nvSpPr>
        <p:spPr>
          <a:xfrm>
            <a:off x="3972640" y="2440343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A050D493-1924-4F27-A485-12C496844036}"/>
              </a:ext>
            </a:extLst>
          </p:cNvPr>
          <p:cNvSpPr/>
          <p:nvPr/>
        </p:nvSpPr>
        <p:spPr>
          <a:xfrm>
            <a:off x="1787986" y="3875188"/>
            <a:ext cx="8700135" cy="0"/>
          </a:xfrm>
          <a:custGeom>
            <a:avLst/>
            <a:gdLst/>
            <a:ahLst/>
            <a:cxnLst/>
            <a:rect l="l" t="t" r="r" b="b"/>
            <a:pathLst>
              <a:path w="8700135">
                <a:moveTo>
                  <a:pt x="0" y="0"/>
                </a:moveTo>
                <a:lnTo>
                  <a:pt x="8699754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02EA8A8D-24F4-4C5F-B32D-423CD7D140B2}"/>
              </a:ext>
            </a:extLst>
          </p:cNvPr>
          <p:cNvSpPr/>
          <p:nvPr/>
        </p:nvSpPr>
        <p:spPr>
          <a:xfrm>
            <a:off x="1935814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80A8CFB4-4C78-4807-BF84-FF8EDCB04F63}"/>
              </a:ext>
            </a:extLst>
          </p:cNvPr>
          <p:cNvSpPr/>
          <p:nvPr/>
        </p:nvSpPr>
        <p:spPr>
          <a:xfrm>
            <a:off x="2214706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4BA88B1B-97F7-48CE-A616-59287113FD6E}"/>
              </a:ext>
            </a:extLst>
          </p:cNvPr>
          <p:cNvSpPr/>
          <p:nvPr/>
        </p:nvSpPr>
        <p:spPr>
          <a:xfrm>
            <a:off x="2532460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E7F6ACEB-CC35-4C1B-A809-3ED1D082501E}"/>
              </a:ext>
            </a:extLst>
          </p:cNvPr>
          <p:cNvSpPr/>
          <p:nvPr/>
        </p:nvSpPr>
        <p:spPr>
          <a:xfrm>
            <a:off x="2923366" y="4843691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A0DBACD9-1801-4312-946D-0D5FB3890219}"/>
              </a:ext>
            </a:extLst>
          </p:cNvPr>
          <p:cNvSpPr/>
          <p:nvPr/>
        </p:nvSpPr>
        <p:spPr>
          <a:xfrm>
            <a:off x="3408760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6C624AAF-A447-4DAE-A6EC-5887A5660600}"/>
              </a:ext>
            </a:extLst>
          </p:cNvPr>
          <p:cNvSpPr/>
          <p:nvPr/>
        </p:nvSpPr>
        <p:spPr>
          <a:xfrm>
            <a:off x="3688414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8E36F2BC-0DD1-43BA-A191-88FA8A51C9FF}"/>
              </a:ext>
            </a:extLst>
          </p:cNvPr>
          <p:cNvSpPr/>
          <p:nvPr/>
        </p:nvSpPr>
        <p:spPr>
          <a:xfrm>
            <a:off x="4396312" y="4856644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D9057B59-43B3-4463-9C57-BF73790F8434}"/>
              </a:ext>
            </a:extLst>
          </p:cNvPr>
          <p:cNvSpPr/>
          <p:nvPr/>
        </p:nvSpPr>
        <p:spPr>
          <a:xfrm>
            <a:off x="4907614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AF5590DC-22EF-4078-A187-48A381F532E1}"/>
              </a:ext>
            </a:extLst>
          </p:cNvPr>
          <p:cNvSpPr/>
          <p:nvPr/>
        </p:nvSpPr>
        <p:spPr>
          <a:xfrm>
            <a:off x="5199460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6B229948-59B3-4981-9BAA-96755D8BEC81}"/>
              </a:ext>
            </a:extLst>
          </p:cNvPr>
          <p:cNvSpPr/>
          <p:nvPr/>
        </p:nvSpPr>
        <p:spPr>
          <a:xfrm>
            <a:off x="5504260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674F7157-5B98-46F2-84AB-9EDACA6D71F7}"/>
              </a:ext>
            </a:extLst>
          </p:cNvPr>
          <p:cNvSpPr/>
          <p:nvPr/>
        </p:nvSpPr>
        <p:spPr>
          <a:xfrm>
            <a:off x="5895166" y="4856644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C688F9DC-2027-4268-8C88-7A2B824CE564}"/>
              </a:ext>
            </a:extLst>
          </p:cNvPr>
          <p:cNvSpPr/>
          <p:nvPr/>
        </p:nvSpPr>
        <p:spPr>
          <a:xfrm>
            <a:off x="6380560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57B5667C-DEB1-45DF-A319-F4EF3E1C2AEC}"/>
              </a:ext>
            </a:extLst>
          </p:cNvPr>
          <p:cNvSpPr/>
          <p:nvPr/>
        </p:nvSpPr>
        <p:spPr>
          <a:xfrm>
            <a:off x="6660214" y="4903888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54ECE753-BE7A-4C4B-B9E6-68F3319B130F}"/>
              </a:ext>
            </a:extLst>
          </p:cNvPr>
          <p:cNvSpPr/>
          <p:nvPr/>
        </p:nvSpPr>
        <p:spPr>
          <a:xfrm>
            <a:off x="9365302" y="4891697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2A1A2054-673E-43FD-B1C0-73A7AA27FC57}"/>
              </a:ext>
            </a:extLst>
          </p:cNvPr>
          <p:cNvSpPr/>
          <p:nvPr/>
        </p:nvSpPr>
        <p:spPr>
          <a:xfrm>
            <a:off x="9644206" y="4891697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2DB31AAE-AF80-4631-8585-0D9114090437}"/>
              </a:ext>
            </a:extLst>
          </p:cNvPr>
          <p:cNvSpPr/>
          <p:nvPr/>
        </p:nvSpPr>
        <p:spPr>
          <a:xfrm>
            <a:off x="6987112" y="5572162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FFD28F1F-054A-43C9-B6E0-07335BDACD52}"/>
              </a:ext>
            </a:extLst>
          </p:cNvPr>
          <p:cNvSpPr/>
          <p:nvPr/>
        </p:nvSpPr>
        <p:spPr>
          <a:xfrm>
            <a:off x="6987112" y="5572162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59">
                <a:moveTo>
                  <a:pt x="0" y="0"/>
                </a:moveTo>
                <a:lnTo>
                  <a:pt x="0" y="695706"/>
                </a:lnTo>
                <a:lnTo>
                  <a:pt x="1238249" y="695706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67F32151-A84D-4DD2-AD02-F315146050B1}"/>
              </a:ext>
            </a:extLst>
          </p:cNvPr>
          <p:cNvSpPr/>
          <p:nvPr/>
        </p:nvSpPr>
        <p:spPr>
          <a:xfrm>
            <a:off x="6994732" y="5915062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545184C7-0CAC-470D-9E46-6B6923C71F25}"/>
              </a:ext>
            </a:extLst>
          </p:cNvPr>
          <p:cNvSpPr/>
          <p:nvPr/>
        </p:nvSpPr>
        <p:spPr>
          <a:xfrm>
            <a:off x="7404688" y="5572162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583F4E27-2926-406B-9736-30056BBB409F}"/>
              </a:ext>
            </a:extLst>
          </p:cNvPr>
          <p:cNvSpPr/>
          <p:nvPr/>
        </p:nvSpPr>
        <p:spPr>
          <a:xfrm>
            <a:off x="7826836" y="5580544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129DA8C8-D616-46EE-B0DD-31E965601256}"/>
              </a:ext>
            </a:extLst>
          </p:cNvPr>
          <p:cNvSpPr/>
          <p:nvPr/>
        </p:nvSpPr>
        <p:spPr>
          <a:xfrm>
            <a:off x="7285816" y="590744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BD3D8489-025C-4C48-831A-FFDCBE357E23}"/>
              </a:ext>
            </a:extLst>
          </p:cNvPr>
          <p:cNvSpPr/>
          <p:nvPr/>
        </p:nvSpPr>
        <p:spPr>
          <a:xfrm>
            <a:off x="7602809" y="590744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D0DF8465-098B-48A9-BE3D-C388A8634485}"/>
              </a:ext>
            </a:extLst>
          </p:cNvPr>
          <p:cNvSpPr/>
          <p:nvPr/>
        </p:nvSpPr>
        <p:spPr>
          <a:xfrm>
            <a:off x="7922086" y="590744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04C874CB-E4DD-4577-B831-D387FF4EA1AC}"/>
              </a:ext>
            </a:extLst>
          </p:cNvPr>
          <p:cNvSpPr txBox="1"/>
          <p:nvPr/>
        </p:nvSpPr>
        <p:spPr>
          <a:xfrm>
            <a:off x="7094802" y="5626212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31	37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FE15FC15-1CEC-46CF-9ED3-EDA3A49C7586}"/>
              </a:ext>
            </a:extLst>
          </p:cNvPr>
          <p:cNvSpPr/>
          <p:nvPr/>
        </p:nvSpPr>
        <p:spPr>
          <a:xfrm>
            <a:off x="7115877" y="6126136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200" y="294132"/>
                </a:moveTo>
                <a:lnTo>
                  <a:pt x="0" y="294132"/>
                </a:lnTo>
                <a:lnTo>
                  <a:pt x="32766" y="359664"/>
                </a:lnTo>
                <a:lnTo>
                  <a:pt x="32766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40">
                <a:moveTo>
                  <a:pt x="42672" y="294132"/>
                </a:moveTo>
                <a:lnTo>
                  <a:pt x="42672" y="5334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2766" y="5334"/>
                </a:lnTo>
                <a:lnTo>
                  <a:pt x="32766" y="294132"/>
                </a:lnTo>
                <a:lnTo>
                  <a:pt x="42672" y="294132"/>
                </a:lnTo>
                <a:close/>
              </a:path>
              <a:path w="76200" h="370840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2766" y="306324"/>
                </a:lnTo>
                <a:lnTo>
                  <a:pt x="32766" y="359664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9159113B-055A-45CB-A910-1822349B0B9E}"/>
              </a:ext>
            </a:extLst>
          </p:cNvPr>
          <p:cNvSpPr/>
          <p:nvPr/>
        </p:nvSpPr>
        <p:spPr>
          <a:xfrm>
            <a:off x="7394782" y="6126136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40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40">
                <a:moveTo>
                  <a:pt x="43433" y="294132"/>
                </a:moveTo>
                <a:lnTo>
                  <a:pt x="43433" y="5334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5334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40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B7BF8AF0-C182-427E-A4AE-F699F74161F3}"/>
              </a:ext>
            </a:extLst>
          </p:cNvPr>
          <p:cNvSpPr/>
          <p:nvPr/>
        </p:nvSpPr>
        <p:spPr>
          <a:xfrm>
            <a:off x="8524066" y="5579021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D314F0F5-98BA-435C-92AD-B60EF093A36E}"/>
              </a:ext>
            </a:extLst>
          </p:cNvPr>
          <p:cNvSpPr/>
          <p:nvPr/>
        </p:nvSpPr>
        <p:spPr>
          <a:xfrm>
            <a:off x="8524066" y="5579021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58E5156A-F2D2-42D7-AA39-0F737383614E}"/>
              </a:ext>
            </a:extLst>
          </p:cNvPr>
          <p:cNvSpPr/>
          <p:nvPr/>
        </p:nvSpPr>
        <p:spPr>
          <a:xfrm>
            <a:off x="8531674" y="592192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B9D84A1C-159C-4A80-97F3-26369113E818}"/>
              </a:ext>
            </a:extLst>
          </p:cNvPr>
          <p:cNvSpPr/>
          <p:nvPr/>
        </p:nvSpPr>
        <p:spPr>
          <a:xfrm>
            <a:off x="8941629" y="5579021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D72987E8-FB6A-423C-9C4D-A61B8712DAE4}"/>
              </a:ext>
            </a:extLst>
          </p:cNvPr>
          <p:cNvSpPr/>
          <p:nvPr/>
        </p:nvSpPr>
        <p:spPr>
          <a:xfrm>
            <a:off x="9363778" y="558664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8F10BC45-0282-4B5F-A55B-FB773717EA2A}"/>
              </a:ext>
            </a:extLst>
          </p:cNvPr>
          <p:cNvSpPr/>
          <p:nvPr/>
        </p:nvSpPr>
        <p:spPr>
          <a:xfrm>
            <a:off x="8821995" y="5913538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758D114E-BAEB-4B8F-907F-4F3605807688}"/>
              </a:ext>
            </a:extLst>
          </p:cNvPr>
          <p:cNvSpPr/>
          <p:nvPr/>
        </p:nvSpPr>
        <p:spPr>
          <a:xfrm>
            <a:off x="9139750" y="5913538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D2BE6A18-3867-40B2-A822-693849FBBD9D}"/>
              </a:ext>
            </a:extLst>
          </p:cNvPr>
          <p:cNvSpPr/>
          <p:nvPr/>
        </p:nvSpPr>
        <p:spPr>
          <a:xfrm>
            <a:off x="9459028" y="5913538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F587BC45-C86B-407E-8FD6-77EEB049514C}"/>
              </a:ext>
            </a:extLst>
          </p:cNvPr>
          <p:cNvSpPr txBox="1"/>
          <p:nvPr/>
        </p:nvSpPr>
        <p:spPr>
          <a:xfrm>
            <a:off x="8631756" y="5633070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solidFill>
                  <a:srgbClr val="3333CC"/>
                </a:solidFill>
                <a:latin typeface="Times New Roman" panose="02020603050405020304"/>
                <a:cs typeface="Times New Roman" panose="02020603050405020304"/>
              </a:rPr>
              <a:t>40	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41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2BAA9DE4-DC19-4182-A372-24C930515805}"/>
              </a:ext>
            </a:extLst>
          </p:cNvPr>
          <p:cNvSpPr/>
          <p:nvPr/>
        </p:nvSpPr>
        <p:spPr>
          <a:xfrm>
            <a:off x="8633019" y="6137567"/>
            <a:ext cx="114300" cy="365125"/>
          </a:xfrm>
          <a:custGeom>
            <a:avLst/>
            <a:gdLst/>
            <a:ahLst/>
            <a:cxnLst/>
            <a:rect l="l" t="t" r="r" b="b"/>
            <a:pathLst>
              <a:path w="114300" h="365125">
                <a:moveTo>
                  <a:pt x="114300" y="250698"/>
                </a:moveTo>
                <a:lnTo>
                  <a:pt x="0" y="250698"/>
                </a:lnTo>
                <a:lnTo>
                  <a:pt x="38100" y="326898"/>
                </a:lnTo>
                <a:lnTo>
                  <a:pt x="38100" y="269748"/>
                </a:lnTo>
                <a:lnTo>
                  <a:pt x="76200" y="269748"/>
                </a:lnTo>
                <a:lnTo>
                  <a:pt x="76200" y="326898"/>
                </a:lnTo>
                <a:lnTo>
                  <a:pt x="114300" y="250698"/>
                </a:lnTo>
                <a:close/>
              </a:path>
              <a:path w="114300" h="365125">
                <a:moveTo>
                  <a:pt x="76200" y="250698"/>
                </a:moveTo>
                <a:lnTo>
                  <a:pt x="76200" y="0"/>
                </a:lnTo>
                <a:lnTo>
                  <a:pt x="38100" y="0"/>
                </a:lnTo>
                <a:lnTo>
                  <a:pt x="38100" y="250698"/>
                </a:lnTo>
                <a:lnTo>
                  <a:pt x="76200" y="250698"/>
                </a:lnTo>
                <a:close/>
              </a:path>
              <a:path w="114300" h="365125">
                <a:moveTo>
                  <a:pt x="76200" y="326898"/>
                </a:moveTo>
                <a:lnTo>
                  <a:pt x="76200" y="269748"/>
                </a:lnTo>
                <a:lnTo>
                  <a:pt x="38100" y="269748"/>
                </a:lnTo>
                <a:lnTo>
                  <a:pt x="38100" y="326898"/>
                </a:lnTo>
                <a:lnTo>
                  <a:pt x="57150" y="364998"/>
                </a:lnTo>
                <a:lnTo>
                  <a:pt x="76200" y="326898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1E21D060-7DD2-4E64-BFC9-1CC36EDCB707}"/>
              </a:ext>
            </a:extLst>
          </p:cNvPr>
          <p:cNvSpPr/>
          <p:nvPr/>
        </p:nvSpPr>
        <p:spPr>
          <a:xfrm>
            <a:off x="8931724" y="6132994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5052" y="309372"/>
                </a:lnTo>
                <a:lnTo>
                  <a:pt x="38100" y="310896"/>
                </a:lnTo>
                <a:lnTo>
                  <a:pt x="41910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910" y="309372"/>
                </a:lnTo>
                <a:lnTo>
                  <a:pt x="38100" y="310896"/>
                </a:lnTo>
                <a:lnTo>
                  <a:pt x="35052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8" name="object 106">
            <a:extLst>
              <a:ext uri="{FF2B5EF4-FFF2-40B4-BE49-F238E27FC236}">
                <a16:creationId xmlns:a16="http://schemas.microsoft.com/office/drawing/2014/main" id="{5695BD7F-C881-4FFE-82B2-38E726F16BB1}"/>
              </a:ext>
            </a:extLst>
          </p:cNvPr>
          <p:cNvSpPr/>
          <p:nvPr/>
        </p:nvSpPr>
        <p:spPr>
          <a:xfrm>
            <a:off x="6529726" y="4881791"/>
            <a:ext cx="972185" cy="971550"/>
          </a:xfrm>
          <a:custGeom>
            <a:avLst/>
            <a:gdLst/>
            <a:ahLst/>
            <a:cxnLst/>
            <a:rect l="l" t="t" r="r" b="b"/>
            <a:pathLst>
              <a:path w="972184" h="971550">
                <a:moveTo>
                  <a:pt x="933679" y="330407"/>
                </a:moveTo>
                <a:lnTo>
                  <a:pt x="933679" y="239610"/>
                </a:lnTo>
                <a:lnTo>
                  <a:pt x="933332" y="252720"/>
                </a:lnTo>
                <a:lnTo>
                  <a:pt x="930923" y="265345"/>
                </a:lnTo>
                <a:lnTo>
                  <a:pt x="901348" y="308328"/>
                </a:lnTo>
                <a:lnTo>
                  <a:pt x="869570" y="329483"/>
                </a:lnTo>
                <a:lnTo>
                  <a:pt x="835367" y="346699"/>
                </a:lnTo>
                <a:lnTo>
                  <a:pt x="789605" y="366522"/>
                </a:lnTo>
                <a:lnTo>
                  <a:pt x="743655" y="383645"/>
                </a:lnTo>
                <a:lnTo>
                  <a:pt x="691578" y="401617"/>
                </a:lnTo>
                <a:lnTo>
                  <a:pt x="639213" y="418750"/>
                </a:lnTo>
                <a:lnTo>
                  <a:pt x="586638" y="435255"/>
                </a:lnTo>
                <a:lnTo>
                  <a:pt x="533928" y="451343"/>
                </a:lnTo>
                <a:lnTo>
                  <a:pt x="428417" y="483108"/>
                </a:lnTo>
                <a:lnTo>
                  <a:pt x="399461" y="492252"/>
                </a:lnTo>
                <a:lnTo>
                  <a:pt x="371267" y="501395"/>
                </a:lnTo>
                <a:lnTo>
                  <a:pt x="343835" y="509778"/>
                </a:lnTo>
                <a:lnTo>
                  <a:pt x="317165" y="518922"/>
                </a:lnTo>
                <a:lnTo>
                  <a:pt x="274100" y="533400"/>
                </a:lnTo>
                <a:lnTo>
                  <a:pt x="237953" y="547005"/>
                </a:lnTo>
                <a:lnTo>
                  <a:pt x="201955" y="562656"/>
                </a:lnTo>
                <a:lnTo>
                  <a:pt x="166780" y="580550"/>
                </a:lnTo>
                <a:lnTo>
                  <a:pt x="133102" y="600882"/>
                </a:lnTo>
                <a:lnTo>
                  <a:pt x="101595" y="623848"/>
                </a:lnTo>
                <a:lnTo>
                  <a:pt x="72932" y="649645"/>
                </a:lnTo>
                <a:lnTo>
                  <a:pt x="47788" y="678467"/>
                </a:lnTo>
                <a:lnTo>
                  <a:pt x="26837" y="710511"/>
                </a:lnTo>
                <a:lnTo>
                  <a:pt x="10752" y="745974"/>
                </a:lnTo>
                <a:lnTo>
                  <a:pt x="935" y="784098"/>
                </a:lnTo>
                <a:lnTo>
                  <a:pt x="0" y="797770"/>
                </a:lnTo>
                <a:lnTo>
                  <a:pt x="184" y="811092"/>
                </a:lnTo>
                <a:lnTo>
                  <a:pt x="7774" y="848779"/>
                </a:lnTo>
                <a:lnTo>
                  <a:pt x="27718" y="881398"/>
                </a:lnTo>
                <a:lnTo>
                  <a:pt x="38273" y="891159"/>
                </a:lnTo>
                <a:lnTo>
                  <a:pt x="38273" y="797052"/>
                </a:lnTo>
                <a:lnTo>
                  <a:pt x="39035" y="789432"/>
                </a:lnTo>
                <a:lnTo>
                  <a:pt x="49639" y="751031"/>
                </a:lnTo>
                <a:lnTo>
                  <a:pt x="74586" y="706628"/>
                </a:lnTo>
                <a:lnTo>
                  <a:pt x="108217" y="668569"/>
                </a:lnTo>
                <a:lnTo>
                  <a:pt x="148662" y="636196"/>
                </a:lnTo>
                <a:lnTo>
                  <a:pt x="193315" y="609337"/>
                </a:lnTo>
                <a:lnTo>
                  <a:pt x="240678" y="587094"/>
                </a:lnTo>
                <a:lnTo>
                  <a:pt x="288515" y="569052"/>
                </a:lnTo>
                <a:lnTo>
                  <a:pt x="304211" y="563880"/>
                </a:lnTo>
                <a:lnTo>
                  <a:pt x="329357" y="554736"/>
                </a:lnTo>
                <a:lnTo>
                  <a:pt x="356027" y="546354"/>
                </a:lnTo>
                <a:lnTo>
                  <a:pt x="382697" y="537210"/>
                </a:lnTo>
                <a:lnTo>
                  <a:pt x="410891" y="528828"/>
                </a:lnTo>
                <a:lnTo>
                  <a:pt x="457343" y="514022"/>
                </a:lnTo>
                <a:lnTo>
                  <a:pt x="493990" y="502860"/>
                </a:lnTo>
                <a:lnTo>
                  <a:pt x="549167" y="486312"/>
                </a:lnTo>
                <a:lnTo>
                  <a:pt x="586000" y="475245"/>
                </a:lnTo>
                <a:lnTo>
                  <a:pt x="622798" y="464019"/>
                </a:lnTo>
                <a:lnTo>
                  <a:pt x="659499" y="452523"/>
                </a:lnTo>
                <a:lnTo>
                  <a:pt x="696040" y="440642"/>
                </a:lnTo>
                <a:lnTo>
                  <a:pt x="732360" y="428265"/>
                </a:lnTo>
                <a:lnTo>
                  <a:pt x="768394" y="415280"/>
                </a:lnTo>
                <a:lnTo>
                  <a:pt x="804083" y="401574"/>
                </a:lnTo>
                <a:lnTo>
                  <a:pt x="845231" y="384254"/>
                </a:lnTo>
                <a:lnTo>
                  <a:pt x="880044" y="367255"/>
                </a:lnTo>
                <a:lnTo>
                  <a:pt x="913310" y="346765"/>
                </a:lnTo>
                <a:lnTo>
                  <a:pt x="933129" y="330941"/>
                </a:lnTo>
                <a:lnTo>
                  <a:pt x="933679" y="330407"/>
                </a:lnTo>
                <a:close/>
              </a:path>
              <a:path w="972184" h="971550">
                <a:moveTo>
                  <a:pt x="320459" y="895485"/>
                </a:moveTo>
                <a:lnTo>
                  <a:pt x="317165" y="895375"/>
                </a:lnTo>
                <a:lnTo>
                  <a:pt x="286685" y="893826"/>
                </a:lnTo>
                <a:lnTo>
                  <a:pt x="252303" y="892746"/>
                </a:lnTo>
                <a:lnTo>
                  <a:pt x="240678" y="891900"/>
                </a:lnTo>
                <a:lnTo>
                  <a:pt x="216948" y="890334"/>
                </a:lnTo>
                <a:lnTo>
                  <a:pt x="203846" y="889439"/>
                </a:lnTo>
                <a:lnTo>
                  <a:pt x="162588" y="885858"/>
                </a:lnTo>
                <a:lnTo>
                  <a:pt x="121406" y="879987"/>
                </a:lnTo>
                <a:lnTo>
                  <a:pt x="84158" y="870614"/>
                </a:lnTo>
                <a:lnTo>
                  <a:pt x="58847" y="858774"/>
                </a:lnTo>
                <a:lnTo>
                  <a:pt x="57323" y="858012"/>
                </a:lnTo>
                <a:lnTo>
                  <a:pt x="56561" y="856488"/>
                </a:lnTo>
                <a:lnTo>
                  <a:pt x="52751" y="852678"/>
                </a:lnTo>
                <a:lnTo>
                  <a:pt x="49703" y="848106"/>
                </a:lnTo>
                <a:lnTo>
                  <a:pt x="38363" y="809794"/>
                </a:lnTo>
                <a:lnTo>
                  <a:pt x="38273" y="797052"/>
                </a:lnTo>
                <a:lnTo>
                  <a:pt x="38273" y="891159"/>
                </a:lnTo>
                <a:lnTo>
                  <a:pt x="42083" y="893063"/>
                </a:lnTo>
                <a:lnTo>
                  <a:pt x="52926" y="899492"/>
                </a:lnTo>
                <a:lnTo>
                  <a:pt x="64113" y="903984"/>
                </a:lnTo>
                <a:lnTo>
                  <a:pt x="112938" y="917082"/>
                </a:lnTo>
                <a:lnTo>
                  <a:pt x="152125" y="922952"/>
                </a:lnTo>
                <a:lnTo>
                  <a:pt x="193315" y="926799"/>
                </a:lnTo>
                <a:lnTo>
                  <a:pt x="229941" y="929379"/>
                </a:lnTo>
                <a:lnTo>
                  <a:pt x="242124" y="930245"/>
                </a:lnTo>
                <a:lnTo>
                  <a:pt x="253919" y="931163"/>
                </a:lnTo>
                <a:lnTo>
                  <a:pt x="285161" y="931926"/>
                </a:lnTo>
                <a:lnTo>
                  <a:pt x="304211" y="932888"/>
                </a:lnTo>
                <a:lnTo>
                  <a:pt x="314879" y="933450"/>
                </a:lnTo>
                <a:lnTo>
                  <a:pt x="318428" y="933572"/>
                </a:lnTo>
                <a:lnTo>
                  <a:pt x="320459" y="895485"/>
                </a:lnTo>
                <a:close/>
              </a:path>
              <a:path w="972184" h="971550">
                <a:moveTo>
                  <a:pt x="339263" y="961539"/>
                </a:moveTo>
                <a:lnTo>
                  <a:pt x="339263" y="896112"/>
                </a:lnTo>
                <a:lnTo>
                  <a:pt x="336977" y="934212"/>
                </a:lnTo>
                <a:lnTo>
                  <a:pt x="318428" y="933572"/>
                </a:lnTo>
                <a:lnTo>
                  <a:pt x="316403" y="971550"/>
                </a:lnTo>
                <a:lnTo>
                  <a:pt x="339263" y="961539"/>
                </a:lnTo>
                <a:close/>
              </a:path>
              <a:path w="972184" h="971550">
                <a:moveTo>
                  <a:pt x="339263" y="896112"/>
                </a:moveTo>
                <a:lnTo>
                  <a:pt x="320459" y="895485"/>
                </a:lnTo>
                <a:lnTo>
                  <a:pt x="318428" y="933572"/>
                </a:lnTo>
                <a:lnTo>
                  <a:pt x="336977" y="934212"/>
                </a:lnTo>
                <a:lnTo>
                  <a:pt x="339263" y="896112"/>
                </a:lnTo>
                <a:close/>
              </a:path>
              <a:path w="972184" h="971550">
                <a:moveTo>
                  <a:pt x="432989" y="920496"/>
                </a:moveTo>
                <a:lnTo>
                  <a:pt x="322499" y="857250"/>
                </a:lnTo>
                <a:lnTo>
                  <a:pt x="320459" y="895485"/>
                </a:lnTo>
                <a:lnTo>
                  <a:pt x="339263" y="896112"/>
                </a:lnTo>
                <a:lnTo>
                  <a:pt x="339263" y="961539"/>
                </a:lnTo>
                <a:lnTo>
                  <a:pt x="432989" y="920496"/>
                </a:lnTo>
                <a:close/>
              </a:path>
              <a:path w="972184" h="971550">
                <a:moveTo>
                  <a:pt x="971884" y="243675"/>
                </a:moveTo>
                <a:lnTo>
                  <a:pt x="964284" y="197179"/>
                </a:lnTo>
                <a:lnTo>
                  <a:pt x="944491" y="150971"/>
                </a:lnTo>
                <a:lnTo>
                  <a:pt x="917187" y="106254"/>
                </a:lnTo>
                <a:lnTo>
                  <a:pt x="867704" y="38311"/>
                </a:lnTo>
                <a:lnTo>
                  <a:pt x="858771" y="26111"/>
                </a:lnTo>
                <a:lnTo>
                  <a:pt x="850565" y="14478"/>
                </a:lnTo>
                <a:lnTo>
                  <a:pt x="847517" y="9144"/>
                </a:lnTo>
                <a:lnTo>
                  <a:pt x="845231" y="5334"/>
                </a:lnTo>
                <a:lnTo>
                  <a:pt x="843707" y="0"/>
                </a:lnTo>
                <a:lnTo>
                  <a:pt x="807893" y="12954"/>
                </a:lnTo>
                <a:lnTo>
                  <a:pt x="809417" y="18288"/>
                </a:lnTo>
                <a:lnTo>
                  <a:pt x="831154" y="52930"/>
                </a:lnTo>
                <a:lnTo>
                  <a:pt x="857148" y="87788"/>
                </a:lnTo>
                <a:lnTo>
                  <a:pt x="866622" y="100601"/>
                </a:lnTo>
                <a:lnTo>
                  <a:pt x="894752" y="141421"/>
                </a:lnTo>
                <a:lnTo>
                  <a:pt x="918350" y="184023"/>
                </a:lnTo>
                <a:lnTo>
                  <a:pt x="932159" y="226100"/>
                </a:lnTo>
                <a:lnTo>
                  <a:pt x="933679" y="239610"/>
                </a:lnTo>
                <a:lnTo>
                  <a:pt x="933679" y="330407"/>
                </a:lnTo>
                <a:lnTo>
                  <a:pt x="942005" y="322326"/>
                </a:lnTo>
                <a:lnTo>
                  <a:pt x="962609" y="289255"/>
                </a:lnTo>
                <a:lnTo>
                  <a:pt x="970898" y="259030"/>
                </a:lnTo>
                <a:lnTo>
                  <a:pt x="971884" y="243675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09" name="object 107">
            <a:extLst>
              <a:ext uri="{FF2B5EF4-FFF2-40B4-BE49-F238E27FC236}">
                <a16:creationId xmlns:a16="http://schemas.microsoft.com/office/drawing/2014/main" id="{85CDE20A-5447-44B8-A2EE-9734311A1B70}"/>
              </a:ext>
            </a:extLst>
          </p:cNvPr>
          <p:cNvSpPr/>
          <p:nvPr/>
        </p:nvSpPr>
        <p:spPr>
          <a:xfrm>
            <a:off x="7070932" y="2951644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0" name="object 108">
            <a:extLst>
              <a:ext uri="{FF2B5EF4-FFF2-40B4-BE49-F238E27FC236}">
                <a16:creationId xmlns:a16="http://schemas.microsoft.com/office/drawing/2014/main" id="{3367AC13-C1FD-4188-987F-60267E10F84B}"/>
              </a:ext>
            </a:extLst>
          </p:cNvPr>
          <p:cNvSpPr/>
          <p:nvPr/>
        </p:nvSpPr>
        <p:spPr>
          <a:xfrm>
            <a:off x="7070932" y="2951644"/>
            <a:ext cx="1238250" cy="695325"/>
          </a:xfrm>
          <a:custGeom>
            <a:avLst/>
            <a:gdLst/>
            <a:ahLst/>
            <a:cxnLst/>
            <a:rect l="l" t="t" r="r" b="b"/>
            <a:pathLst>
              <a:path w="1238250" h="695325">
                <a:moveTo>
                  <a:pt x="0" y="0"/>
                </a:moveTo>
                <a:lnTo>
                  <a:pt x="0" y="694944"/>
                </a:lnTo>
                <a:lnTo>
                  <a:pt x="1238250" y="694944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1" name="object 109">
            <a:extLst>
              <a:ext uri="{FF2B5EF4-FFF2-40B4-BE49-F238E27FC236}">
                <a16:creationId xmlns:a16="http://schemas.microsoft.com/office/drawing/2014/main" id="{370C25FD-946B-4383-BB20-61D893342977}"/>
              </a:ext>
            </a:extLst>
          </p:cNvPr>
          <p:cNvSpPr/>
          <p:nvPr/>
        </p:nvSpPr>
        <p:spPr>
          <a:xfrm>
            <a:off x="7079314" y="3294544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2" name="object 110">
            <a:extLst>
              <a:ext uri="{FF2B5EF4-FFF2-40B4-BE49-F238E27FC236}">
                <a16:creationId xmlns:a16="http://schemas.microsoft.com/office/drawing/2014/main" id="{F0DD8C34-E047-4ECC-973E-20CD6B376D5D}"/>
              </a:ext>
            </a:extLst>
          </p:cNvPr>
          <p:cNvSpPr/>
          <p:nvPr/>
        </p:nvSpPr>
        <p:spPr>
          <a:xfrm>
            <a:off x="7488509" y="2951644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3" name="object 111">
            <a:extLst>
              <a:ext uri="{FF2B5EF4-FFF2-40B4-BE49-F238E27FC236}">
                <a16:creationId xmlns:a16="http://schemas.microsoft.com/office/drawing/2014/main" id="{0B276608-0A6F-46F5-B2C5-500ACA84345C}"/>
              </a:ext>
            </a:extLst>
          </p:cNvPr>
          <p:cNvSpPr/>
          <p:nvPr/>
        </p:nvSpPr>
        <p:spPr>
          <a:xfrm>
            <a:off x="7910656" y="2959265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4" name="object 112">
            <a:extLst>
              <a:ext uri="{FF2B5EF4-FFF2-40B4-BE49-F238E27FC236}">
                <a16:creationId xmlns:a16="http://schemas.microsoft.com/office/drawing/2014/main" id="{AA8778D1-7EB5-4700-9765-FB41796926CB}"/>
              </a:ext>
            </a:extLst>
          </p:cNvPr>
          <p:cNvSpPr/>
          <p:nvPr/>
        </p:nvSpPr>
        <p:spPr>
          <a:xfrm>
            <a:off x="7369636" y="32861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5" name="object 113">
            <a:extLst>
              <a:ext uri="{FF2B5EF4-FFF2-40B4-BE49-F238E27FC236}">
                <a16:creationId xmlns:a16="http://schemas.microsoft.com/office/drawing/2014/main" id="{4CF97C86-9015-4BEC-84CE-018B50833A75}"/>
              </a:ext>
            </a:extLst>
          </p:cNvPr>
          <p:cNvSpPr/>
          <p:nvPr/>
        </p:nvSpPr>
        <p:spPr>
          <a:xfrm>
            <a:off x="7687390" y="32861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6" name="object 114">
            <a:extLst>
              <a:ext uri="{FF2B5EF4-FFF2-40B4-BE49-F238E27FC236}">
                <a16:creationId xmlns:a16="http://schemas.microsoft.com/office/drawing/2014/main" id="{AAA334A3-71CA-4315-9834-478FC6FD81FE}"/>
              </a:ext>
            </a:extLst>
          </p:cNvPr>
          <p:cNvSpPr/>
          <p:nvPr/>
        </p:nvSpPr>
        <p:spPr>
          <a:xfrm>
            <a:off x="8005906" y="3286162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7" name="object 115">
            <a:extLst>
              <a:ext uri="{FF2B5EF4-FFF2-40B4-BE49-F238E27FC236}">
                <a16:creationId xmlns:a16="http://schemas.microsoft.com/office/drawing/2014/main" id="{85B1943F-4F6A-4366-AA20-302650F19385}"/>
              </a:ext>
            </a:extLst>
          </p:cNvPr>
          <p:cNvSpPr/>
          <p:nvPr/>
        </p:nvSpPr>
        <p:spPr>
          <a:xfrm>
            <a:off x="8607874" y="295774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8" name="object 116">
            <a:extLst>
              <a:ext uri="{FF2B5EF4-FFF2-40B4-BE49-F238E27FC236}">
                <a16:creationId xmlns:a16="http://schemas.microsoft.com/office/drawing/2014/main" id="{34BDF821-BFA7-4229-BE17-DDA2A8A97803}"/>
              </a:ext>
            </a:extLst>
          </p:cNvPr>
          <p:cNvSpPr/>
          <p:nvPr/>
        </p:nvSpPr>
        <p:spPr>
          <a:xfrm>
            <a:off x="8607874" y="2957741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19" name="object 117">
            <a:extLst>
              <a:ext uri="{FF2B5EF4-FFF2-40B4-BE49-F238E27FC236}">
                <a16:creationId xmlns:a16="http://schemas.microsoft.com/office/drawing/2014/main" id="{C3CA4935-3736-4EF4-A7B2-94E8E4A38F74}"/>
              </a:ext>
            </a:extLst>
          </p:cNvPr>
          <p:cNvSpPr/>
          <p:nvPr/>
        </p:nvSpPr>
        <p:spPr>
          <a:xfrm>
            <a:off x="8615493" y="3300641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0" name="object 118">
            <a:extLst>
              <a:ext uri="{FF2B5EF4-FFF2-40B4-BE49-F238E27FC236}">
                <a16:creationId xmlns:a16="http://schemas.microsoft.com/office/drawing/2014/main" id="{E8B7BBA2-C13E-4973-8F35-78570BE97AD3}"/>
              </a:ext>
            </a:extLst>
          </p:cNvPr>
          <p:cNvSpPr/>
          <p:nvPr/>
        </p:nvSpPr>
        <p:spPr>
          <a:xfrm>
            <a:off x="9025450" y="295774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1" name="object 119">
            <a:extLst>
              <a:ext uri="{FF2B5EF4-FFF2-40B4-BE49-F238E27FC236}">
                <a16:creationId xmlns:a16="http://schemas.microsoft.com/office/drawing/2014/main" id="{926A7DBB-AB8E-4C3D-9AC8-C3E0351544C2}"/>
              </a:ext>
            </a:extLst>
          </p:cNvPr>
          <p:cNvSpPr/>
          <p:nvPr/>
        </p:nvSpPr>
        <p:spPr>
          <a:xfrm>
            <a:off x="9447598" y="2965361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2" name="object 120">
            <a:extLst>
              <a:ext uri="{FF2B5EF4-FFF2-40B4-BE49-F238E27FC236}">
                <a16:creationId xmlns:a16="http://schemas.microsoft.com/office/drawing/2014/main" id="{42587A48-9EB8-46A2-BA8C-B5C640673FF9}"/>
              </a:ext>
            </a:extLst>
          </p:cNvPr>
          <p:cNvSpPr/>
          <p:nvPr/>
        </p:nvSpPr>
        <p:spPr>
          <a:xfrm>
            <a:off x="8906578" y="329302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3" name="object 121">
            <a:extLst>
              <a:ext uri="{FF2B5EF4-FFF2-40B4-BE49-F238E27FC236}">
                <a16:creationId xmlns:a16="http://schemas.microsoft.com/office/drawing/2014/main" id="{854CC6D2-3835-43D7-81A7-83B3892BAD08}"/>
              </a:ext>
            </a:extLst>
          </p:cNvPr>
          <p:cNvSpPr/>
          <p:nvPr/>
        </p:nvSpPr>
        <p:spPr>
          <a:xfrm>
            <a:off x="9223569" y="329302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4" name="object 122">
            <a:extLst>
              <a:ext uri="{FF2B5EF4-FFF2-40B4-BE49-F238E27FC236}">
                <a16:creationId xmlns:a16="http://schemas.microsoft.com/office/drawing/2014/main" id="{95819C27-BFFB-4A96-8C4D-1BC5BE9A5AFC}"/>
              </a:ext>
            </a:extLst>
          </p:cNvPr>
          <p:cNvSpPr/>
          <p:nvPr/>
        </p:nvSpPr>
        <p:spPr>
          <a:xfrm>
            <a:off x="9542848" y="3293021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6666FF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5" name="object 123">
            <a:extLst>
              <a:ext uri="{FF2B5EF4-FFF2-40B4-BE49-F238E27FC236}">
                <a16:creationId xmlns:a16="http://schemas.microsoft.com/office/drawing/2014/main" id="{3768B5FC-85BC-4127-B73C-0181DB6066F8}"/>
              </a:ext>
            </a:extLst>
          </p:cNvPr>
          <p:cNvSpPr txBox="1"/>
          <p:nvPr/>
        </p:nvSpPr>
        <p:spPr>
          <a:xfrm>
            <a:off x="8715576" y="3011790"/>
            <a:ext cx="2540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43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6" name="object 124">
            <a:extLst>
              <a:ext uri="{FF2B5EF4-FFF2-40B4-BE49-F238E27FC236}">
                <a16:creationId xmlns:a16="http://schemas.microsoft.com/office/drawing/2014/main" id="{7E353B00-A8E5-4AA0-AFF2-F3E19D1CE9B4}"/>
              </a:ext>
            </a:extLst>
          </p:cNvPr>
          <p:cNvSpPr/>
          <p:nvPr/>
        </p:nvSpPr>
        <p:spPr>
          <a:xfrm>
            <a:off x="5274124" y="3528479"/>
            <a:ext cx="1906270" cy="828040"/>
          </a:xfrm>
          <a:custGeom>
            <a:avLst/>
            <a:gdLst/>
            <a:ahLst/>
            <a:cxnLst/>
            <a:rect l="l" t="t" r="r" b="b"/>
            <a:pathLst>
              <a:path w="1906270" h="828039">
                <a:moveTo>
                  <a:pt x="107486" y="753561"/>
                </a:moveTo>
                <a:lnTo>
                  <a:pt x="99060" y="716279"/>
                </a:lnTo>
                <a:lnTo>
                  <a:pt x="0" y="797813"/>
                </a:lnTo>
                <a:lnTo>
                  <a:pt x="88392" y="818963"/>
                </a:lnTo>
                <a:lnTo>
                  <a:pt x="88392" y="758189"/>
                </a:lnTo>
                <a:lnTo>
                  <a:pt x="107486" y="753561"/>
                </a:lnTo>
                <a:close/>
              </a:path>
              <a:path w="1906270" h="828039">
                <a:moveTo>
                  <a:pt x="115856" y="790591"/>
                </a:moveTo>
                <a:lnTo>
                  <a:pt x="107486" y="753561"/>
                </a:lnTo>
                <a:lnTo>
                  <a:pt x="88392" y="758189"/>
                </a:lnTo>
                <a:lnTo>
                  <a:pt x="96774" y="794765"/>
                </a:lnTo>
                <a:lnTo>
                  <a:pt x="115856" y="790591"/>
                </a:lnTo>
                <a:close/>
              </a:path>
              <a:path w="1906270" h="828039">
                <a:moveTo>
                  <a:pt x="124206" y="827531"/>
                </a:moveTo>
                <a:lnTo>
                  <a:pt x="115856" y="790591"/>
                </a:lnTo>
                <a:lnTo>
                  <a:pt x="96774" y="794765"/>
                </a:lnTo>
                <a:lnTo>
                  <a:pt x="88392" y="758189"/>
                </a:lnTo>
                <a:lnTo>
                  <a:pt x="88392" y="818963"/>
                </a:lnTo>
                <a:lnTo>
                  <a:pt x="124206" y="827531"/>
                </a:lnTo>
                <a:close/>
              </a:path>
              <a:path w="1906270" h="828039">
                <a:moveTo>
                  <a:pt x="1905762" y="29717"/>
                </a:moveTo>
                <a:lnTo>
                  <a:pt x="1882139" y="0"/>
                </a:lnTo>
                <a:lnTo>
                  <a:pt x="1872234" y="8381"/>
                </a:lnTo>
                <a:lnTo>
                  <a:pt x="1860804" y="17525"/>
                </a:lnTo>
                <a:lnTo>
                  <a:pt x="1728790" y="142341"/>
                </a:lnTo>
                <a:lnTo>
                  <a:pt x="1685181" y="182626"/>
                </a:lnTo>
                <a:lnTo>
                  <a:pt x="1641052" y="221984"/>
                </a:lnTo>
                <a:lnTo>
                  <a:pt x="1595971" y="260257"/>
                </a:lnTo>
                <a:lnTo>
                  <a:pt x="1549508" y="297283"/>
                </a:lnTo>
                <a:lnTo>
                  <a:pt x="1501230" y="332903"/>
                </a:lnTo>
                <a:lnTo>
                  <a:pt x="1450707" y="366958"/>
                </a:lnTo>
                <a:lnTo>
                  <a:pt x="1397508" y="399287"/>
                </a:lnTo>
                <a:lnTo>
                  <a:pt x="1344168" y="428243"/>
                </a:lnTo>
                <a:lnTo>
                  <a:pt x="1298360" y="450406"/>
                </a:lnTo>
                <a:lnTo>
                  <a:pt x="1260860" y="466537"/>
                </a:lnTo>
                <a:lnTo>
                  <a:pt x="1222506" y="481711"/>
                </a:lnTo>
                <a:lnTo>
                  <a:pt x="1183472" y="496000"/>
                </a:lnTo>
                <a:lnTo>
                  <a:pt x="1143929" y="509475"/>
                </a:lnTo>
                <a:lnTo>
                  <a:pt x="1104050" y="522210"/>
                </a:lnTo>
                <a:lnTo>
                  <a:pt x="1064008" y="534274"/>
                </a:lnTo>
                <a:lnTo>
                  <a:pt x="1023976" y="545740"/>
                </a:lnTo>
                <a:lnTo>
                  <a:pt x="984125" y="556681"/>
                </a:lnTo>
                <a:lnTo>
                  <a:pt x="944629" y="567167"/>
                </a:lnTo>
                <a:lnTo>
                  <a:pt x="925068" y="572261"/>
                </a:lnTo>
                <a:lnTo>
                  <a:pt x="881634" y="583691"/>
                </a:lnTo>
                <a:lnTo>
                  <a:pt x="792480" y="605789"/>
                </a:lnTo>
                <a:lnTo>
                  <a:pt x="731673" y="619783"/>
                </a:lnTo>
                <a:lnTo>
                  <a:pt x="670853" y="633467"/>
                </a:lnTo>
                <a:lnTo>
                  <a:pt x="610019" y="646888"/>
                </a:lnTo>
                <a:lnTo>
                  <a:pt x="549167" y="660096"/>
                </a:lnTo>
                <a:lnTo>
                  <a:pt x="488299" y="673141"/>
                </a:lnTo>
                <a:lnTo>
                  <a:pt x="427411" y="686070"/>
                </a:lnTo>
                <a:lnTo>
                  <a:pt x="275099" y="718211"/>
                </a:lnTo>
                <a:lnTo>
                  <a:pt x="214134" y="731123"/>
                </a:lnTo>
                <a:lnTo>
                  <a:pt x="147828" y="745235"/>
                </a:lnTo>
                <a:lnTo>
                  <a:pt x="113537" y="752093"/>
                </a:lnTo>
                <a:lnTo>
                  <a:pt x="107486" y="753561"/>
                </a:lnTo>
                <a:lnTo>
                  <a:pt x="115856" y="790591"/>
                </a:lnTo>
                <a:lnTo>
                  <a:pt x="121157" y="789431"/>
                </a:lnTo>
                <a:lnTo>
                  <a:pt x="155448" y="781811"/>
                </a:lnTo>
                <a:lnTo>
                  <a:pt x="192024" y="774191"/>
                </a:lnTo>
                <a:lnTo>
                  <a:pt x="367185" y="737871"/>
                </a:lnTo>
                <a:lnTo>
                  <a:pt x="437228" y="723216"/>
                </a:lnTo>
                <a:lnTo>
                  <a:pt x="507233" y="708378"/>
                </a:lnTo>
                <a:lnTo>
                  <a:pt x="577181" y="693285"/>
                </a:lnTo>
                <a:lnTo>
                  <a:pt x="647055" y="677865"/>
                </a:lnTo>
                <a:lnTo>
                  <a:pt x="716837" y="662045"/>
                </a:lnTo>
                <a:lnTo>
                  <a:pt x="786511" y="645752"/>
                </a:lnTo>
                <a:lnTo>
                  <a:pt x="856057" y="628914"/>
                </a:lnTo>
                <a:lnTo>
                  <a:pt x="890778" y="620267"/>
                </a:lnTo>
                <a:lnTo>
                  <a:pt x="934974" y="609599"/>
                </a:lnTo>
                <a:lnTo>
                  <a:pt x="977646" y="598169"/>
                </a:lnTo>
                <a:lnTo>
                  <a:pt x="1032004" y="582888"/>
                </a:lnTo>
                <a:lnTo>
                  <a:pt x="1086310" y="567194"/>
                </a:lnTo>
                <a:lnTo>
                  <a:pt x="1140375" y="550670"/>
                </a:lnTo>
                <a:lnTo>
                  <a:pt x="1194011" y="532900"/>
                </a:lnTo>
                <a:lnTo>
                  <a:pt x="1247027" y="513466"/>
                </a:lnTo>
                <a:lnTo>
                  <a:pt x="1299236" y="491953"/>
                </a:lnTo>
                <a:lnTo>
                  <a:pt x="1389888" y="447293"/>
                </a:lnTo>
                <a:lnTo>
                  <a:pt x="1443599" y="416211"/>
                </a:lnTo>
                <a:lnTo>
                  <a:pt x="1495759" y="383004"/>
                </a:lnTo>
                <a:lnTo>
                  <a:pt x="1545665" y="347937"/>
                </a:lnTo>
                <a:lnTo>
                  <a:pt x="1593682" y="311217"/>
                </a:lnTo>
                <a:lnTo>
                  <a:pt x="1640180" y="273050"/>
                </a:lnTo>
                <a:lnTo>
                  <a:pt x="1685526" y="233642"/>
                </a:lnTo>
                <a:lnTo>
                  <a:pt x="1730087" y="193200"/>
                </a:lnTo>
                <a:lnTo>
                  <a:pt x="1885188" y="46481"/>
                </a:lnTo>
                <a:lnTo>
                  <a:pt x="1895856" y="38099"/>
                </a:lnTo>
                <a:lnTo>
                  <a:pt x="1905762" y="29717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7" name="object 125">
            <a:extLst>
              <a:ext uri="{FF2B5EF4-FFF2-40B4-BE49-F238E27FC236}">
                <a16:creationId xmlns:a16="http://schemas.microsoft.com/office/drawing/2014/main" id="{1692909D-8A6E-44CA-B37B-BE1999FCBE7A}"/>
              </a:ext>
            </a:extLst>
          </p:cNvPr>
          <p:cNvSpPr/>
          <p:nvPr/>
        </p:nvSpPr>
        <p:spPr>
          <a:xfrm>
            <a:off x="6453700" y="3537623"/>
            <a:ext cx="1088390" cy="831850"/>
          </a:xfrm>
          <a:custGeom>
            <a:avLst/>
            <a:gdLst/>
            <a:ahLst/>
            <a:cxnLst/>
            <a:rect l="l" t="t" r="r" b="b"/>
            <a:pathLst>
              <a:path w="1088390" h="831850">
                <a:moveTo>
                  <a:pt x="100983" y="759408"/>
                </a:moveTo>
                <a:lnTo>
                  <a:pt x="88392" y="723899"/>
                </a:lnTo>
                <a:lnTo>
                  <a:pt x="0" y="815339"/>
                </a:lnTo>
                <a:lnTo>
                  <a:pt x="83058" y="825847"/>
                </a:lnTo>
                <a:lnTo>
                  <a:pt x="83058" y="765809"/>
                </a:lnTo>
                <a:lnTo>
                  <a:pt x="100983" y="759408"/>
                </a:lnTo>
                <a:close/>
              </a:path>
              <a:path w="1088390" h="831850">
                <a:moveTo>
                  <a:pt x="113845" y="795679"/>
                </a:moveTo>
                <a:lnTo>
                  <a:pt x="100983" y="759408"/>
                </a:lnTo>
                <a:lnTo>
                  <a:pt x="83058" y="765809"/>
                </a:lnTo>
                <a:lnTo>
                  <a:pt x="96012" y="801623"/>
                </a:lnTo>
                <a:lnTo>
                  <a:pt x="113845" y="795679"/>
                </a:lnTo>
                <a:close/>
              </a:path>
              <a:path w="1088390" h="831850">
                <a:moveTo>
                  <a:pt x="126492" y="831341"/>
                </a:moveTo>
                <a:lnTo>
                  <a:pt x="113845" y="795679"/>
                </a:lnTo>
                <a:lnTo>
                  <a:pt x="96012" y="801623"/>
                </a:lnTo>
                <a:lnTo>
                  <a:pt x="83058" y="765809"/>
                </a:lnTo>
                <a:lnTo>
                  <a:pt x="83058" y="825847"/>
                </a:lnTo>
                <a:lnTo>
                  <a:pt x="126492" y="831341"/>
                </a:lnTo>
                <a:close/>
              </a:path>
              <a:path w="1088390" h="831850">
                <a:moveTo>
                  <a:pt x="1088136" y="12191"/>
                </a:moveTo>
                <a:lnTo>
                  <a:pt x="1051560" y="0"/>
                </a:lnTo>
                <a:lnTo>
                  <a:pt x="1049274" y="7619"/>
                </a:lnTo>
                <a:lnTo>
                  <a:pt x="1046988" y="17525"/>
                </a:lnTo>
                <a:lnTo>
                  <a:pt x="1044001" y="37501"/>
                </a:lnTo>
                <a:lnTo>
                  <a:pt x="1041364" y="57441"/>
                </a:lnTo>
                <a:lnTo>
                  <a:pt x="1029997" y="156173"/>
                </a:lnTo>
                <a:lnTo>
                  <a:pt x="1027399" y="175640"/>
                </a:lnTo>
                <a:lnTo>
                  <a:pt x="1021094" y="214198"/>
                </a:lnTo>
                <a:lnTo>
                  <a:pt x="1012654" y="252170"/>
                </a:lnTo>
                <a:lnTo>
                  <a:pt x="1001293" y="289458"/>
                </a:lnTo>
                <a:lnTo>
                  <a:pt x="986226" y="325965"/>
                </a:lnTo>
                <a:lnTo>
                  <a:pt x="966668" y="361591"/>
                </a:lnTo>
                <a:lnTo>
                  <a:pt x="941832" y="396239"/>
                </a:lnTo>
                <a:lnTo>
                  <a:pt x="916700" y="423650"/>
                </a:lnTo>
                <a:lnTo>
                  <a:pt x="908171" y="431662"/>
                </a:lnTo>
                <a:lnTo>
                  <a:pt x="868385" y="462211"/>
                </a:lnTo>
                <a:lnTo>
                  <a:pt x="834495" y="483316"/>
                </a:lnTo>
                <a:lnTo>
                  <a:pt x="799167" y="502621"/>
                </a:lnTo>
                <a:lnTo>
                  <a:pt x="764231" y="519899"/>
                </a:lnTo>
                <a:lnTo>
                  <a:pt x="703326" y="547115"/>
                </a:lnTo>
                <a:lnTo>
                  <a:pt x="673608" y="560069"/>
                </a:lnTo>
                <a:lnTo>
                  <a:pt x="623049" y="580114"/>
                </a:lnTo>
                <a:lnTo>
                  <a:pt x="572182" y="599547"/>
                </a:lnTo>
                <a:lnTo>
                  <a:pt x="521051" y="618428"/>
                </a:lnTo>
                <a:lnTo>
                  <a:pt x="469696" y="636812"/>
                </a:lnTo>
                <a:lnTo>
                  <a:pt x="418161" y="654758"/>
                </a:lnTo>
                <a:lnTo>
                  <a:pt x="366488" y="672321"/>
                </a:lnTo>
                <a:lnTo>
                  <a:pt x="314719" y="689560"/>
                </a:lnTo>
                <a:lnTo>
                  <a:pt x="262896" y="706532"/>
                </a:lnTo>
                <a:lnTo>
                  <a:pt x="211061" y="723293"/>
                </a:lnTo>
                <a:lnTo>
                  <a:pt x="159258" y="739901"/>
                </a:lnTo>
                <a:lnTo>
                  <a:pt x="131064" y="749045"/>
                </a:lnTo>
                <a:lnTo>
                  <a:pt x="104394" y="758189"/>
                </a:lnTo>
                <a:lnTo>
                  <a:pt x="100983" y="759408"/>
                </a:lnTo>
                <a:lnTo>
                  <a:pt x="113845" y="795679"/>
                </a:lnTo>
                <a:lnTo>
                  <a:pt x="116586" y="794765"/>
                </a:lnTo>
                <a:lnTo>
                  <a:pt x="143256" y="785621"/>
                </a:lnTo>
                <a:lnTo>
                  <a:pt x="171450" y="776477"/>
                </a:lnTo>
                <a:lnTo>
                  <a:pt x="197424" y="767831"/>
                </a:lnTo>
                <a:lnTo>
                  <a:pt x="223419" y="759231"/>
                </a:lnTo>
                <a:lnTo>
                  <a:pt x="327475" y="724996"/>
                </a:lnTo>
                <a:lnTo>
                  <a:pt x="353480" y="716402"/>
                </a:lnTo>
                <a:lnTo>
                  <a:pt x="405439" y="699067"/>
                </a:lnTo>
                <a:lnTo>
                  <a:pt x="457292" y="681433"/>
                </a:lnTo>
                <a:lnTo>
                  <a:pt x="508993" y="663379"/>
                </a:lnTo>
                <a:lnTo>
                  <a:pt x="560496" y="644782"/>
                </a:lnTo>
                <a:lnTo>
                  <a:pt x="611755" y="625522"/>
                </a:lnTo>
                <a:lnTo>
                  <a:pt x="662724" y="605477"/>
                </a:lnTo>
                <a:lnTo>
                  <a:pt x="718566" y="582167"/>
                </a:lnTo>
                <a:lnTo>
                  <a:pt x="748457" y="568805"/>
                </a:lnTo>
                <a:lnTo>
                  <a:pt x="759090" y="564103"/>
                </a:lnTo>
                <a:lnTo>
                  <a:pt x="804475" y="542746"/>
                </a:lnTo>
                <a:lnTo>
                  <a:pt x="839846" y="524269"/>
                </a:lnTo>
                <a:lnTo>
                  <a:pt x="874576" y="503919"/>
                </a:lnTo>
                <a:lnTo>
                  <a:pt x="907063" y="481908"/>
                </a:lnTo>
                <a:lnTo>
                  <a:pt x="944118" y="450341"/>
                </a:lnTo>
                <a:lnTo>
                  <a:pt x="972312" y="419099"/>
                </a:lnTo>
                <a:lnTo>
                  <a:pt x="997409" y="385078"/>
                </a:lnTo>
                <a:lnTo>
                  <a:pt x="1017691" y="349078"/>
                </a:lnTo>
                <a:lnTo>
                  <a:pt x="1033801" y="311407"/>
                </a:lnTo>
                <a:lnTo>
                  <a:pt x="1046379" y="272371"/>
                </a:lnTo>
                <a:lnTo>
                  <a:pt x="1056065" y="232276"/>
                </a:lnTo>
                <a:lnTo>
                  <a:pt x="1063501" y="191430"/>
                </a:lnTo>
                <a:lnTo>
                  <a:pt x="1069328" y="150140"/>
                </a:lnTo>
                <a:lnTo>
                  <a:pt x="1083564" y="26669"/>
                </a:lnTo>
                <a:lnTo>
                  <a:pt x="1085850" y="19811"/>
                </a:lnTo>
                <a:lnTo>
                  <a:pt x="1088136" y="12191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8" name="object 126">
            <a:extLst>
              <a:ext uri="{FF2B5EF4-FFF2-40B4-BE49-F238E27FC236}">
                <a16:creationId xmlns:a16="http://schemas.microsoft.com/office/drawing/2014/main" id="{CF52293C-2BF4-4B2A-B6E5-C54FF4507338}"/>
              </a:ext>
            </a:extLst>
          </p:cNvPr>
          <p:cNvSpPr/>
          <p:nvPr/>
        </p:nvSpPr>
        <p:spPr>
          <a:xfrm>
            <a:off x="7823788" y="3504094"/>
            <a:ext cx="530225" cy="2037080"/>
          </a:xfrm>
          <a:custGeom>
            <a:avLst/>
            <a:gdLst/>
            <a:ahLst/>
            <a:cxnLst/>
            <a:rect l="l" t="t" r="r" b="b"/>
            <a:pathLst>
              <a:path w="530225" h="2037079">
                <a:moveTo>
                  <a:pt x="529986" y="647303"/>
                </a:moveTo>
                <a:lnTo>
                  <a:pt x="528929" y="605790"/>
                </a:lnTo>
                <a:lnTo>
                  <a:pt x="524530" y="564593"/>
                </a:lnTo>
                <a:lnTo>
                  <a:pt x="516437" y="524034"/>
                </a:lnTo>
                <a:lnTo>
                  <a:pt x="504295" y="484433"/>
                </a:lnTo>
                <a:lnTo>
                  <a:pt x="487679" y="445008"/>
                </a:lnTo>
                <a:lnTo>
                  <a:pt x="480821" y="432054"/>
                </a:lnTo>
                <a:lnTo>
                  <a:pt x="473963" y="418338"/>
                </a:lnTo>
                <a:lnTo>
                  <a:pt x="448782" y="376578"/>
                </a:lnTo>
                <a:lnTo>
                  <a:pt x="419170" y="335896"/>
                </a:lnTo>
                <a:lnTo>
                  <a:pt x="387177" y="297850"/>
                </a:lnTo>
                <a:lnTo>
                  <a:pt x="352997" y="261992"/>
                </a:lnTo>
                <a:lnTo>
                  <a:pt x="316822" y="227873"/>
                </a:lnTo>
                <a:lnTo>
                  <a:pt x="278848" y="195048"/>
                </a:lnTo>
                <a:lnTo>
                  <a:pt x="239267" y="163067"/>
                </a:lnTo>
                <a:lnTo>
                  <a:pt x="183028" y="120852"/>
                </a:lnTo>
                <a:lnTo>
                  <a:pt x="121084" y="76364"/>
                </a:lnTo>
                <a:lnTo>
                  <a:pt x="110776" y="68936"/>
                </a:lnTo>
                <a:lnTo>
                  <a:pt x="70264" y="38310"/>
                </a:lnTo>
                <a:lnTo>
                  <a:pt x="41147" y="13716"/>
                </a:lnTo>
                <a:lnTo>
                  <a:pt x="28955" y="0"/>
                </a:lnTo>
                <a:lnTo>
                  <a:pt x="0" y="25146"/>
                </a:lnTo>
                <a:lnTo>
                  <a:pt x="30892" y="55197"/>
                </a:lnTo>
                <a:lnTo>
                  <a:pt x="70681" y="86867"/>
                </a:lnTo>
                <a:lnTo>
                  <a:pt x="102245" y="109776"/>
                </a:lnTo>
                <a:lnTo>
                  <a:pt x="134111" y="132266"/>
                </a:lnTo>
                <a:lnTo>
                  <a:pt x="144384" y="139550"/>
                </a:lnTo>
                <a:lnTo>
                  <a:pt x="154637" y="146902"/>
                </a:lnTo>
                <a:lnTo>
                  <a:pt x="164689" y="154231"/>
                </a:lnTo>
                <a:lnTo>
                  <a:pt x="174497" y="161544"/>
                </a:lnTo>
                <a:lnTo>
                  <a:pt x="195071" y="177546"/>
                </a:lnTo>
                <a:lnTo>
                  <a:pt x="216407" y="193547"/>
                </a:lnTo>
                <a:lnTo>
                  <a:pt x="253782" y="223557"/>
                </a:lnTo>
                <a:lnTo>
                  <a:pt x="290201" y="254915"/>
                </a:lnTo>
                <a:lnTo>
                  <a:pt x="325216" y="287831"/>
                </a:lnTo>
                <a:lnTo>
                  <a:pt x="358393" y="322527"/>
                </a:lnTo>
                <a:lnTo>
                  <a:pt x="389240" y="359163"/>
                </a:lnTo>
                <a:lnTo>
                  <a:pt x="417365" y="398018"/>
                </a:lnTo>
                <a:lnTo>
                  <a:pt x="440435" y="437388"/>
                </a:lnTo>
                <a:lnTo>
                  <a:pt x="447293" y="449580"/>
                </a:lnTo>
                <a:lnTo>
                  <a:pt x="453389" y="461772"/>
                </a:lnTo>
                <a:lnTo>
                  <a:pt x="458723" y="474726"/>
                </a:lnTo>
                <a:lnTo>
                  <a:pt x="464012" y="487109"/>
                </a:lnTo>
                <a:lnTo>
                  <a:pt x="476793" y="524001"/>
                </a:lnTo>
                <a:lnTo>
                  <a:pt x="487348" y="572997"/>
                </a:lnTo>
                <a:lnTo>
                  <a:pt x="491611" y="622425"/>
                </a:lnTo>
                <a:lnTo>
                  <a:pt x="491837" y="892103"/>
                </a:lnTo>
                <a:lnTo>
                  <a:pt x="502404" y="848592"/>
                </a:lnTo>
                <a:lnTo>
                  <a:pt x="512063" y="804672"/>
                </a:lnTo>
                <a:lnTo>
                  <a:pt x="518921" y="766572"/>
                </a:lnTo>
                <a:lnTo>
                  <a:pt x="525285" y="716324"/>
                </a:lnTo>
                <a:lnTo>
                  <a:pt x="529009" y="674996"/>
                </a:lnTo>
                <a:lnTo>
                  <a:pt x="529657" y="661156"/>
                </a:lnTo>
                <a:lnTo>
                  <a:pt x="529986" y="647303"/>
                </a:lnTo>
                <a:close/>
              </a:path>
              <a:path w="530225" h="2037079">
                <a:moveTo>
                  <a:pt x="62651" y="1922905"/>
                </a:moveTo>
                <a:lnTo>
                  <a:pt x="27431" y="1909572"/>
                </a:lnTo>
                <a:lnTo>
                  <a:pt x="39623" y="2036826"/>
                </a:lnTo>
                <a:lnTo>
                  <a:pt x="55625" y="2022114"/>
                </a:lnTo>
                <a:lnTo>
                  <a:pt x="55625" y="1940814"/>
                </a:lnTo>
                <a:lnTo>
                  <a:pt x="62651" y="1922905"/>
                </a:lnTo>
                <a:close/>
              </a:path>
              <a:path w="530225" h="2037079">
                <a:moveTo>
                  <a:pt x="98567" y="1936501"/>
                </a:moveTo>
                <a:lnTo>
                  <a:pt x="62651" y="1922905"/>
                </a:lnTo>
                <a:lnTo>
                  <a:pt x="55625" y="1940814"/>
                </a:lnTo>
                <a:lnTo>
                  <a:pt x="91439" y="1954530"/>
                </a:lnTo>
                <a:lnTo>
                  <a:pt x="98567" y="1936501"/>
                </a:lnTo>
                <a:close/>
              </a:path>
              <a:path w="530225" h="2037079">
                <a:moveTo>
                  <a:pt x="134111" y="1949958"/>
                </a:moveTo>
                <a:lnTo>
                  <a:pt x="98567" y="1936501"/>
                </a:lnTo>
                <a:lnTo>
                  <a:pt x="91439" y="1954530"/>
                </a:lnTo>
                <a:lnTo>
                  <a:pt x="55625" y="1940814"/>
                </a:lnTo>
                <a:lnTo>
                  <a:pt x="55625" y="2022114"/>
                </a:lnTo>
                <a:lnTo>
                  <a:pt x="134111" y="1949958"/>
                </a:lnTo>
                <a:close/>
              </a:path>
              <a:path w="530225" h="2037079">
                <a:moveTo>
                  <a:pt x="491837" y="892103"/>
                </a:moveTo>
                <a:lnTo>
                  <a:pt x="491837" y="634933"/>
                </a:lnTo>
                <a:lnTo>
                  <a:pt x="491765" y="647523"/>
                </a:lnTo>
                <a:lnTo>
                  <a:pt x="491415" y="660208"/>
                </a:lnTo>
                <a:lnTo>
                  <a:pt x="488885" y="698934"/>
                </a:lnTo>
                <a:lnTo>
                  <a:pt x="480821" y="761238"/>
                </a:lnTo>
                <a:lnTo>
                  <a:pt x="464548" y="840959"/>
                </a:lnTo>
                <a:lnTo>
                  <a:pt x="454109" y="884192"/>
                </a:lnTo>
                <a:lnTo>
                  <a:pt x="442717" y="927488"/>
                </a:lnTo>
                <a:lnTo>
                  <a:pt x="430445" y="970824"/>
                </a:lnTo>
                <a:lnTo>
                  <a:pt x="417350" y="1014222"/>
                </a:lnTo>
                <a:lnTo>
                  <a:pt x="403547" y="1057517"/>
                </a:lnTo>
                <a:lnTo>
                  <a:pt x="389065" y="1100825"/>
                </a:lnTo>
                <a:lnTo>
                  <a:pt x="373990" y="1144075"/>
                </a:lnTo>
                <a:lnTo>
                  <a:pt x="358379" y="1187281"/>
                </a:lnTo>
                <a:lnTo>
                  <a:pt x="325923" y="1273237"/>
                </a:lnTo>
                <a:lnTo>
                  <a:pt x="292231" y="1358610"/>
                </a:lnTo>
                <a:lnTo>
                  <a:pt x="94487" y="1841754"/>
                </a:lnTo>
                <a:lnTo>
                  <a:pt x="62651" y="1922905"/>
                </a:lnTo>
                <a:lnTo>
                  <a:pt x="98567" y="1936501"/>
                </a:lnTo>
                <a:lnTo>
                  <a:pt x="169163" y="1760220"/>
                </a:lnTo>
                <a:lnTo>
                  <a:pt x="208787" y="1664208"/>
                </a:lnTo>
                <a:lnTo>
                  <a:pt x="345683" y="1326743"/>
                </a:lnTo>
                <a:lnTo>
                  <a:pt x="378975" y="1240755"/>
                </a:lnTo>
                <a:lnTo>
                  <a:pt x="395100" y="1197567"/>
                </a:lnTo>
                <a:lnTo>
                  <a:pt x="410784" y="1154261"/>
                </a:lnTo>
                <a:lnTo>
                  <a:pt x="425958" y="1110848"/>
                </a:lnTo>
                <a:lnTo>
                  <a:pt x="440553" y="1067335"/>
                </a:lnTo>
                <a:lnTo>
                  <a:pt x="454499" y="1023731"/>
                </a:lnTo>
                <a:lnTo>
                  <a:pt x="467726" y="980046"/>
                </a:lnTo>
                <a:lnTo>
                  <a:pt x="480166" y="936289"/>
                </a:lnTo>
                <a:lnTo>
                  <a:pt x="491837" y="892103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29" name="object 127">
            <a:extLst>
              <a:ext uri="{FF2B5EF4-FFF2-40B4-BE49-F238E27FC236}">
                <a16:creationId xmlns:a16="http://schemas.microsoft.com/office/drawing/2014/main" id="{845A8AEA-3F11-45ED-88D9-0683974EE4F3}"/>
              </a:ext>
            </a:extLst>
          </p:cNvPr>
          <p:cNvSpPr/>
          <p:nvPr/>
        </p:nvSpPr>
        <p:spPr>
          <a:xfrm>
            <a:off x="8642962" y="3487330"/>
            <a:ext cx="223520" cy="2080260"/>
          </a:xfrm>
          <a:custGeom>
            <a:avLst/>
            <a:gdLst/>
            <a:ahLst/>
            <a:cxnLst/>
            <a:rect l="l" t="t" r="r" b="b"/>
            <a:pathLst>
              <a:path w="223520" h="2080260">
                <a:moveTo>
                  <a:pt x="102833" y="4572"/>
                </a:moveTo>
                <a:lnTo>
                  <a:pt x="65495" y="0"/>
                </a:lnTo>
                <a:lnTo>
                  <a:pt x="63971" y="9144"/>
                </a:lnTo>
                <a:lnTo>
                  <a:pt x="46428" y="129018"/>
                </a:lnTo>
                <a:lnTo>
                  <a:pt x="23103" y="285896"/>
                </a:lnTo>
                <a:lnTo>
                  <a:pt x="14365" y="353710"/>
                </a:lnTo>
                <a:lnTo>
                  <a:pt x="7217" y="421574"/>
                </a:lnTo>
                <a:lnTo>
                  <a:pt x="2237" y="489291"/>
                </a:lnTo>
                <a:lnTo>
                  <a:pt x="0" y="556667"/>
                </a:lnTo>
                <a:lnTo>
                  <a:pt x="90" y="590165"/>
                </a:lnTo>
                <a:lnTo>
                  <a:pt x="3047" y="656661"/>
                </a:lnTo>
                <a:lnTo>
                  <a:pt x="8345" y="714756"/>
                </a:lnTo>
                <a:lnTo>
                  <a:pt x="38079" y="922393"/>
                </a:lnTo>
                <a:lnTo>
                  <a:pt x="38079" y="587649"/>
                </a:lnTo>
                <a:lnTo>
                  <a:pt x="38118" y="554503"/>
                </a:lnTo>
                <a:lnTo>
                  <a:pt x="40507" y="488026"/>
                </a:lnTo>
                <a:lnTo>
                  <a:pt x="45527" y="421394"/>
                </a:lnTo>
                <a:lnTo>
                  <a:pt x="52636" y="354715"/>
                </a:lnTo>
                <a:lnTo>
                  <a:pt x="61292" y="288097"/>
                </a:lnTo>
                <a:lnTo>
                  <a:pt x="102071" y="13716"/>
                </a:lnTo>
                <a:lnTo>
                  <a:pt x="102833" y="4572"/>
                </a:lnTo>
                <a:close/>
              </a:path>
              <a:path w="223520" h="2080260">
                <a:moveTo>
                  <a:pt x="185599" y="1964189"/>
                </a:moveTo>
                <a:lnTo>
                  <a:pt x="170651" y="1875282"/>
                </a:lnTo>
                <a:lnTo>
                  <a:pt x="156436" y="1766634"/>
                </a:lnTo>
                <a:lnTo>
                  <a:pt x="147328" y="1689438"/>
                </a:lnTo>
                <a:lnTo>
                  <a:pt x="135754" y="1573429"/>
                </a:lnTo>
                <a:lnTo>
                  <a:pt x="101133" y="1147550"/>
                </a:lnTo>
                <a:lnTo>
                  <a:pt x="89879" y="1031748"/>
                </a:lnTo>
                <a:lnTo>
                  <a:pt x="89117" y="1020318"/>
                </a:lnTo>
                <a:lnTo>
                  <a:pt x="84797" y="985197"/>
                </a:lnTo>
                <a:lnTo>
                  <a:pt x="74891" y="909643"/>
                </a:lnTo>
                <a:lnTo>
                  <a:pt x="52541" y="758952"/>
                </a:lnTo>
                <a:lnTo>
                  <a:pt x="43397" y="686562"/>
                </a:lnTo>
                <a:lnTo>
                  <a:pt x="40651" y="653692"/>
                </a:lnTo>
                <a:lnTo>
                  <a:pt x="38900" y="620717"/>
                </a:lnTo>
                <a:lnTo>
                  <a:pt x="38079" y="587649"/>
                </a:lnTo>
                <a:lnTo>
                  <a:pt x="38079" y="922393"/>
                </a:lnTo>
                <a:lnTo>
                  <a:pt x="46428" y="985604"/>
                </a:lnTo>
                <a:lnTo>
                  <a:pt x="51017" y="1024890"/>
                </a:lnTo>
                <a:lnTo>
                  <a:pt x="52541" y="1036320"/>
                </a:lnTo>
                <a:lnTo>
                  <a:pt x="74300" y="1285449"/>
                </a:lnTo>
                <a:lnTo>
                  <a:pt x="98589" y="1585452"/>
                </a:lnTo>
                <a:lnTo>
                  <a:pt x="109828" y="1697733"/>
                </a:lnTo>
                <a:lnTo>
                  <a:pt x="118574" y="1772446"/>
                </a:lnTo>
                <a:lnTo>
                  <a:pt x="133313" y="1880616"/>
                </a:lnTo>
                <a:lnTo>
                  <a:pt x="143981" y="1949958"/>
                </a:lnTo>
                <a:lnTo>
                  <a:pt x="148054" y="1971546"/>
                </a:lnTo>
                <a:lnTo>
                  <a:pt x="185599" y="1964189"/>
                </a:lnTo>
                <a:close/>
              </a:path>
              <a:path w="223520" h="2080260">
                <a:moveTo>
                  <a:pt x="188939" y="2080260"/>
                </a:moveTo>
                <a:lnTo>
                  <a:pt x="188939" y="1983486"/>
                </a:lnTo>
                <a:lnTo>
                  <a:pt x="151601" y="1990344"/>
                </a:lnTo>
                <a:lnTo>
                  <a:pt x="148054" y="1971546"/>
                </a:lnTo>
                <a:lnTo>
                  <a:pt x="110453" y="1978914"/>
                </a:lnTo>
                <a:lnTo>
                  <a:pt x="188939" y="2080260"/>
                </a:lnTo>
                <a:close/>
              </a:path>
              <a:path w="223520" h="2080260">
                <a:moveTo>
                  <a:pt x="188939" y="1983486"/>
                </a:moveTo>
                <a:lnTo>
                  <a:pt x="185599" y="1964189"/>
                </a:lnTo>
                <a:lnTo>
                  <a:pt x="148054" y="1971546"/>
                </a:lnTo>
                <a:lnTo>
                  <a:pt x="151601" y="1990344"/>
                </a:lnTo>
                <a:lnTo>
                  <a:pt x="188939" y="1983486"/>
                </a:lnTo>
                <a:close/>
              </a:path>
              <a:path w="223520" h="2080260">
                <a:moveTo>
                  <a:pt x="223229" y="1956816"/>
                </a:moveTo>
                <a:lnTo>
                  <a:pt x="185599" y="1964189"/>
                </a:lnTo>
                <a:lnTo>
                  <a:pt x="188939" y="1983486"/>
                </a:lnTo>
                <a:lnTo>
                  <a:pt x="188939" y="2080260"/>
                </a:lnTo>
                <a:lnTo>
                  <a:pt x="223229" y="195681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0" name="object 128">
            <a:extLst>
              <a:ext uri="{FF2B5EF4-FFF2-40B4-BE49-F238E27FC236}">
                <a16:creationId xmlns:a16="http://schemas.microsoft.com/office/drawing/2014/main" id="{A8106A05-8657-4399-9E12-85C4C4D5A36C}"/>
              </a:ext>
            </a:extLst>
          </p:cNvPr>
          <p:cNvSpPr/>
          <p:nvPr/>
        </p:nvSpPr>
        <p:spPr>
          <a:xfrm>
            <a:off x="9039928" y="3464471"/>
            <a:ext cx="485140" cy="875030"/>
          </a:xfrm>
          <a:custGeom>
            <a:avLst/>
            <a:gdLst/>
            <a:ahLst/>
            <a:cxnLst/>
            <a:rect l="l" t="t" r="r" b="b"/>
            <a:pathLst>
              <a:path w="485140" h="875029">
                <a:moveTo>
                  <a:pt x="480902" y="627806"/>
                </a:moveTo>
                <a:lnTo>
                  <a:pt x="472440" y="579298"/>
                </a:lnTo>
                <a:lnTo>
                  <a:pt x="455266" y="543682"/>
                </a:lnTo>
                <a:lnTo>
                  <a:pt x="427268" y="507603"/>
                </a:lnTo>
                <a:lnTo>
                  <a:pt x="390144" y="470916"/>
                </a:lnTo>
                <a:lnTo>
                  <a:pt x="370073" y="453149"/>
                </a:lnTo>
                <a:lnTo>
                  <a:pt x="350959" y="434598"/>
                </a:lnTo>
                <a:lnTo>
                  <a:pt x="315247" y="395429"/>
                </a:lnTo>
                <a:lnTo>
                  <a:pt x="282304" y="353980"/>
                </a:lnTo>
                <a:lnTo>
                  <a:pt x="251425" y="310822"/>
                </a:lnTo>
                <a:lnTo>
                  <a:pt x="221908" y="266528"/>
                </a:lnTo>
                <a:lnTo>
                  <a:pt x="164142" y="176815"/>
                </a:lnTo>
                <a:lnTo>
                  <a:pt x="149451" y="154569"/>
                </a:lnTo>
                <a:lnTo>
                  <a:pt x="119155" y="110796"/>
                </a:lnTo>
                <a:lnTo>
                  <a:pt x="87052" y="68458"/>
                </a:lnTo>
                <a:lnTo>
                  <a:pt x="49530" y="23622"/>
                </a:lnTo>
                <a:lnTo>
                  <a:pt x="28194" y="0"/>
                </a:lnTo>
                <a:lnTo>
                  <a:pt x="0" y="25146"/>
                </a:lnTo>
                <a:lnTo>
                  <a:pt x="20574" y="48768"/>
                </a:lnTo>
                <a:lnTo>
                  <a:pt x="40386" y="72390"/>
                </a:lnTo>
                <a:lnTo>
                  <a:pt x="68133" y="108125"/>
                </a:lnTo>
                <a:lnTo>
                  <a:pt x="93612" y="142652"/>
                </a:lnTo>
                <a:lnTo>
                  <a:pt x="118316" y="177769"/>
                </a:lnTo>
                <a:lnTo>
                  <a:pt x="220980" y="332994"/>
                </a:lnTo>
                <a:lnTo>
                  <a:pt x="235458" y="354330"/>
                </a:lnTo>
                <a:lnTo>
                  <a:pt x="252306" y="377704"/>
                </a:lnTo>
                <a:lnTo>
                  <a:pt x="259609" y="388150"/>
                </a:lnTo>
                <a:lnTo>
                  <a:pt x="267234" y="398338"/>
                </a:lnTo>
                <a:lnTo>
                  <a:pt x="291753" y="427553"/>
                </a:lnTo>
                <a:lnTo>
                  <a:pt x="318148" y="455167"/>
                </a:lnTo>
                <a:lnTo>
                  <a:pt x="345655" y="481724"/>
                </a:lnTo>
                <a:lnTo>
                  <a:pt x="376428" y="510540"/>
                </a:lnTo>
                <a:lnTo>
                  <a:pt x="388620" y="522731"/>
                </a:lnTo>
                <a:lnTo>
                  <a:pt x="419579" y="558314"/>
                </a:lnTo>
                <a:lnTo>
                  <a:pt x="438949" y="600874"/>
                </a:lnTo>
                <a:lnTo>
                  <a:pt x="442692" y="771214"/>
                </a:lnTo>
                <a:lnTo>
                  <a:pt x="448332" y="773254"/>
                </a:lnTo>
                <a:lnTo>
                  <a:pt x="465257" y="722205"/>
                </a:lnTo>
                <a:lnTo>
                  <a:pt x="475885" y="679669"/>
                </a:lnTo>
                <a:lnTo>
                  <a:pt x="480782" y="640364"/>
                </a:lnTo>
                <a:lnTo>
                  <a:pt x="480902" y="627806"/>
                </a:lnTo>
                <a:close/>
              </a:path>
              <a:path w="485140" h="875029">
                <a:moveTo>
                  <a:pt x="412761" y="760388"/>
                </a:moveTo>
                <a:lnTo>
                  <a:pt x="377190" y="747522"/>
                </a:lnTo>
                <a:lnTo>
                  <a:pt x="391668" y="874776"/>
                </a:lnTo>
                <a:lnTo>
                  <a:pt x="406146" y="861010"/>
                </a:lnTo>
                <a:lnTo>
                  <a:pt x="406146" y="778764"/>
                </a:lnTo>
                <a:lnTo>
                  <a:pt x="412761" y="760388"/>
                </a:lnTo>
                <a:close/>
              </a:path>
              <a:path w="485140" h="875029">
                <a:moveTo>
                  <a:pt x="448332" y="773254"/>
                </a:moveTo>
                <a:lnTo>
                  <a:pt x="412761" y="760388"/>
                </a:lnTo>
                <a:lnTo>
                  <a:pt x="406146" y="778764"/>
                </a:lnTo>
                <a:lnTo>
                  <a:pt x="441960" y="790956"/>
                </a:lnTo>
                <a:lnTo>
                  <a:pt x="448332" y="773254"/>
                </a:lnTo>
                <a:close/>
              </a:path>
              <a:path w="485140" h="875029">
                <a:moveTo>
                  <a:pt x="484632" y="786384"/>
                </a:moveTo>
                <a:lnTo>
                  <a:pt x="448332" y="773254"/>
                </a:lnTo>
                <a:lnTo>
                  <a:pt x="441960" y="790956"/>
                </a:lnTo>
                <a:lnTo>
                  <a:pt x="406146" y="778764"/>
                </a:lnTo>
                <a:lnTo>
                  <a:pt x="406146" y="861010"/>
                </a:lnTo>
                <a:lnTo>
                  <a:pt x="484632" y="786384"/>
                </a:lnTo>
                <a:close/>
              </a:path>
              <a:path w="485140" h="875029">
                <a:moveTo>
                  <a:pt x="442692" y="771214"/>
                </a:moveTo>
                <a:lnTo>
                  <a:pt x="442692" y="633727"/>
                </a:lnTo>
                <a:lnTo>
                  <a:pt x="442282" y="644923"/>
                </a:lnTo>
                <a:lnTo>
                  <a:pt x="441168" y="656260"/>
                </a:lnTo>
                <a:lnTo>
                  <a:pt x="431143" y="703287"/>
                </a:lnTo>
                <a:lnTo>
                  <a:pt x="419862" y="740664"/>
                </a:lnTo>
                <a:lnTo>
                  <a:pt x="412761" y="760388"/>
                </a:lnTo>
                <a:lnTo>
                  <a:pt x="442692" y="771214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1" name="object 129">
            <a:extLst>
              <a:ext uri="{FF2B5EF4-FFF2-40B4-BE49-F238E27FC236}">
                <a16:creationId xmlns:a16="http://schemas.microsoft.com/office/drawing/2014/main" id="{1C810C81-1564-4285-8D51-3281B25EBD10}"/>
              </a:ext>
            </a:extLst>
          </p:cNvPr>
          <p:cNvSpPr/>
          <p:nvPr/>
        </p:nvSpPr>
        <p:spPr>
          <a:xfrm>
            <a:off x="5296234" y="2380906"/>
            <a:ext cx="1719580" cy="734060"/>
          </a:xfrm>
          <a:custGeom>
            <a:avLst/>
            <a:gdLst/>
            <a:ahLst/>
            <a:cxnLst/>
            <a:rect l="l" t="t" r="r" b="b"/>
            <a:pathLst>
              <a:path w="1719579" h="734060">
                <a:moveTo>
                  <a:pt x="1648206" y="705611"/>
                </a:moveTo>
                <a:lnTo>
                  <a:pt x="1648206" y="676655"/>
                </a:lnTo>
                <a:lnTo>
                  <a:pt x="1630679" y="676655"/>
                </a:lnTo>
                <a:lnTo>
                  <a:pt x="1610105" y="677418"/>
                </a:lnTo>
                <a:lnTo>
                  <a:pt x="1571434" y="679765"/>
                </a:lnTo>
                <a:lnTo>
                  <a:pt x="1531971" y="682116"/>
                </a:lnTo>
                <a:lnTo>
                  <a:pt x="1492338" y="684310"/>
                </a:lnTo>
                <a:lnTo>
                  <a:pt x="1416716" y="687616"/>
                </a:lnTo>
                <a:lnTo>
                  <a:pt x="1378137" y="688624"/>
                </a:lnTo>
                <a:lnTo>
                  <a:pt x="1339640" y="689021"/>
                </a:lnTo>
                <a:lnTo>
                  <a:pt x="1301248" y="688693"/>
                </a:lnTo>
                <a:lnTo>
                  <a:pt x="1262981" y="687527"/>
                </a:lnTo>
                <a:lnTo>
                  <a:pt x="1224862" y="685409"/>
                </a:lnTo>
                <a:lnTo>
                  <a:pt x="1149151" y="677858"/>
                </a:lnTo>
                <a:lnTo>
                  <a:pt x="1074286" y="665128"/>
                </a:lnTo>
                <a:lnTo>
                  <a:pt x="1000440" y="646307"/>
                </a:lnTo>
                <a:lnTo>
                  <a:pt x="963952" y="634327"/>
                </a:lnTo>
                <a:lnTo>
                  <a:pt x="927783" y="620482"/>
                </a:lnTo>
                <a:lnTo>
                  <a:pt x="891954" y="604657"/>
                </a:lnTo>
                <a:lnTo>
                  <a:pt x="856488" y="586740"/>
                </a:lnTo>
                <a:lnTo>
                  <a:pt x="795527" y="553973"/>
                </a:lnTo>
                <a:lnTo>
                  <a:pt x="756000" y="530649"/>
                </a:lnTo>
                <a:lnTo>
                  <a:pt x="716869" y="506732"/>
                </a:lnTo>
                <a:lnTo>
                  <a:pt x="678106" y="482264"/>
                </a:lnTo>
                <a:lnTo>
                  <a:pt x="639684" y="457289"/>
                </a:lnTo>
                <a:lnTo>
                  <a:pt x="601576" y="431846"/>
                </a:lnTo>
                <a:lnTo>
                  <a:pt x="563753" y="405980"/>
                </a:lnTo>
                <a:lnTo>
                  <a:pt x="526188" y="379731"/>
                </a:lnTo>
                <a:lnTo>
                  <a:pt x="488854" y="353143"/>
                </a:lnTo>
                <a:lnTo>
                  <a:pt x="451722" y="326256"/>
                </a:lnTo>
                <a:lnTo>
                  <a:pt x="414766" y="299113"/>
                </a:lnTo>
                <a:lnTo>
                  <a:pt x="377957" y="271756"/>
                </a:lnTo>
                <a:lnTo>
                  <a:pt x="341268" y="244228"/>
                </a:lnTo>
                <a:lnTo>
                  <a:pt x="85490" y="50249"/>
                </a:lnTo>
                <a:lnTo>
                  <a:pt x="48767" y="22859"/>
                </a:lnTo>
                <a:lnTo>
                  <a:pt x="32003" y="10667"/>
                </a:lnTo>
                <a:lnTo>
                  <a:pt x="16001" y="0"/>
                </a:lnTo>
                <a:lnTo>
                  <a:pt x="0" y="23622"/>
                </a:lnTo>
                <a:lnTo>
                  <a:pt x="32765" y="46482"/>
                </a:lnTo>
                <a:lnTo>
                  <a:pt x="106199" y="101739"/>
                </a:lnTo>
                <a:lnTo>
                  <a:pt x="289128" y="240835"/>
                </a:lnTo>
                <a:lnTo>
                  <a:pt x="325814" y="268512"/>
                </a:lnTo>
                <a:lnTo>
                  <a:pt x="362594" y="296054"/>
                </a:lnTo>
                <a:lnTo>
                  <a:pt x="399497" y="323421"/>
                </a:lnTo>
                <a:lnTo>
                  <a:pt x="436548" y="350576"/>
                </a:lnTo>
                <a:lnTo>
                  <a:pt x="473773" y="377480"/>
                </a:lnTo>
                <a:lnTo>
                  <a:pt x="511200" y="404095"/>
                </a:lnTo>
                <a:lnTo>
                  <a:pt x="548855" y="430384"/>
                </a:lnTo>
                <a:lnTo>
                  <a:pt x="586763" y="456308"/>
                </a:lnTo>
                <a:lnTo>
                  <a:pt x="624953" y="481829"/>
                </a:lnTo>
                <a:lnTo>
                  <a:pt x="663450" y="506908"/>
                </a:lnTo>
                <a:lnTo>
                  <a:pt x="702280" y="531509"/>
                </a:lnTo>
                <a:lnTo>
                  <a:pt x="741472" y="555592"/>
                </a:lnTo>
                <a:lnTo>
                  <a:pt x="781049" y="579119"/>
                </a:lnTo>
                <a:lnTo>
                  <a:pt x="843533" y="612647"/>
                </a:lnTo>
                <a:lnTo>
                  <a:pt x="880175" y="630883"/>
                </a:lnTo>
                <a:lnTo>
                  <a:pt x="917030" y="647003"/>
                </a:lnTo>
                <a:lnTo>
                  <a:pt x="954096" y="661122"/>
                </a:lnTo>
                <a:lnTo>
                  <a:pt x="991366" y="673355"/>
                </a:lnTo>
                <a:lnTo>
                  <a:pt x="1028837" y="683817"/>
                </a:lnTo>
                <a:lnTo>
                  <a:pt x="1066503" y="692623"/>
                </a:lnTo>
                <a:lnTo>
                  <a:pt x="1104359" y="699888"/>
                </a:lnTo>
                <a:lnTo>
                  <a:pt x="1142401" y="705726"/>
                </a:lnTo>
                <a:lnTo>
                  <a:pt x="1180624" y="710253"/>
                </a:lnTo>
                <a:lnTo>
                  <a:pt x="1219023" y="713584"/>
                </a:lnTo>
                <a:lnTo>
                  <a:pt x="1257593" y="715833"/>
                </a:lnTo>
                <a:lnTo>
                  <a:pt x="1296330" y="717116"/>
                </a:lnTo>
                <a:lnTo>
                  <a:pt x="1335228" y="717547"/>
                </a:lnTo>
                <a:lnTo>
                  <a:pt x="1374282" y="717241"/>
                </a:lnTo>
                <a:lnTo>
                  <a:pt x="1413489" y="716314"/>
                </a:lnTo>
                <a:lnTo>
                  <a:pt x="1452842" y="714880"/>
                </a:lnTo>
                <a:lnTo>
                  <a:pt x="1494038" y="712964"/>
                </a:lnTo>
                <a:lnTo>
                  <a:pt x="1532737" y="710907"/>
                </a:lnTo>
                <a:lnTo>
                  <a:pt x="1571736" y="708686"/>
                </a:lnTo>
                <a:lnTo>
                  <a:pt x="1611630" y="706373"/>
                </a:lnTo>
                <a:lnTo>
                  <a:pt x="1630679" y="705641"/>
                </a:lnTo>
                <a:lnTo>
                  <a:pt x="1648206" y="705611"/>
                </a:lnTo>
                <a:close/>
              </a:path>
              <a:path w="1719579" h="734060">
                <a:moveTo>
                  <a:pt x="1719071" y="691133"/>
                </a:moveTo>
                <a:lnTo>
                  <a:pt x="1633727" y="647699"/>
                </a:lnTo>
                <a:lnTo>
                  <a:pt x="1633727" y="676655"/>
                </a:lnTo>
                <a:lnTo>
                  <a:pt x="1648206" y="676655"/>
                </a:lnTo>
                <a:lnTo>
                  <a:pt x="1648206" y="726566"/>
                </a:lnTo>
                <a:lnTo>
                  <a:pt x="1719071" y="691133"/>
                </a:lnTo>
                <a:close/>
              </a:path>
              <a:path w="1719579" h="734060">
                <a:moveTo>
                  <a:pt x="1648206" y="726566"/>
                </a:moveTo>
                <a:lnTo>
                  <a:pt x="1648206" y="705611"/>
                </a:lnTo>
                <a:lnTo>
                  <a:pt x="1633727" y="705611"/>
                </a:lnTo>
                <a:lnTo>
                  <a:pt x="1633727" y="733805"/>
                </a:lnTo>
                <a:lnTo>
                  <a:pt x="1648206" y="726566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2" name="object 130">
            <a:extLst>
              <a:ext uri="{FF2B5EF4-FFF2-40B4-BE49-F238E27FC236}">
                <a16:creationId xmlns:a16="http://schemas.microsoft.com/office/drawing/2014/main" id="{2C00C5BB-3FFB-4A3D-BA1B-A40461ADECBF}"/>
              </a:ext>
            </a:extLst>
          </p:cNvPr>
          <p:cNvSpPr/>
          <p:nvPr/>
        </p:nvSpPr>
        <p:spPr>
          <a:xfrm>
            <a:off x="5574364" y="2367953"/>
            <a:ext cx="3165475" cy="608965"/>
          </a:xfrm>
          <a:custGeom>
            <a:avLst/>
            <a:gdLst/>
            <a:ahLst/>
            <a:cxnLst/>
            <a:rect l="l" t="t" r="r" b="b"/>
            <a:pathLst>
              <a:path w="3165475" h="608964">
                <a:moveTo>
                  <a:pt x="3067100" y="538102"/>
                </a:moveTo>
                <a:lnTo>
                  <a:pt x="3052572" y="531875"/>
                </a:lnTo>
                <a:lnTo>
                  <a:pt x="3017519" y="517397"/>
                </a:lnTo>
                <a:lnTo>
                  <a:pt x="2750046" y="397490"/>
                </a:lnTo>
                <a:lnTo>
                  <a:pt x="2703500" y="376764"/>
                </a:lnTo>
                <a:lnTo>
                  <a:pt x="2656871" y="356153"/>
                </a:lnTo>
                <a:lnTo>
                  <a:pt x="2610153" y="335697"/>
                </a:lnTo>
                <a:lnTo>
                  <a:pt x="2563341" y="315438"/>
                </a:lnTo>
                <a:lnTo>
                  <a:pt x="2516428" y="295417"/>
                </a:lnTo>
                <a:lnTo>
                  <a:pt x="2469411" y="275676"/>
                </a:lnTo>
                <a:lnTo>
                  <a:pt x="2422283" y="256254"/>
                </a:lnTo>
                <a:lnTo>
                  <a:pt x="2375039" y="237194"/>
                </a:lnTo>
                <a:lnTo>
                  <a:pt x="2327674" y="218536"/>
                </a:lnTo>
                <a:lnTo>
                  <a:pt x="2280182" y="200322"/>
                </a:lnTo>
                <a:lnTo>
                  <a:pt x="2232558" y="182593"/>
                </a:lnTo>
                <a:lnTo>
                  <a:pt x="2184797" y="165390"/>
                </a:lnTo>
                <a:lnTo>
                  <a:pt x="2136893" y="148754"/>
                </a:lnTo>
                <a:lnTo>
                  <a:pt x="2088841" y="132726"/>
                </a:lnTo>
                <a:lnTo>
                  <a:pt x="2040635" y="117347"/>
                </a:lnTo>
                <a:lnTo>
                  <a:pt x="1995677" y="103631"/>
                </a:lnTo>
                <a:lnTo>
                  <a:pt x="1950719" y="91439"/>
                </a:lnTo>
                <a:lnTo>
                  <a:pt x="1902535" y="79068"/>
                </a:lnTo>
                <a:lnTo>
                  <a:pt x="1854150" y="68374"/>
                </a:lnTo>
                <a:lnTo>
                  <a:pt x="1805583" y="59269"/>
                </a:lnTo>
                <a:lnTo>
                  <a:pt x="1756848" y="51667"/>
                </a:lnTo>
                <a:lnTo>
                  <a:pt x="1707965" y="45478"/>
                </a:lnTo>
                <a:lnTo>
                  <a:pt x="1658950" y="40615"/>
                </a:lnTo>
                <a:lnTo>
                  <a:pt x="1609821" y="36989"/>
                </a:lnTo>
                <a:lnTo>
                  <a:pt x="1560594" y="34514"/>
                </a:lnTo>
                <a:lnTo>
                  <a:pt x="1511286" y="33100"/>
                </a:lnTo>
                <a:lnTo>
                  <a:pt x="1461916" y="32661"/>
                </a:lnTo>
                <a:lnTo>
                  <a:pt x="1412499" y="33107"/>
                </a:lnTo>
                <a:lnTo>
                  <a:pt x="1363053" y="34352"/>
                </a:lnTo>
                <a:lnTo>
                  <a:pt x="1312742" y="36351"/>
                </a:lnTo>
                <a:lnTo>
                  <a:pt x="1263906" y="38898"/>
                </a:lnTo>
                <a:lnTo>
                  <a:pt x="1214713" y="41994"/>
                </a:lnTo>
                <a:lnTo>
                  <a:pt x="1165323" y="45551"/>
                </a:lnTo>
                <a:lnTo>
                  <a:pt x="1115990" y="49467"/>
                </a:lnTo>
                <a:lnTo>
                  <a:pt x="1066730" y="53653"/>
                </a:lnTo>
                <a:lnTo>
                  <a:pt x="1017562" y="58021"/>
                </a:lnTo>
                <a:lnTo>
                  <a:pt x="968501" y="62483"/>
                </a:lnTo>
                <a:lnTo>
                  <a:pt x="890015" y="69341"/>
                </a:lnTo>
                <a:lnTo>
                  <a:pt x="851915" y="72389"/>
                </a:lnTo>
                <a:lnTo>
                  <a:pt x="813815" y="76199"/>
                </a:lnTo>
                <a:lnTo>
                  <a:pt x="778001" y="78485"/>
                </a:lnTo>
                <a:lnTo>
                  <a:pt x="731145" y="82485"/>
                </a:lnTo>
                <a:lnTo>
                  <a:pt x="684254" y="84980"/>
                </a:lnTo>
                <a:lnTo>
                  <a:pt x="637333" y="86221"/>
                </a:lnTo>
                <a:lnTo>
                  <a:pt x="590389" y="86457"/>
                </a:lnTo>
                <a:lnTo>
                  <a:pt x="566911" y="86277"/>
                </a:lnTo>
                <a:lnTo>
                  <a:pt x="519945" y="85475"/>
                </a:lnTo>
                <a:lnTo>
                  <a:pt x="472973" y="84293"/>
                </a:lnTo>
                <a:lnTo>
                  <a:pt x="426000" y="82981"/>
                </a:lnTo>
                <a:lnTo>
                  <a:pt x="402516" y="82354"/>
                </a:lnTo>
                <a:lnTo>
                  <a:pt x="379034" y="81789"/>
                </a:lnTo>
                <a:lnTo>
                  <a:pt x="355426" y="81314"/>
                </a:lnTo>
                <a:lnTo>
                  <a:pt x="331665" y="80963"/>
                </a:lnTo>
                <a:lnTo>
                  <a:pt x="308609" y="80771"/>
                </a:lnTo>
                <a:lnTo>
                  <a:pt x="261136" y="78910"/>
                </a:lnTo>
                <a:lnTo>
                  <a:pt x="210805" y="76149"/>
                </a:lnTo>
                <a:lnTo>
                  <a:pt x="169940" y="71791"/>
                </a:lnTo>
                <a:lnTo>
                  <a:pt x="129387" y="63947"/>
                </a:lnTo>
                <a:lnTo>
                  <a:pt x="91830" y="51246"/>
                </a:lnTo>
                <a:lnTo>
                  <a:pt x="51053" y="24384"/>
                </a:lnTo>
                <a:lnTo>
                  <a:pt x="31241" y="0"/>
                </a:lnTo>
                <a:lnTo>
                  <a:pt x="0" y="21336"/>
                </a:lnTo>
                <a:lnTo>
                  <a:pt x="31869" y="58125"/>
                </a:lnTo>
                <a:lnTo>
                  <a:pt x="74407" y="85060"/>
                </a:lnTo>
                <a:lnTo>
                  <a:pt x="111409" y="98487"/>
                </a:lnTo>
                <a:lnTo>
                  <a:pt x="150904" y="107329"/>
                </a:lnTo>
                <a:lnTo>
                  <a:pt x="191205" y="112687"/>
                </a:lnTo>
                <a:lnTo>
                  <a:pt x="230620" y="115660"/>
                </a:lnTo>
                <a:lnTo>
                  <a:pt x="287273" y="118109"/>
                </a:lnTo>
                <a:lnTo>
                  <a:pt x="332080" y="119109"/>
                </a:lnTo>
                <a:lnTo>
                  <a:pt x="355555" y="119479"/>
                </a:lnTo>
                <a:lnTo>
                  <a:pt x="379136" y="119962"/>
                </a:lnTo>
                <a:lnTo>
                  <a:pt x="402800" y="120531"/>
                </a:lnTo>
                <a:lnTo>
                  <a:pt x="426425" y="121152"/>
                </a:lnTo>
                <a:lnTo>
                  <a:pt x="473584" y="122434"/>
                </a:lnTo>
                <a:lnTo>
                  <a:pt x="497129" y="123036"/>
                </a:lnTo>
                <a:lnTo>
                  <a:pt x="520660" y="123571"/>
                </a:lnTo>
                <a:lnTo>
                  <a:pt x="544182" y="124010"/>
                </a:lnTo>
                <a:lnTo>
                  <a:pt x="567702" y="124324"/>
                </a:lnTo>
                <a:lnTo>
                  <a:pt x="590389" y="124477"/>
                </a:lnTo>
                <a:lnTo>
                  <a:pt x="614759" y="124455"/>
                </a:lnTo>
                <a:lnTo>
                  <a:pt x="661881" y="123727"/>
                </a:lnTo>
                <a:lnTo>
                  <a:pt x="709116" y="121902"/>
                </a:lnTo>
                <a:lnTo>
                  <a:pt x="756513" y="118741"/>
                </a:lnTo>
                <a:lnTo>
                  <a:pt x="780287" y="116585"/>
                </a:lnTo>
                <a:lnTo>
                  <a:pt x="816863" y="113537"/>
                </a:lnTo>
                <a:lnTo>
                  <a:pt x="893063" y="107441"/>
                </a:lnTo>
                <a:lnTo>
                  <a:pt x="972311" y="99821"/>
                </a:lnTo>
                <a:lnTo>
                  <a:pt x="1020641" y="95696"/>
                </a:lnTo>
                <a:lnTo>
                  <a:pt x="1069105" y="91590"/>
                </a:lnTo>
                <a:lnTo>
                  <a:pt x="1117684" y="87597"/>
                </a:lnTo>
                <a:lnTo>
                  <a:pt x="1166357" y="83812"/>
                </a:lnTo>
                <a:lnTo>
                  <a:pt x="1215104" y="80330"/>
                </a:lnTo>
                <a:lnTo>
                  <a:pt x="1264143" y="77233"/>
                </a:lnTo>
                <a:lnTo>
                  <a:pt x="1313595" y="74619"/>
                </a:lnTo>
                <a:lnTo>
                  <a:pt x="1361592" y="72648"/>
                </a:lnTo>
                <a:lnTo>
                  <a:pt x="1410436" y="71324"/>
                </a:lnTo>
                <a:lnTo>
                  <a:pt x="1459253" y="70775"/>
                </a:lnTo>
                <a:lnTo>
                  <a:pt x="1508025" y="71097"/>
                </a:lnTo>
                <a:lnTo>
                  <a:pt x="1556730" y="72384"/>
                </a:lnTo>
                <a:lnTo>
                  <a:pt x="1605349" y="74731"/>
                </a:lnTo>
                <a:lnTo>
                  <a:pt x="1653861" y="78232"/>
                </a:lnTo>
                <a:lnTo>
                  <a:pt x="1702247" y="82982"/>
                </a:lnTo>
                <a:lnTo>
                  <a:pt x="1750487" y="89075"/>
                </a:lnTo>
                <a:lnTo>
                  <a:pt x="1798559" y="96607"/>
                </a:lnTo>
                <a:lnTo>
                  <a:pt x="1846445" y="105672"/>
                </a:lnTo>
                <a:lnTo>
                  <a:pt x="1894124" y="116364"/>
                </a:lnTo>
                <a:lnTo>
                  <a:pt x="1941575" y="128777"/>
                </a:lnTo>
                <a:lnTo>
                  <a:pt x="1985009" y="140969"/>
                </a:lnTo>
                <a:lnTo>
                  <a:pt x="2029967" y="153923"/>
                </a:lnTo>
                <a:lnTo>
                  <a:pt x="2078244" y="169326"/>
                </a:lnTo>
                <a:lnTo>
                  <a:pt x="2126276" y="185361"/>
                </a:lnTo>
                <a:lnTo>
                  <a:pt x="2174078" y="201989"/>
                </a:lnTo>
                <a:lnTo>
                  <a:pt x="2221666" y="219168"/>
                </a:lnTo>
                <a:lnTo>
                  <a:pt x="2269055" y="236857"/>
                </a:lnTo>
                <a:lnTo>
                  <a:pt x="2316261" y="255016"/>
                </a:lnTo>
                <a:lnTo>
                  <a:pt x="2363298" y="273604"/>
                </a:lnTo>
                <a:lnTo>
                  <a:pt x="2410183" y="292579"/>
                </a:lnTo>
                <a:lnTo>
                  <a:pt x="2456930" y="311902"/>
                </a:lnTo>
                <a:lnTo>
                  <a:pt x="2503555" y="331531"/>
                </a:lnTo>
                <a:lnTo>
                  <a:pt x="2550074" y="351426"/>
                </a:lnTo>
                <a:lnTo>
                  <a:pt x="2596500" y="371545"/>
                </a:lnTo>
                <a:lnTo>
                  <a:pt x="2642851" y="391848"/>
                </a:lnTo>
                <a:lnTo>
                  <a:pt x="2689141" y="412294"/>
                </a:lnTo>
                <a:lnTo>
                  <a:pt x="2920218" y="515239"/>
                </a:lnTo>
                <a:lnTo>
                  <a:pt x="2966466" y="535685"/>
                </a:lnTo>
                <a:lnTo>
                  <a:pt x="3002279" y="551687"/>
                </a:lnTo>
                <a:lnTo>
                  <a:pt x="3037331" y="566927"/>
                </a:lnTo>
                <a:lnTo>
                  <a:pt x="3052650" y="573340"/>
                </a:lnTo>
                <a:lnTo>
                  <a:pt x="3067100" y="538102"/>
                </a:lnTo>
                <a:close/>
              </a:path>
              <a:path w="3165475" h="608964">
                <a:moveTo>
                  <a:pt x="3084575" y="605497"/>
                </a:moveTo>
                <a:lnTo>
                  <a:pt x="3084575" y="545591"/>
                </a:lnTo>
                <a:lnTo>
                  <a:pt x="3070097" y="580643"/>
                </a:lnTo>
                <a:lnTo>
                  <a:pt x="3052650" y="573340"/>
                </a:lnTo>
                <a:lnTo>
                  <a:pt x="3038093" y="608837"/>
                </a:lnTo>
                <a:lnTo>
                  <a:pt x="3084575" y="605497"/>
                </a:lnTo>
                <a:close/>
              </a:path>
              <a:path w="3165475" h="608964">
                <a:moveTo>
                  <a:pt x="3084575" y="545591"/>
                </a:moveTo>
                <a:lnTo>
                  <a:pt x="3067100" y="538102"/>
                </a:lnTo>
                <a:lnTo>
                  <a:pt x="3052650" y="573340"/>
                </a:lnTo>
                <a:lnTo>
                  <a:pt x="3070097" y="580643"/>
                </a:lnTo>
                <a:lnTo>
                  <a:pt x="3084575" y="545591"/>
                </a:lnTo>
                <a:close/>
              </a:path>
              <a:path w="3165475" h="608964">
                <a:moveTo>
                  <a:pt x="3165347" y="599693"/>
                </a:moveTo>
                <a:lnTo>
                  <a:pt x="3081528" y="502919"/>
                </a:lnTo>
                <a:lnTo>
                  <a:pt x="3067100" y="538102"/>
                </a:lnTo>
                <a:lnTo>
                  <a:pt x="3084575" y="545591"/>
                </a:lnTo>
                <a:lnTo>
                  <a:pt x="3084575" y="605497"/>
                </a:lnTo>
                <a:lnTo>
                  <a:pt x="3165347" y="599693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3" name="object 131">
            <a:extLst>
              <a:ext uri="{FF2B5EF4-FFF2-40B4-BE49-F238E27FC236}">
                <a16:creationId xmlns:a16="http://schemas.microsoft.com/office/drawing/2014/main" id="{5805D7A3-6567-45E5-B9B9-2444461B458E}"/>
              </a:ext>
            </a:extLst>
          </p:cNvPr>
          <p:cNvSpPr/>
          <p:nvPr/>
        </p:nvSpPr>
        <p:spPr>
          <a:xfrm>
            <a:off x="8133148" y="6049936"/>
            <a:ext cx="378460" cy="114300"/>
          </a:xfrm>
          <a:custGeom>
            <a:avLst/>
            <a:gdLst/>
            <a:ahLst/>
            <a:cxnLst/>
            <a:rect l="l" t="t" r="r" b="b"/>
            <a:pathLst>
              <a:path w="378459" h="114300">
                <a:moveTo>
                  <a:pt x="282701" y="76200"/>
                </a:moveTo>
                <a:lnTo>
                  <a:pt x="282701" y="38100"/>
                </a:lnTo>
                <a:lnTo>
                  <a:pt x="0" y="38100"/>
                </a:lnTo>
                <a:lnTo>
                  <a:pt x="0" y="76200"/>
                </a:lnTo>
                <a:lnTo>
                  <a:pt x="282701" y="76200"/>
                </a:lnTo>
                <a:close/>
              </a:path>
              <a:path w="378459" h="114300">
                <a:moveTo>
                  <a:pt x="377951" y="57150"/>
                </a:moveTo>
                <a:lnTo>
                  <a:pt x="263651" y="0"/>
                </a:lnTo>
                <a:lnTo>
                  <a:pt x="263651" y="38100"/>
                </a:lnTo>
                <a:lnTo>
                  <a:pt x="282701" y="38100"/>
                </a:lnTo>
                <a:lnTo>
                  <a:pt x="282701" y="104775"/>
                </a:lnTo>
                <a:lnTo>
                  <a:pt x="377951" y="57150"/>
                </a:lnTo>
                <a:close/>
              </a:path>
              <a:path w="378459" h="114300">
                <a:moveTo>
                  <a:pt x="282701" y="104775"/>
                </a:moveTo>
                <a:lnTo>
                  <a:pt x="282701" y="76200"/>
                </a:lnTo>
                <a:lnTo>
                  <a:pt x="263651" y="76200"/>
                </a:lnTo>
                <a:lnTo>
                  <a:pt x="263651" y="114300"/>
                </a:lnTo>
                <a:lnTo>
                  <a:pt x="282701" y="104775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4" name="object 132">
            <a:extLst>
              <a:ext uri="{FF2B5EF4-FFF2-40B4-BE49-F238E27FC236}">
                <a16:creationId xmlns:a16="http://schemas.microsoft.com/office/drawing/2014/main" id="{90846EC7-6E4E-4E16-8C64-0C4A4C3C6034}"/>
              </a:ext>
            </a:extLst>
          </p:cNvPr>
          <p:cNvSpPr/>
          <p:nvPr/>
        </p:nvSpPr>
        <p:spPr>
          <a:xfrm>
            <a:off x="9046101" y="4895506"/>
            <a:ext cx="957580" cy="1232535"/>
          </a:xfrm>
          <a:custGeom>
            <a:avLst/>
            <a:gdLst/>
            <a:ahLst/>
            <a:cxnLst/>
            <a:rect l="l" t="t" r="r" b="b"/>
            <a:pathLst>
              <a:path w="957579" h="1232535">
                <a:moveTo>
                  <a:pt x="113656" y="72713"/>
                </a:moveTo>
                <a:lnTo>
                  <a:pt x="101491" y="36728"/>
                </a:lnTo>
                <a:lnTo>
                  <a:pt x="91362" y="40386"/>
                </a:lnTo>
                <a:lnTo>
                  <a:pt x="76884" y="48006"/>
                </a:lnTo>
                <a:lnTo>
                  <a:pt x="35725" y="74468"/>
                </a:lnTo>
                <a:lnTo>
                  <a:pt x="10184" y="110955"/>
                </a:lnTo>
                <a:lnTo>
                  <a:pt x="367" y="154479"/>
                </a:lnTo>
                <a:lnTo>
                  <a:pt x="0" y="170000"/>
                </a:lnTo>
                <a:lnTo>
                  <a:pt x="875" y="185832"/>
                </a:lnTo>
                <a:lnTo>
                  <a:pt x="9694" y="234011"/>
                </a:lnTo>
                <a:lnTo>
                  <a:pt x="25155" y="280737"/>
                </a:lnTo>
                <a:lnTo>
                  <a:pt x="38784" y="312253"/>
                </a:lnTo>
                <a:lnTo>
                  <a:pt x="38784" y="160781"/>
                </a:lnTo>
                <a:lnTo>
                  <a:pt x="39450" y="142125"/>
                </a:lnTo>
                <a:lnTo>
                  <a:pt x="66359" y="99513"/>
                </a:lnTo>
                <a:lnTo>
                  <a:pt x="108126" y="74675"/>
                </a:lnTo>
                <a:lnTo>
                  <a:pt x="113656" y="72713"/>
                </a:lnTo>
                <a:close/>
              </a:path>
              <a:path w="957579" h="1232535">
                <a:moveTo>
                  <a:pt x="957188" y="923452"/>
                </a:moveTo>
                <a:lnTo>
                  <a:pt x="950722" y="875822"/>
                </a:lnTo>
                <a:lnTo>
                  <a:pt x="936067" y="825195"/>
                </a:lnTo>
                <a:lnTo>
                  <a:pt x="914365" y="773178"/>
                </a:lnTo>
                <a:lnTo>
                  <a:pt x="886759" y="721376"/>
                </a:lnTo>
                <a:lnTo>
                  <a:pt x="854389" y="671395"/>
                </a:lnTo>
                <a:lnTo>
                  <a:pt x="818397" y="624840"/>
                </a:lnTo>
                <a:lnTo>
                  <a:pt x="779926" y="583318"/>
                </a:lnTo>
                <a:lnTo>
                  <a:pt x="740116" y="548433"/>
                </a:lnTo>
                <a:lnTo>
                  <a:pt x="700109" y="521791"/>
                </a:lnTo>
                <a:lnTo>
                  <a:pt x="664386" y="505968"/>
                </a:lnTo>
                <a:lnTo>
                  <a:pt x="611808" y="489966"/>
                </a:lnTo>
                <a:lnTo>
                  <a:pt x="559601" y="479543"/>
                </a:lnTo>
                <a:lnTo>
                  <a:pt x="508393" y="471847"/>
                </a:lnTo>
                <a:lnTo>
                  <a:pt x="456923" y="465920"/>
                </a:lnTo>
                <a:lnTo>
                  <a:pt x="405339" y="460751"/>
                </a:lnTo>
                <a:lnTo>
                  <a:pt x="388144" y="459022"/>
                </a:lnTo>
                <a:lnTo>
                  <a:pt x="336638" y="453289"/>
                </a:lnTo>
                <a:lnTo>
                  <a:pt x="285364" y="445954"/>
                </a:lnTo>
                <a:lnTo>
                  <a:pt x="236142" y="435864"/>
                </a:lnTo>
                <a:lnTo>
                  <a:pt x="188905" y="419767"/>
                </a:lnTo>
                <a:lnTo>
                  <a:pt x="146364" y="393060"/>
                </a:lnTo>
                <a:lnTo>
                  <a:pt x="110702" y="356914"/>
                </a:lnTo>
                <a:lnTo>
                  <a:pt x="88314" y="325374"/>
                </a:lnTo>
                <a:lnTo>
                  <a:pt x="77646" y="306324"/>
                </a:lnTo>
                <a:lnTo>
                  <a:pt x="71987" y="296471"/>
                </a:lnTo>
                <a:lnTo>
                  <a:pt x="57478" y="260659"/>
                </a:lnTo>
                <a:lnTo>
                  <a:pt x="44221" y="211781"/>
                </a:lnTo>
                <a:lnTo>
                  <a:pt x="39359" y="173780"/>
                </a:lnTo>
                <a:lnTo>
                  <a:pt x="38784" y="160781"/>
                </a:lnTo>
                <a:lnTo>
                  <a:pt x="38784" y="312253"/>
                </a:lnTo>
                <a:lnTo>
                  <a:pt x="71672" y="369401"/>
                </a:lnTo>
                <a:lnTo>
                  <a:pt x="98907" y="401037"/>
                </a:lnTo>
                <a:lnTo>
                  <a:pt x="136515" y="433604"/>
                </a:lnTo>
                <a:lnTo>
                  <a:pt x="178840" y="457121"/>
                </a:lnTo>
                <a:lnTo>
                  <a:pt x="215805" y="470092"/>
                </a:lnTo>
                <a:lnTo>
                  <a:pt x="260526" y="480060"/>
                </a:lnTo>
                <a:lnTo>
                  <a:pt x="310849" y="488177"/>
                </a:lnTo>
                <a:lnTo>
                  <a:pt x="359357" y="494264"/>
                </a:lnTo>
                <a:lnTo>
                  <a:pt x="440868" y="502577"/>
                </a:lnTo>
                <a:lnTo>
                  <a:pt x="457195" y="504264"/>
                </a:lnTo>
                <a:lnTo>
                  <a:pt x="506080" y="509974"/>
                </a:lnTo>
                <a:lnTo>
                  <a:pt x="554644" y="517354"/>
                </a:lnTo>
                <a:lnTo>
                  <a:pt x="602664" y="527304"/>
                </a:lnTo>
                <a:lnTo>
                  <a:pt x="649908" y="541020"/>
                </a:lnTo>
                <a:lnTo>
                  <a:pt x="694051" y="562442"/>
                </a:lnTo>
                <a:lnTo>
                  <a:pt x="728522" y="587605"/>
                </a:lnTo>
                <a:lnTo>
                  <a:pt x="763402" y="620398"/>
                </a:lnTo>
                <a:lnTo>
                  <a:pt x="797505" y="659258"/>
                </a:lnTo>
                <a:lnTo>
                  <a:pt x="829640" y="702622"/>
                </a:lnTo>
                <a:lnTo>
                  <a:pt x="858621" y="748926"/>
                </a:lnTo>
                <a:lnTo>
                  <a:pt x="883259" y="796605"/>
                </a:lnTo>
                <a:lnTo>
                  <a:pt x="902365" y="844096"/>
                </a:lnTo>
                <a:lnTo>
                  <a:pt x="914751" y="889835"/>
                </a:lnTo>
                <a:lnTo>
                  <a:pt x="919230" y="932258"/>
                </a:lnTo>
                <a:lnTo>
                  <a:pt x="919230" y="1029876"/>
                </a:lnTo>
                <a:lnTo>
                  <a:pt x="927326" y="1020739"/>
                </a:lnTo>
                <a:lnTo>
                  <a:pt x="947531" y="987868"/>
                </a:lnTo>
                <a:lnTo>
                  <a:pt x="956994" y="945641"/>
                </a:lnTo>
                <a:lnTo>
                  <a:pt x="957188" y="923452"/>
                </a:lnTo>
                <a:close/>
              </a:path>
              <a:path w="957579" h="1232535">
                <a:moveTo>
                  <a:pt x="215568" y="18287"/>
                </a:moveTo>
                <a:lnTo>
                  <a:pt x="89076" y="0"/>
                </a:lnTo>
                <a:lnTo>
                  <a:pt x="101491" y="36728"/>
                </a:lnTo>
                <a:lnTo>
                  <a:pt x="118794" y="30480"/>
                </a:lnTo>
                <a:lnTo>
                  <a:pt x="131748" y="66293"/>
                </a:lnTo>
                <a:lnTo>
                  <a:pt x="131748" y="102107"/>
                </a:lnTo>
                <a:lnTo>
                  <a:pt x="215568" y="18287"/>
                </a:lnTo>
                <a:close/>
              </a:path>
              <a:path w="957579" h="1232535">
                <a:moveTo>
                  <a:pt x="131748" y="66293"/>
                </a:moveTo>
                <a:lnTo>
                  <a:pt x="118794" y="30480"/>
                </a:lnTo>
                <a:lnTo>
                  <a:pt x="101491" y="36728"/>
                </a:lnTo>
                <a:lnTo>
                  <a:pt x="113656" y="72713"/>
                </a:lnTo>
                <a:lnTo>
                  <a:pt x="131748" y="66293"/>
                </a:lnTo>
                <a:close/>
              </a:path>
              <a:path w="957579" h="1232535">
                <a:moveTo>
                  <a:pt x="131748" y="102107"/>
                </a:moveTo>
                <a:lnTo>
                  <a:pt x="131748" y="66293"/>
                </a:lnTo>
                <a:lnTo>
                  <a:pt x="113656" y="72713"/>
                </a:lnTo>
                <a:lnTo>
                  <a:pt x="125652" y="108203"/>
                </a:lnTo>
                <a:lnTo>
                  <a:pt x="131748" y="102107"/>
                </a:lnTo>
                <a:close/>
              </a:path>
              <a:path w="957579" h="1232535">
                <a:moveTo>
                  <a:pt x="919230" y="1029876"/>
                </a:moveTo>
                <a:lnTo>
                  <a:pt x="919230" y="932258"/>
                </a:lnTo>
                <a:lnTo>
                  <a:pt x="918132" y="951738"/>
                </a:lnTo>
                <a:lnTo>
                  <a:pt x="916608" y="960882"/>
                </a:lnTo>
                <a:lnTo>
                  <a:pt x="888995" y="1006622"/>
                </a:lnTo>
                <a:lnTo>
                  <a:pt x="859251" y="1033682"/>
                </a:lnTo>
                <a:lnTo>
                  <a:pt x="822652" y="1059718"/>
                </a:lnTo>
                <a:lnTo>
                  <a:pt x="781169" y="1084670"/>
                </a:lnTo>
                <a:lnTo>
                  <a:pt x="736977" y="1108324"/>
                </a:lnTo>
                <a:lnTo>
                  <a:pt x="692199" y="1130508"/>
                </a:lnTo>
                <a:lnTo>
                  <a:pt x="628577" y="1160645"/>
                </a:lnTo>
                <a:lnTo>
                  <a:pt x="609377" y="1169766"/>
                </a:lnTo>
                <a:lnTo>
                  <a:pt x="561516" y="1194054"/>
                </a:lnTo>
                <a:lnTo>
                  <a:pt x="550848" y="1200912"/>
                </a:lnTo>
                <a:lnTo>
                  <a:pt x="572946" y="1232154"/>
                </a:lnTo>
                <a:lnTo>
                  <a:pt x="575994" y="1230630"/>
                </a:lnTo>
                <a:lnTo>
                  <a:pt x="578280" y="1228344"/>
                </a:lnTo>
                <a:lnTo>
                  <a:pt x="581328" y="1226820"/>
                </a:lnTo>
                <a:lnTo>
                  <a:pt x="633346" y="1200390"/>
                </a:lnTo>
                <a:lnTo>
                  <a:pt x="675837" y="1180332"/>
                </a:lnTo>
                <a:lnTo>
                  <a:pt x="698578" y="1169582"/>
                </a:lnTo>
                <a:lnTo>
                  <a:pt x="745634" y="1146660"/>
                </a:lnTo>
                <a:lnTo>
                  <a:pt x="792902" y="1121864"/>
                </a:lnTo>
                <a:lnTo>
                  <a:pt x="838119" y="1095223"/>
                </a:lnTo>
                <a:lnTo>
                  <a:pt x="879020" y="1066766"/>
                </a:lnTo>
                <a:lnTo>
                  <a:pt x="913341" y="1036522"/>
                </a:lnTo>
                <a:lnTo>
                  <a:pt x="919230" y="1029876"/>
                </a:lnTo>
                <a:close/>
              </a:path>
            </a:pathLst>
          </a:custGeom>
          <a:solidFill>
            <a:srgbClr val="6666FF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</a:endParaRPr>
          </a:p>
        </p:txBody>
      </p:sp>
      <p:sp>
        <p:nvSpPr>
          <p:cNvPr id="135" name="object 134">
            <a:extLst>
              <a:ext uri="{FF2B5EF4-FFF2-40B4-BE49-F238E27FC236}">
                <a16:creationId xmlns:a16="http://schemas.microsoft.com/office/drawing/2014/main" id="{19F2D7DC-1840-4168-860F-78A70BA21A75}"/>
              </a:ext>
            </a:extLst>
          </p:cNvPr>
          <p:cNvSpPr txBox="1"/>
          <p:nvPr/>
        </p:nvSpPr>
        <p:spPr>
          <a:xfrm>
            <a:off x="7178622" y="3005694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23	31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56561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9220A-F6B5-48A5-9709-65BD2148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A4C91-9A9F-418B-8204-32160CDD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Show the B+-tree after inserting 8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FBE731-D881-477C-9E9E-E0D4E7F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8DFE210-4C50-4474-A732-1D503879B844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13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338DE83-A50A-4B44-9512-D05FF95423ED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3806B8F-50FB-46CF-B461-ED435C8E7129}"/>
              </a:ext>
            </a:extLst>
          </p:cNvPr>
          <p:cNvSpPr/>
          <p:nvPr/>
        </p:nvSpPr>
        <p:spPr>
          <a:xfrm>
            <a:off x="5653868" y="27598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9F95199-5DC3-48FB-8548-7F9F88A75004}"/>
              </a:ext>
            </a:extLst>
          </p:cNvPr>
          <p:cNvSpPr/>
          <p:nvPr/>
        </p:nvSpPr>
        <p:spPr>
          <a:xfrm>
            <a:off x="6063824" y="24169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0FDB222-348C-454B-8A06-8AE65A366B2F}"/>
              </a:ext>
            </a:extLst>
          </p:cNvPr>
          <p:cNvSpPr/>
          <p:nvPr/>
        </p:nvSpPr>
        <p:spPr>
          <a:xfrm>
            <a:off x="6485972" y="24253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1B8EFC1-83A4-4549-84A1-65E1024CF671}"/>
              </a:ext>
            </a:extLst>
          </p:cNvPr>
          <p:cNvSpPr/>
          <p:nvPr/>
        </p:nvSpPr>
        <p:spPr>
          <a:xfrm>
            <a:off x="5944190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49291D9-2B0B-482D-A725-1B948AFB6572}"/>
              </a:ext>
            </a:extLst>
          </p:cNvPr>
          <p:cNvSpPr/>
          <p:nvPr/>
        </p:nvSpPr>
        <p:spPr>
          <a:xfrm>
            <a:off x="6261944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F44D280-8FB2-4C91-A812-C233EF96B698}"/>
              </a:ext>
            </a:extLst>
          </p:cNvPr>
          <p:cNvSpPr/>
          <p:nvPr/>
        </p:nvSpPr>
        <p:spPr>
          <a:xfrm>
            <a:off x="6581222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5E59EEB-025D-44DD-B7CC-B206A0CA5AB1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D34BF7E-8C69-4D46-9551-FFA28F977367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DFF4BF72-EE9A-4910-B635-69D36E1B7D71}"/>
              </a:ext>
            </a:extLst>
          </p:cNvPr>
          <p:cNvSpPr/>
          <p:nvPr/>
        </p:nvSpPr>
        <p:spPr>
          <a:xfrm>
            <a:off x="4340942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4261DE92-AB54-41F9-B69F-B3CE7F21F681}"/>
              </a:ext>
            </a:extLst>
          </p:cNvPr>
          <p:cNvSpPr/>
          <p:nvPr/>
        </p:nvSpPr>
        <p:spPr>
          <a:xfrm>
            <a:off x="4750898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A5D3C023-D22D-40C1-ACB5-DA7713481ED6}"/>
              </a:ext>
            </a:extLst>
          </p:cNvPr>
          <p:cNvSpPr/>
          <p:nvPr/>
        </p:nvSpPr>
        <p:spPr>
          <a:xfrm>
            <a:off x="5173046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A9249D9-4BBC-4726-B73C-00BD9EF2DDF6}"/>
              </a:ext>
            </a:extLst>
          </p:cNvPr>
          <p:cNvSpPr/>
          <p:nvPr/>
        </p:nvSpPr>
        <p:spPr>
          <a:xfrm>
            <a:off x="4631264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B4F94906-5D09-4E5B-A720-95308FFEA1EE}"/>
              </a:ext>
            </a:extLst>
          </p:cNvPr>
          <p:cNvSpPr/>
          <p:nvPr/>
        </p:nvSpPr>
        <p:spPr>
          <a:xfrm>
            <a:off x="494901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8F4751E-3CA5-43BB-BCC4-78EBA654A188}"/>
              </a:ext>
            </a:extLst>
          </p:cNvPr>
          <p:cNvSpPr/>
          <p:nvPr/>
        </p:nvSpPr>
        <p:spPr>
          <a:xfrm>
            <a:off x="5268296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61117A01-6DDD-45C9-857B-3D091BBA0B02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8CBAB9A-28BB-4AF2-A9A9-1D76FF2282C0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D1A32857-B8DC-4E04-A2E3-EF4CD960FDFF}"/>
              </a:ext>
            </a:extLst>
          </p:cNvPr>
          <p:cNvSpPr/>
          <p:nvPr/>
        </p:nvSpPr>
        <p:spPr>
          <a:xfrm>
            <a:off x="7888814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8AE48A38-F83E-4F39-A53D-B5165EA03314}"/>
              </a:ext>
            </a:extLst>
          </p:cNvPr>
          <p:cNvSpPr/>
          <p:nvPr/>
        </p:nvSpPr>
        <p:spPr>
          <a:xfrm>
            <a:off x="8298770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14039AFC-CAD6-4430-9255-5DC23B6ED221}"/>
              </a:ext>
            </a:extLst>
          </p:cNvPr>
          <p:cNvSpPr/>
          <p:nvPr/>
        </p:nvSpPr>
        <p:spPr>
          <a:xfrm>
            <a:off x="8720918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D5DE313E-4476-40BB-A2DD-24125EDD0C72}"/>
              </a:ext>
            </a:extLst>
          </p:cNvPr>
          <p:cNvSpPr/>
          <p:nvPr/>
        </p:nvSpPr>
        <p:spPr>
          <a:xfrm>
            <a:off x="817989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A4A5A4BF-E663-4B2F-8972-4B4AEE39D415}"/>
              </a:ext>
            </a:extLst>
          </p:cNvPr>
          <p:cNvSpPr/>
          <p:nvPr/>
        </p:nvSpPr>
        <p:spPr>
          <a:xfrm>
            <a:off x="8496890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4ECB210-0F0C-4C09-826B-7C65DD95622A}"/>
              </a:ext>
            </a:extLst>
          </p:cNvPr>
          <p:cNvSpPr/>
          <p:nvPr/>
        </p:nvSpPr>
        <p:spPr>
          <a:xfrm>
            <a:off x="881616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E9C3B1B5-25F6-4EEC-84F7-D4CD5A811259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2327CB-7AFC-4F89-BB9B-48888BBE1210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1E8CC6D2-C6BB-4733-A560-56022B97B61A}"/>
              </a:ext>
            </a:extLst>
          </p:cNvPr>
          <p:cNvSpPr/>
          <p:nvPr/>
        </p:nvSpPr>
        <p:spPr>
          <a:xfrm>
            <a:off x="26820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2A2D6C54-36FC-436D-8E55-E247B4EE94E8}"/>
              </a:ext>
            </a:extLst>
          </p:cNvPr>
          <p:cNvSpPr/>
          <p:nvPr/>
        </p:nvSpPr>
        <p:spPr>
          <a:xfrm>
            <a:off x="30920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C8FF8D12-DD4A-47C3-B253-13F464B63160}"/>
              </a:ext>
            </a:extLst>
          </p:cNvPr>
          <p:cNvSpPr/>
          <p:nvPr/>
        </p:nvSpPr>
        <p:spPr>
          <a:xfrm>
            <a:off x="35141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AADAF761-8611-4610-8177-D509C738EDAD}"/>
              </a:ext>
            </a:extLst>
          </p:cNvPr>
          <p:cNvSpPr/>
          <p:nvPr/>
        </p:nvSpPr>
        <p:spPr>
          <a:xfrm>
            <a:off x="29723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020B6455-8986-4217-8E6B-8F442C02CD4A}"/>
              </a:ext>
            </a:extLst>
          </p:cNvPr>
          <p:cNvSpPr/>
          <p:nvPr/>
        </p:nvSpPr>
        <p:spPr>
          <a:xfrm>
            <a:off x="32901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6DE56270-4213-4903-A7D4-B2AAF4BB13EA}"/>
              </a:ext>
            </a:extLst>
          </p:cNvPr>
          <p:cNvSpPr/>
          <p:nvPr/>
        </p:nvSpPr>
        <p:spPr>
          <a:xfrm>
            <a:off x="36094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177AEB8C-143A-4B64-AAA3-83D56DECF278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B41A90A3-1D0B-494C-A0A7-9F135BC8BFCF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4ADBAB61-C9C9-46A7-8761-2F9B17A01446}"/>
              </a:ext>
            </a:extLst>
          </p:cNvPr>
          <p:cNvSpPr/>
          <p:nvPr/>
        </p:nvSpPr>
        <p:spPr>
          <a:xfrm>
            <a:off x="41679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8E25339D-660C-4135-A230-7BEEB33F5650}"/>
              </a:ext>
            </a:extLst>
          </p:cNvPr>
          <p:cNvSpPr/>
          <p:nvPr/>
        </p:nvSpPr>
        <p:spPr>
          <a:xfrm>
            <a:off x="45779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5C3C4E80-2021-4F53-B760-ACDF379187F8}"/>
              </a:ext>
            </a:extLst>
          </p:cNvPr>
          <p:cNvSpPr/>
          <p:nvPr/>
        </p:nvSpPr>
        <p:spPr>
          <a:xfrm>
            <a:off x="50000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B1F55F00-59FC-482A-9D0D-ABBDCD6F3E7A}"/>
              </a:ext>
            </a:extLst>
          </p:cNvPr>
          <p:cNvSpPr/>
          <p:nvPr/>
        </p:nvSpPr>
        <p:spPr>
          <a:xfrm>
            <a:off x="44582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E4C7941A-AA58-42C9-B351-2A865CABF4BF}"/>
              </a:ext>
            </a:extLst>
          </p:cNvPr>
          <p:cNvSpPr/>
          <p:nvPr/>
        </p:nvSpPr>
        <p:spPr>
          <a:xfrm>
            <a:off x="47760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C1F4E6E4-730C-457A-AEAF-8563FE62389D}"/>
              </a:ext>
            </a:extLst>
          </p:cNvPr>
          <p:cNvSpPr/>
          <p:nvPr/>
        </p:nvSpPr>
        <p:spPr>
          <a:xfrm>
            <a:off x="50953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4284FD2D-CBFA-44C8-A61C-E1B79E8970BE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15263105-E83D-4830-81D1-D9829CA29A11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396B5E7D-FFBF-49C0-A6F4-6F3933BF32CE}"/>
              </a:ext>
            </a:extLst>
          </p:cNvPr>
          <p:cNvSpPr/>
          <p:nvPr/>
        </p:nvSpPr>
        <p:spPr>
          <a:xfrm>
            <a:off x="56538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97C30A1E-0625-49D0-9C2B-4F3F07F16574}"/>
              </a:ext>
            </a:extLst>
          </p:cNvPr>
          <p:cNvSpPr/>
          <p:nvPr/>
        </p:nvSpPr>
        <p:spPr>
          <a:xfrm>
            <a:off x="60638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FA38CEDE-8D6D-4DFA-A709-1F9BA2F328FC}"/>
              </a:ext>
            </a:extLst>
          </p:cNvPr>
          <p:cNvSpPr/>
          <p:nvPr/>
        </p:nvSpPr>
        <p:spPr>
          <a:xfrm>
            <a:off x="64859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B67B9096-34E8-432B-BEA6-8119254D60A0}"/>
              </a:ext>
            </a:extLst>
          </p:cNvPr>
          <p:cNvSpPr/>
          <p:nvPr/>
        </p:nvSpPr>
        <p:spPr>
          <a:xfrm>
            <a:off x="59441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3D47A908-71E7-4D1A-A75B-128596C61A77}"/>
              </a:ext>
            </a:extLst>
          </p:cNvPr>
          <p:cNvSpPr/>
          <p:nvPr/>
        </p:nvSpPr>
        <p:spPr>
          <a:xfrm>
            <a:off x="62619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67DD870C-95F8-433D-935F-EAC4937E79BB}"/>
              </a:ext>
            </a:extLst>
          </p:cNvPr>
          <p:cNvSpPr/>
          <p:nvPr/>
        </p:nvSpPr>
        <p:spPr>
          <a:xfrm>
            <a:off x="65812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236ACFC8-4624-4ED6-8A48-C924846E2801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B92705CB-F763-46FF-ADA9-D11289E61B60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6264B852-3109-469B-9701-DFB357B3514C}"/>
              </a:ext>
            </a:extLst>
          </p:cNvPr>
          <p:cNvSpPr/>
          <p:nvPr/>
        </p:nvSpPr>
        <p:spPr>
          <a:xfrm>
            <a:off x="71397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AC5FA313-6B70-4587-AB27-6B0F61DE732D}"/>
              </a:ext>
            </a:extLst>
          </p:cNvPr>
          <p:cNvSpPr/>
          <p:nvPr/>
        </p:nvSpPr>
        <p:spPr>
          <a:xfrm>
            <a:off x="75497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7E146969-79E7-4AF0-A4DB-31CA7A7EBBDD}"/>
              </a:ext>
            </a:extLst>
          </p:cNvPr>
          <p:cNvSpPr/>
          <p:nvPr/>
        </p:nvSpPr>
        <p:spPr>
          <a:xfrm>
            <a:off x="79718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C0845954-AA5F-4794-8A66-F757ADE96F9B}"/>
              </a:ext>
            </a:extLst>
          </p:cNvPr>
          <p:cNvSpPr/>
          <p:nvPr/>
        </p:nvSpPr>
        <p:spPr>
          <a:xfrm>
            <a:off x="74300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2B99EE87-01BA-40BC-A26B-016318145D81}"/>
              </a:ext>
            </a:extLst>
          </p:cNvPr>
          <p:cNvSpPr/>
          <p:nvPr/>
        </p:nvSpPr>
        <p:spPr>
          <a:xfrm>
            <a:off x="77478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8C94FA22-A2E0-45D3-9DA4-EF8BD8F827D7}"/>
              </a:ext>
            </a:extLst>
          </p:cNvPr>
          <p:cNvSpPr/>
          <p:nvPr/>
        </p:nvSpPr>
        <p:spPr>
          <a:xfrm>
            <a:off x="80671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F78C3FE4-E4BC-4C76-A1E7-C4CE60CBB6DE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7E7DA7D2-985C-4982-81F8-062E936C1F86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DB31F72D-5D60-4184-891D-5C67F670B1DA}"/>
              </a:ext>
            </a:extLst>
          </p:cNvPr>
          <p:cNvSpPr/>
          <p:nvPr/>
        </p:nvSpPr>
        <p:spPr>
          <a:xfrm>
            <a:off x="8625656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B11E3BB4-14D8-4AC2-ACC5-ADC604422402}"/>
              </a:ext>
            </a:extLst>
          </p:cNvPr>
          <p:cNvSpPr/>
          <p:nvPr/>
        </p:nvSpPr>
        <p:spPr>
          <a:xfrm>
            <a:off x="9035612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29703183-9A73-4123-AA9C-9458F1E70401}"/>
              </a:ext>
            </a:extLst>
          </p:cNvPr>
          <p:cNvSpPr/>
          <p:nvPr/>
        </p:nvSpPr>
        <p:spPr>
          <a:xfrm>
            <a:off x="9457760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AF1B38A0-72FE-4E92-B8A4-C792E309B9F4}"/>
              </a:ext>
            </a:extLst>
          </p:cNvPr>
          <p:cNvSpPr/>
          <p:nvPr/>
        </p:nvSpPr>
        <p:spPr>
          <a:xfrm>
            <a:off x="8915977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E7582522-CFE1-41B3-AEF7-0A28B7B4266B}"/>
              </a:ext>
            </a:extLst>
          </p:cNvPr>
          <p:cNvSpPr/>
          <p:nvPr/>
        </p:nvSpPr>
        <p:spPr>
          <a:xfrm>
            <a:off x="923373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C269B403-818F-4510-B331-9BB6A0C09A15}"/>
              </a:ext>
            </a:extLst>
          </p:cNvPr>
          <p:cNvSpPr/>
          <p:nvPr/>
        </p:nvSpPr>
        <p:spPr>
          <a:xfrm>
            <a:off x="955301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ED770AB5-AD07-4F72-BAA4-E7216DB6A55F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C80CBB09-C57A-4633-ACD8-134397054763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1710FE15-C9C3-4E4C-9FB2-BCA00B1BA5D8}"/>
              </a:ext>
            </a:extLst>
          </p:cNvPr>
          <p:cNvSpPr/>
          <p:nvPr/>
        </p:nvSpPr>
        <p:spPr>
          <a:xfrm>
            <a:off x="10113079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B37D5539-1971-4F67-B7CB-DD1FE99E803A}"/>
              </a:ext>
            </a:extLst>
          </p:cNvPr>
          <p:cNvSpPr/>
          <p:nvPr/>
        </p:nvSpPr>
        <p:spPr>
          <a:xfrm>
            <a:off x="10523036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8E765100-9004-406E-A348-9D9409A5D7D9}"/>
              </a:ext>
            </a:extLst>
          </p:cNvPr>
          <p:cNvSpPr/>
          <p:nvPr/>
        </p:nvSpPr>
        <p:spPr>
          <a:xfrm>
            <a:off x="10945184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11A97036-F2D5-40A2-9193-1976B67385D7}"/>
              </a:ext>
            </a:extLst>
          </p:cNvPr>
          <p:cNvSpPr/>
          <p:nvPr/>
        </p:nvSpPr>
        <p:spPr>
          <a:xfrm>
            <a:off x="10403401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E39C5923-6048-44C0-87AC-C723272B3CFF}"/>
              </a:ext>
            </a:extLst>
          </p:cNvPr>
          <p:cNvSpPr/>
          <p:nvPr/>
        </p:nvSpPr>
        <p:spPr>
          <a:xfrm>
            <a:off x="10721156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B63C3D32-9597-40E9-880F-1D1932226D63}"/>
              </a:ext>
            </a:extLst>
          </p:cNvPr>
          <p:cNvSpPr/>
          <p:nvPr/>
        </p:nvSpPr>
        <p:spPr>
          <a:xfrm>
            <a:off x="1104043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DF17DF25-308C-475E-AAEE-8B57AFC97160}"/>
              </a:ext>
            </a:extLst>
          </p:cNvPr>
          <p:cNvSpPr txBox="1"/>
          <p:nvPr/>
        </p:nvSpPr>
        <p:spPr>
          <a:xfrm>
            <a:off x="5714314" y="4916258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80FD0D99-D4EF-4B14-927C-E82A91ED3EC7}"/>
              </a:ext>
            </a:extLst>
          </p:cNvPr>
          <p:cNvSpPr txBox="1"/>
          <p:nvPr/>
        </p:nvSpPr>
        <p:spPr>
          <a:xfrm>
            <a:off x="8725730" y="4909400"/>
            <a:ext cx="213741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  <a:tab pos="1476375" algn="l"/>
                <a:tab pos="189547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	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1C51774B-7C67-431B-A585-A1FD60795F55}"/>
              </a:ext>
            </a:extLst>
          </p:cNvPr>
          <p:cNvSpPr/>
          <p:nvPr/>
        </p:nvSpPr>
        <p:spPr>
          <a:xfrm>
            <a:off x="9016562" y="4139848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A1C123A0-0DF5-4BC2-8FF1-B2F046529335}"/>
              </a:ext>
            </a:extLst>
          </p:cNvPr>
          <p:cNvSpPr/>
          <p:nvPr/>
        </p:nvSpPr>
        <p:spPr>
          <a:xfrm>
            <a:off x="8650052" y="4129942"/>
            <a:ext cx="288290" cy="735330"/>
          </a:xfrm>
          <a:custGeom>
            <a:avLst/>
            <a:gdLst/>
            <a:ahLst/>
            <a:cxnLst/>
            <a:rect l="l" t="t" r="r" b="b"/>
            <a:pathLst>
              <a:path w="288290" h="735329">
                <a:moveTo>
                  <a:pt x="256957" y="661888"/>
                </a:moveTo>
                <a:lnTo>
                  <a:pt x="9144" y="3048"/>
                </a:lnTo>
                <a:lnTo>
                  <a:pt x="6096" y="762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247712" y="665429"/>
                </a:lnTo>
                <a:lnTo>
                  <a:pt x="256957" y="661888"/>
                </a:lnTo>
                <a:close/>
              </a:path>
              <a:path w="288290" h="735329">
                <a:moveTo>
                  <a:pt x="261366" y="719086"/>
                </a:moveTo>
                <a:lnTo>
                  <a:pt x="261366" y="673608"/>
                </a:lnTo>
                <a:lnTo>
                  <a:pt x="260604" y="677418"/>
                </a:lnTo>
                <a:lnTo>
                  <a:pt x="258318" y="680466"/>
                </a:lnTo>
                <a:lnTo>
                  <a:pt x="254508" y="679704"/>
                </a:lnTo>
                <a:lnTo>
                  <a:pt x="252222" y="677418"/>
                </a:lnTo>
                <a:lnTo>
                  <a:pt x="247712" y="665429"/>
                </a:lnTo>
                <a:lnTo>
                  <a:pt x="216408" y="677418"/>
                </a:lnTo>
                <a:lnTo>
                  <a:pt x="261366" y="719086"/>
                </a:lnTo>
                <a:close/>
              </a:path>
              <a:path w="288290" h="735329">
                <a:moveTo>
                  <a:pt x="261366" y="673608"/>
                </a:moveTo>
                <a:lnTo>
                  <a:pt x="256957" y="661888"/>
                </a:lnTo>
                <a:lnTo>
                  <a:pt x="247712" y="665429"/>
                </a:lnTo>
                <a:lnTo>
                  <a:pt x="252222" y="677418"/>
                </a:lnTo>
                <a:lnTo>
                  <a:pt x="254508" y="679704"/>
                </a:lnTo>
                <a:lnTo>
                  <a:pt x="258318" y="680466"/>
                </a:lnTo>
                <a:lnTo>
                  <a:pt x="260604" y="677418"/>
                </a:lnTo>
                <a:lnTo>
                  <a:pt x="261366" y="673608"/>
                </a:lnTo>
                <a:close/>
              </a:path>
              <a:path w="288290" h="735329">
                <a:moveTo>
                  <a:pt x="288036" y="649986"/>
                </a:moveTo>
                <a:lnTo>
                  <a:pt x="256957" y="661888"/>
                </a:lnTo>
                <a:lnTo>
                  <a:pt x="261366" y="673608"/>
                </a:lnTo>
                <a:lnTo>
                  <a:pt x="261366" y="719086"/>
                </a:lnTo>
                <a:lnTo>
                  <a:pt x="278892" y="735330"/>
                </a:lnTo>
                <a:lnTo>
                  <a:pt x="288036" y="6499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A90AFA57-850C-4D5A-BC99-4D440D55F097}"/>
              </a:ext>
            </a:extLst>
          </p:cNvPr>
          <p:cNvSpPr/>
          <p:nvPr/>
        </p:nvSpPr>
        <p:spPr>
          <a:xfrm>
            <a:off x="7466653" y="4139848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A85276D1-CD74-452C-A9DC-3EE1A87E661E}"/>
              </a:ext>
            </a:extLst>
          </p:cNvPr>
          <p:cNvSpPr/>
          <p:nvPr/>
        </p:nvSpPr>
        <p:spPr>
          <a:xfrm>
            <a:off x="6238322" y="4149754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A56EEF3D-E25F-46A1-895A-73231E247A4B}"/>
              </a:ext>
            </a:extLst>
          </p:cNvPr>
          <p:cNvSpPr/>
          <p:nvPr/>
        </p:nvSpPr>
        <p:spPr>
          <a:xfrm>
            <a:off x="4504772" y="4161945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4A65C725-EB4A-4763-9E53-6F97A55CDD92}"/>
              </a:ext>
            </a:extLst>
          </p:cNvPr>
          <p:cNvSpPr/>
          <p:nvPr/>
        </p:nvSpPr>
        <p:spPr>
          <a:xfrm>
            <a:off x="3155270" y="4142895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B18E07FF-46BF-4914-8574-C6F9A3CE2B68}"/>
              </a:ext>
            </a:extLst>
          </p:cNvPr>
          <p:cNvSpPr/>
          <p:nvPr/>
        </p:nvSpPr>
        <p:spPr>
          <a:xfrm>
            <a:off x="4827098" y="2945794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2C3D52E7-9AE8-4F57-97A0-BE90353FD18B}"/>
              </a:ext>
            </a:extLst>
          </p:cNvPr>
          <p:cNvSpPr/>
          <p:nvPr/>
        </p:nvSpPr>
        <p:spPr>
          <a:xfrm>
            <a:off x="6090494" y="2961795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ADDE4D1E-593B-4C3C-9994-229664C62CBD}"/>
              </a:ext>
            </a:extLst>
          </p:cNvPr>
          <p:cNvSpPr/>
          <p:nvPr/>
        </p:nvSpPr>
        <p:spPr>
          <a:xfrm>
            <a:off x="2672924" y="4380639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13F0672F-E0B7-4ED3-9044-F8F2935CF5BC}"/>
              </a:ext>
            </a:extLst>
          </p:cNvPr>
          <p:cNvSpPr/>
          <p:nvPr/>
        </p:nvSpPr>
        <p:spPr>
          <a:xfrm>
            <a:off x="27902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C9007171-6357-4145-9425-7B915CE9BAA9}"/>
              </a:ext>
            </a:extLst>
          </p:cNvPr>
          <p:cNvSpPr/>
          <p:nvPr/>
        </p:nvSpPr>
        <p:spPr>
          <a:xfrm>
            <a:off x="30691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2A01F0F6-A0BC-486E-B687-127CF7A6A6A1}"/>
              </a:ext>
            </a:extLst>
          </p:cNvPr>
          <p:cNvSpPr/>
          <p:nvPr/>
        </p:nvSpPr>
        <p:spPr>
          <a:xfrm>
            <a:off x="3386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EE44FCB6-F6D3-4ACA-B4A3-9FAA8208948A}"/>
              </a:ext>
            </a:extLst>
          </p:cNvPr>
          <p:cNvSpPr/>
          <p:nvPr/>
        </p:nvSpPr>
        <p:spPr>
          <a:xfrm>
            <a:off x="3777824" y="5349142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FB3434F8-5D95-4AAC-B37D-1C7611CF39E7}"/>
              </a:ext>
            </a:extLst>
          </p:cNvPr>
          <p:cNvSpPr/>
          <p:nvPr/>
        </p:nvSpPr>
        <p:spPr>
          <a:xfrm>
            <a:off x="42632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55F97820-47C4-484A-A8D8-737452847740}"/>
              </a:ext>
            </a:extLst>
          </p:cNvPr>
          <p:cNvSpPr/>
          <p:nvPr/>
        </p:nvSpPr>
        <p:spPr>
          <a:xfrm>
            <a:off x="45428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55F3987C-457B-462D-BF03-0A0ADA4CC06D}"/>
              </a:ext>
            </a:extLst>
          </p:cNvPr>
          <p:cNvSpPr/>
          <p:nvPr/>
        </p:nvSpPr>
        <p:spPr>
          <a:xfrm>
            <a:off x="5250770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D9EDAFB4-5F2E-4FDF-99AB-098598800419}"/>
              </a:ext>
            </a:extLst>
          </p:cNvPr>
          <p:cNvSpPr/>
          <p:nvPr/>
        </p:nvSpPr>
        <p:spPr>
          <a:xfrm>
            <a:off x="57620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BB191382-3990-4A5B-BD00-19D25FF61A19}"/>
              </a:ext>
            </a:extLst>
          </p:cNvPr>
          <p:cNvSpPr/>
          <p:nvPr/>
        </p:nvSpPr>
        <p:spPr>
          <a:xfrm>
            <a:off x="6053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22018BBE-52BD-4BD6-8095-0471B3E94E56}"/>
              </a:ext>
            </a:extLst>
          </p:cNvPr>
          <p:cNvSpPr/>
          <p:nvPr/>
        </p:nvSpPr>
        <p:spPr>
          <a:xfrm>
            <a:off x="63587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BA0F091A-E1DE-4F42-97CA-9C77DA40DEFE}"/>
              </a:ext>
            </a:extLst>
          </p:cNvPr>
          <p:cNvSpPr/>
          <p:nvPr/>
        </p:nvSpPr>
        <p:spPr>
          <a:xfrm>
            <a:off x="6749624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89BBF41A-3841-4C40-AEF5-F99D56AC7CA0}"/>
              </a:ext>
            </a:extLst>
          </p:cNvPr>
          <p:cNvSpPr/>
          <p:nvPr/>
        </p:nvSpPr>
        <p:spPr>
          <a:xfrm>
            <a:off x="72350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63E2F230-8A2C-4B3F-955A-AA0C0E434579}"/>
              </a:ext>
            </a:extLst>
          </p:cNvPr>
          <p:cNvSpPr/>
          <p:nvPr/>
        </p:nvSpPr>
        <p:spPr>
          <a:xfrm>
            <a:off x="75146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216F1A60-D408-4F45-B0AC-9EB3D9C97EC0}"/>
              </a:ext>
            </a:extLst>
          </p:cNvPr>
          <p:cNvSpPr/>
          <p:nvPr/>
        </p:nvSpPr>
        <p:spPr>
          <a:xfrm>
            <a:off x="8222558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4290"/>
                </a:lnTo>
                <a:lnTo>
                  <a:pt x="31927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19278" y="42672"/>
                </a:lnTo>
                <a:lnTo>
                  <a:pt x="322326" y="41148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2766"/>
                </a:lnTo>
                <a:lnTo>
                  <a:pt x="319278" y="32766"/>
                </a:lnTo>
                <a:lnTo>
                  <a:pt x="322326" y="34290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148"/>
                </a:lnTo>
                <a:lnTo>
                  <a:pt x="319278" y="42672"/>
                </a:lnTo>
                <a:lnTo>
                  <a:pt x="306324" y="42672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8359A367-2689-4297-9266-2D0B33B1DAFA}"/>
              </a:ext>
            </a:extLst>
          </p:cNvPr>
          <p:cNvSpPr/>
          <p:nvPr/>
        </p:nvSpPr>
        <p:spPr>
          <a:xfrm>
            <a:off x="87460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39">
                <a:moveTo>
                  <a:pt x="43433" y="294132"/>
                </a:moveTo>
                <a:lnTo>
                  <a:pt x="43433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39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180F1D97-F0AA-4443-905D-BC0D3965902E}"/>
              </a:ext>
            </a:extLst>
          </p:cNvPr>
          <p:cNvSpPr/>
          <p:nvPr/>
        </p:nvSpPr>
        <p:spPr>
          <a:xfrm>
            <a:off x="9025706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4917E11E-31A6-461B-A86E-8CF618A8CE0D}"/>
              </a:ext>
            </a:extLst>
          </p:cNvPr>
          <p:cNvSpPr/>
          <p:nvPr/>
        </p:nvSpPr>
        <p:spPr>
          <a:xfrm>
            <a:off x="9343460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5486EBAB-1E72-40EF-9634-493346704D6C}"/>
              </a:ext>
            </a:extLst>
          </p:cNvPr>
          <p:cNvSpPr/>
          <p:nvPr/>
        </p:nvSpPr>
        <p:spPr>
          <a:xfrm>
            <a:off x="9733617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4290"/>
                </a:lnTo>
                <a:lnTo>
                  <a:pt x="319277" y="32766"/>
                </a:lnTo>
                <a:lnTo>
                  <a:pt x="5333" y="32766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19277" y="42672"/>
                </a:lnTo>
                <a:lnTo>
                  <a:pt x="323087" y="41148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2766"/>
                </a:lnTo>
                <a:lnTo>
                  <a:pt x="319277" y="32766"/>
                </a:lnTo>
                <a:lnTo>
                  <a:pt x="323087" y="34290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148"/>
                </a:lnTo>
                <a:lnTo>
                  <a:pt x="319277" y="42672"/>
                </a:lnTo>
                <a:lnTo>
                  <a:pt x="306323" y="42672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ABC27E26-8E69-4FDA-B99F-D86F18E5C6A3}"/>
              </a:ext>
            </a:extLst>
          </p:cNvPr>
          <p:cNvSpPr/>
          <p:nvPr/>
        </p:nvSpPr>
        <p:spPr>
          <a:xfrm>
            <a:off x="10219760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2CC56763-9350-47B8-A569-31E49C02BC7E}"/>
              </a:ext>
            </a:extLst>
          </p:cNvPr>
          <p:cNvSpPr/>
          <p:nvPr/>
        </p:nvSpPr>
        <p:spPr>
          <a:xfrm>
            <a:off x="10498664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7">
            <a:extLst>
              <a:ext uri="{FF2B5EF4-FFF2-40B4-BE49-F238E27FC236}">
                <a16:creationId xmlns:a16="http://schemas.microsoft.com/office/drawing/2014/main" id="{52EDA93C-587D-4680-95D8-47EBDF8DA549}"/>
              </a:ext>
            </a:extLst>
          </p:cNvPr>
          <p:cNvSpPr txBox="1"/>
          <p:nvPr/>
        </p:nvSpPr>
        <p:spPr>
          <a:xfrm>
            <a:off x="4477588" y="3630017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09" name="object 108">
            <a:extLst>
              <a:ext uri="{FF2B5EF4-FFF2-40B4-BE49-F238E27FC236}">
                <a16:creationId xmlns:a16="http://schemas.microsoft.com/office/drawing/2014/main" id="{75E23303-D384-4257-B57A-84E4F410535C}"/>
              </a:ext>
            </a:extLst>
          </p:cNvPr>
          <p:cNvSpPr txBox="1"/>
          <p:nvPr/>
        </p:nvSpPr>
        <p:spPr>
          <a:xfrm>
            <a:off x="2837771" y="4897215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0" name="object 109">
            <a:extLst>
              <a:ext uri="{FF2B5EF4-FFF2-40B4-BE49-F238E27FC236}">
                <a16:creationId xmlns:a16="http://schemas.microsoft.com/office/drawing/2014/main" id="{9E1F7AC2-E4F8-4434-945B-C18F309DA236}"/>
              </a:ext>
            </a:extLst>
          </p:cNvPr>
          <p:cNvSpPr txBox="1"/>
          <p:nvPr/>
        </p:nvSpPr>
        <p:spPr>
          <a:xfrm>
            <a:off x="4285587" y="4897215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1" name="object 110">
            <a:extLst>
              <a:ext uri="{FF2B5EF4-FFF2-40B4-BE49-F238E27FC236}">
                <a16:creationId xmlns:a16="http://schemas.microsoft.com/office/drawing/2014/main" id="{C35C7BD8-7983-44DF-92C3-286F2754C34E}"/>
              </a:ext>
            </a:extLst>
          </p:cNvPr>
          <p:cNvSpPr txBox="1"/>
          <p:nvPr/>
        </p:nvSpPr>
        <p:spPr>
          <a:xfrm>
            <a:off x="7212398" y="4903296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2" name="object 111">
            <a:extLst>
              <a:ext uri="{FF2B5EF4-FFF2-40B4-BE49-F238E27FC236}">
                <a16:creationId xmlns:a16="http://schemas.microsoft.com/office/drawing/2014/main" id="{6687788A-5126-4EB8-A3E4-B6DC35C03E61}"/>
              </a:ext>
            </a:extLst>
          </p:cNvPr>
          <p:cNvSpPr txBox="1"/>
          <p:nvPr/>
        </p:nvSpPr>
        <p:spPr>
          <a:xfrm>
            <a:off x="7956880" y="3622382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06742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9220A-F6B5-48A5-9709-65BD2148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A4C91-9A9F-418B-8204-32160CDD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Show the B+-tree after inserting 8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FBE731-D881-477C-9E9E-E0D4E7F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8DFE210-4C50-4474-A732-1D503879B844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13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338DE83-A50A-4B44-9512-D05FF95423ED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3806B8F-50FB-46CF-B461-ED435C8E7129}"/>
              </a:ext>
            </a:extLst>
          </p:cNvPr>
          <p:cNvSpPr/>
          <p:nvPr/>
        </p:nvSpPr>
        <p:spPr>
          <a:xfrm>
            <a:off x="5653868" y="27598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9F95199-5DC3-48FB-8548-7F9F88A75004}"/>
              </a:ext>
            </a:extLst>
          </p:cNvPr>
          <p:cNvSpPr/>
          <p:nvPr/>
        </p:nvSpPr>
        <p:spPr>
          <a:xfrm>
            <a:off x="6063824" y="24169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0FDB222-348C-454B-8A06-8AE65A366B2F}"/>
              </a:ext>
            </a:extLst>
          </p:cNvPr>
          <p:cNvSpPr/>
          <p:nvPr/>
        </p:nvSpPr>
        <p:spPr>
          <a:xfrm>
            <a:off x="6485972" y="24253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1B8EFC1-83A4-4549-84A1-65E1024CF671}"/>
              </a:ext>
            </a:extLst>
          </p:cNvPr>
          <p:cNvSpPr/>
          <p:nvPr/>
        </p:nvSpPr>
        <p:spPr>
          <a:xfrm>
            <a:off x="5944190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49291D9-2B0B-482D-A725-1B948AFB6572}"/>
              </a:ext>
            </a:extLst>
          </p:cNvPr>
          <p:cNvSpPr/>
          <p:nvPr/>
        </p:nvSpPr>
        <p:spPr>
          <a:xfrm>
            <a:off x="6261944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F44D280-8FB2-4C91-A812-C233EF96B698}"/>
              </a:ext>
            </a:extLst>
          </p:cNvPr>
          <p:cNvSpPr/>
          <p:nvPr/>
        </p:nvSpPr>
        <p:spPr>
          <a:xfrm>
            <a:off x="6581222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5E59EEB-025D-44DD-B7CC-B206A0CA5AB1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D34BF7E-8C69-4D46-9551-FFA28F977367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DFF4BF72-EE9A-4910-B635-69D36E1B7D71}"/>
              </a:ext>
            </a:extLst>
          </p:cNvPr>
          <p:cNvSpPr/>
          <p:nvPr/>
        </p:nvSpPr>
        <p:spPr>
          <a:xfrm>
            <a:off x="4340942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4261DE92-AB54-41F9-B69F-B3CE7F21F681}"/>
              </a:ext>
            </a:extLst>
          </p:cNvPr>
          <p:cNvSpPr/>
          <p:nvPr/>
        </p:nvSpPr>
        <p:spPr>
          <a:xfrm>
            <a:off x="4750898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A5D3C023-D22D-40C1-ACB5-DA7713481ED6}"/>
              </a:ext>
            </a:extLst>
          </p:cNvPr>
          <p:cNvSpPr/>
          <p:nvPr/>
        </p:nvSpPr>
        <p:spPr>
          <a:xfrm>
            <a:off x="5173046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A9249D9-4BBC-4726-B73C-00BD9EF2DDF6}"/>
              </a:ext>
            </a:extLst>
          </p:cNvPr>
          <p:cNvSpPr/>
          <p:nvPr/>
        </p:nvSpPr>
        <p:spPr>
          <a:xfrm>
            <a:off x="4631264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B4F94906-5D09-4E5B-A720-95308FFEA1EE}"/>
              </a:ext>
            </a:extLst>
          </p:cNvPr>
          <p:cNvSpPr/>
          <p:nvPr/>
        </p:nvSpPr>
        <p:spPr>
          <a:xfrm>
            <a:off x="494901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8F4751E-3CA5-43BB-BCC4-78EBA654A188}"/>
              </a:ext>
            </a:extLst>
          </p:cNvPr>
          <p:cNvSpPr/>
          <p:nvPr/>
        </p:nvSpPr>
        <p:spPr>
          <a:xfrm>
            <a:off x="5268296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61117A01-6DDD-45C9-857B-3D091BBA0B02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8CBAB9A-28BB-4AF2-A9A9-1D76FF2282C0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D1A32857-B8DC-4E04-A2E3-EF4CD960FDFF}"/>
              </a:ext>
            </a:extLst>
          </p:cNvPr>
          <p:cNvSpPr/>
          <p:nvPr/>
        </p:nvSpPr>
        <p:spPr>
          <a:xfrm>
            <a:off x="7888814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8AE48A38-F83E-4F39-A53D-B5165EA03314}"/>
              </a:ext>
            </a:extLst>
          </p:cNvPr>
          <p:cNvSpPr/>
          <p:nvPr/>
        </p:nvSpPr>
        <p:spPr>
          <a:xfrm>
            <a:off x="8298770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14039AFC-CAD6-4430-9255-5DC23B6ED221}"/>
              </a:ext>
            </a:extLst>
          </p:cNvPr>
          <p:cNvSpPr/>
          <p:nvPr/>
        </p:nvSpPr>
        <p:spPr>
          <a:xfrm>
            <a:off x="8720918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D5DE313E-4476-40BB-A2DD-24125EDD0C72}"/>
              </a:ext>
            </a:extLst>
          </p:cNvPr>
          <p:cNvSpPr/>
          <p:nvPr/>
        </p:nvSpPr>
        <p:spPr>
          <a:xfrm>
            <a:off x="817989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A4A5A4BF-E663-4B2F-8972-4B4AEE39D415}"/>
              </a:ext>
            </a:extLst>
          </p:cNvPr>
          <p:cNvSpPr/>
          <p:nvPr/>
        </p:nvSpPr>
        <p:spPr>
          <a:xfrm>
            <a:off x="8496890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4ECB210-0F0C-4C09-826B-7C65DD95622A}"/>
              </a:ext>
            </a:extLst>
          </p:cNvPr>
          <p:cNvSpPr/>
          <p:nvPr/>
        </p:nvSpPr>
        <p:spPr>
          <a:xfrm>
            <a:off x="881616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E9C3B1B5-25F6-4EEC-84F7-D4CD5A811259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2327CB-7AFC-4F89-BB9B-48888BBE1210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1E8CC6D2-C6BB-4733-A560-56022B97B61A}"/>
              </a:ext>
            </a:extLst>
          </p:cNvPr>
          <p:cNvSpPr/>
          <p:nvPr/>
        </p:nvSpPr>
        <p:spPr>
          <a:xfrm>
            <a:off x="26820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2A2D6C54-36FC-436D-8E55-E247B4EE94E8}"/>
              </a:ext>
            </a:extLst>
          </p:cNvPr>
          <p:cNvSpPr/>
          <p:nvPr/>
        </p:nvSpPr>
        <p:spPr>
          <a:xfrm>
            <a:off x="30920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C8FF8D12-DD4A-47C3-B253-13F464B63160}"/>
              </a:ext>
            </a:extLst>
          </p:cNvPr>
          <p:cNvSpPr/>
          <p:nvPr/>
        </p:nvSpPr>
        <p:spPr>
          <a:xfrm>
            <a:off x="35141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AADAF761-8611-4610-8177-D509C738EDAD}"/>
              </a:ext>
            </a:extLst>
          </p:cNvPr>
          <p:cNvSpPr/>
          <p:nvPr/>
        </p:nvSpPr>
        <p:spPr>
          <a:xfrm>
            <a:off x="29723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020B6455-8986-4217-8E6B-8F442C02CD4A}"/>
              </a:ext>
            </a:extLst>
          </p:cNvPr>
          <p:cNvSpPr/>
          <p:nvPr/>
        </p:nvSpPr>
        <p:spPr>
          <a:xfrm>
            <a:off x="32901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6DE56270-4213-4903-A7D4-B2AAF4BB13EA}"/>
              </a:ext>
            </a:extLst>
          </p:cNvPr>
          <p:cNvSpPr/>
          <p:nvPr/>
        </p:nvSpPr>
        <p:spPr>
          <a:xfrm>
            <a:off x="36094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177AEB8C-143A-4B64-AAA3-83D56DECF278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B41A90A3-1D0B-494C-A0A7-9F135BC8BFCF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4ADBAB61-C9C9-46A7-8761-2F9B17A01446}"/>
              </a:ext>
            </a:extLst>
          </p:cNvPr>
          <p:cNvSpPr/>
          <p:nvPr/>
        </p:nvSpPr>
        <p:spPr>
          <a:xfrm>
            <a:off x="41679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8E25339D-660C-4135-A230-7BEEB33F5650}"/>
              </a:ext>
            </a:extLst>
          </p:cNvPr>
          <p:cNvSpPr/>
          <p:nvPr/>
        </p:nvSpPr>
        <p:spPr>
          <a:xfrm>
            <a:off x="45779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5C3C4E80-2021-4F53-B760-ACDF379187F8}"/>
              </a:ext>
            </a:extLst>
          </p:cNvPr>
          <p:cNvSpPr/>
          <p:nvPr/>
        </p:nvSpPr>
        <p:spPr>
          <a:xfrm>
            <a:off x="50000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B1F55F00-59FC-482A-9D0D-ABBDCD6F3E7A}"/>
              </a:ext>
            </a:extLst>
          </p:cNvPr>
          <p:cNvSpPr/>
          <p:nvPr/>
        </p:nvSpPr>
        <p:spPr>
          <a:xfrm>
            <a:off x="44582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E4C7941A-AA58-42C9-B351-2A865CABF4BF}"/>
              </a:ext>
            </a:extLst>
          </p:cNvPr>
          <p:cNvSpPr/>
          <p:nvPr/>
        </p:nvSpPr>
        <p:spPr>
          <a:xfrm>
            <a:off x="47760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C1F4E6E4-730C-457A-AEAF-8563FE62389D}"/>
              </a:ext>
            </a:extLst>
          </p:cNvPr>
          <p:cNvSpPr/>
          <p:nvPr/>
        </p:nvSpPr>
        <p:spPr>
          <a:xfrm>
            <a:off x="50953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4284FD2D-CBFA-44C8-A61C-E1B79E8970BE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15263105-E83D-4830-81D1-D9829CA29A11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396B5E7D-FFBF-49C0-A6F4-6F3933BF32CE}"/>
              </a:ext>
            </a:extLst>
          </p:cNvPr>
          <p:cNvSpPr/>
          <p:nvPr/>
        </p:nvSpPr>
        <p:spPr>
          <a:xfrm>
            <a:off x="56538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97C30A1E-0625-49D0-9C2B-4F3F07F16574}"/>
              </a:ext>
            </a:extLst>
          </p:cNvPr>
          <p:cNvSpPr/>
          <p:nvPr/>
        </p:nvSpPr>
        <p:spPr>
          <a:xfrm>
            <a:off x="60638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FA38CEDE-8D6D-4DFA-A709-1F9BA2F328FC}"/>
              </a:ext>
            </a:extLst>
          </p:cNvPr>
          <p:cNvSpPr/>
          <p:nvPr/>
        </p:nvSpPr>
        <p:spPr>
          <a:xfrm>
            <a:off x="64859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B67B9096-34E8-432B-BEA6-8119254D60A0}"/>
              </a:ext>
            </a:extLst>
          </p:cNvPr>
          <p:cNvSpPr/>
          <p:nvPr/>
        </p:nvSpPr>
        <p:spPr>
          <a:xfrm>
            <a:off x="59441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3D47A908-71E7-4D1A-A75B-128596C61A77}"/>
              </a:ext>
            </a:extLst>
          </p:cNvPr>
          <p:cNvSpPr/>
          <p:nvPr/>
        </p:nvSpPr>
        <p:spPr>
          <a:xfrm>
            <a:off x="62619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67DD870C-95F8-433D-935F-EAC4937E79BB}"/>
              </a:ext>
            </a:extLst>
          </p:cNvPr>
          <p:cNvSpPr/>
          <p:nvPr/>
        </p:nvSpPr>
        <p:spPr>
          <a:xfrm>
            <a:off x="65812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236ACFC8-4624-4ED6-8A48-C924846E2801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B92705CB-F763-46FF-ADA9-D11289E61B60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6264B852-3109-469B-9701-DFB357B3514C}"/>
              </a:ext>
            </a:extLst>
          </p:cNvPr>
          <p:cNvSpPr/>
          <p:nvPr/>
        </p:nvSpPr>
        <p:spPr>
          <a:xfrm>
            <a:off x="71397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AC5FA313-6B70-4587-AB27-6B0F61DE732D}"/>
              </a:ext>
            </a:extLst>
          </p:cNvPr>
          <p:cNvSpPr/>
          <p:nvPr/>
        </p:nvSpPr>
        <p:spPr>
          <a:xfrm>
            <a:off x="75497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7E146969-79E7-4AF0-A4DB-31CA7A7EBBDD}"/>
              </a:ext>
            </a:extLst>
          </p:cNvPr>
          <p:cNvSpPr/>
          <p:nvPr/>
        </p:nvSpPr>
        <p:spPr>
          <a:xfrm>
            <a:off x="79718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C0845954-AA5F-4794-8A66-F757ADE96F9B}"/>
              </a:ext>
            </a:extLst>
          </p:cNvPr>
          <p:cNvSpPr/>
          <p:nvPr/>
        </p:nvSpPr>
        <p:spPr>
          <a:xfrm>
            <a:off x="74300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2B99EE87-01BA-40BC-A26B-016318145D81}"/>
              </a:ext>
            </a:extLst>
          </p:cNvPr>
          <p:cNvSpPr/>
          <p:nvPr/>
        </p:nvSpPr>
        <p:spPr>
          <a:xfrm>
            <a:off x="77478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8C94FA22-A2E0-45D3-9DA4-EF8BD8F827D7}"/>
              </a:ext>
            </a:extLst>
          </p:cNvPr>
          <p:cNvSpPr/>
          <p:nvPr/>
        </p:nvSpPr>
        <p:spPr>
          <a:xfrm>
            <a:off x="80671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F78C3FE4-E4BC-4C76-A1E7-C4CE60CBB6DE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7E7DA7D2-985C-4982-81F8-062E936C1F86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DB31F72D-5D60-4184-891D-5C67F670B1DA}"/>
              </a:ext>
            </a:extLst>
          </p:cNvPr>
          <p:cNvSpPr/>
          <p:nvPr/>
        </p:nvSpPr>
        <p:spPr>
          <a:xfrm>
            <a:off x="8625656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B11E3BB4-14D8-4AC2-ACC5-ADC604422402}"/>
              </a:ext>
            </a:extLst>
          </p:cNvPr>
          <p:cNvSpPr/>
          <p:nvPr/>
        </p:nvSpPr>
        <p:spPr>
          <a:xfrm>
            <a:off x="9035612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29703183-9A73-4123-AA9C-9458F1E70401}"/>
              </a:ext>
            </a:extLst>
          </p:cNvPr>
          <p:cNvSpPr/>
          <p:nvPr/>
        </p:nvSpPr>
        <p:spPr>
          <a:xfrm>
            <a:off x="9457760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AF1B38A0-72FE-4E92-B8A4-C792E309B9F4}"/>
              </a:ext>
            </a:extLst>
          </p:cNvPr>
          <p:cNvSpPr/>
          <p:nvPr/>
        </p:nvSpPr>
        <p:spPr>
          <a:xfrm>
            <a:off x="8915977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E7582522-CFE1-41B3-AEF7-0A28B7B4266B}"/>
              </a:ext>
            </a:extLst>
          </p:cNvPr>
          <p:cNvSpPr/>
          <p:nvPr/>
        </p:nvSpPr>
        <p:spPr>
          <a:xfrm>
            <a:off x="923373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C269B403-818F-4510-B331-9BB6A0C09A15}"/>
              </a:ext>
            </a:extLst>
          </p:cNvPr>
          <p:cNvSpPr/>
          <p:nvPr/>
        </p:nvSpPr>
        <p:spPr>
          <a:xfrm>
            <a:off x="955301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ED770AB5-AD07-4F72-BAA4-E7216DB6A55F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C80CBB09-C57A-4633-ACD8-134397054763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1710FE15-C9C3-4E4C-9FB2-BCA00B1BA5D8}"/>
              </a:ext>
            </a:extLst>
          </p:cNvPr>
          <p:cNvSpPr/>
          <p:nvPr/>
        </p:nvSpPr>
        <p:spPr>
          <a:xfrm>
            <a:off x="10113079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B37D5539-1971-4F67-B7CB-DD1FE99E803A}"/>
              </a:ext>
            </a:extLst>
          </p:cNvPr>
          <p:cNvSpPr/>
          <p:nvPr/>
        </p:nvSpPr>
        <p:spPr>
          <a:xfrm>
            <a:off x="10523036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8E765100-9004-406E-A348-9D9409A5D7D9}"/>
              </a:ext>
            </a:extLst>
          </p:cNvPr>
          <p:cNvSpPr/>
          <p:nvPr/>
        </p:nvSpPr>
        <p:spPr>
          <a:xfrm>
            <a:off x="10945184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11A97036-F2D5-40A2-9193-1976B67385D7}"/>
              </a:ext>
            </a:extLst>
          </p:cNvPr>
          <p:cNvSpPr/>
          <p:nvPr/>
        </p:nvSpPr>
        <p:spPr>
          <a:xfrm>
            <a:off x="10403401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E39C5923-6048-44C0-87AC-C723272B3CFF}"/>
              </a:ext>
            </a:extLst>
          </p:cNvPr>
          <p:cNvSpPr/>
          <p:nvPr/>
        </p:nvSpPr>
        <p:spPr>
          <a:xfrm>
            <a:off x="10721156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B63C3D32-9597-40E9-880F-1D1932226D63}"/>
              </a:ext>
            </a:extLst>
          </p:cNvPr>
          <p:cNvSpPr/>
          <p:nvPr/>
        </p:nvSpPr>
        <p:spPr>
          <a:xfrm>
            <a:off x="1104043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DF17DF25-308C-475E-AAEE-8B57AFC97160}"/>
              </a:ext>
            </a:extLst>
          </p:cNvPr>
          <p:cNvSpPr txBox="1"/>
          <p:nvPr/>
        </p:nvSpPr>
        <p:spPr>
          <a:xfrm>
            <a:off x="5714314" y="4916258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80FD0D99-D4EF-4B14-927C-E82A91ED3EC7}"/>
              </a:ext>
            </a:extLst>
          </p:cNvPr>
          <p:cNvSpPr txBox="1"/>
          <p:nvPr/>
        </p:nvSpPr>
        <p:spPr>
          <a:xfrm>
            <a:off x="8725730" y="4909400"/>
            <a:ext cx="213741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  <a:tab pos="1476375" algn="l"/>
                <a:tab pos="189547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	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1C51774B-7C67-431B-A585-A1FD60795F55}"/>
              </a:ext>
            </a:extLst>
          </p:cNvPr>
          <p:cNvSpPr/>
          <p:nvPr/>
        </p:nvSpPr>
        <p:spPr>
          <a:xfrm>
            <a:off x="9016562" y="4139848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A1C123A0-0DF5-4BC2-8FF1-B2F046529335}"/>
              </a:ext>
            </a:extLst>
          </p:cNvPr>
          <p:cNvSpPr/>
          <p:nvPr/>
        </p:nvSpPr>
        <p:spPr>
          <a:xfrm>
            <a:off x="8650052" y="4129942"/>
            <a:ext cx="288290" cy="735330"/>
          </a:xfrm>
          <a:custGeom>
            <a:avLst/>
            <a:gdLst/>
            <a:ahLst/>
            <a:cxnLst/>
            <a:rect l="l" t="t" r="r" b="b"/>
            <a:pathLst>
              <a:path w="288290" h="735329">
                <a:moveTo>
                  <a:pt x="256957" y="661888"/>
                </a:moveTo>
                <a:lnTo>
                  <a:pt x="9144" y="3048"/>
                </a:lnTo>
                <a:lnTo>
                  <a:pt x="6096" y="762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247712" y="665429"/>
                </a:lnTo>
                <a:lnTo>
                  <a:pt x="256957" y="661888"/>
                </a:lnTo>
                <a:close/>
              </a:path>
              <a:path w="288290" h="735329">
                <a:moveTo>
                  <a:pt x="261366" y="719086"/>
                </a:moveTo>
                <a:lnTo>
                  <a:pt x="261366" y="673608"/>
                </a:lnTo>
                <a:lnTo>
                  <a:pt x="260604" y="677418"/>
                </a:lnTo>
                <a:lnTo>
                  <a:pt x="258318" y="680466"/>
                </a:lnTo>
                <a:lnTo>
                  <a:pt x="254508" y="679704"/>
                </a:lnTo>
                <a:lnTo>
                  <a:pt x="252222" y="677418"/>
                </a:lnTo>
                <a:lnTo>
                  <a:pt x="247712" y="665429"/>
                </a:lnTo>
                <a:lnTo>
                  <a:pt x="216408" y="677418"/>
                </a:lnTo>
                <a:lnTo>
                  <a:pt x="261366" y="719086"/>
                </a:lnTo>
                <a:close/>
              </a:path>
              <a:path w="288290" h="735329">
                <a:moveTo>
                  <a:pt x="261366" y="673608"/>
                </a:moveTo>
                <a:lnTo>
                  <a:pt x="256957" y="661888"/>
                </a:lnTo>
                <a:lnTo>
                  <a:pt x="247712" y="665429"/>
                </a:lnTo>
                <a:lnTo>
                  <a:pt x="252222" y="677418"/>
                </a:lnTo>
                <a:lnTo>
                  <a:pt x="254508" y="679704"/>
                </a:lnTo>
                <a:lnTo>
                  <a:pt x="258318" y="680466"/>
                </a:lnTo>
                <a:lnTo>
                  <a:pt x="260604" y="677418"/>
                </a:lnTo>
                <a:lnTo>
                  <a:pt x="261366" y="673608"/>
                </a:lnTo>
                <a:close/>
              </a:path>
              <a:path w="288290" h="735329">
                <a:moveTo>
                  <a:pt x="288036" y="649986"/>
                </a:moveTo>
                <a:lnTo>
                  <a:pt x="256957" y="661888"/>
                </a:lnTo>
                <a:lnTo>
                  <a:pt x="261366" y="673608"/>
                </a:lnTo>
                <a:lnTo>
                  <a:pt x="261366" y="719086"/>
                </a:lnTo>
                <a:lnTo>
                  <a:pt x="278892" y="735330"/>
                </a:lnTo>
                <a:lnTo>
                  <a:pt x="288036" y="6499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A90AFA57-850C-4D5A-BC99-4D440D55F097}"/>
              </a:ext>
            </a:extLst>
          </p:cNvPr>
          <p:cNvSpPr/>
          <p:nvPr/>
        </p:nvSpPr>
        <p:spPr>
          <a:xfrm>
            <a:off x="7466653" y="4139848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A85276D1-CD74-452C-A9DC-3EE1A87E661E}"/>
              </a:ext>
            </a:extLst>
          </p:cNvPr>
          <p:cNvSpPr/>
          <p:nvPr/>
        </p:nvSpPr>
        <p:spPr>
          <a:xfrm>
            <a:off x="6238322" y="4149754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A56EEF3D-E25F-46A1-895A-73231E247A4B}"/>
              </a:ext>
            </a:extLst>
          </p:cNvPr>
          <p:cNvSpPr/>
          <p:nvPr/>
        </p:nvSpPr>
        <p:spPr>
          <a:xfrm>
            <a:off x="4504772" y="4161945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4A65C725-EB4A-4763-9E53-6F97A55CDD92}"/>
              </a:ext>
            </a:extLst>
          </p:cNvPr>
          <p:cNvSpPr/>
          <p:nvPr/>
        </p:nvSpPr>
        <p:spPr>
          <a:xfrm>
            <a:off x="3155270" y="4142895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B18E07FF-46BF-4914-8574-C6F9A3CE2B68}"/>
              </a:ext>
            </a:extLst>
          </p:cNvPr>
          <p:cNvSpPr/>
          <p:nvPr/>
        </p:nvSpPr>
        <p:spPr>
          <a:xfrm>
            <a:off x="4827098" y="2945794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2C3D52E7-9AE8-4F57-97A0-BE90353FD18B}"/>
              </a:ext>
            </a:extLst>
          </p:cNvPr>
          <p:cNvSpPr/>
          <p:nvPr/>
        </p:nvSpPr>
        <p:spPr>
          <a:xfrm>
            <a:off x="6090494" y="2961795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ADDE4D1E-593B-4C3C-9994-229664C62CBD}"/>
              </a:ext>
            </a:extLst>
          </p:cNvPr>
          <p:cNvSpPr/>
          <p:nvPr/>
        </p:nvSpPr>
        <p:spPr>
          <a:xfrm>
            <a:off x="2672924" y="4380639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13F0672F-E0B7-4ED3-9044-F8F2935CF5BC}"/>
              </a:ext>
            </a:extLst>
          </p:cNvPr>
          <p:cNvSpPr/>
          <p:nvPr/>
        </p:nvSpPr>
        <p:spPr>
          <a:xfrm>
            <a:off x="27902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C9007171-6357-4145-9425-7B915CE9BAA9}"/>
              </a:ext>
            </a:extLst>
          </p:cNvPr>
          <p:cNvSpPr/>
          <p:nvPr/>
        </p:nvSpPr>
        <p:spPr>
          <a:xfrm>
            <a:off x="30691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2A01F0F6-A0BC-486E-B687-127CF7A6A6A1}"/>
              </a:ext>
            </a:extLst>
          </p:cNvPr>
          <p:cNvSpPr/>
          <p:nvPr/>
        </p:nvSpPr>
        <p:spPr>
          <a:xfrm>
            <a:off x="3386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EE44FCB6-F6D3-4ACA-B4A3-9FAA8208948A}"/>
              </a:ext>
            </a:extLst>
          </p:cNvPr>
          <p:cNvSpPr/>
          <p:nvPr/>
        </p:nvSpPr>
        <p:spPr>
          <a:xfrm>
            <a:off x="3777824" y="5349142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FB3434F8-5D95-4AAC-B37D-1C7611CF39E7}"/>
              </a:ext>
            </a:extLst>
          </p:cNvPr>
          <p:cNvSpPr/>
          <p:nvPr/>
        </p:nvSpPr>
        <p:spPr>
          <a:xfrm>
            <a:off x="42632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55F97820-47C4-484A-A8D8-737452847740}"/>
              </a:ext>
            </a:extLst>
          </p:cNvPr>
          <p:cNvSpPr/>
          <p:nvPr/>
        </p:nvSpPr>
        <p:spPr>
          <a:xfrm>
            <a:off x="45428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55F3987C-457B-462D-BF03-0A0ADA4CC06D}"/>
              </a:ext>
            </a:extLst>
          </p:cNvPr>
          <p:cNvSpPr/>
          <p:nvPr/>
        </p:nvSpPr>
        <p:spPr>
          <a:xfrm>
            <a:off x="5250770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D9EDAFB4-5F2E-4FDF-99AB-098598800419}"/>
              </a:ext>
            </a:extLst>
          </p:cNvPr>
          <p:cNvSpPr/>
          <p:nvPr/>
        </p:nvSpPr>
        <p:spPr>
          <a:xfrm>
            <a:off x="57620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BB191382-3990-4A5B-BD00-19D25FF61A19}"/>
              </a:ext>
            </a:extLst>
          </p:cNvPr>
          <p:cNvSpPr/>
          <p:nvPr/>
        </p:nvSpPr>
        <p:spPr>
          <a:xfrm>
            <a:off x="6053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22018BBE-52BD-4BD6-8095-0471B3E94E56}"/>
              </a:ext>
            </a:extLst>
          </p:cNvPr>
          <p:cNvSpPr/>
          <p:nvPr/>
        </p:nvSpPr>
        <p:spPr>
          <a:xfrm>
            <a:off x="63587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BA0F091A-E1DE-4F42-97CA-9C77DA40DEFE}"/>
              </a:ext>
            </a:extLst>
          </p:cNvPr>
          <p:cNvSpPr/>
          <p:nvPr/>
        </p:nvSpPr>
        <p:spPr>
          <a:xfrm>
            <a:off x="6749624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89BBF41A-3841-4C40-AEF5-F99D56AC7CA0}"/>
              </a:ext>
            </a:extLst>
          </p:cNvPr>
          <p:cNvSpPr/>
          <p:nvPr/>
        </p:nvSpPr>
        <p:spPr>
          <a:xfrm>
            <a:off x="72350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63E2F230-8A2C-4B3F-955A-AA0C0E434579}"/>
              </a:ext>
            </a:extLst>
          </p:cNvPr>
          <p:cNvSpPr/>
          <p:nvPr/>
        </p:nvSpPr>
        <p:spPr>
          <a:xfrm>
            <a:off x="75146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216F1A60-D408-4F45-B0AC-9EB3D9C97EC0}"/>
              </a:ext>
            </a:extLst>
          </p:cNvPr>
          <p:cNvSpPr/>
          <p:nvPr/>
        </p:nvSpPr>
        <p:spPr>
          <a:xfrm>
            <a:off x="8222558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4290"/>
                </a:lnTo>
                <a:lnTo>
                  <a:pt x="31927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19278" y="42672"/>
                </a:lnTo>
                <a:lnTo>
                  <a:pt x="322326" y="41148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2766"/>
                </a:lnTo>
                <a:lnTo>
                  <a:pt x="319278" y="32766"/>
                </a:lnTo>
                <a:lnTo>
                  <a:pt x="322326" y="34290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148"/>
                </a:lnTo>
                <a:lnTo>
                  <a:pt x="319278" y="42672"/>
                </a:lnTo>
                <a:lnTo>
                  <a:pt x="306324" y="42672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8359A367-2689-4297-9266-2D0B33B1DAFA}"/>
              </a:ext>
            </a:extLst>
          </p:cNvPr>
          <p:cNvSpPr/>
          <p:nvPr/>
        </p:nvSpPr>
        <p:spPr>
          <a:xfrm>
            <a:off x="87460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39">
                <a:moveTo>
                  <a:pt x="43433" y="294132"/>
                </a:moveTo>
                <a:lnTo>
                  <a:pt x="43433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39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180F1D97-F0AA-4443-905D-BC0D3965902E}"/>
              </a:ext>
            </a:extLst>
          </p:cNvPr>
          <p:cNvSpPr/>
          <p:nvPr/>
        </p:nvSpPr>
        <p:spPr>
          <a:xfrm>
            <a:off x="9025706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4917E11E-31A6-461B-A86E-8CF618A8CE0D}"/>
              </a:ext>
            </a:extLst>
          </p:cNvPr>
          <p:cNvSpPr/>
          <p:nvPr/>
        </p:nvSpPr>
        <p:spPr>
          <a:xfrm>
            <a:off x="9343460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5486EBAB-1E72-40EF-9634-493346704D6C}"/>
              </a:ext>
            </a:extLst>
          </p:cNvPr>
          <p:cNvSpPr/>
          <p:nvPr/>
        </p:nvSpPr>
        <p:spPr>
          <a:xfrm>
            <a:off x="9733617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4290"/>
                </a:lnTo>
                <a:lnTo>
                  <a:pt x="319277" y="32766"/>
                </a:lnTo>
                <a:lnTo>
                  <a:pt x="5333" y="32766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19277" y="42672"/>
                </a:lnTo>
                <a:lnTo>
                  <a:pt x="323087" y="41148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2766"/>
                </a:lnTo>
                <a:lnTo>
                  <a:pt x="319277" y="32766"/>
                </a:lnTo>
                <a:lnTo>
                  <a:pt x="323087" y="34290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148"/>
                </a:lnTo>
                <a:lnTo>
                  <a:pt x="319277" y="42672"/>
                </a:lnTo>
                <a:lnTo>
                  <a:pt x="306323" y="42672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ABC27E26-8E69-4FDA-B99F-D86F18E5C6A3}"/>
              </a:ext>
            </a:extLst>
          </p:cNvPr>
          <p:cNvSpPr/>
          <p:nvPr/>
        </p:nvSpPr>
        <p:spPr>
          <a:xfrm>
            <a:off x="10219760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2CC56763-9350-47B8-A569-31E49C02BC7E}"/>
              </a:ext>
            </a:extLst>
          </p:cNvPr>
          <p:cNvSpPr/>
          <p:nvPr/>
        </p:nvSpPr>
        <p:spPr>
          <a:xfrm>
            <a:off x="10498664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7">
            <a:extLst>
              <a:ext uri="{FF2B5EF4-FFF2-40B4-BE49-F238E27FC236}">
                <a16:creationId xmlns:a16="http://schemas.microsoft.com/office/drawing/2014/main" id="{52EDA93C-587D-4680-95D8-47EBDF8DA549}"/>
              </a:ext>
            </a:extLst>
          </p:cNvPr>
          <p:cNvSpPr txBox="1"/>
          <p:nvPr/>
        </p:nvSpPr>
        <p:spPr>
          <a:xfrm>
            <a:off x="4477588" y="3630017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09" name="object 108">
            <a:extLst>
              <a:ext uri="{FF2B5EF4-FFF2-40B4-BE49-F238E27FC236}">
                <a16:creationId xmlns:a16="http://schemas.microsoft.com/office/drawing/2014/main" id="{75E23303-D384-4257-B57A-84E4F410535C}"/>
              </a:ext>
            </a:extLst>
          </p:cNvPr>
          <p:cNvSpPr txBox="1"/>
          <p:nvPr/>
        </p:nvSpPr>
        <p:spPr>
          <a:xfrm>
            <a:off x="2837771" y="4897215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0" name="object 109">
            <a:extLst>
              <a:ext uri="{FF2B5EF4-FFF2-40B4-BE49-F238E27FC236}">
                <a16:creationId xmlns:a16="http://schemas.microsoft.com/office/drawing/2014/main" id="{9E1F7AC2-E4F8-4434-945B-C18F309DA236}"/>
              </a:ext>
            </a:extLst>
          </p:cNvPr>
          <p:cNvSpPr txBox="1"/>
          <p:nvPr/>
        </p:nvSpPr>
        <p:spPr>
          <a:xfrm>
            <a:off x="4285586" y="4897215"/>
            <a:ext cx="103984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</a:t>
            </a:r>
            <a:r>
              <a:rPr lang="en-US"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 8     </a:t>
            </a: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11</a:t>
            </a:r>
            <a:endParaRPr sz="18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1" name="object 110">
            <a:extLst>
              <a:ext uri="{FF2B5EF4-FFF2-40B4-BE49-F238E27FC236}">
                <a16:creationId xmlns:a16="http://schemas.microsoft.com/office/drawing/2014/main" id="{C35C7BD8-7983-44DF-92C3-286F2754C34E}"/>
              </a:ext>
            </a:extLst>
          </p:cNvPr>
          <p:cNvSpPr txBox="1"/>
          <p:nvPr/>
        </p:nvSpPr>
        <p:spPr>
          <a:xfrm>
            <a:off x="7212398" y="4903296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2" name="object 111">
            <a:extLst>
              <a:ext uri="{FF2B5EF4-FFF2-40B4-BE49-F238E27FC236}">
                <a16:creationId xmlns:a16="http://schemas.microsoft.com/office/drawing/2014/main" id="{6687788A-5126-4EB8-A3E4-B6DC35C03E61}"/>
              </a:ext>
            </a:extLst>
          </p:cNvPr>
          <p:cNvSpPr txBox="1"/>
          <p:nvPr/>
        </p:nvSpPr>
        <p:spPr>
          <a:xfrm>
            <a:off x="7956880" y="3622382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641195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9220A-F6B5-48A5-9709-65BD2148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Exercise: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9A4C91-9A9F-418B-8204-32160CDDC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Show the B+-tree after inserting 8 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FBE731-D881-477C-9E9E-E0D4E7F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8DFE210-4C50-4474-A732-1D503879B844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r>
              <a:rPr 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 13</a:t>
            </a:r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338DE83-A50A-4B44-9512-D05FF95423ED}"/>
              </a:ext>
            </a:extLst>
          </p:cNvPr>
          <p:cNvSpPr/>
          <p:nvPr/>
        </p:nvSpPr>
        <p:spPr>
          <a:xfrm>
            <a:off x="5646248" y="24169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6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E3806B8F-50FB-46CF-B461-ED435C8E7129}"/>
              </a:ext>
            </a:extLst>
          </p:cNvPr>
          <p:cNvSpPr/>
          <p:nvPr/>
        </p:nvSpPr>
        <p:spPr>
          <a:xfrm>
            <a:off x="5653868" y="27598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9F95199-5DC3-48FB-8548-7F9F88A75004}"/>
              </a:ext>
            </a:extLst>
          </p:cNvPr>
          <p:cNvSpPr/>
          <p:nvPr/>
        </p:nvSpPr>
        <p:spPr>
          <a:xfrm>
            <a:off x="6063824" y="24169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80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50FDB222-348C-454B-8A06-8AE65A366B2F}"/>
              </a:ext>
            </a:extLst>
          </p:cNvPr>
          <p:cNvSpPr/>
          <p:nvPr/>
        </p:nvSpPr>
        <p:spPr>
          <a:xfrm>
            <a:off x="6485972" y="24253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4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B1B8EFC1-83A4-4549-84A1-65E1024CF671}"/>
              </a:ext>
            </a:extLst>
          </p:cNvPr>
          <p:cNvSpPr/>
          <p:nvPr/>
        </p:nvSpPr>
        <p:spPr>
          <a:xfrm>
            <a:off x="5944190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A49291D9-2B0B-482D-A725-1B948AFB6572}"/>
              </a:ext>
            </a:extLst>
          </p:cNvPr>
          <p:cNvSpPr/>
          <p:nvPr/>
        </p:nvSpPr>
        <p:spPr>
          <a:xfrm>
            <a:off x="6261944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4F44D280-8FB2-4C91-A812-C233EF96B698}"/>
              </a:ext>
            </a:extLst>
          </p:cNvPr>
          <p:cNvSpPr/>
          <p:nvPr/>
        </p:nvSpPr>
        <p:spPr>
          <a:xfrm>
            <a:off x="6581222" y="27522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80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5E59EEB-025D-44DD-B7CC-B206A0CA5AB1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6D34BF7E-8C69-4D46-9551-FFA28F977367}"/>
              </a:ext>
            </a:extLst>
          </p:cNvPr>
          <p:cNvSpPr/>
          <p:nvPr/>
        </p:nvSpPr>
        <p:spPr>
          <a:xfrm>
            <a:off x="4333322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DFF4BF72-EE9A-4910-B635-69D36E1B7D71}"/>
              </a:ext>
            </a:extLst>
          </p:cNvPr>
          <p:cNvSpPr/>
          <p:nvPr/>
        </p:nvSpPr>
        <p:spPr>
          <a:xfrm>
            <a:off x="4340942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4261DE92-AB54-41F9-B69F-B3CE7F21F681}"/>
              </a:ext>
            </a:extLst>
          </p:cNvPr>
          <p:cNvSpPr/>
          <p:nvPr/>
        </p:nvSpPr>
        <p:spPr>
          <a:xfrm>
            <a:off x="4750898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A5D3C023-D22D-40C1-ACB5-DA7713481ED6}"/>
              </a:ext>
            </a:extLst>
          </p:cNvPr>
          <p:cNvSpPr/>
          <p:nvPr/>
        </p:nvSpPr>
        <p:spPr>
          <a:xfrm>
            <a:off x="5173046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1A9249D9-4BBC-4726-B73C-00BD9EF2DDF6}"/>
              </a:ext>
            </a:extLst>
          </p:cNvPr>
          <p:cNvSpPr/>
          <p:nvPr/>
        </p:nvSpPr>
        <p:spPr>
          <a:xfrm>
            <a:off x="4631264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object 17">
            <a:extLst>
              <a:ext uri="{FF2B5EF4-FFF2-40B4-BE49-F238E27FC236}">
                <a16:creationId xmlns:a16="http://schemas.microsoft.com/office/drawing/2014/main" id="{B4F94906-5D09-4E5B-A720-95308FFEA1EE}"/>
              </a:ext>
            </a:extLst>
          </p:cNvPr>
          <p:cNvSpPr/>
          <p:nvPr/>
        </p:nvSpPr>
        <p:spPr>
          <a:xfrm>
            <a:off x="494901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C8F4751E-3CA5-43BB-BCC4-78EBA654A188}"/>
              </a:ext>
            </a:extLst>
          </p:cNvPr>
          <p:cNvSpPr/>
          <p:nvPr/>
        </p:nvSpPr>
        <p:spPr>
          <a:xfrm>
            <a:off x="5268296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61117A01-6DDD-45C9-857B-3D091BBA0B02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8CBAB9A-28BB-4AF2-A9A9-1D76FF2282C0}"/>
              </a:ext>
            </a:extLst>
          </p:cNvPr>
          <p:cNvSpPr/>
          <p:nvPr/>
        </p:nvSpPr>
        <p:spPr>
          <a:xfrm>
            <a:off x="7881194" y="357901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D1A32857-B8DC-4E04-A2E3-EF4CD960FDFF}"/>
              </a:ext>
            </a:extLst>
          </p:cNvPr>
          <p:cNvSpPr/>
          <p:nvPr/>
        </p:nvSpPr>
        <p:spPr>
          <a:xfrm>
            <a:off x="7888814" y="392191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8AE48A38-F83E-4F39-A53D-B5165EA03314}"/>
              </a:ext>
            </a:extLst>
          </p:cNvPr>
          <p:cNvSpPr/>
          <p:nvPr/>
        </p:nvSpPr>
        <p:spPr>
          <a:xfrm>
            <a:off x="8298770" y="357901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14039AFC-CAD6-4430-9255-5DC23B6ED221}"/>
              </a:ext>
            </a:extLst>
          </p:cNvPr>
          <p:cNvSpPr/>
          <p:nvPr/>
        </p:nvSpPr>
        <p:spPr>
          <a:xfrm>
            <a:off x="8720918" y="358739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D5DE313E-4476-40BB-A2DD-24125EDD0C72}"/>
              </a:ext>
            </a:extLst>
          </p:cNvPr>
          <p:cNvSpPr/>
          <p:nvPr/>
        </p:nvSpPr>
        <p:spPr>
          <a:xfrm>
            <a:off x="817989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7" name="object 25">
            <a:extLst>
              <a:ext uri="{FF2B5EF4-FFF2-40B4-BE49-F238E27FC236}">
                <a16:creationId xmlns:a16="http://schemas.microsoft.com/office/drawing/2014/main" id="{A4A5A4BF-E663-4B2F-8972-4B4AEE39D415}"/>
              </a:ext>
            </a:extLst>
          </p:cNvPr>
          <p:cNvSpPr/>
          <p:nvPr/>
        </p:nvSpPr>
        <p:spPr>
          <a:xfrm>
            <a:off x="8496890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74ECB210-0F0C-4C09-826B-7C65DD95622A}"/>
              </a:ext>
            </a:extLst>
          </p:cNvPr>
          <p:cNvSpPr/>
          <p:nvPr/>
        </p:nvSpPr>
        <p:spPr>
          <a:xfrm>
            <a:off x="8816168" y="391429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9" name="object 27">
            <a:extLst>
              <a:ext uri="{FF2B5EF4-FFF2-40B4-BE49-F238E27FC236}">
                <a16:creationId xmlns:a16="http://schemas.microsoft.com/office/drawing/2014/main" id="{E9C3B1B5-25F6-4EEC-84F7-D4CD5A811259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0" name="object 28">
            <a:extLst>
              <a:ext uri="{FF2B5EF4-FFF2-40B4-BE49-F238E27FC236}">
                <a16:creationId xmlns:a16="http://schemas.microsoft.com/office/drawing/2014/main" id="{9F2327CB-7AFC-4F89-BB9B-48888BBE1210}"/>
              </a:ext>
            </a:extLst>
          </p:cNvPr>
          <p:cNvSpPr/>
          <p:nvPr/>
        </p:nvSpPr>
        <p:spPr>
          <a:xfrm>
            <a:off x="26744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1" name="object 29">
            <a:extLst>
              <a:ext uri="{FF2B5EF4-FFF2-40B4-BE49-F238E27FC236}">
                <a16:creationId xmlns:a16="http://schemas.microsoft.com/office/drawing/2014/main" id="{1E8CC6D2-C6BB-4733-A560-56022B97B61A}"/>
              </a:ext>
            </a:extLst>
          </p:cNvPr>
          <p:cNvSpPr/>
          <p:nvPr/>
        </p:nvSpPr>
        <p:spPr>
          <a:xfrm>
            <a:off x="26820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5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2" name="object 30">
            <a:extLst>
              <a:ext uri="{FF2B5EF4-FFF2-40B4-BE49-F238E27FC236}">
                <a16:creationId xmlns:a16="http://schemas.microsoft.com/office/drawing/2014/main" id="{2A2D6C54-36FC-436D-8E55-E247B4EE94E8}"/>
              </a:ext>
            </a:extLst>
          </p:cNvPr>
          <p:cNvSpPr/>
          <p:nvPr/>
        </p:nvSpPr>
        <p:spPr>
          <a:xfrm>
            <a:off x="30920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3" name="object 31">
            <a:extLst>
              <a:ext uri="{FF2B5EF4-FFF2-40B4-BE49-F238E27FC236}">
                <a16:creationId xmlns:a16="http://schemas.microsoft.com/office/drawing/2014/main" id="{C8FF8D12-DD4A-47C3-B253-13F464B63160}"/>
              </a:ext>
            </a:extLst>
          </p:cNvPr>
          <p:cNvSpPr/>
          <p:nvPr/>
        </p:nvSpPr>
        <p:spPr>
          <a:xfrm>
            <a:off x="35141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4" name="object 32">
            <a:extLst>
              <a:ext uri="{FF2B5EF4-FFF2-40B4-BE49-F238E27FC236}">
                <a16:creationId xmlns:a16="http://schemas.microsoft.com/office/drawing/2014/main" id="{AADAF761-8611-4610-8177-D509C738EDAD}"/>
              </a:ext>
            </a:extLst>
          </p:cNvPr>
          <p:cNvSpPr/>
          <p:nvPr/>
        </p:nvSpPr>
        <p:spPr>
          <a:xfrm>
            <a:off x="29723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object 33">
            <a:extLst>
              <a:ext uri="{FF2B5EF4-FFF2-40B4-BE49-F238E27FC236}">
                <a16:creationId xmlns:a16="http://schemas.microsoft.com/office/drawing/2014/main" id="{020B6455-8986-4217-8E6B-8F442C02CD4A}"/>
              </a:ext>
            </a:extLst>
          </p:cNvPr>
          <p:cNvSpPr/>
          <p:nvPr/>
        </p:nvSpPr>
        <p:spPr>
          <a:xfrm>
            <a:off x="32901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object 34">
            <a:extLst>
              <a:ext uri="{FF2B5EF4-FFF2-40B4-BE49-F238E27FC236}">
                <a16:creationId xmlns:a16="http://schemas.microsoft.com/office/drawing/2014/main" id="{6DE56270-4213-4903-A7D4-B2AAF4BB13EA}"/>
              </a:ext>
            </a:extLst>
          </p:cNvPr>
          <p:cNvSpPr/>
          <p:nvPr/>
        </p:nvSpPr>
        <p:spPr>
          <a:xfrm>
            <a:off x="36094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7" name="object 35">
            <a:extLst>
              <a:ext uri="{FF2B5EF4-FFF2-40B4-BE49-F238E27FC236}">
                <a16:creationId xmlns:a16="http://schemas.microsoft.com/office/drawing/2014/main" id="{177AEB8C-143A-4B64-AAA3-83D56DECF278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8" name="object 36">
            <a:extLst>
              <a:ext uri="{FF2B5EF4-FFF2-40B4-BE49-F238E27FC236}">
                <a16:creationId xmlns:a16="http://schemas.microsoft.com/office/drawing/2014/main" id="{B41A90A3-1D0B-494C-A0A7-9F135BC8BFCF}"/>
              </a:ext>
            </a:extLst>
          </p:cNvPr>
          <p:cNvSpPr/>
          <p:nvPr/>
        </p:nvSpPr>
        <p:spPr>
          <a:xfrm>
            <a:off x="41603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49" y="695705"/>
                </a:lnTo>
                <a:lnTo>
                  <a:pt x="1238249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object 37">
            <a:extLst>
              <a:ext uri="{FF2B5EF4-FFF2-40B4-BE49-F238E27FC236}">
                <a16:creationId xmlns:a16="http://schemas.microsoft.com/office/drawing/2014/main" id="{4ADBAB61-C9C9-46A7-8761-2F9B17A01446}"/>
              </a:ext>
            </a:extLst>
          </p:cNvPr>
          <p:cNvSpPr/>
          <p:nvPr/>
        </p:nvSpPr>
        <p:spPr>
          <a:xfrm>
            <a:off x="41679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object 38">
            <a:extLst>
              <a:ext uri="{FF2B5EF4-FFF2-40B4-BE49-F238E27FC236}">
                <a16:creationId xmlns:a16="http://schemas.microsoft.com/office/drawing/2014/main" id="{8E25339D-660C-4135-A230-7BEEB33F5650}"/>
              </a:ext>
            </a:extLst>
          </p:cNvPr>
          <p:cNvSpPr/>
          <p:nvPr/>
        </p:nvSpPr>
        <p:spPr>
          <a:xfrm>
            <a:off x="45779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object 39">
            <a:extLst>
              <a:ext uri="{FF2B5EF4-FFF2-40B4-BE49-F238E27FC236}">
                <a16:creationId xmlns:a16="http://schemas.microsoft.com/office/drawing/2014/main" id="{5C3C4E80-2021-4F53-B760-ACDF379187F8}"/>
              </a:ext>
            </a:extLst>
          </p:cNvPr>
          <p:cNvSpPr/>
          <p:nvPr/>
        </p:nvSpPr>
        <p:spPr>
          <a:xfrm>
            <a:off x="50000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object 40">
            <a:extLst>
              <a:ext uri="{FF2B5EF4-FFF2-40B4-BE49-F238E27FC236}">
                <a16:creationId xmlns:a16="http://schemas.microsoft.com/office/drawing/2014/main" id="{B1F55F00-59FC-482A-9D0D-ABBDCD6F3E7A}"/>
              </a:ext>
            </a:extLst>
          </p:cNvPr>
          <p:cNvSpPr/>
          <p:nvPr/>
        </p:nvSpPr>
        <p:spPr>
          <a:xfrm>
            <a:off x="44582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object 41">
            <a:extLst>
              <a:ext uri="{FF2B5EF4-FFF2-40B4-BE49-F238E27FC236}">
                <a16:creationId xmlns:a16="http://schemas.microsoft.com/office/drawing/2014/main" id="{E4C7941A-AA58-42C9-B351-2A865CABF4BF}"/>
              </a:ext>
            </a:extLst>
          </p:cNvPr>
          <p:cNvSpPr/>
          <p:nvPr/>
        </p:nvSpPr>
        <p:spPr>
          <a:xfrm>
            <a:off x="47760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object 42">
            <a:extLst>
              <a:ext uri="{FF2B5EF4-FFF2-40B4-BE49-F238E27FC236}">
                <a16:creationId xmlns:a16="http://schemas.microsoft.com/office/drawing/2014/main" id="{C1F4E6E4-730C-457A-AEAF-8563FE62389D}"/>
              </a:ext>
            </a:extLst>
          </p:cNvPr>
          <p:cNvSpPr/>
          <p:nvPr/>
        </p:nvSpPr>
        <p:spPr>
          <a:xfrm>
            <a:off x="50953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5" name="object 43">
            <a:extLst>
              <a:ext uri="{FF2B5EF4-FFF2-40B4-BE49-F238E27FC236}">
                <a16:creationId xmlns:a16="http://schemas.microsoft.com/office/drawing/2014/main" id="{4284FD2D-CBFA-44C8-A61C-E1B79E8970BE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object 44">
            <a:extLst>
              <a:ext uri="{FF2B5EF4-FFF2-40B4-BE49-F238E27FC236}">
                <a16:creationId xmlns:a16="http://schemas.microsoft.com/office/drawing/2014/main" id="{15263105-E83D-4830-81D1-D9829CA29A11}"/>
              </a:ext>
            </a:extLst>
          </p:cNvPr>
          <p:cNvSpPr/>
          <p:nvPr/>
        </p:nvSpPr>
        <p:spPr>
          <a:xfrm>
            <a:off x="56462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object 45">
            <a:extLst>
              <a:ext uri="{FF2B5EF4-FFF2-40B4-BE49-F238E27FC236}">
                <a16:creationId xmlns:a16="http://schemas.microsoft.com/office/drawing/2014/main" id="{396B5E7D-FFBF-49C0-A6F4-6F3933BF32CE}"/>
              </a:ext>
            </a:extLst>
          </p:cNvPr>
          <p:cNvSpPr/>
          <p:nvPr/>
        </p:nvSpPr>
        <p:spPr>
          <a:xfrm>
            <a:off x="56538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object 46">
            <a:extLst>
              <a:ext uri="{FF2B5EF4-FFF2-40B4-BE49-F238E27FC236}">
                <a16:creationId xmlns:a16="http://schemas.microsoft.com/office/drawing/2014/main" id="{97C30A1E-0625-49D0-9C2B-4F3F07F16574}"/>
              </a:ext>
            </a:extLst>
          </p:cNvPr>
          <p:cNvSpPr/>
          <p:nvPr/>
        </p:nvSpPr>
        <p:spPr>
          <a:xfrm>
            <a:off x="60638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object 47">
            <a:extLst>
              <a:ext uri="{FF2B5EF4-FFF2-40B4-BE49-F238E27FC236}">
                <a16:creationId xmlns:a16="http://schemas.microsoft.com/office/drawing/2014/main" id="{FA38CEDE-8D6D-4DFA-A709-1F9BA2F328FC}"/>
              </a:ext>
            </a:extLst>
          </p:cNvPr>
          <p:cNvSpPr/>
          <p:nvPr/>
        </p:nvSpPr>
        <p:spPr>
          <a:xfrm>
            <a:off x="64859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object 48">
            <a:extLst>
              <a:ext uri="{FF2B5EF4-FFF2-40B4-BE49-F238E27FC236}">
                <a16:creationId xmlns:a16="http://schemas.microsoft.com/office/drawing/2014/main" id="{B67B9096-34E8-432B-BEA6-8119254D60A0}"/>
              </a:ext>
            </a:extLst>
          </p:cNvPr>
          <p:cNvSpPr/>
          <p:nvPr/>
        </p:nvSpPr>
        <p:spPr>
          <a:xfrm>
            <a:off x="59441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object 49">
            <a:extLst>
              <a:ext uri="{FF2B5EF4-FFF2-40B4-BE49-F238E27FC236}">
                <a16:creationId xmlns:a16="http://schemas.microsoft.com/office/drawing/2014/main" id="{3D47A908-71E7-4D1A-A75B-128596C61A77}"/>
              </a:ext>
            </a:extLst>
          </p:cNvPr>
          <p:cNvSpPr/>
          <p:nvPr/>
        </p:nvSpPr>
        <p:spPr>
          <a:xfrm>
            <a:off x="62619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object 50">
            <a:extLst>
              <a:ext uri="{FF2B5EF4-FFF2-40B4-BE49-F238E27FC236}">
                <a16:creationId xmlns:a16="http://schemas.microsoft.com/office/drawing/2014/main" id="{67DD870C-95F8-433D-935F-EAC4937E79BB}"/>
              </a:ext>
            </a:extLst>
          </p:cNvPr>
          <p:cNvSpPr/>
          <p:nvPr/>
        </p:nvSpPr>
        <p:spPr>
          <a:xfrm>
            <a:off x="65812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3" name="object 51">
            <a:extLst>
              <a:ext uri="{FF2B5EF4-FFF2-40B4-BE49-F238E27FC236}">
                <a16:creationId xmlns:a16="http://schemas.microsoft.com/office/drawing/2014/main" id="{236ACFC8-4624-4ED6-8A48-C924846E2801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4" name="object 52">
            <a:extLst>
              <a:ext uri="{FF2B5EF4-FFF2-40B4-BE49-F238E27FC236}">
                <a16:creationId xmlns:a16="http://schemas.microsoft.com/office/drawing/2014/main" id="{B92705CB-F763-46FF-ADA9-D11289E61B60}"/>
              </a:ext>
            </a:extLst>
          </p:cNvPr>
          <p:cNvSpPr/>
          <p:nvPr/>
        </p:nvSpPr>
        <p:spPr>
          <a:xfrm>
            <a:off x="71321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6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5" name="object 53">
            <a:extLst>
              <a:ext uri="{FF2B5EF4-FFF2-40B4-BE49-F238E27FC236}">
                <a16:creationId xmlns:a16="http://schemas.microsoft.com/office/drawing/2014/main" id="{6264B852-3109-469B-9701-DFB357B3514C}"/>
              </a:ext>
            </a:extLst>
          </p:cNvPr>
          <p:cNvSpPr/>
          <p:nvPr/>
        </p:nvSpPr>
        <p:spPr>
          <a:xfrm>
            <a:off x="7139768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6" name="object 54">
            <a:extLst>
              <a:ext uri="{FF2B5EF4-FFF2-40B4-BE49-F238E27FC236}">
                <a16:creationId xmlns:a16="http://schemas.microsoft.com/office/drawing/2014/main" id="{AC5FA313-6B70-4587-AB27-6B0F61DE732D}"/>
              </a:ext>
            </a:extLst>
          </p:cNvPr>
          <p:cNvSpPr/>
          <p:nvPr/>
        </p:nvSpPr>
        <p:spPr>
          <a:xfrm>
            <a:off x="7549724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object 55">
            <a:extLst>
              <a:ext uri="{FF2B5EF4-FFF2-40B4-BE49-F238E27FC236}">
                <a16:creationId xmlns:a16="http://schemas.microsoft.com/office/drawing/2014/main" id="{7E146969-79E7-4AF0-A4DB-31CA7A7EBBDD}"/>
              </a:ext>
            </a:extLst>
          </p:cNvPr>
          <p:cNvSpPr/>
          <p:nvPr/>
        </p:nvSpPr>
        <p:spPr>
          <a:xfrm>
            <a:off x="7971872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8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8" name="object 56">
            <a:extLst>
              <a:ext uri="{FF2B5EF4-FFF2-40B4-BE49-F238E27FC236}">
                <a16:creationId xmlns:a16="http://schemas.microsoft.com/office/drawing/2014/main" id="{C0845954-AA5F-4794-8A66-F757ADE96F9B}"/>
              </a:ext>
            </a:extLst>
          </p:cNvPr>
          <p:cNvSpPr/>
          <p:nvPr/>
        </p:nvSpPr>
        <p:spPr>
          <a:xfrm>
            <a:off x="743009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9" name="object 57">
            <a:extLst>
              <a:ext uri="{FF2B5EF4-FFF2-40B4-BE49-F238E27FC236}">
                <a16:creationId xmlns:a16="http://schemas.microsoft.com/office/drawing/2014/main" id="{2B99EE87-01BA-40BC-A26B-016318145D81}"/>
              </a:ext>
            </a:extLst>
          </p:cNvPr>
          <p:cNvSpPr/>
          <p:nvPr/>
        </p:nvSpPr>
        <p:spPr>
          <a:xfrm>
            <a:off x="774784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0" name="object 58">
            <a:extLst>
              <a:ext uri="{FF2B5EF4-FFF2-40B4-BE49-F238E27FC236}">
                <a16:creationId xmlns:a16="http://schemas.microsoft.com/office/drawing/2014/main" id="{8C94FA22-A2E0-45D3-9DA4-EF8BD8F827D7}"/>
              </a:ext>
            </a:extLst>
          </p:cNvPr>
          <p:cNvSpPr/>
          <p:nvPr/>
        </p:nvSpPr>
        <p:spPr>
          <a:xfrm>
            <a:off x="806712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6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1" name="object 59">
            <a:extLst>
              <a:ext uri="{FF2B5EF4-FFF2-40B4-BE49-F238E27FC236}">
                <a16:creationId xmlns:a16="http://schemas.microsoft.com/office/drawing/2014/main" id="{F78C3FE4-E4BC-4C76-A1E7-C4CE60CBB6DE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2" name="object 60">
            <a:extLst>
              <a:ext uri="{FF2B5EF4-FFF2-40B4-BE49-F238E27FC236}">
                <a16:creationId xmlns:a16="http://schemas.microsoft.com/office/drawing/2014/main" id="{7E7DA7D2-985C-4982-81F8-062E936C1F86}"/>
              </a:ext>
            </a:extLst>
          </p:cNvPr>
          <p:cNvSpPr/>
          <p:nvPr/>
        </p:nvSpPr>
        <p:spPr>
          <a:xfrm>
            <a:off x="8618048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3" name="object 61">
            <a:extLst>
              <a:ext uri="{FF2B5EF4-FFF2-40B4-BE49-F238E27FC236}">
                <a16:creationId xmlns:a16="http://schemas.microsoft.com/office/drawing/2014/main" id="{DB31F72D-5D60-4184-891D-5C67F670B1DA}"/>
              </a:ext>
            </a:extLst>
          </p:cNvPr>
          <p:cNvSpPr/>
          <p:nvPr/>
        </p:nvSpPr>
        <p:spPr>
          <a:xfrm>
            <a:off x="8625656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4" name="object 62">
            <a:extLst>
              <a:ext uri="{FF2B5EF4-FFF2-40B4-BE49-F238E27FC236}">
                <a16:creationId xmlns:a16="http://schemas.microsoft.com/office/drawing/2014/main" id="{B11E3BB4-14D8-4AC2-ACC5-ADC604422402}"/>
              </a:ext>
            </a:extLst>
          </p:cNvPr>
          <p:cNvSpPr/>
          <p:nvPr/>
        </p:nvSpPr>
        <p:spPr>
          <a:xfrm>
            <a:off x="9035612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" name="object 63">
            <a:extLst>
              <a:ext uri="{FF2B5EF4-FFF2-40B4-BE49-F238E27FC236}">
                <a16:creationId xmlns:a16="http://schemas.microsoft.com/office/drawing/2014/main" id="{29703183-9A73-4123-AA9C-9458F1E70401}"/>
              </a:ext>
            </a:extLst>
          </p:cNvPr>
          <p:cNvSpPr/>
          <p:nvPr/>
        </p:nvSpPr>
        <p:spPr>
          <a:xfrm>
            <a:off x="9457760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6" name="object 64">
            <a:extLst>
              <a:ext uri="{FF2B5EF4-FFF2-40B4-BE49-F238E27FC236}">
                <a16:creationId xmlns:a16="http://schemas.microsoft.com/office/drawing/2014/main" id="{AF1B38A0-72FE-4E92-B8A4-C792E309B9F4}"/>
              </a:ext>
            </a:extLst>
          </p:cNvPr>
          <p:cNvSpPr/>
          <p:nvPr/>
        </p:nvSpPr>
        <p:spPr>
          <a:xfrm>
            <a:off x="8915977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7" name="object 65">
            <a:extLst>
              <a:ext uri="{FF2B5EF4-FFF2-40B4-BE49-F238E27FC236}">
                <a16:creationId xmlns:a16="http://schemas.microsoft.com/office/drawing/2014/main" id="{E7582522-CFE1-41B3-AEF7-0A28B7B4266B}"/>
              </a:ext>
            </a:extLst>
          </p:cNvPr>
          <p:cNvSpPr/>
          <p:nvPr/>
        </p:nvSpPr>
        <p:spPr>
          <a:xfrm>
            <a:off x="9233732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8" name="object 66">
            <a:extLst>
              <a:ext uri="{FF2B5EF4-FFF2-40B4-BE49-F238E27FC236}">
                <a16:creationId xmlns:a16="http://schemas.microsoft.com/office/drawing/2014/main" id="{C269B403-818F-4510-B331-9BB6A0C09A15}"/>
              </a:ext>
            </a:extLst>
          </p:cNvPr>
          <p:cNvSpPr/>
          <p:nvPr/>
        </p:nvSpPr>
        <p:spPr>
          <a:xfrm>
            <a:off x="9553010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9" name="object 67">
            <a:extLst>
              <a:ext uri="{FF2B5EF4-FFF2-40B4-BE49-F238E27FC236}">
                <a16:creationId xmlns:a16="http://schemas.microsoft.com/office/drawing/2014/main" id="{ED770AB5-AD07-4F72-BAA4-E7216DB6A55F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0" name="object 68">
            <a:extLst>
              <a:ext uri="{FF2B5EF4-FFF2-40B4-BE49-F238E27FC236}">
                <a16:creationId xmlns:a16="http://schemas.microsoft.com/office/drawing/2014/main" id="{C80CBB09-C57A-4633-ACD8-134397054763}"/>
              </a:ext>
            </a:extLst>
          </p:cNvPr>
          <p:cNvSpPr/>
          <p:nvPr/>
        </p:nvSpPr>
        <p:spPr>
          <a:xfrm>
            <a:off x="10105472" y="4855366"/>
            <a:ext cx="1238250" cy="695960"/>
          </a:xfrm>
          <a:custGeom>
            <a:avLst/>
            <a:gdLst/>
            <a:ahLst/>
            <a:cxnLst/>
            <a:rect l="l" t="t" r="r" b="b"/>
            <a:pathLst>
              <a:path w="1238250" h="695960">
                <a:moveTo>
                  <a:pt x="0" y="0"/>
                </a:moveTo>
                <a:lnTo>
                  <a:pt x="0" y="695705"/>
                </a:lnTo>
                <a:lnTo>
                  <a:pt x="1238250" y="695705"/>
                </a:lnTo>
                <a:lnTo>
                  <a:pt x="123825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1" name="object 69">
            <a:extLst>
              <a:ext uri="{FF2B5EF4-FFF2-40B4-BE49-F238E27FC236}">
                <a16:creationId xmlns:a16="http://schemas.microsoft.com/office/drawing/2014/main" id="{1710FE15-C9C3-4E4C-9FB2-BCA00B1BA5D8}"/>
              </a:ext>
            </a:extLst>
          </p:cNvPr>
          <p:cNvSpPr/>
          <p:nvPr/>
        </p:nvSpPr>
        <p:spPr>
          <a:xfrm>
            <a:off x="10113079" y="5198266"/>
            <a:ext cx="1214755" cy="0"/>
          </a:xfrm>
          <a:custGeom>
            <a:avLst/>
            <a:gdLst/>
            <a:ahLst/>
            <a:cxnLst/>
            <a:rect l="l" t="t" r="r" b="b"/>
            <a:pathLst>
              <a:path w="1214754">
                <a:moveTo>
                  <a:pt x="0" y="0"/>
                </a:moveTo>
                <a:lnTo>
                  <a:pt x="1214628" y="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2" name="object 70">
            <a:extLst>
              <a:ext uri="{FF2B5EF4-FFF2-40B4-BE49-F238E27FC236}">
                <a16:creationId xmlns:a16="http://schemas.microsoft.com/office/drawing/2014/main" id="{B37D5539-1971-4F67-B7CB-DD1FE99E803A}"/>
              </a:ext>
            </a:extLst>
          </p:cNvPr>
          <p:cNvSpPr/>
          <p:nvPr/>
        </p:nvSpPr>
        <p:spPr>
          <a:xfrm>
            <a:off x="10523036" y="4855366"/>
            <a:ext cx="0" cy="335280"/>
          </a:xfrm>
          <a:custGeom>
            <a:avLst/>
            <a:gdLst/>
            <a:ahLst/>
            <a:cxnLst/>
            <a:rect l="l" t="t" r="r" b="b"/>
            <a:pathLst>
              <a:path h="335279">
                <a:moveTo>
                  <a:pt x="0" y="0"/>
                </a:moveTo>
                <a:lnTo>
                  <a:pt x="0" y="335280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3" name="object 71">
            <a:extLst>
              <a:ext uri="{FF2B5EF4-FFF2-40B4-BE49-F238E27FC236}">
                <a16:creationId xmlns:a16="http://schemas.microsoft.com/office/drawing/2014/main" id="{8E765100-9004-406E-A348-9D9409A5D7D9}"/>
              </a:ext>
            </a:extLst>
          </p:cNvPr>
          <p:cNvSpPr/>
          <p:nvPr/>
        </p:nvSpPr>
        <p:spPr>
          <a:xfrm>
            <a:off x="10945184" y="4863748"/>
            <a:ext cx="0" cy="334645"/>
          </a:xfrm>
          <a:custGeom>
            <a:avLst/>
            <a:gdLst/>
            <a:ahLst/>
            <a:cxnLst/>
            <a:rect l="l" t="t" r="r" b="b"/>
            <a:pathLst>
              <a:path h="334645">
                <a:moveTo>
                  <a:pt x="0" y="0"/>
                </a:moveTo>
                <a:lnTo>
                  <a:pt x="0" y="334517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4" name="object 72">
            <a:extLst>
              <a:ext uri="{FF2B5EF4-FFF2-40B4-BE49-F238E27FC236}">
                <a16:creationId xmlns:a16="http://schemas.microsoft.com/office/drawing/2014/main" id="{11A97036-F2D5-40A2-9193-1976B67385D7}"/>
              </a:ext>
            </a:extLst>
          </p:cNvPr>
          <p:cNvSpPr/>
          <p:nvPr/>
        </p:nvSpPr>
        <p:spPr>
          <a:xfrm>
            <a:off x="10403401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object 73">
            <a:extLst>
              <a:ext uri="{FF2B5EF4-FFF2-40B4-BE49-F238E27FC236}">
                <a16:creationId xmlns:a16="http://schemas.microsoft.com/office/drawing/2014/main" id="{E39C5923-6048-44C0-87AC-C723272B3CFF}"/>
              </a:ext>
            </a:extLst>
          </p:cNvPr>
          <p:cNvSpPr/>
          <p:nvPr/>
        </p:nvSpPr>
        <p:spPr>
          <a:xfrm>
            <a:off x="10721156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object 74">
            <a:extLst>
              <a:ext uri="{FF2B5EF4-FFF2-40B4-BE49-F238E27FC236}">
                <a16:creationId xmlns:a16="http://schemas.microsoft.com/office/drawing/2014/main" id="{B63C3D32-9597-40E9-880F-1D1932226D63}"/>
              </a:ext>
            </a:extLst>
          </p:cNvPr>
          <p:cNvSpPr/>
          <p:nvPr/>
        </p:nvSpPr>
        <p:spPr>
          <a:xfrm>
            <a:off x="11040434" y="5190645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425"/>
                </a:lnTo>
              </a:path>
            </a:pathLst>
          </a:custGeom>
          <a:ln w="12700">
            <a:solidFill>
              <a:srgbClr val="FF0066"/>
            </a:solidFill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object 75">
            <a:extLst>
              <a:ext uri="{FF2B5EF4-FFF2-40B4-BE49-F238E27FC236}">
                <a16:creationId xmlns:a16="http://schemas.microsoft.com/office/drawing/2014/main" id="{DF17DF25-308C-475E-AAEE-8B57AFC97160}"/>
              </a:ext>
            </a:extLst>
          </p:cNvPr>
          <p:cNvSpPr txBox="1"/>
          <p:nvPr/>
        </p:nvSpPr>
        <p:spPr>
          <a:xfrm>
            <a:off x="5714314" y="4916258"/>
            <a:ext cx="108204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13	17	19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8" name="object 76">
            <a:extLst>
              <a:ext uri="{FF2B5EF4-FFF2-40B4-BE49-F238E27FC236}">
                <a16:creationId xmlns:a16="http://schemas.microsoft.com/office/drawing/2014/main" id="{80FD0D99-D4EF-4B14-927C-E82A91ED3EC7}"/>
              </a:ext>
            </a:extLst>
          </p:cNvPr>
          <p:cNvSpPr txBox="1"/>
          <p:nvPr/>
        </p:nvSpPr>
        <p:spPr>
          <a:xfrm>
            <a:off x="8725730" y="4909400"/>
            <a:ext cx="213741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105" algn="l"/>
                <a:tab pos="1476375" algn="l"/>
                <a:tab pos="189547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31	37	41	43	47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79" name="object 77">
            <a:extLst>
              <a:ext uri="{FF2B5EF4-FFF2-40B4-BE49-F238E27FC236}">
                <a16:creationId xmlns:a16="http://schemas.microsoft.com/office/drawing/2014/main" id="{1C51774B-7C67-431B-A585-A1FD60795F55}"/>
              </a:ext>
            </a:extLst>
          </p:cNvPr>
          <p:cNvSpPr/>
          <p:nvPr/>
        </p:nvSpPr>
        <p:spPr>
          <a:xfrm>
            <a:off x="9016562" y="4139848"/>
            <a:ext cx="1376680" cy="706755"/>
          </a:xfrm>
          <a:custGeom>
            <a:avLst/>
            <a:gdLst/>
            <a:ahLst/>
            <a:cxnLst/>
            <a:rect l="l" t="t" r="r" b="b"/>
            <a:pathLst>
              <a:path w="1376679" h="706754">
                <a:moveTo>
                  <a:pt x="1310755" y="667057"/>
                </a:moveTo>
                <a:lnTo>
                  <a:pt x="6857" y="0"/>
                </a:lnTo>
                <a:lnTo>
                  <a:pt x="3047" y="0"/>
                </a:lnTo>
                <a:lnTo>
                  <a:pt x="0" y="2286"/>
                </a:lnTo>
                <a:lnTo>
                  <a:pt x="0" y="6096"/>
                </a:lnTo>
                <a:lnTo>
                  <a:pt x="2285" y="8382"/>
                </a:lnTo>
                <a:lnTo>
                  <a:pt x="1306372" y="675536"/>
                </a:lnTo>
                <a:lnTo>
                  <a:pt x="1310755" y="667057"/>
                </a:lnTo>
                <a:close/>
              </a:path>
              <a:path w="1376679" h="706754">
                <a:moveTo>
                  <a:pt x="1324355" y="705911"/>
                </a:moveTo>
                <a:lnTo>
                  <a:pt x="1324355" y="675893"/>
                </a:lnTo>
                <a:lnTo>
                  <a:pt x="1323593" y="679704"/>
                </a:lnTo>
                <a:lnTo>
                  <a:pt x="1321307" y="681990"/>
                </a:lnTo>
                <a:lnTo>
                  <a:pt x="1317497" y="681227"/>
                </a:lnTo>
                <a:lnTo>
                  <a:pt x="1306372" y="675536"/>
                </a:lnTo>
                <a:lnTo>
                  <a:pt x="1290827" y="705611"/>
                </a:lnTo>
                <a:lnTo>
                  <a:pt x="1324355" y="705911"/>
                </a:lnTo>
                <a:close/>
              </a:path>
              <a:path w="1376679" h="706754">
                <a:moveTo>
                  <a:pt x="1324355" y="675893"/>
                </a:moveTo>
                <a:lnTo>
                  <a:pt x="1322069" y="672845"/>
                </a:lnTo>
                <a:lnTo>
                  <a:pt x="1310755" y="667057"/>
                </a:lnTo>
                <a:lnTo>
                  <a:pt x="1306372" y="675536"/>
                </a:lnTo>
                <a:lnTo>
                  <a:pt x="1317497" y="681227"/>
                </a:lnTo>
                <a:lnTo>
                  <a:pt x="1321307" y="681990"/>
                </a:lnTo>
                <a:lnTo>
                  <a:pt x="1323593" y="679704"/>
                </a:lnTo>
                <a:lnTo>
                  <a:pt x="1324355" y="675893"/>
                </a:lnTo>
                <a:close/>
              </a:path>
              <a:path w="1376679" h="706754">
                <a:moveTo>
                  <a:pt x="1376171" y="706373"/>
                </a:moveTo>
                <a:lnTo>
                  <a:pt x="1325879" y="637793"/>
                </a:lnTo>
                <a:lnTo>
                  <a:pt x="1310755" y="667057"/>
                </a:lnTo>
                <a:lnTo>
                  <a:pt x="1322069" y="672845"/>
                </a:lnTo>
                <a:lnTo>
                  <a:pt x="1324355" y="675893"/>
                </a:lnTo>
                <a:lnTo>
                  <a:pt x="1324355" y="705911"/>
                </a:lnTo>
                <a:lnTo>
                  <a:pt x="1376171" y="706373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object 78">
            <a:extLst>
              <a:ext uri="{FF2B5EF4-FFF2-40B4-BE49-F238E27FC236}">
                <a16:creationId xmlns:a16="http://schemas.microsoft.com/office/drawing/2014/main" id="{A1C123A0-0DF5-4BC2-8FF1-B2F046529335}"/>
              </a:ext>
            </a:extLst>
          </p:cNvPr>
          <p:cNvSpPr/>
          <p:nvPr/>
        </p:nvSpPr>
        <p:spPr>
          <a:xfrm>
            <a:off x="8650052" y="4129942"/>
            <a:ext cx="288290" cy="735330"/>
          </a:xfrm>
          <a:custGeom>
            <a:avLst/>
            <a:gdLst/>
            <a:ahLst/>
            <a:cxnLst/>
            <a:rect l="l" t="t" r="r" b="b"/>
            <a:pathLst>
              <a:path w="288290" h="735329">
                <a:moveTo>
                  <a:pt x="256957" y="661888"/>
                </a:moveTo>
                <a:lnTo>
                  <a:pt x="9144" y="3048"/>
                </a:lnTo>
                <a:lnTo>
                  <a:pt x="6096" y="762"/>
                </a:lnTo>
                <a:lnTo>
                  <a:pt x="2286" y="0"/>
                </a:lnTo>
                <a:lnTo>
                  <a:pt x="0" y="3048"/>
                </a:lnTo>
                <a:lnTo>
                  <a:pt x="0" y="6858"/>
                </a:lnTo>
                <a:lnTo>
                  <a:pt x="247712" y="665429"/>
                </a:lnTo>
                <a:lnTo>
                  <a:pt x="256957" y="661888"/>
                </a:lnTo>
                <a:close/>
              </a:path>
              <a:path w="288290" h="735329">
                <a:moveTo>
                  <a:pt x="261366" y="719086"/>
                </a:moveTo>
                <a:lnTo>
                  <a:pt x="261366" y="673608"/>
                </a:lnTo>
                <a:lnTo>
                  <a:pt x="260604" y="677418"/>
                </a:lnTo>
                <a:lnTo>
                  <a:pt x="258318" y="680466"/>
                </a:lnTo>
                <a:lnTo>
                  <a:pt x="254508" y="679704"/>
                </a:lnTo>
                <a:lnTo>
                  <a:pt x="252222" y="677418"/>
                </a:lnTo>
                <a:lnTo>
                  <a:pt x="247712" y="665429"/>
                </a:lnTo>
                <a:lnTo>
                  <a:pt x="216408" y="677418"/>
                </a:lnTo>
                <a:lnTo>
                  <a:pt x="261366" y="719086"/>
                </a:lnTo>
                <a:close/>
              </a:path>
              <a:path w="288290" h="735329">
                <a:moveTo>
                  <a:pt x="261366" y="673608"/>
                </a:moveTo>
                <a:lnTo>
                  <a:pt x="256957" y="661888"/>
                </a:lnTo>
                <a:lnTo>
                  <a:pt x="247712" y="665429"/>
                </a:lnTo>
                <a:lnTo>
                  <a:pt x="252222" y="677418"/>
                </a:lnTo>
                <a:lnTo>
                  <a:pt x="254508" y="679704"/>
                </a:lnTo>
                <a:lnTo>
                  <a:pt x="258318" y="680466"/>
                </a:lnTo>
                <a:lnTo>
                  <a:pt x="260604" y="677418"/>
                </a:lnTo>
                <a:lnTo>
                  <a:pt x="261366" y="673608"/>
                </a:lnTo>
                <a:close/>
              </a:path>
              <a:path w="288290" h="735329">
                <a:moveTo>
                  <a:pt x="288036" y="649986"/>
                </a:moveTo>
                <a:lnTo>
                  <a:pt x="256957" y="661888"/>
                </a:lnTo>
                <a:lnTo>
                  <a:pt x="261366" y="673608"/>
                </a:lnTo>
                <a:lnTo>
                  <a:pt x="261366" y="719086"/>
                </a:lnTo>
                <a:lnTo>
                  <a:pt x="278892" y="735330"/>
                </a:lnTo>
                <a:lnTo>
                  <a:pt x="288036" y="64998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1" name="object 79">
            <a:extLst>
              <a:ext uri="{FF2B5EF4-FFF2-40B4-BE49-F238E27FC236}">
                <a16:creationId xmlns:a16="http://schemas.microsoft.com/office/drawing/2014/main" id="{A90AFA57-850C-4D5A-BC99-4D440D55F097}"/>
              </a:ext>
            </a:extLst>
          </p:cNvPr>
          <p:cNvSpPr/>
          <p:nvPr/>
        </p:nvSpPr>
        <p:spPr>
          <a:xfrm>
            <a:off x="7466653" y="4139848"/>
            <a:ext cx="892810" cy="706755"/>
          </a:xfrm>
          <a:custGeom>
            <a:avLst/>
            <a:gdLst/>
            <a:ahLst/>
            <a:cxnLst/>
            <a:rect l="l" t="t" r="r" b="b"/>
            <a:pathLst>
              <a:path w="892809" h="706754">
                <a:moveTo>
                  <a:pt x="57267" y="655014"/>
                </a:moveTo>
                <a:lnTo>
                  <a:pt x="36575" y="628650"/>
                </a:lnTo>
                <a:lnTo>
                  <a:pt x="0" y="706374"/>
                </a:lnTo>
                <a:lnTo>
                  <a:pt x="45719" y="696814"/>
                </a:lnTo>
                <a:lnTo>
                  <a:pt x="45719" y="665988"/>
                </a:lnTo>
                <a:lnTo>
                  <a:pt x="47243" y="662940"/>
                </a:lnTo>
                <a:lnTo>
                  <a:pt x="57267" y="655014"/>
                </a:lnTo>
                <a:close/>
              </a:path>
              <a:path w="892809" h="706754">
                <a:moveTo>
                  <a:pt x="63291" y="662690"/>
                </a:moveTo>
                <a:lnTo>
                  <a:pt x="57267" y="655014"/>
                </a:lnTo>
                <a:lnTo>
                  <a:pt x="47243" y="662940"/>
                </a:lnTo>
                <a:lnTo>
                  <a:pt x="45719" y="665988"/>
                </a:lnTo>
                <a:lnTo>
                  <a:pt x="46481" y="669798"/>
                </a:lnTo>
                <a:lnTo>
                  <a:pt x="49529" y="671322"/>
                </a:lnTo>
                <a:lnTo>
                  <a:pt x="53339" y="670560"/>
                </a:lnTo>
                <a:lnTo>
                  <a:pt x="63291" y="662690"/>
                </a:lnTo>
                <a:close/>
              </a:path>
              <a:path w="892809" h="706754">
                <a:moveTo>
                  <a:pt x="83819" y="688848"/>
                </a:moveTo>
                <a:lnTo>
                  <a:pt x="63291" y="662690"/>
                </a:lnTo>
                <a:lnTo>
                  <a:pt x="53339" y="670560"/>
                </a:lnTo>
                <a:lnTo>
                  <a:pt x="49529" y="671322"/>
                </a:lnTo>
                <a:lnTo>
                  <a:pt x="46481" y="669798"/>
                </a:lnTo>
                <a:lnTo>
                  <a:pt x="45719" y="665988"/>
                </a:lnTo>
                <a:lnTo>
                  <a:pt x="45719" y="696814"/>
                </a:lnTo>
                <a:lnTo>
                  <a:pt x="83819" y="688848"/>
                </a:lnTo>
                <a:close/>
              </a:path>
              <a:path w="892809" h="706754">
                <a:moveTo>
                  <a:pt x="892301" y="5334"/>
                </a:moveTo>
                <a:lnTo>
                  <a:pt x="891539" y="1524"/>
                </a:lnTo>
                <a:lnTo>
                  <a:pt x="888491" y="0"/>
                </a:lnTo>
                <a:lnTo>
                  <a:pt x="884681" y="762"/>
                </a:lnTo>
                <a:lnTo>
                  <a:pt x="57267" y="655014"/>
                </a:lnTo>
                <a:lnTo>
                  <a:pt x="63291" y="662690"/>
                </a:lnTo>
                <a:lnTo>
                  <a:pt x="890777" y="8382"/>
                </a:lnTo>
                <a:lnTo>
                  <a:pt x="892301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2" name="object 80">
            <a:extLst>
              <a:ext uri="{FF2B5EF4-FFF2-40B4-BE49-F238E27FC236}">
                <a16:creationId xmlns:a16="http://schemas.microsoft.com/office/drawing/2014/main" id="{A85276D1-CD74-452C-A9DC-3EE1A87E661E}"/>
              </a:ext>
            </a:extLst>
          </p:cNvPr>
          <p:cNvSpPr/>
          <p:nvPr/>
        </p:nvSpPr>
        <p:spPr>
          <a:xfrm>
            <a:off x="6238322" y="4149754"/>
            <a:ext cx="1715770" cy="703580"/>
          </a:xfrm>
          <a:custGeom>
            <a:avLst/>
            <a:gdLst/>
            <a:ahLst/>
            <a:cxnLst/>
            <a:rect l="l" t="t" r="r" b="b"/>
            <a:pathLst>
              <a:path w="1715770" h="703579">
                <a:moveTo>
                  <a:pt x="68766" y="663574"/>
                </a:moveTo>
                <a:lnTo>
                  <a:pt x="56387" y="632460"/>
                </a:lnTo>
                <a:lnTo>
                  <a:pt x="0" y="696468"/>
                </a:lnTo>
                <a:lnTo>
                  <a:pt x="54101" y="700854"/>
                </a:lnTo>
                <a:lnTo>
                  <a:pt x="54101" y="670560"/>
                </a:lnTo>
                <a:lnTo>
                  <a:pt x="57150" y="668274"/>
                </a:lnTo>
                <a:lnTo>
                  <a:pt x="68766" y="663574"/>
                </a:lnTo>
                <a:close/>
              </a:path>
              <a:path w="1715770" h="703579">
                <a:moveTo>
                  <a:pt x="72062" y="671858"/>
                </a:moveTo>
                <a:lnTo>
                  <a:pt x="68766" y="663574"/>
                </a:lnTo>
                <a:lnTo>
                  <a:pt x="57150" y="668274"/>
                </a:lnTo>
                <a:lnTo>
                  <a:pt x="54101" y="670560"/>
                </a:lnTo>
                <a:lnTo>
                  <a:pt x="54101" y="674370"/>
                </a:lnTo>
                <a:lnTo>
                  <a:pt x="57150" y="676656"/>
                </a:lnTo>
                <a:lnTo>
                  <a:pt x="60198" y="676656"/>
                </a:lnTo>
                <a:lnTo>
                  <a:pt x="72062" y="671858"/>
                </a:lnTo>
                <a:close/>
              </a:path>
              <a:path w="1715770" h="703579">
                <a:moveTo>
                  <a:pt x="84581" y="703326"/>
                </a:moveTo>
                <a:lnTo>
                  <a:pt x="72062" y="671858"/>
                </a:lnTo>
                <a:lnTo>
                  <a:pt x="60198" y="676656"/>
                </a:lnTo>
                <a:lnTo>
                  <a:pt x="57150" y="676656"/>
                </a:lnTo>
                <a:lnTo>
                  <a:pt x="54101" y="674370"/>
                </a:lnTo>
                <a:lnTo>
                  <a:pt x="54101" y="700854"/>
                </a:lnTo>
                <a:lnTo>
                  <a:pt x="84581" y="703326"/>
                </a:lnTo>
                <a:close/>
              </a:path>
              <a:path w="1715770" h="703579">
                <a:moveTo>
                  <a:pt x="1715262" y="6096"/>
                </a:moveTo>
                <a:lnTo>
                  <a:pt x="1715262" y="2286"/>
                </a:lnTo>
                <a:lnTo>
                  <a:pt x="1712976" y="0"/>
                </a:lnTo>
                <a:lnTo>
                  <a:pt x="1709165" y="0"/>
                </a:lnTo>
                <a:lnTo>
                  <a:pt x="68766" y="663574"/>
                </a:lnTo>
                <a:lnTo>
                  <a:pt x="72062" y="671858"/>
                </a:lnTo>
                <a:lnTo>
                  <a:pt x="1712976" y="8382"/>
                </a:lnTo>
                <a:lnTo>
                  <a:pt x="1715262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3" name="object 81">
            <a:extLst>
              <a:ext uri="{FF2B5EF4-FFF2-40B4-BE49-F238E27FC236}">
                <a16:creationId xmlns:a16="http://schemas.microsoft.com/office/drawing/2014/main" id="{A56EEF3D-E25F-46A1-895A-73231E247A4B}"/>
              </a:ext>
            </a:extLst>
          </p:cNvPr>
          <p:cNvSpPr/>
          <p:nvPr/>
        </p:nvSpPr>
        <p:spPr>
          <a:xfrm>
            <a:off x="4504772" y="4161945"/>
            <a:ext cx="261620" cy="680720"/>
          </a:xfrm>
          <a:custGeom>
            <a:avLst/>
            <a:gdLst/>
            <a:ahLst/>
            <a:cxnLst/>
            <a:rect l="l" t="t" r="r" b="b"/>
            <a:pathLst>
              <a:path w="261619" h="680720">
                <a:moveTo>
                  <a:pt x="31078" y="607455"/>
                </a:moveTo>
                <a:lnTo>
                  <a:pt x="0" y="595884"/>
                </a:lnTo>
                <a:lnTo>
                  <a:pt x="9143" y="680466"/>
                </a:lnTo>
                <a:lnTo>
                  <a:pt x="26669" y="664222"/>
                </a:lnTo>
                <a:lnTo>
                  <a:pt x="26669" y="619506"/>
                </a:lnTo>
                <a:lnTo>
                  <a:pt x="31078" y="607455"/>
                </a:lnTo>
                <a:close/>
              </a:path>
              <a:path w="261619" h="680720">
                <a:moveTo>
                  <a:pt x="40108" y="610817"/>
                </a:moveTo>
                <a:lnTo>
                  <a:pt x="31078" y="607455"/>
                </a:lnTo>
                <a:lnTo>
                  <a:pt x="26669" y="619506"/>
                </a:lnTo>
                <a:lnTo>
                  <a:pt x="26669" y="623316"/>
                </a:lnTo>
                <a:lnTo>
                  <a:pt x="29717" y="625602"/>
                </a:lnTo>
                <a:lnTo>
                  <a:pt x="33527" y="625602"/>
                </a:lnTo>
                <a:lnTo>
                  <a:pt x="35813" y="622554"/>
                </a:lnTo>
                <a:lnTo>
                  <a:pt x="40108" y="610817"/>
                </a:lnTo>
                <a:close/>
              </a:path>
              <a:path w="261619" h="680720">
                <a:moveTo>
                  <a:pt x="71627" y="622554"/>
                </a:moveTo>
                <a:lnTo>
                  <a:pt x="40108" y="610817"/>
                </a:lnTo>
                <a:lnTo>
                  <a:pt x="35813" y="622554"/>
                </a:lnTo>
                <a:lnTo>
                  <a:pt x="33527" y="625602"/>
                </a:lnTo>
                <a:lnTo>
                  <a:pt x="29717" y="625602"/>
                </a:lnTo>
                <a:lnTo>
                  <a:pt x="26669" y="623316"/>
                </a:lnTo>
                <a:lnTo>
                  <a:pt x="26669" y="664222"/>
                </a:lnTo>
                <a:lnTo>
                  <a:pt x="71627" y="622554"/>
                </a:lnTo>
                <a:close/>
              </a:path>
              <a:path w="261619" h="680720">
                <a:moveTo>
                  <a:pt x="261365" y="6096"/>
                </a:moveTo>
                <a:lnTo>
                  <a:pt x="261365" y="2286"/>
                </a:lnTo>
                <a:lnTo>
                  <a:pt x="258317" y="0"/>
                </a:lnTo>
                <a:lnTo>
                  <a:pt x="255269" y="0"/>
                </a:lnTo>
                <a:lnTo>
                  <a:pt x="252221" y="3048"/>
                </a:lnTo>
                <a:lnTo>
                  <a:pt x="31078" y="607455"/>
                </a:lnTo>
                <a:lnTo>
                  <a:pt x="40108" y="610817"/>
                </a:lnTo>
                <a:lnTo>
                  <a:pt x="261365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object 82">
            <a:extLst>
              <a:ext uri="{FF2B5EF4-FFF2-40B4-BE49-F238E27FC236}">
                <a16:creationId xmlns:a16="http://schemas.microsoft.com/office/drawing/2014/main" id="{4A65C725-EB4A-4763-9E53-6F97A55CDD92}"/>
              </a:ext>
            </a:extLst>
          </p:cNvPr>
          <p:cNvSpPr/>
          <p:nvPr/>
        </p:nvSpPr>
        <p:spPr>
          <a:xfrm>
            <a:off x="3155270" y="4142895"/>
            <a:ext cx="1351280" cy="709930"/>
          </a:xfrm>
          <a:custGeom>
            <a:avLst/>
            <a:gdLst/>
            <a:ahLst/>
            <a:cxnLst/>
            <a:rect l="l" t="t" r="r" b="b"/>
            <a:pathLst>
              <a:path w="1351280" h="709929">
                <a:moveTo>
                  <a:pt x="65335" y="670008"/>
                </a:moveTo>
                <a:lnTo>
                  <a:pt x="49530" y="640080"/>
                </a:lnTo>
                <a:lnTo>
                  <a:pt x="0" y="709422"/>
                </a:lnTo>
                <a:lnTo>
                  <a:pt x="51815" y="708496"/>
                </a:lnTo>
                <a:lnTo>
                  <a:pt x="51815" y="678180"/>
                </a:lnTo>
                <a:lnTo>
                  <a:pt x="54102" y="675894"/>
                </a:lnTo>
                <a:lnTo>
                  <a:pt x="65335" y="670008"/>
                </a:lnTo>
                <a:close/>
              </a:path>
              <a:path w="1351280" h="709929">
                <a:moveTo>
                  <a:pt x="69795" y="678455"/>
                </a:moveTo>
                <a:lnTo>
                  <a:pt x="65335" y="670008"/>
                </a:lnTo>
                <a:lnTo>
                  <a:pt x="54102" y="675894"/>
                </a:lnTo>
                <a:lnTo>
                  <a:pt x="51815" y="678180"/>
                </a:lnTo>
                <a:lnTo>
                  <a:pt x="51815" y="681990"/>
                </a:lnTo>
                <a:lnTo>
                  <a:pt x="54864" y="684276"/>
                </a:lnTo>
                <a:lnTo>
                  <a:pt x="58674" y="684276"/>
                </a:lnTo>
                <a:lnTo>
                  <a:pt x="69795" y="678455"/>
                </a:lnTo>
                <a:close/>
              </a:path>
              <a:path w="1351280" h="709929">
                <a:moveTo>
                  <a:pt x="85343" y="707898"/>
                </a:moveTo>
                <a:lnTo>
                  <a:pt x="69795" y="678455"/>
                </a:lnTo>
                <a:lnTo>
                  <a:pt x="58674" y="684276"/>
                </a:lnTo>
                <a:lnTo>
                  <a:pt x="54864" y="684276"/>
                </a:lnTo>
                <a:lnTo>
                  <a:pt x="51815" y="681990"/>
                </a:lnTo>
                <a:lnTo>
                  <a:pt x="51815" y="708496"/>
                </a:lnTo>
                <a:lnTo>
                  <a:pt x="85343" y="707898"/>
                </a:lnTo>
                <a:close/>
              </a:path>
              <a:path w="1351280" h="709929">
                <a:moveTo>
                  <a:pt x="1351026" y="6096"/>
                </a:moveTo>
                <a:lnTo>
                  <a:pt x="1350264" y="2286"/>
                </a:lnTo>
                <a:lnTo>
                  <a:pt x="1347978" y="0"/>
                </a:lnTo>
                <a:lnTo>
                  <a:pt x="1344168" y="0"/>
                </a:lnTo>
                <a:lnTo>
                  <a:pt x="65335" y="670008"/>
                </a:lnTo>
                <a:lnTo>
                  <a:pt x="69795" y="678455"/>
                </a:lnTo>
                <a:lnTo>
                  <a:pt x="1348740" y="9144"/>
                </a:lnTo>
                <a:lnTo>
                  <a:pt x="1351026" y="609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object 83">
            <a:extLst>
              <a:ext uri="{FF2B5EF4-FFF2-40B4-BE49-F238E27FC236}">
                <a16:creationId xmlns:a16="http://schemas.microsoft.com/office/drawing/2014/main" id="{B18E07FF-46BF-4914-8574-C6F9A3CE2B68}"/>
              </a:ext>
            </a:extLst>
          </p:cNvPr>
          <p:cNvSpPr/>
          <p:nvPr/>
        </p:nvSpPr>
        <p:spPr>
          <a:xfrm>
            <a:off x="4827098" y="2945794"/>
            <a:ext cx="946150" cy="631825"/>
          </a:xfrm>
          <a:custGeom>
            <a:avLst/>
            <a:gdLst/>
            <a:ahLst/>
            <a:cxnLst/>
            <a:rect l="l" t="t" r="r" b="b"/>
            <a:pathLst>
              <a:path w="946150" h="631825">
                <a:moveTo>
                  <a:pt x="60824" y="585817"/>
                </a:moveTo>
                <a:lnTo>
                  <a:pt x="41909" y="557784"/>
                </a:lnTo>
                <a:lnTo>
                  <a:pt x="0" y="631698"/>
                </a:lnTo>
                <a:lnTo>
                  <a:pt x="48006" y="625643"/>
                </a:lnTo>
                <a:lnTo>
                  <a:pt x="48006" y="595884"/>
                </a:lnTo>
                <a:lnTo>
                  <a:pt x="50292" y="592836"/>
                </a:lnTo>
                <a:lnTo>
                  <a:pt x="60824" y="585817"/>
                </a:lnTo>
                <a:close/>
              </a:path>
              <a:path w="946150" h="631825">
                <a:moveTo>
                  <a:pt x="66025" y="593526"/>
                </a:moveTo>
                <a:lnTo>
                  <a:pt x="60824" y="585817"/>
                </a:lnTo>
                <a:lnTo>
                  <a:pt x="50292" y="592836"/>
                </a:lnTo>
                <a:lnTo>
                  <a:pt x="48006" y="595884"/>
                </a:lnTo>
                <a:lnTo>
                  <a:pt x="48768" y="598932"/>
                </a:lnTo>
                <a:lnTo>
                  <a:pt x="51815" y="601218"/>
                </a:lnTo>
                <a:lnTo>
                  <a:pt x="55626" y="600456"/>
                </a:lnTo>
                <a:lnTo>
                  <a:pt x="66025" y="593526"/>
                </a:lnTo>
                <a:close/>
              </a:path>
              <a:path w="946150" h="631825">
                <a:moveTo>
                  <a:pt x="84581" y="621030"/>
                </a:moveTo>
                <a:lnTo>
                  <a:pt x="66025" y="593526"/>
                </a:lnTo>
                <a:lnTo>
                  <a:pt x="55626" y="600456"/>
                </a:lnTo>
                <a:lnTo>
                  <a:pt x="51815" y="601218"/>
                </a:lnTo>
                <a:lnTo>
                  <a:pt x="48768" y="598932"/>
                </a:lnTo>
                <a:lnTo>
                  <a:pt x="48006" y="595884"/>
                </a:lnTo>
                <a:lnTo>
                  <a:pt x="48006" y="625643"/>
                </a:lnTo>
                <a:lnTo>
                  <a:pt x="84581" y="621030"/>
                </a:lnTo>
                <a:close/>
              </a:path>
              <a:path w="946150" h="631825">
                <a:moveTo>
                  <a:pt x="945642" y="5334"/>
                </a:moveTo>
                <a:lnTo>
                  <a:pt x="944880" y="2286"/>
                </a:lnTo>
                <a:lnTo>
                  <a:pt x="941832" y="0"/>
                </a:lnTo>
                <a:lnTo>
                  <a:pt x="938784" y="762"/>
                </a:lnTo>
                <a:lnTo>
                  <a:pt x="60824" y="585817"/>
                </a:lnTo>
                <a:lnTo>
                  <a:pt x="66025" y="593526"/>
                </a:lnTo>
                <a:lnTo>
                  <a:pt x="944118" y="8382"/>
                </a:lnTo>
                <a:lnTo>
                  <a:pt x="945642" y="533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object 84">
            <a:extLst>
              <a:ext uri="{FF2B5EF4-FFF2-40B4-BE49-F238E27FC236}">
                <a16:creationId xmlns:a16="http://schemas.microsoft.com/office/drawing/2014/main" id="{2C3D52E7-9AE8-4F57-97A0-BE90353FD18B}"/>
              </a:ext>
            </a:extLst>
          </p:cNvPr>
          <p:cNvSpPr/>
          <p:nvPr/>
        </p:nvSpPr>
        <p:spPr>
          <a:xfrm>
            <a:off x="6090494" y="2961795"/>
            <a:ext cx="1964055" cy="622300"/>
          </a:xfrm>
          <a:custGeom>
            <a:avLst/>
            <a:gdLst/>
            <a:ahLst/>
            <a:cxnLst/>
            <a:rect l="l" t="t" r="r" b="b"/>
            <a:pathLst>
              <a:path w="1964054" h="622300">
                <a:moveTo>
                  <a:pt x="1892248" y="580762"/>
                </a:moveTo>
                <a:lnTo>
                  <a:pt x="6096" y="0"/>
                </a:lnTo>
                <a:lnTo>
                  <a:pt x="2286" y="762"/>
                </a:lnTo>
                <a:lnTo>
                  <a:pt x="0" y="3048"/>
                </a:lnTo>
                <a:lnTo>
                  <a:pt x="762" y="6858"/>
                </a:lnTo>
                <a:lnTo>
                  <a:pt x="3048" y="9144"/>
                </a:lnTo>
                <a:lnTo>
                  <a:pt x="1889526" y="589773"/>
                </a:lnTo>
                <a:lnTo>
                  <a:pt x="1892248" y="580762"/>
                </a:lnTo>
                <a:close/>
              </a:path>
              <a:path w="1964054" h="622300">
                <a:moveTo>
                  <a:pt x="1907286" y="617303"/>
                </a:moveTo>
                <a:lnTo>
                  <a:pt x="1907286" y="590549"/>
                </a:lnTo>
                <a:lnTo>
                  <a:pt x="1905000" y="593597"/>
                </a:lnTo>
                <a:lnTo>
                  <a:pt x="1901952" y="593597"/>
                </a:lnTo>
                <a:lnTo>
                  <a:pt x="1889526" y="589773"/>
                </a:lnTo>
                <a:lnTo>
                  <a:pt x="1879854" y="621791"/>
                </a:lnTo>
                <a:lnTo>
                  <a:pt x="1907286" y="617303"/>
                </a:lnTo>
                <a:close/>
              </a:path>
              <a:path w="1964054" h="622300">
                <a:moveTo>
                  <a:pt x="1907286" y="590549"/>
                </a:moveTo>
                <a:lnTo>
                  <a:pt x="1907286" y="586740"/>
                </a:lnTo>
                <a:lnTo>
                  <a:pt x="1904238" y="584454"/>
                </a:lnTo>
                <a:lnTo>
                  <a:pt x="1892248" y="580762"/>
                </a:lnTo>
                <a:lnTo>
                  <a:pt x="1889526" y="589773"/>
                </a:lnTo>
                <a:lnTo>
                  <a:pt x="1901952" y="593597"/>
                </a:lnTo>
                <a:lnTo>
                  <a:pt x="1905000" y="593597"/>
                </a:lnTo>
                <a:lnTo>
                  <a:pt x="1907286" y="590549"/>
                </a:lnTo>
                <a:close/>
              </a:path>
              <a:path w="1964054" h="622300">
                <a:moveTo>
                  <a:pt x="1963674" y="608076"/>
                </a:moveTo>
                <a:lnTo>
                  <a:pt x="1901952" y="548640"/>
                </a:lnTo>
                <a:lnTo>
                  <a:pt x="1892248" y="580762"/>
                </a:lnTo>
                <a:lnTo>
                  <a:pt x="1904238" y="584454"/>
                </a:lnTo>
                <a:lnTo>
                  <a:pt x="1907286" y="586740"/>
                </a:lnTo>
                <a:lnTo>
                  <a:pt x="1907286" y="617303"/>
                </a:lnTo>
                <a:lnTo>
                  <a:pt x="1963674" y="60807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7" name="object 85">
            <a:extLst>
              <a:ext uri="{FF2B5EF4-FFF2-40B4-BE49-F238E27FC236}">
                <a16:creationId xmlns:a16="http://schemas.microsoft.com/office/drawing/2014/main" id="{ADDE4D1E-593B-4C3C-9994-229664C62CBD}"/>
              </a:ext>
            </a:extLst>
          </p:cNvPr>
          <p:cNvSpPr/>
          <p:nvPr/>
        </p:nvSpPr>
        <p:spPr>
          <a:xfrm>
            <a:off x="2672924" y="4380639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8979" y="0"/>
                </a:lnTo>
              </a:path>
            </a:pathLst>
          </a:custGeom>
          <a:ln w="9525">
            <a:solidFill>
              <a:srgbClr val="FF0066"/>
            </a:solidFill>
            <a:prstDash val="dash"/>
          </a:ln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object 86">
            <a:extLst>
              <a:ext uri="{FF2B5EF4-FFF2-40B4-BE49-F238E27FC236}">
                <a16:creationId xmlns:a16="http://schemas.microsoft.com/office/drawing/2014/main" id="{13F0672F-E0B7-4ED3-9044-F8F2935CF5BC}"/>
              </a:ext>
            </a:extLst>
          </p:cNvPr>
          <p:cNvSpPr/>
          <p:nvPr/>
        </p:nvSpPr>
        <p:spPr>
          <a:xfrm>
            <a:off x="27902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object 87">
            <a:extLst>
              <a:ext uri="{FF2B5EF4-FFF2-40B4-BE49-F238E27FC236}">
                <a16:creationId xmlns:a16="http://schemas.microsoft.com/office/drawing/2014/main" id="{C9007171-6357-4145-9425-7B915CE9BAA9}"/>
              </a:ext>
            </a:extLst>
          </p:cNvPr>
          <p:cNvSpPr/>
          <p:nvPr/>
        </p:nvSpPr>
        <p:spPr>
          <a:xfrm>
            <a:off x="30691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3434" y="306324"/>
                </a:lnTo>
                <a:lnTo>
                  <a:pt x="43434" y="359664"/>
                </a:lnTo>
                <a:lnTo>
                  <a:pt x="76200" y="294132"/>
                </a:lnTo>
                <a:close/>
              </a:path>
              <a:path w="76200" h="370839">
                <a:moveTo>
                  <a:pt x="43434" y="294132"/>
                </a:moveTo>
                <a:lnTo>
                  <a:pt x="43434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3434" y="294132"/>
                </a:lnTo>
                <a:close/>
              </a:path>
              <a:path w="76200" h="370839">
                <a:moveTo>
                  <a:pt x="43434" y="359664"/>
                </a:moveTo>
                <a:lnTo>
                  <a:pt x="43434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3434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0" name="object 88">
            <a:extLst>
              <a:ext uri="{FF2B5EF4-FFF2-40B4-BE49-F238E27FC236}">
                <a16:creationId xmlns:a16="http://schemas.microsoft.com/office/drawing/2014/main" id="{2A01F0F6-A0BC-486E-B687-127CF7A6A6A1}"/>
              </a:ext>
            </a:extLst>
          </p:cNvPr>
          <p:cNvSpPr/>
          <p:nvPr/>
        </p:nvSpPr>
        <p:spPr>
          <a:xfrm>
            <a:off x="3386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1" name="object 89">
            <a:extLst>
              <a:ext uri="{FF2B5EF4-FFF2-40B4-BE49-F238E27FC236}">
                <a16:creationId xmlns:a16="http://schemas.microsoft.com/office/drawing/2014/main" id="{EE44FCB6-F6D3-4ACA-B4A3-9FAA8208948A}"/>
              </a:ext>
            </a:extLst>
          </p:cNvPr>
          <p:cNvSpPr/>
          <p:nvPr/>
        </p:nvSpPr>
        <p:spPr>
          <a:xfrm>
            <a:off x="3777824" y="5349142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5" h="76200">
                <a:moveTo>
                  <a:pt x="323850" y="38099"/>
                </a:moveTo>
                <a:lnTo>
                  <a:pt x="322326" y="35051"/>
                </a:lnTo>
                <a:lnTo>
                  <a:pt x="318516" y="33527"/>
                </a:lnTo>
                <a:lnTo>
                  <a:pt x="4572" y="33527"/>
                </a:lnTo>
                <a:lnTo>
                  <a:pt x="762" y="35051"/>
                </a:lnTo>
                <a:lnTo>
                  <a:pt x="0" y="38099"/>
                </a:lnTo>
                <a:lnTo>
                  <a:pt x="762" y="41909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909"/>
                </a:lnTo>
                <a:lnTo>
                  <a:pt x="323850" y="38099"/>
                </a:lnTo>
                <a:close/>
              </a:path>
              <a:path w="382905" h="76200">
                <a:moveTo>
                  <a:pt x="382524" y="38099"/>
                </a:moveTo>
                <a:lnTo>
                  <a:pt x="306324" y="0"/>
                </a:lnTo>
                <a:lnTo>
                  <a:pt x="306324" y="33527"/>
                </a:lnTo>
                <a:lnTo>
                  <a:pt x="318516" y="33527"/>
                </a:lnTo>
                <a:lnTo>
                  <a:pt x="322326" y="35051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5" h="76200">
                <a:moveTo>
                  <a:pt x="323850" y="67436"/>
                </a:moveTo>
                <a:lnTo>
                  <a:pt x="323850" y="38099"/>
                </a:lnTo>
                <a:lnTo>
                  <a:pt x="322326" y="41909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2" name="object 90">
            <a:extLst>
              <a:ext uri="{FF2B5EF4-FFF2-40B4-BE49-F238E27FC236}">
                <a16:creationId xmlns:a16="http://schemas.microsoft.com/office/drawing/2014/main" id="{FB3434F8-5D95-4AAC-B37D-1C7611CF39E7}"/>
              </a:ext>
            </a:extLst>
          </p:cNvPr>
          <p:cNvSpPr/>
          <p:nvPr/>
        </p:nvSpPr>
        <p:spPr>
          <a:xfrm>
            <a:off x="42632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3" name="object 91">
            <a:extLst>
              <a:ext uri="{FF2B5EF4-FFF2-40B4-BE49-F238E27FC236}">
                <a16:creationId xmlns:a16="http://schemas.microsoft.com/office/drawing/2014/main" id="{55F97820-47C4-484A-A8D8-737452847740}"/>
              </a:ext>
            </a:extLst>
          </p:cNvPr>
          <p:cNvSpPr/>
          <p:nvPr/>
        </p:nvSpPr>
        <p:spPr>
          <a:xfrm>
            <a:off x="45428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4289" y="310134"/>
                </a:lnTo>
                <a:lnTo>
                  <a:pt x="38099" y="311658"/>
                </a:lnTo>
                <a:lnTo>
                  <a:pt x="41147" y="310134"/>
                </a:lnTo>
                <a:lnTo>
                  <a:pt x="42671" y="306324"/>
                </a:lnTo>
                <a:lnTo>
                  <a:pt x="42671" y="361188"/>
                </a:lnTo>
                <a:lnTo>
                  <a:pt x="76199" y="294132"/>
                </a:lnTo>
                <a:close/>
              </a:path>
              <a:path w="76200" h="370839">
                <a:moveTo>
                  <a:pt x="42671" y="294132"/>
                </a:moveTo>
                <a:lnTo>
                  <a:pt x="42671" y="4572"/>
                </a:lnTo>
                <a:lnTo>
                  <a:pt x="41147" y="1524"/>
                </a:lnTo>
                <a:lnTo>
                  <a:pt x="38099" y="0"/>
                </a:lnTo>
                <a:lnTo>
                  <a:pt x="34289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2671" y="294132"/>
                </a:lnTo>
                <a:close/>
              </a:path>
              <a:path w="76200" h="370839">
                <a:moveTo>
                  <a:pt x="42671" y="361188"/>
                </a:moveTo>
                <a:lnTo>
                  <a:pt x="42671" y="306324"/>
                </a:lnTo>
                <a:lnTo>
                  <a:pt x="41147" y="310134"/>
                </a:lnTo>
                <a:lnTo>
                  <a:pt x="38099" y="311658"/>
                </a:lnTo>
                <a:lnTo>
                  <a:pt x="34289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2671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4" name="object 92">
            <a:extLst>
              <a:ext uri="{FF2B5EF4-FFF2-40B4-BE49-F238E27FC236}">
                <a16:creationId xmlns:a16="http://schemas.microsoft.com/office/drawing/2014/main" id="{55F3987C-457B-462D-BF03-0A0ADA4CC06D}"/>
              </a:ext>
            </a:extLst>
          </p:cNvPr>
          <p:cNvSpPr/>
          <p:nvPr/>
        </p:nvSpPr>
        <p:spPr>
          <a:xfrm>
            <a:off x="5250770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9278" y="32765"/>
                </a:lnTo>
                <a:lnTo>
                  <a:pt x="4572" y="32765"/>
                </a:lnTo>
                <a:lnTo>
                  <a:pt x="1524" y="34289"/>
                </a:lnTo>
                <a:lnTo>
                  <a:pt x="0" y="38099"/>
                </a:lnTo>
                <a:lnTo>
                  <a:pt x="1524" y="41147"/>
                </a:lnTo>
                <a:lnTo>
                  <a:pt x="4572" y="42671"/>
                </a:lnTo>
                <a:lnTo>
                  <a:pt x="319278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9278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9278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5" name="object 93">
            <a:extLst>
              <a:ext uri="{FF2B5EF4-FFF2-40B4-BE49-F238E27FC236}">
                <a16:creationId xmlns:a16="http://schemas.microsoft.com/office/drawing/2014/main" id="{D9EDAFB4-5F2E-4FDF-99AB-098598800419}"/>
              </a:ext>
            </a:extLst>
          </p:cNvPr>
          <p:cNvSpPr/>
          <p:nvPr/>
        </p:nvSpPr>
        <p:spPr>
          <a:xfrm>
            <a:off x="57620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6" name="object 94">
            <a:extLst>
              <a:ext uri="{FF2B5EF4-FFF2-40B4-BE49-F238E27FC236}">
                <a16:creationId xmlns:a16="http://schemas.microsoft.com/office/drawing/2014/main" id="{BB191382-3990-4A5B-BD00-19D25FF61A19}"/>
              </a:ext>
            </a:extLst>
          </p:cNvPr>
          <p:cNvSpPr/>
          <p:nvPr/>
        </p:nvSpPr>
        <p:spPr>
          <a:xfrm>
            <a:off x="60539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7" name="object 95">
            <a:extLst>
              <a:ext uri="{FF2B5EF4-FFF2-40B4-BE49-F238E27FC236}">
                <a16:creationId xmlns:a16="http://schemas.microsoft.com/office/drawing/2014/main" id="{22018BBE-52BD-4BD6-8095-0471B3E94E56}"/>
              </a:ext>
            </a:extLst>
          </p:cNvPr>
          <p:cNvSpPr/>
          <p:nvPr/>
        </p:nvSpPr>
        <p:spPr>
          <a:xfrm>
            <a:off x="63587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8" name="object 96">
            <a:extLst>
              <a:ext uri="{FF2B5EF4-FFF2-40B4-BE49-F238E27FC236}">
                <a16:creationId xmlns:a16="http://schemas.microsoft.com/office/drawing/2014/main" id="{BA0F091A-E1DE-4F42-97CA-9C77DA40DEFE}"/>
              </a:ext>
            </a:extLst>
          </p:cNvPr>
          <p:cNvSpPr/>
          <p:nvPr/>
        </p:nvSpPr>
        <p:spPr>
          <a:xfrm>
            <a:off x="6749624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099"/>
                </a:moveTo>
                <a:lnTo>
                  <a:pt x="322326" y="34289"/>
                </a:lnTo>
                <a:lnTo>
                  <a:pt x="318516" y="32765"/>
                </a:lnTo>
                <a:lnTo>
                  <a:pt x="4572" y="32765"/>
                </a:lnTo>
                <a:lnTo>
                  <a:pt x="762" y="34289"/>
                </a:lnTo>
                <a:lnTo>
                  <a:pt x="0" y="38099"/>
                </a:lnTo>
                <a:lnTo>
                  <a:pt x="762" y="41147"/>
                </a:lnTo>
                <a:lnTo>
                  <a:pt x="4572" y="42671"/>
                </a:lnTo>
                <a:lnTo>
                  <a:pt x="318516" y="42671"/>
                </a:lnTo>
                <a:lnTo>
                  <a:pt x="322326" y="41147"/>
                </a:lnTo>
                <a:lnTo>
                  <a:pt x="323850" y="38099"/>
                </a:lnTo>
                <a:close/>
              </a:path>
              <a:path w="382904" h="76200">
                <a:moveTo>
                  <a:pt x="382524" y="38099"/>
                </a:moveTo>
                <a:lnTo>
                  <a:pt x="306324" y="0"/>
                </a:lnTo>
                <a:lnTo>
                  <a:pt x="306324" y="32765"/>
                </a:lnTo>
                <a:lnTo>
                  <a:pt x="318516" y="32765"/>
                </a:lnTo>
                <a:lnTo>
                  <a:pt x="322326" y="34289"/>
                </a:lnTo>
                <a:lnTo>
                  <a:pt x="323850" y="38099"/>
                </a:lnTo>
                <a:lnTo>
                  <a:pt x="323850" y="67436"/>
                </a:lnTo>
                <a:lnTo>
                  <a:pt x="382524" y="38099"/>
                </a:lnTo>
                <a:close/>
              </a:path>
              <a:path w="382904" h="76200">
                <a:moveTo>
                  <a:pt x="323850" y="67436"/>
                </a:moveTo>
                <a:lnTo>
                  <a:pt x="323850" y="38099"/>
                </a:lnTo>
                <a:lnTo>
                  <a:pt x="322326" y="41147"/>
                </a:lnTo>
                <a:lnTo>
                  <a:pt x="318516" y="42671"/>
                </a:lnTo>
                <a:lnTo>
                  <a:pt x="306324" y="42671"/>
                </a:lnTo>
                <a:lnTo>
                  <a:pt x="306324" y="76199"/>
                </a:lnTo>
                <a:lnTo>
                  <a:pt x="323850" y="6743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9" name="object 97">
            <a:extLst>
              <a:ext uri="{FF2B5EF4-FFF2-40B4-BE49-F238E27FC236}">
                <a16:creationId xmlns:a16="http://schemas.microsoft.com/office/drawing/2014/main" id="{89BBF41A-3841-4C40-AEF5-F99D56AC7CA0}"/>
              </a:ext>
            </a:extLst>
          </p:cNvPr>
          <p:cNvSpPr/>
          <p:nvPr/>
        </p:nvSpPr>
        <p:spPr>
          <a:xfrm>
            <a:off x="7235018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0" name="object 98">
            <a:extLst>
              <a:ext uri="{FF2B5EF4-FFF2-40B4-BE49-F238E27FC236}">
                <a16:creationId xmlns:a16="http://schemas.microsoft.com/office/drawing/2014/main" id="{63E2F230-8A2C-4B3F-955A-AA0C0E434579}"/>
              </a:ext>
            </a:extLst>
          </p:cNvPr>
          <p:cNvSpPr/>
          <p:nvPr/>
        </p:nvSpPr>
        <p:spPr>
          <a:xfrm>
            <a:off x="7514672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1" name="object 99">
            <a:extLst>
              <a:ext uri="{FF2B5EF4-FFF2-40B4-BE49-F238E27FC236}">
                <a16:creationId xmlns:a16="http://schemas.microsoft.com/office/drawing/2014/main" id="{216F1A60-D408-4F45-B0AC-9EB3D9C97EC0}"/>
              </a:ext>
            </a:extLst>
          </p:cNvPr>
          <p:cNvSpPr/>
          <p:nvPr/>
        </p:nvSpPr>
        <p:spPr>
          <a:xfrm>
            <a:off x="8222558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50" y="38100"/>
                </a:moveTo>
                <a:lnTo>
                  <a:pt x="322326" y="34290"/>
                </a:lnTo>
                <a:lnTo>
                  <a:pt x="319278" y="32766"/>
                </a:lnTo>
                <a:lnTo>
                  <a:pt x="4572" y="32766"/>
                </a:lnTo>
                <a:lnTo>
                  <a:pt x="1524" y="34290"/>
                </a:lnTo>
                <a:lnTo>
                  <a:pt x="0" y="38100"/>
                </a:lnTo>
                <a:lnTo>
                  <a:pt x="1524" y="41148"/>
                </a:lnTo>
                <a:lnTo>
                  <a:pt x="4572" y="42672"/>
                </a:lnTo>
                <a:lnTo>
                  <a:pt x="319278" y="42672"/>
                </a:lnTo>
                <a:lnTo>
                  <a:pt x="322326" y="41148"/>
                </a:lnTo>
                <a:lnTo>
                  <a:pt x="323850" y="38100"/>
                </a:lnTo>
                <a:close/>
              </a:path>
              <a:path w="382904" h="76200">
                <a:moveTo>
                  <a:pt x="382524" y="38100"/>
                </a:moveTo>
                <a:lnTo>
                  <a:pt x="306324" y="0"/>
                </a:lnTo>
                <a:lnTo>
                  <a:pt x="306324" y="32766"/>
                </a:lnTo>
                <a:lnTo>
                  <a:pt x="319278" y="32766"/>
                </a:lnTo>
                <a:lnTo>
                  <a:pt x="322326" y="34290"/>
                </a:lnTo>
                <a:lnTo>
                  <a:pt x="323850" y="38100"/>
                </a:lnTo>
                <a:lnTo>
                  <a:pt x="323850" y="67437"/>
                </a:lnTo>
                <a:lnTo>
                  <a:pt x="382524" y="38100"/>
                </a:lnTo>
                <a:close/>
              </a:path>
              <a:path w="382904" h="76200">
                <a:moveTo>
                  <a:pt x="323850" y="67437"/>
                </a:moveTo>
                <a:lnTo>
                  <a:pt x="323850" y="38100"/>
                </a:lnTo>
                <a:lnTo>
                  <a:pt x="322326" y="41148"/>
                </a:lnTo>
                <a:lnTo>
                  <a:pt x="319278" y="42672"/>
                </a:lnTo>
                <a:lnTo>
                  <a:pt x="306324" y="42672"/>
                </a:lnTo>
                <a:lnTo>
                  <a:pt x="306324" y="76200"/>
                </a:lnTo>
                <a:lnTo>
                  <a:pt x="323850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2" name="object 100">
            <a:extLst>
              <a:ext uri="{FF2B5EF4-FFF2-40B4-BE49-F238E27FC236}">
                <a16:creationId xmlns:a16="http://schemas.microsoft.com/office/drawing/2014/main" id="{8359A367-2689-4297-9266-2D0B33B1DAFA}"/>
              </a:ext>
            </a:extLst>
          </p:cNvPr>
          <p:cNvSpPr/>
          <p:nvPr/>
        </p:nvSpPr>
        <p:spPr>
          <a:xfrm>
            <a:off x="8746064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199" y="294132"/>
                </a:moveTo>
                <a:lnTo>
                  <a:pt x="0" y="294132"/>
                </a:lnTo>
                <a:lnTo>
                  <a:pt x="33527" y="361188"/>
                </a:lnTo>
                <a:lnTo>
                  <a:pt x="33527" y="306324"/>
                </a:lnTo>
                <a:lnTo>
                  <a:pt x="35051" y="310134"/>
                </a:lnTo>
                <a:lnTo>
                  <a:pt x="38099" y="311658"/>
                </a:lnTo>
                <a:lnTo>
                  <a:pt x="41909" y="310134"/>
                </a:lnTo>
                <a:lnTo>
                  <a:pt x="43433" y="306324"/>
                </a:lnTo>
                <a:lnTo>
                  <a:pt x="43433" y="359664"/>
                </a:lnTo>
                <a:lnTo>
                  <a:pt x="76199" y="294132"/>
                </a:lnTo>
                <a:close/>
              </a:path>
              <a:path w="76200" h="370839">
                <a:moveTo>
                  <a:pt x="43433" y="294132"/>
                </a:moveTo>
                <a:lnTo>
                  <a:pt x="43433" y="4572"/>
                </a:lnTo>
                <a:lnTo>
                  <a:pt x="41909" y="1524"/>
                </a:lnTo>
                <a:lnTo>
                  <a:pt x="38099" y="0"/>
                </a:lnTo>
                <a:lnTo>
                  <a:pt x="35051" y="1524"/>
                </a:lnTo>
                <a:lnTo>
                  <a:pt x="33527" y="4572"/>
                </a:lnTo>
                <a:lnTo>
                  <a:pt x="33527" y="294132"/>
                </a:lnTo>
                <a:lnTo>
                  <a:pt x="43433" y="294132"/>
                </a:lnTo>
                <a:close/>
              </a:path>
              <a:path w="76200" h="370839">
                <a:moveTo>
                  <a:pt x="43433" y="359664"/>
                </a:moveTo>
                <a:lnTo>
                  <a:pt x="43433" y="306324"/>
                </a:lnTo>
                <a:lnTo>
                  <a:pt x="41909" y="310134"/>
                </a:lnTo>
                <a:lnTo>
                  <a:pt x="38099" y="311658"/>
                </a:lnTo>
                <a:lnTo>
                  <a:pt x="35051" y="310134"/>
                </a:lnTo>
                <a:lnTo>
                  <a:pt x="33527" y="306324"/>
                </a:lnTo>
                <a:lnTo>
                  <a:pt x="33527" y="361188"/>
                </a:lnTo>
                <a:lnTo>
                  <a:pt x="38099" y="370332"/>
                </a:lnTo>
                <a:lnTo>
                  <a:pt x="43433" y="359664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3" name="object 101">
            <a:extLst>
              <a:ext uri="{FF2B5EF4-FFF2-40B4-BE49-F238E27FC236}">
                <a16:creationId xmlns:a16="http://schemas.microsoft.com/office/drawing/2014/main" id="{180F1D97-F0AA-4443-905D-BC0D3965902E}"/>
              </a:ext>
            </a:extLst>
          </p:cNvPr>
          <p:cNvSpPr/>
          <p:nvPr/>
        </p:nvSpPr>
        <p:spPr>
          <a:xfrm>
            <a:off x="9025706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5052" y="310134"/>
                </a:lnTo>
                <a:lnTo>
                  <a:pt x="38100" y="311658"/>
                </a:lnTo>
                <a:lnTo>
                  <a:pt x="41910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910" y="1524"/>
                </a:lnTo>
                <a:lnTo>
                  <a:pt x="38100" y="0"/>
                </a:lnTo>
                <a:lnTo>
                  <a:pt x="35052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910" y="310134"/>
                </a:lnTo>
                <a:lnTo>
                  <a:pt x="38100" y="311658"/>
                </a:lnTo>
                <a:lnTo>
                  <a:pt x="35052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" name="object 102">
            <a:extLst>
              <a:ext uri="{FF2B5EF4-FFF2-40B4-BE49-F238E27FC236}">
                <a16:creationId xmlns:a16="http://schemas.microsoft.com/office/drawing/2014/main" id="{4917E11E-31A6-461B-A86E-8CF618A8CE0D}"/>
              </a:ext>
            </a:extLst>
          </p:cNvPr>
          <p:cNvSpPr/>
          <p:nvPr/>
        </p:nvSpPr>
        <p:spPr>
          <a:xfrm>
            <a:off x="9343460" y="5409339"/>
            <a:ext cx="76200" cy="370840"/>
          </a:xfrm>
          <a:custGeom>
            <a:avLst/>
            <a:gdLst/>
            <a:ahLst/>
            <a:cxnLst/>
            <a:rect l="l" t="t" r="r" b="b"/>
            <a:pathLst>
              <a:path w="76200" h="370839">
                <a:moveTo>
                  <a:pt x="76200" y="294132"/>
                </a:moveTo>
                <a:lnTo>
                  <a:pt x="0" y="294132"/>
                </a:lnTo>
                <a:lnTo>
                  <a:pt x="33528" y="361188"/>
                </a:lnTo>
                <a:lnTo>
                  <a:pt x="33528" y="306324"/>
                </a:lnTo>
                <a:lnTo>
                  <a:pt x="34290" y="310134"/>
                </a:lnTo>
                <a:lnTo>
                  <a:pt x="38100" y="311658"/>
                </a:lnTo>
                <a:lnTo>
                  <a:pt x="41148" y="310134"/>
                </a:lnTo>
                <a:lnTo>
                  <a:pt x="42672" y="306324"/>
                </a:lnTo>
                <a:lnTo>
                  <a:pt x="42672" y="361188"/>
                </a:lnTo>
                <a:lnTo>
                  <a:pt x="76200" y="294132"/>
                </a:lnTo>
                <a:close/>
              </a:path>
              <a:path w="76200" h="370839">
                <a:moveTo>
                  <a:pt x="42672" y="294132"/>
                </a:moveTo>
                <a:lnTo>
                  <a:pt x="42672" y="4572"/>
                </a:lnTo>
                <a:lnTo>
                  <a:pt x="41148" y="1524"/>
                </a:lnTo>
                <a:lnTo>
                  <a:pt x="38100" y="0"/>
                </a:lnTo>
                <a:lnTo>
                  <a:pt x="34290" y="1524"/>
                </a:lnTo>
                <a:lnTo>
                  <a:pt x="33528" y="4572"/>
                </a:lnTo>
                <a:lnTo>
                  <a:pt x="33528" y="294132"/>
                </a:lnTo>
                <a:lnTo>
                  <a:pt x="42672" y="294132"/>
                </a:lnTo>
                <a:close/>
              </a:path>
              <a:path w="76200" h="370839">
                <a:moveTo>
                  <a:pt x="42672" y="361188"/>
                </a:moveTo>
                <a:lnTo>
                  <a:pt x="42672" y="306324"/>
                </a:lnTo>
                <a:lnTo>
                  <a:pt x="41148" y="310134"/>
                </a:lnTo>
                <a:lnTo>
                  <a:pt x="38100" y="311658"/>
                </a:lnTo>
                <a:lnTo>
                  <a:pt x="34290" y="310134"/>
                </a:lnTo>
                <a:lnTo>
                  <a:pt x="33528" y="306324"/>
                </a:lnTo>
                <a:lnTo>
                  <a:pt x="33528" y="361188"/>
                </a:lnTo>
                <a:lnTo>
                  <a:pt x="38100" y="370332"/>
                </a:lnTo>
                <a:lnTo>
                  <a:pt x="42672" y="361188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5" name="object 103">
            <a:extLst>
              <a:ext uri="{FF2B5EF4-FFF2-40B4-BE49-F238E27FC236}">
                <a16:creationId xmlns:a16="http://schemas.microsoft.com/office/drawing/2014/main" id="{5486EBAB-1E72-40EF-9634-493346704D6C}"/>
              </a:ext>
            </a:extLst>
          </p:cNvPr>
          <p:cNvSpPr/>
          <p:nvPr/>
        </p:nvSpPr>
        <p:spPr>
          <a:xfrm>
            <a:off x="9733617" y="5362095"/>
            <a:ext cx="382905" cy="76200"/>
          </a:xfrm>
          <a:custGeom>
            <a:avLst/>
            <a:gdLst/>
            <a:ahLst/>
            <a:cxnLst/>
            <a:rect l="l" t="t" r="r" b="b"/>
            <a:pathLst>
              <a:path w="382904" h="76200">
                <a:moveTo>
                  <a:pt x="323849" y="38100"/>
                </a:moveTo>
                <a:lnTo>
                  <a:pt x="323087" y="34290"/>
                </a:lnTo>
                <a:lnTo>
                  <a:pt x="319277" y="32766"/>
                </a:lnTo>
                <a:lnTo>
                  <a:pt x="5333" y="32766"/>
                </a:lnTo>
                <a:lnTo>
                  <a:pt x="1523" y="34290"/>
                </a:lnTo>
                <a:lnTo>
                  <a:pt x="0" y="38100"/>
                </a:lnTo>
                <a:lnTo>
                  <a:pt x="1523" y="41148"/>
                </a:lnTo>
                <a:lnTo>
                  <a:pt x="5333" y="42672"/>
                </a:lnTo>
                <a:lnTo>
                  <a:pt x="319277" y="42672"/>
                </a:lnTo>
                <a:lnTo>
                  <a:pt x="323087" y="41148"/>
                </a:lnTo>
                <a:lnTo>
                  <a:pt x="323849" y="38100"/>
                </a:lnTo>
                <a:close/>
              </a:path>
              <a:path w="382904" h="76200">
                <a:moveTo>
                  <a:pt x="382523" y="38100"/>
                </a:moveTo>
                <a:lnTo>
                  <a:pt x="306323" y="0"/>
                </a:lnTo>
                <a:lnTo>
                  <a:pt x="306323" y="32766"/>
                </a:lnTo>
                <a:lnTo>
                  <a:pt x="319277" y="32766"/>
                </a:lnTo>
                <a:lnTo>
                  <a:pt x="323087" y="34290"/>
                </a:lnTo>
                <a:lnTo>
                  <a:pt x="323849" y="38100"/>
                </a:lnTo>
                <a:lnTo>
                  <a:pt x="323849" y="67437"/>
                </a:lnTo>
                <a:lnTo>
                  <a:pt x="382523" y="38100"/>
                </a:lnTo>
                <a:close/>
              </a:path>
              <a:path w="382904" h="76200">
                <a:moveTo>
                  <a:pt x="323849" y="67437"/>
                </a:moveTo>
                <a:lnTo>
                  <a:pt x="323849" y="38100"/>
                </a:lnTo>
                <a:lnTo>
                  <a:pt x="323087" y="41148"/>
                </a:lnTo>
                <a:lnTo>
                  <a:pt x="319277" y="42672"/>
                </a:lnTo>
                <a:lnTo>
                  <a:pt x="306323" y="42672"/>
                </a:lnTo>
                <a:lnTo>
                  <a:pt x="306323" y="76200"/>
                </a:lnTo>
                <a:lnTo>
                  <a:pt x="323849" y="67437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6" name="object 104">
            <a:extLst>
              <a:ext uri="{FF2B5EF4-FFF2-40B4-BE49-F238E27FC236}">
                <a16:creationId xmlns:a16="http://schemas.microsoft.com/office/drawing/2014/main" id="{ABC27E26-8E69-4FDA-B99F-D86F18E5C6A3}"/>
              </a:ext>
            </a:extLst>
          </p:cNvPr>
          <p:cNvSpPr/>
          <p:nvPr/>
        </p:nvSpPr>
        <p:spPr>
          <a:xfrm>
            <a:off x="10219760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200" y="293370"/>
                </a:moveTo>
                <a:lnTo>
                  <a:pt x="0" y="293370"/>
                </a:lnTo>
                <a:lnTo>
                  <a:pt x="33528" y="360426"/>
                </a:lnTo>
                <a:lnTo>
                  <a:pt x="33528" y="306324"/>
                </a:lnTo>
                <a:lnTo>
                  <a:pt x="34290" y="309372"/>
                </a:lnTo>
                <a:lnTo>
                  <a:pt x="38100" y="310896"/>
                </a:lnTo>
                <a:lnTo>
                  <a:pt x="41148" y="309372"/>
                </a:lnTo>
                <a:lnTo>
                  <a:pt x="42672" y="306324"/>
                </a:lnTo>
                <a:lnTo>
                  <a:pt x="42672" y="360426"/>
                </a:lnTo>
                <a:lnTo>
                  <a:pt x="76200" y="293370"/>
                </a:lnTo>
                <a:close/>
              </a:path>
              <a:path w="76200" h="369570">
                <a:moveTo>
                  <a:pt x="42672" y="293370"/>
                </a:moveTo>
                <a:lnTo>
                  <a:pt x="42672" y="4572"/>
                </a:lnTo>
                <a:lnTo>
                  <a:pt x="41148" y="762"/>
                </a:lnTo>
                <a:lnTo>
                  <a:pt x="38100" y="0"/>
                </a:lnTo>
                <a:lnTo>
                  <a:pt x="34290" y="762"/>
                </a:lnTo>
                <a:lnTo>
                  <a:pt x="33528" y="4572"/>
                </a:lnTo>
                <a:lnTo>
                  <a:pt x="33528" y="293370"/>
                </a:lnTo>
                <a:lnTo>
                  <a:pt x="42672" y="293370"/>
                </a:lnTo>
                <a:close/>
              </a:path>
              <a:path w="76200" h="369570">
                <a:moveTo>
                  <a:pt x="42672" y="360426"/>
                </a:moveTo>
                <a:lnTo>
                  <a:pt x="42672" y="306324"/>
                </a:lnTo>
                <a:lnTo>
                  <a:pt x="41148" y="309372"/>
                </a:lnTo>
                <a:lnTo>
                  <a:pt x="38100" y="310896"/>
                </a:lnTo>
                <a:lnTo>
                  <a:pt x="34290" y="309372"/>
                </a:lnTo>
                <a:lnTo>
                  <a:pt x="33528" y="306324"/>
                </a:lnTo>
                <a:lnTo>
                  <a:pt x="33528" y="360426"/>
                </a:lnTo>
                <a:lnTo>
                  <a:pt x="38100" y="369570"/>
                </a:lnTo>
                <a:lnTo>
                  <a:pt x="42672" y="360426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7" name="object 105">
            <a:extLst>
              <a:ext uri="{FF2B5EF4-FFF2-40B4-BE49-F238E27FC236}">
                <a16:creationId xmlns:a16="http://schemas.microsoft.com/office/drawing/2014/main" id="{2CC56763-9350-47B8-A569-31E49C02BC7E}"/>
              </a:ext>
            </a:extLst>
          </p:cNvPr>
          <p:cNvSpPr/>
          <p:nvPr/>
        </p:nvSpPr>
        <p:spPr>
          <a:xfrm>
            <a:off x="10498664" y="5397148"/>
            <a:ext cx="76200" cy="369570"/>
          </a:xfrm>
          <a:custGeom>
            <a:avLst/>
            <a:gdLst/>
            <a:ahLst/>
            <a:cxnLst/>
            <a:rect l="l" t="t" r="r" b="b"/>
            <a:pathLst>
              <a:path w="76200" h="369570">
                <a:moveTo>
                  <a:pt x="76199" y="293370"/>
                </a:moveTo>
                <a:lnTo>
                  <a:pt x="0" y="293370"/>
                </a:lnTo>
                <a:lnTo>
                  <a:pt x="33527" y="360426"/>
                </a:lnTo>
                <a:lnTo>
                  <a:pt x="33527" y="306324"/>
                </a:lnTo>
                <a:lnTo>
                  <a:pt x="35051" y="309372"/>
                </a:lnTo>
                <a:lnTo>
                  <a:pt x="38099" y="310896"/>
                </a:lnTo>
                <a:lnTo>
                  <a:pt x="41909" y="309372"/>
                </a:lnTo>
                <a:lnTo>
                  <a:pt x="43433" y="306324"/>
                </a:lnTo>
                <a:lnTo>
                  <a:pt x="43433" y="358902"/>
                </a:lnTo>
                <a:lnTo>
                  <a:pt x="76199" y="293370"/>
                </a:lnTo>
                <a:close/>
              </a:path>
              <a:path w="76200" h="369570">
                <a:moveTo>
                  <a:pt x="43433" y="293370"/>
                </a:moveTo>
                <a:lnTo>
                  <a:pt x="43433" y="4572"/>
                </a:lnTo>
                <a:lnTo>
                  <a:pt x="41909" y="762"/>
                </a:lnTo>
                <a:lnTo>
                  <a:pt x="38099" y="0"/>
                </a:lnTo>
                <a:lnTo>
                  <a:pt x="35051" y="762"/>
                </a:lnTo>
                <a:lnTo>
                  <a:pt x="33527" y="4572"/>
                </a:lnTo>
                <a:lnTo>
                  <a:pt x="33527" y="293370"/>
                </a:lnTo>
                <a:lnTo>
                  <a:pt x="43433" y="293370"/>
                </a:lnTo>
                <a:close/>
              </a:path>
              <a:path w="76200" h="369570">
                <a:moveTo>
                  <a:pt x="43433" y="358902"/>
                </a:moveTo>
                <a:lnTo>
                  <a:pt x="43433" y="306324"/>
                </a:lnTo>
                <a:lnTo>
                  <a:pt x="41909" y="309372"/>
                </a:lnTo>
                <a:lnTo>
                  <a:pt x="38099" y="310896"/>
                </a:lnTo>
                <a:lnTo>
                  <a:pt x="35051" y="309372"/>
                </a:lnTo>
                <a:lnTo>
                  <a:pt x="33527" y="306324"/>
                </a:lnTo>
                <a:lnTo>
                  <a:pt x="33527" y="360426"/>
                </a:lnTo>
                <a:lnTo>
                  <a:pt x="38099" y="369570"/>
                </a:lnTo>
                <a:lnTo>
                  <a:pt x="43433" y="358902"/>
                </a:lnTo>
                <a:close/>
              </a:path>
            </a:pathLst>
          </a:custGeom>
          <a:solidFill>
            <a:srgbClr val="FF0066"/>
          </a:solidFill>
        </p:spPr>
        <p:txBody>
          <a:bodyPr wrap="square" lIns="0" tIns="0" rIns="0" bIns="0" rtlCol="0"/>
          <a:lstStyle/>
          <a:p>
            <a:endParaRPr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8" name="object 107">
            <a:extLst>
              <a:ext uri="{FF2B5EF4-FFF2-40B4-BE49-F238E27FC236}">
                <a16:creationId xmlns:a16="http://schemas.microsoft.com/office/drawing/2014/main" id="{52EDA93C-587D-4680-95D8-47EBDF8DA549}"/>
              </a:ext>
            </a:extLst>
          </p:cNvPr>
          <p:cNvSpPr txBox="1"/>
          <p:nvPr/>
        </p:nvSpPr>
        <p:spPr>
          <a:xfrm>
            <a:off x="4477588" y="3630017"/>
            <a:ext cx="1397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09" name="object 108">
            <a:extLst>
              <a:ext uri="{FF2B5EF4-FFF2-40B4-BE49-F238E27FC236}">
                <a16:creationId xmlns:a16="http://schemas.microsoft.com/office/drawing/2014/main" id="{75E23303-D384-4257-B57A-84E4F410535C}"/>
              </a:ext>
            </a:extLst>
          </p:cNvPr>
          <p:cNvSpPr txBox="1"/>
          <p:nvPr/>
        </p:nvSpPr>
        <p:spPr>
          <a:xfrm>
            <a:off x="2837771" y="4897215"/>
            <a:ext cx="94805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3065" algn="l"/>
                <a:tab pos="81978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	3	5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0" name="object 109">
            <a:extLst>
              <a:ext uri="{FF2B5EF4-FFF2-40B4-BE49-F238E27FC236}">
                <a16:creationId xmlns:a16="http://schemas.microsoft.com/office/drawing/2014/main" id="{9E1F7AC2-E4F8-4434-945B-C18F309DA236}"/>
              </a:ext>
            </a:extLst>
          </p:cNvPr>
          <p:cNvSpPr txBox="1"/>
          <p:nvPr/>
        </p:nvSpPr>
        <p:spPr>
          <a:xfrm>
            <a:off x="4285587" y="4897215"/>
            <a:ext cx="57785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3591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7	11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1" name="object 110">
            <a:extLst>
              <a:ext uri="{FF2B5EF4-FFF2-40B4-BE49-F238E27FC236}">
                <a16:creationId xmlns:a16="http://schemas.microsoft.com/office/drawing/2014/main" id="{C35C7BD8-7983-44DF-92C3-286F2754C34E}"/>
              </a:ext>
            </a:extLst>
          </p:cNvPr>
          <p:cNvSpPr txBox="1"/>
          <p:nvPr/>
        </p:nvSpPr>
        <p:spPr>
          <a:xfrm>
            <a:off x="7212398" y="4903296"/>
            <a:ext cx="67310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29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  <p:sp>
        <p:nvSpPr>
          <p:cNvPr id="112" name="object 111">
            <a:extLst>
              <a:ext uri="{FF2B5EF4-FFF2-40B4-BE49-F238E27FC236}">
                <a16:creationId xmlns:a16="http://schemas.microsoft.com/office/drawing/2014/main" id="{6687788A-5126-4EB8-A3E4-B6DC35C03E61}"/>
              </a:ext>
            </a:extLst>
          </p:cNvPr>
          <p:cNvSpPr txBox="1"/>
          <p:nvPr/>
        </p:nvSpPr>
        <p:spPr>
          <a:xfrm>
            <a:off x="7956880" y="3622382"/>
            <a:ext cx="10826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31165" algn="l"/>
                <a:tab pos="840740" algn="l"/>
              </a:tabLst>
            </a:pPr>
            <a:r>
              <a:rPr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23	31	43</a:t>
            </a:r>
            <a:endParaRPr sz="180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59066818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21401</TotalTime>
  <Words>1803</Words>
  <Application>Microsoft Office PowerPoint</Application>
  <PresentationFormat>宽屏</PresentationFormat>
  <Paragraphs>246</Paragraphs>
  <Slides>31</Slides>
  <Notes>17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Monotype Sorts</vt:lpstr>
      <vt:lpstr>华文楷体</vt:lpstr>
      <vt:lpstr>Arial</vt:lpstr>
      <vt:lpstr>Calibri</vt:lpstr>
      <vt:lpstr>Calibri Light</vt:lpstr>
      <vt:lpstr>Helvetica</vt:lpstr>
      <vt:lpstr>Times New Roman</vt:lpstr>
      <vt:lpstr>Wingdings</vt:lpstr>
      <vt:lpstr>1_Retrospect</vt:lpstr>
      <vt:lpstr>Database Systems</vt:lpstr>
      <vt:lpstr>Agenda</vt:lpstr>
      <vt:lpstr>PowerPoint 演示文稿</vt:lpstr>
      <vt:lpstr>Ordered Indices</vt:lpstr>
      <vt:lpstr>Dense Index Files</vt:lpstr>
      <vt:lpstr>Dense Index Files (Cont.)</vt:lpstr>
      <vt:lpstr>Sparse Index Files</vt:lpstr>
      <vt:lpstr>Sparse Index Files (Cont.)</vt:lpstr>
      <vt:lpstr>B+-Tree Index Files</vt:lpstr>
      <vt:lpstr>Example of B+-Tree</vt:lpstr>
      <vt:lpstr>B+-Tree Index Files (Cont.)</vt:lpstr>
      <vt:lpstr>B+-Tree Node Structure</vt:lpstr>
      <vt:lpstr>Leaf Nodes in B+-Trees</vt:lpstr>
      <vt:lpstr>Non-Leaf Nodes in B+-Trees</vt:lpstr>
      <vt:lpstr>Example of B+-tree</vt:lpstr>
      <vt:lpstr>Observations about B+-trees</vt:lpstr>
      <vt:lpstr>Queries on B+-Trees</vt:lpstr>
      <vt:lpstr>Queries on B+-Trees (Cont.)</vt:lpstr>
      <vt:lpstr>Example</vt:lpstr>
      <vt:lpstr>Updates on B+-Trees:  Insertion</vt:lpstr>
      <vt:lpstr>Updates on B+-Trees:  Insertion (Cont.)</vt:lpstr>
      <vt:lpstr>B+-Tree  Insertion</vt:lpstr>
      <vt:lpstr>B+-Tree  Insertion</vt:lpstr>
      <vt:lpstr>Example website</vt:lpstr>
      <vt:lpstr>B+tree Insertion</vt:lpstr>
      <vt:lpstr>Example</vt:lpstr>
      <vt:lpstr>Example</vt:lpstr>
      <vt:lpstr>Final result</vt:lpstr>
      <vt:lpstr>Exercise:</vt:lpstr>
      <vt:lpstr>Exercise:</vt:lpstr>
      <vt:lpstr>Exercise:</vt:lpstr>
    </vt:vector>
  </TitlesOfParts>
  <Company>Tippie 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Zhou, Xun</dc:creator>
  <cp:lastModifiedBy>Xun Zhou</cp:lastModifiedBy>
  <cp:revision>1309</cp:revision>
  <dcterms:created xsi:type="dcterms:W3CDTF">2014-09-09T01:52:12Z</dcterms:created>
  <dcterms:modified xsi:type="dcterms:W3CDTF">2025-10-30T05:45:40Z</dcterms:modified>
</cp:coreProperties>
</file>