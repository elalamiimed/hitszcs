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6" r:id="rId4"/>
    <p:sldId id="272" r:id="rId5"/>
    <p:sldId id="270" r:id="rId6"/>
    <p:sldId id="269" r:id="rId7"/>
    <p:sldId id="273" r:id="rId8"/>
    <p:sldId id="263" r:id="rId9"/>
    <p:sldId id="27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700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53C1-D77B-3853-A292-A89761472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872F5-C896-9B4D-2B64-7D8036859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18FAF-5334-B76C-02F7-B50E358A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4DFA5-61EA-322C-58DF-E98D5808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88ED1-9A55-C06C-E45C-0D1D7E94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21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EDC6-1E2F-5911-DBCE-45D1A79F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DA4A7-4BB8-44F2-5EA4-31F499627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262E9-39FA-859F-F759-5BE062CA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3B1C8-61CB-D047-AD64-CA198EE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D2D-188D-D732-A78F-A26CE5A2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97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BC5F-0A89-06A4-E2CE-38EDD735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9F672-DE4A-5821-2E98-64CB2FBEB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8FEE-6019-E461-7E83-F7D0D0B9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B4A5E-3C33-B9B4-3779-403BDE46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85E01-EF29-7D8C-1C05-2D3184EB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07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C9C6-9A9A-DD30-CE9C-1C53936C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25BB9-0417-C539-19BB-387388018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B4D8C-E01A-F4F1-0B30-00CA01E91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83CBC-2209-F9FC-84F5-A4856A44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DD6FD-CFFC-AA7E-2D1E-8C17DFD9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5A914-C77C-C71C-A281-7A3F44CC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4EBE-892B-63A1-134F-72416E0C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FDE9-D74E-CB4E-8D33-CCC15ADBF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CAF1F-2385-0842-805F-781AADB97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45BB6-2A9B-DC97-C8CF-E40F5C0D4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CD198-582A-37ED-6DB3-D0403527A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2B0DD-BB31-56B7-7FE7-EC77AA0D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A46DEC-9456-2E95-1682-AEDFFEAA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113DB-31E9-6072-B338-6699CEA5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8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1A47-80A0-8725-1B2F-4374264C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6D059-36EE-1C12-AAF7-661E357B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D0A7F-B929-B8A1-017B-2C07FEED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0243D-2203-AB06-68C0-D4DE6EFF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52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CCFE3-6D3B-134E-A2CF-85E0879F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36A19-9171-3728-DABC-21FF1FAE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CBCE7-C816-5052-8754-C6BB7186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6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BF18-AE47-981E-16CF-66920A53D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19AA-82C3-3303-B51F-830F08544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550E2-CB52-0E27-3D60-75374FB5A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38234-EA06-AF5D-BBA5-9BBD9D32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42C14-24C5-E7DE-C66E-448B4DFD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AB9F2-119A-018B-A73E-FFDEF28F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3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A13E-9A02-EAB1-73DC-AB7A9FCBC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5E733D-301D-D21D-3A14-78EB7C033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02F19-6C83-812C-936D-E87840E45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F9CAB-36D3-B3E5-081D-2B89B58E1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67AD7-D807-D271-207E-DD52413B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F24F6-308F-22AA-F9AC-70DABD8F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66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2A29-0500-1240-4DAC-F8B11AA3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4A772-78F2-92D3-1E15-28D470043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7BE2F-BD7A-ACF3-F686-A39B6A0F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1A9FB-B4B1-2EA9-CD49-CDAD5A98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9A0-94A6-4C57-D9E6-5C7AEDC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75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DA766-6B99-18AF-E00D-F74F38729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8B344-5D0F-BA89-191D-8D38E2F29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E68E7-759E-D3FE-5864-9F04B701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49917-90AD-EE8F-6E2F-1BB2A43F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3B605-4E88-F278-3031-1C351421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19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62077-E4B3-5624-4FA1-FBE20CC6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11FE-102A-3604-9526-CBA683253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5F4FA-0FF0-57BE-555B-678D501FB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49DB-1D0F-44A3-B696-8FDAA078C453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41BEC-5029-F63C-7150-ADD388143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2CFB-5BB7-0C23-48AF-CB154CCEA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BC098-68B0-4C6A-A2F8-ED88301F98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7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81D7-0B83-4F81-86FD-F39B30F2EE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Physics IA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 1001A (Spring)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BB786-354C-4CAA-B3B9-8A7E6317E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6988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10:30 am – 12:15 am or 2:00 pm – 3:45 pm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1–16 (Mar. 09, 2026 – Jun. 26, 2026)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T3-401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Fei YEN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晏飞翔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Campus’ Starbucks or sometimes at G-403A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fyen@hit.edu.cn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1343-058-9183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8FD8-7F73-40CC-9FD6-2E325111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of the course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D531B0-CDEF-CD60-FE35-32D43D721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04" r="79083" b="15259"/>
          <a:stretch>
            <a:fillRect/>
          </a:stretch>
        </p:blipFill>
        <p:spPr>
          <a:xfrm>
            <a:off x="2367280" y="1412239"/>
            <a:ext cx="3442771" cy="5280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3DB254-B46B-E3C1-BCAF-C268B6CF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55" r="79167" b="12592"/>
          <a:stretch>
            <a:fillRect/>
          </a:stretch>
        </p:blipFill>
        <p:spPr>
          <a:xfrm>
            <a:off x="6146800" y="1168399"/>
            <a:ext cx="3428945" cy="5541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BBCA6C-9A5F-446E-FB38-D613F2813250}"/>
              </a:ext>
            </a:extLst>
          </p:cNvPr>
          <p:cNvSpPr txBox="1"/>
          <p:nvPr/>
        </p:nvSpPr>
        <p:spPr>
          <a:xfrm>
            <a:off x="9560560" y="1564640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3-4: 10:30 – 12:15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5-6: 14:00 – 15:45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18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8FD8-7F73-40CC-9FD6-2E325111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221F8-4540-2550-68A3-ECEC6BC2C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9" y="1388182"/>
            <a:ext cx="4051139" cy="5158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583582-1DBA-2A72-55B4-FB05EED7A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50" t="11407" r="31750" b="5629"/>
          <a:stretch>
            <a:fillRect/>
          </a:stretch>
        </p:blipFill>
        <p:spPr>
          <a:xfrm>
            <a:off x="6441440" y="1391920"/>
            <a:ext cx="4028912" cy="515112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F04940-C638-A557-A3C5-E2AD48C7152D}"/>
              </a:ext>
            </a:extLst>
          </p:cNvPr>
          <p:cNvSpPr txBox="1"/>
          <p:nvPr/>
        </p:nvSpPr>
        <p:spPr>
          <a:xfrm>
            <a:off x="2641600" y="132080"/>
            <a:ext cx="908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https://www.andrew.cmu.edu/user/bbji/Desktop/University%2520Physics%2520with%2520Modern%2520Physics%252015th%2520Edition%2520By%2520Hugh%2520D.%2520Young_compressed.pdf&amp;ved=2ahUKEwiP862CmpCTAxX2_gIHHe1bDbMQFnoECBoQAQ&amp;usg=AOvVaw09jCutPhiHPB6V0_lfIEz-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85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1ECF6B-B3AE-295A-51EA-22732084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67" t="11259" r="31834" b="5777"/>
          <a:stretch>
            <a:fillRect/>
          </a:stretch>
        </p:blipFill>
        <p:spPr>
          <a:xfrm>
            <a:off x="3484880" y="121920"/>
            <a:ext cx="5139701" cy="6571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8E3A30-3EF0-D3BC-C3D7-6D8254E8EA60}"/>
              </a:ext>
            </a:extLst>
          </p:cNvPr>
          <p:cNvSpPr txBox="1"/>
          <p:nvPr/>
        </p:nvSpPr>
        <p:spPr>
          <a:xfrm>
            <a:off x="9123680" y="1757680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1 – Ch. 14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21 – Ch. 24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09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E5A4-E7DA-8C45-BA77-FF823818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A648-7850-C0D4-4708-FA7C4E67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structure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F41C5-A58D-A6A3-13DD-7DD912FB44CA}"/>
              </a:ext>
            </a:extLst>
          </p:cNvPr>
          <p:cNvSpPr txBox="1"/>
          <p:nvPr/>
        </p:nvSpPr>
        <p:spPr>
          <a:xfrm>
            <a:off x="1170432" y="1453896"/>
            <a:ext cx="1044244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Lecture: 40 – 45 minutes;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5-minute break;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Recitation session: 20 – 50 minutes;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over problems at the end of each chapter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questions from previous HW assignments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Quiz: 30 minutes (why?).</a:t>
            </a:r>
          </a:p>
          <a:p>
            <a:pPr marL="914400" lvl="1" indent="-457200">
              <a:lnSpc>
                <a:spcPct val="150000"/>
              </a:lnSpc>
              <a:buAutoNum type="alphaL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learning (25%);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Auditory learning (5%);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Kinesthetic learning (70%);</a:t>
            </a:r>
          </a:p>
        </p:txBody>
      </p:sp>
    </p:spTree>
    <p:extLst>
      <p:ext uri="{BB962C8B-B14F-4D97-AF65-F5344CB8AC3E}">
        <p14:creationId xmlns:p14="http://schemas.microsoft.com/office/powerpoint/2010/main" val="74413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245E-F864-BD0A-849C-B8FF657B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66DC-588A-031F-C7B2-5920B7FF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78AF68-C4F2-D769-D470-0AD9BCAF9B04}"/>
              </a:ext>
            </a:extLst>
          </p:cNvPr>
          <p:cNvSpPr txBox="1"/>
          <p:nvPr/>
        </p:nvSpPr>
        <p:spPr>
          <a:xfrm>
            <a:off x="1170432" y="1453896"/>
            <a:ext cx="10442448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14-16 sets of homework and 15-16 quizzes, 20%;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mid-term, 30%;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book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1 – Ch. 11 or Ch. 12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50%;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book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Non-comprehensive</a:t>
            </a:r>
          </a:p>
        </p:txBody>
      </p:sp>
    </p:spTree>
    <p:extLst>
      <p:ext uri="{BB962C8B-B14F-4D97-AF65-F5344CB8AC3E}">
        <p14:creationId xmlns:p14="http://schemas.microsoft.com/office/powerpoint/2010/main" val="311777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014F-C896-1A9F-D175-997F0D01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E105-12E0-755A-F386-67824245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05028-28DA-DB3C-3E22-21631F3F8E43}"/>
              </a:ext>
            </a:extLst>
          </p:cNvPr>
          <p:cNvSpPr txBox="1"/>
          <p:nvPr/>
        </p:nvSpPr>
        <p:spPr>
          <a:xfrm>
            <a:off x="1170432" y="1453896"/>
            <a:ext cx="1044244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Undergraduate students: attendance rate must be +80%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codes will be available at 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beginning of the class, 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mid-session break and 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class.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can’t make it to class, email me and I will check you off internally.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problems scanning the QR code, take a screenshot of the message and go to H719 for assistance.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84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8FD8-7F73-40CC-9FD6-2E325111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goals for the course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FBB6F-C07A-41B9-94BB-7A618327B937}"/>
              </a:ext>
            </a:extLst>
          </p:cNvPr>
          <p:cNvSpPr txBox="1"/>
          <p:nvPr/>
        </p:nvSpPr>
        <p:spPr>
          <a:xfrm>
            <a:off x="1170432" y="1453896"/>
            <a:ext cx="1044244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 to </a:t>
            </a:r>
            <a:r>
              <a:rPr lang="en-US" altLang="zh-C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enjoy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confidence;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students understand everything.</a:t>
            </a:r>
          </a:p>
        </p:txBody>
      </p:sp>
    </p:spTree>
    <p:extLst>
      <p:ext uri="{BB962C8B-B14F-4D97-AF65-F5344CB8AC3E}">
        <p14:creationId xmlns:p14="http://schemas.microsoft.com/office/powerpoint/2010/main" val="3604757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5EEC-19D8-CD1E-27DD-0DE3E04F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15E9-406A-455B-2407-539A45D4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get a good grade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6B589-B32A-2573-D36D-D2D2B5CDF762}"/>
              </a:ext>
            </a:extLst>
          </p:cNvPr>
          <p:cNvSpPr txBox="1"/>
          <p:nvPr/>
        </p:nvSpPr>
        <p:spPr>
          <a:xfrm>
            <a:off x="1170432" y="1453896"/>
            <a:ext cx="10442448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to class and take notes;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the homework problems;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after class (15 to 30 minutes);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in advance (15 to 30 minutes);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 if you don’t understand something.</a:t>
            </a:r>
          </a:p>
        </p:txBody>
      </p:sp>
    </p:spTree>
    <p:extLst>
      <p:ext uri="{BB962C8B-B14F-4D97-AF65-F5344CB8AC3E}">
        <p14:creationId xmlns:p14="http://schemas.microsoft.com/office/powerpoint/2010/main" val="3341722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383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Times New Roman</vt:lpstr>
      <vt:lpstr>Office Theme</vt:lpstr>
      <vt:lpstr>University Physics IA PHYS 1001A (Spring)</vt:lpstr>
      <vt:lpstr>Schedule of the course</vt:lpstr>
      <vt:lpstr>Book:</vt:lpstr>
      <vt:lpstr>PowerPoint Presentation</vt:lpstr>
      <vt:lpstr>Class structure</vt:lpstr>
      <vt:lpstr>Grading</vt:lpstr>
      <vt:lpstr>Attendance</vt:lpstr>
      <vt:lpstr>Personal goals for the course</vt:lpstr>
      <vt:lpstr>How to get a good grade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 Yen</dc:creator>
  <cp:lastModifiedBy>Fei Yen</cp:lastModifiedBy>
  <cp:revision>19</cp:revision>
  <dcterms:created xsi:type="dcterms:W3CDTF">2026-03-06T06:51:40Z</dcterms:created>
  <dcterms:modified xsi:type="dcterms:W3CDTF">2026-03-08T17:49:41Z</dcterms:modified>
</cp:coreProperties>
</file>