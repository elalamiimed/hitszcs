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4" r:id="rId1"/>
  </p:sldMasterIdLst>
  <p:notesMasterIdLst>
    <p:notesMasterId r:id="rId28"/>
  </p:notesMasterIdLst>
  <p:sldIdLst>
    <p:sldId id="407" r:id="rId2"/>
    <p:sldId id="479" r:id="rId3"/>
    <p:sldId id="257" r:id="rId4"/>
    <p:sldId id="517" r:id="rId5"/>
    <p:sldId id="513" r:id="rId6"/>
    <p:sldId id="518" r:id="rId7"/>
    <p:sldId id="526" r:id="rId8"/>
    <p:sldId id="528" r:id="rId9"/>
    <p:sldId id="529" r:id="rId10"/>
    <p:sldId id="515" r:id="rId11"/>
    <p:sldId id="505" r:id="rId12"/>
    <p:sldId id="525" r:id="rId13"/>
    <p:sldId id="506" r:id="rId14"/>
    <p:sldId id="507" r:id="rId15"/>
    <p:sldId id="508" r:id="rId16"/>
    <p:sldId id="510" r:id="rId17"/>
    <p:sldId id="509" r:id="rId18"/>
    <p:sldId id="511" r:id="rId19"/>
    <p:sldId id="512" r:id="rId20"/>
    <p:sldId id="530" r:id="rId21"/>
    <p:sldId id="520" r:id="rId22"/>
    <p:sldId id="521" r:id="rId23"/>
    <p:sldId id="522" r:id="rId24"/>
    <p:sldId id="523" r:id="rId25"/>
    <p:sldId id="524" r:id="rId26"/>
    <p:sldId id="51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17"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ou, Xun" initials="ZX" lastIdx="1" clrIdx="0">
    <p:extLst>
      <p:ext uri="{19B8F6BF-5375-455C-9EA6-DF929625EA0E}">
        <p15:presenceInfo xmlns:p15="http://schemas.microsoft.com/office/powerpoint/2012/main" userId="S-1-5-21-1343024091-1383384898-725345543-8763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99FF"/>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4721E9-17F3-4C61-A3B6-109C78FB59DD}" v="346" dt="2025-10-20T16:47:53.9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69" autoAdjust="0"/>
    <p:restoredTop sz="96433" autoAdjust="0"/>
  </p:normalViewPr>
  <p:slideViewPr>
    <p:cSldViewPr snapToGrid="0">
      <p:cViewPr varScale="1">
        <p:scale>
          <a:sx n="116" d="100"/>
          <a:sy n="116" d="100"/>
        </p:scale>
        <p:origin x="523" y="72"/>
      </p:cViewPr>
      <p:guideLst>
        <p:guide orient="horz" pos="2205"/>
        <p:guide pos="381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3" d="100"/>
          <a:sy n="93" d="100"/>
        </p:scale>
        <p:origin x="-1098"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n Zhou" userId="307cf16e35cdea9e" providerId="LiveId" clId="{071D360F-31A9-4F21-8DD2-9094D2FDA3FD}"/>
    <pc:docChg chg="undo custSel addSld delSld modSld delMainMaster">
      <pc:chgData name="Xun Zhou" userId="307cf16e35cdea9e" providerId="LiveId" clId="{071D360F-31A9-4F21-8DD2-9094D2FDA3FD}" dt="2025-10-20T16:48:59.093" v="637" actId="2696"/>
      <pc:docMkLst>
        <pc:docMk/>
      </pc:docMkLst>
      <pc:sldChg chg="addSp delSp modSp del mod chgLayout">
        <pc:chgData name="Xun Zhou" userId="307cf16e35cdea9e" providerId="LiveId" clId="{071D360F-31A9-4F21-8DD2-9094D2FDA3FD}" dt="2025-10-18T09:16:49.303" v="5" actId="47"/>
        <pc:sldMkLst>
          <pc:docMk/>
          <pc:sldMk cId="1108755729" sldId="256"/>
        </pc:sldMkLst>
      </pc:sldChg>
      <pc:sldChg chg="modSp del mod modClrScheme chgLayout">
        <pc:chgData name="Xun Zhou" userId="307cf16e35cdea9e" providerId="LiveId" clId="{071D360F-31A9-4F21-8DD2-9094D2FDA3FD}" dt="2025-10-20T16:32:25.020" v="110" actId="47"/>
        <pc:sldMkLst>
          <pc:docMk/>
          <pc:sldMk cId="2158002854" sldId="257"/>
        </pc:sldMkLst>
      </pc:sldChg>
      <pc:sldChg chg="modSp add mod">
        <pc:chgData name="Xun Zhou" userId="307cf16e35cdea9e" providerId="LiveId" clId="{071D360F-31A9-4F21-8DD2-9094D2FDA3FD}" dt="2025-10-20T16:38:49.004" v="236" actId="20577"/>
        <pc:sldMkLst>
          <pc:docMk/>
          <pc:sldMk cId="2554555121" sldId="257"/>
        </pc:sldMkLst>
        <pc:spChg chg="mod">
          <ac:chgData name="Xun Zhou" userId="307cf16e35cdea9e" providerId="LiveId" clId="{071D360F-31A9-4F21-8DD2-9094D2FDA3FD}" dt="2025-10-20T16:38:49.004" v="236" actId="20577"/>
          <ac:spMkLst>
            <pc:docMk/>
            <pc:sldMk cId="2554555121" sldId="257"/>
            <ac:spMk id="19" creationId="{00000000-0000-0000-0000-000000000000}"/>
          </ac:spMkLst>
        </pc:spChg>
        <pc:spChg chg="mod">
          <ac:chgData name="Xun Zhou" userId="307cf16e35cdea9e" providerId="LiveId" clId="{071D360F-31A9-4F21-8DD2-9094D2FDA3FD}" dt="2025-10-20T16:38:20.983" v="179" actId="20577"/>
          <ac:spMkLst>
            <pc:docMk/>
            <pc:sldMk cId="2554555121" sldId="257"/>
            <ac:spMk id="26625" creationId="{00000000-0000-0000-0000-000000000000}"/>
          </ac:spMkLst>
        </pc:spChg>
      </pc:sldChg>
      <pc:sldChg chg="modSp del mod modClrScheme chgLayout">
        <pc:chgData name="Xun Zhou" userId="307cf16e35cdea9e" providerId="LiveId" clId="{071D360F-31A9-4F21-8DD2-9094D2FDA3FD}" dt="2025-10-20T16:32:25.020" v="110" actId="47"/>
        <pc:sldMkLst>
          <pc:docMk/>
          <pc:sldMk cId="340789100" sldId="258"/>
        </pc:sldMkLst>
      </pc:sldChg>
      <pc:sldChg chg="modSp del mod modClrScheme chgLayout">
        <pc:chgData name="Xun Zhou" userId="307cf16e35cdea9e" providerId="LiveId" clId="{071D360F-31A9-4F21-8DD2-9094D2FDA3FD}" dt="2025-10-20T16:32:25.020" v="110" actId="47"/>
        <pc:sldMkLst>
          <pc:docMk/>
          <pc:sldMk cId="2708947628" sldId="259"/>
        </pc:sldMkLst>
      </pc:sldChg>
      <pc:sldChg chg="add del">
        <pc:chgData name="Xun Zhou" userId="307cf16e35cdea9e" providerId="LiveId" clId="{071D360F-31A9-4F21-8DD2-9094D2FDA3FD}" dt="2025-10-20T16:48:59.093" v="637" actId="2696"/>
        <pc:sldMkLst>
          <pc:docMk/>
          <pc:sldMk cId="305552193" sldId="260"/>
        </pc:sldMkLst>
      </pc:sldChg>
      <pc:sldChg chg="addSp delSp modSp add del mod modClrScheme chgLayout">
        <pc:chgData name="Xun Zhou" userId="307cf16e35cdea9e" providerId="LiveId" clId="{071D360F-31A9-4F21-8DD2-9094D2FDA3FD}" dt="2025-10-20T16:32:25.020" v="110" actId="47"/>
        <pc:sldMkLst>
          <pc:docMk/>
          <pc:sldMk cId="2358862700" sldId="260"/>
        </pc:sldMkLst>
      </pc:sldChg>
      <pc:sldChg chg="add del">
        <pc:chgData name="Xun Zhou" userId="307cf16e35cdea9e" providerId="LiveId" clId="{071D360F-31A9-4F21-8DD2-9094D2FDA3FD}" dt="2025-10-20T16:48:59.093" v="637" actId="2696"/>
        <pc:sldMkLst>
          <pc:docMk/>
          <pc:sldMk cId="189926848" sldId="261"/>
        </pc:sldMkLst>
      </pc:sldChg>
      <pc:sldChg chg="modSp add del mod modClrScheme chgLayout">
        <pc:chgData name="Xun Zhou" userId="307cf16e35cdea9e" providerId="LiveId" clId="{071D360F-31A9-4F21-8DD2-9094D2FDA3FD}" dt="2025-10-18T09:36:35.206" v="90" actId="47"/>
        <pc:sldMkLst>
          <pc:docMk/>
          <pc:sldMk cId="2673586283" sldId="261"/>
        </pc:sldMkLst>
      </pc:sldChg>
      <pc:sldChg chg="add del">
        <pc:chgData name="Xun Zhou" userId="307cf16e35cdea9e" providerId="LiveId" clId="{071D360F-31A9-4F21-8DD2-9094D2FDA3FD}" dt="2025-10-20T16:48:59.093" v="637" actId="2696"/>
        <pc:sldMkLst>
          <pc:docMk/>
          <pc:sldMk cId="1922243383" sldId="262"/>
        </pc:sldMkLst>
      </pc:sldChg>
      <pc:sldChg chg="modSp del mod modClrScheme chgLayout">
        <pc:chgData name="Xun Zhou" userId="307cf16e35cdea9e" providerId="LiveId" clId="{071D360F-31A9-4F21-8DD2-9094D2FDA3FD}" dt="2025-10-20T16:32:25.020" v="110" actId="47"/>
        <pc:sldMkLst>
          <pc:docMk/>
          <pc:sldMk cId="3383867398" sldId="262"/>
        </pc:sldMkLst>
      </pc:sldChg>
      <pc:sldChg chg="addSp delSp modSp add del mod modClrScheme chgLayout">
        <pc:chgData name="Xun Zhou" userId="307cf16e35cdea9e" providerId="LiveId" clId="{071D360F-31A9-4F21-8DD2-9094D2FDA3FD}" dt="2025-10-20T16:32:25.020" v="110" actId="47"/>
        <pc:sldMkLst>
          <pc:docMk/>
          <pc:sldMk cId="2952945145" sldId="263"/>
        </pc:sldMkLst>
      </pc:sldChg>
      <pc:sldChg chg="add del">
        <pc:chgData name="Xun Zhou" userId="307cf16e35cdea9e" providerId="LiveId" clId="{071D360F-31A9-4F21-8DD2-9094D2FDA3FD}" dt="2025-10-20T16:48:59.093" v="637" actId="2696"/>
        <pc:sldMkLst>
          <pc:docMk/>
          <pc:sldMk cId="4230637237" sldId="264"/>
        </pc:sldMkLst>
      </pc:sldChg>
      <pc:sldChg chg="modSp add mod">
        <pc:chgData name="Xun Zhou" userId="307cf16e35cdea9e" providerId="LiveId" clId="{071D360F-31A9-4F21-8DD2-9094D2FDA3FD}" dt="2025-10-20T16:39:12.077" v="270" actId="20577"/>
        <pc:sldMkLst>
          <pc:docMk/>
          <pc:sldMk cId="1425004315" sldId="265"/>
        </pc:sldMkLst>
        <pc:spChg chg="mod">
          <ac:chgData name="Xun Zhou" userId="307cf16e35cdea9e" providerId="LiveId" clId="{071D360F-31A9-4F21-8DD2-9094D2FDA3FD}" dt="2025-10-20T16:39:12.077" v="270" actId="20577"/>
          <ac:spMkLst>
            <pc:docMk/>
            <pc:sldMk cId="1425004315" sldId="265"/>
            <ac:spMk id="19" creationId="{00000000-0000-0000-0000-000000000000}"/>
          </ac:spMkLst>
        </pc:spChg>
      </pc:sldChg>
      <pc:sldChg chg="modSp del mod modClrScheme chgLayout">
        <pc:chgData name="Xun Zhou" userId="307cf16e35cdea9e" providerId="LiveId" clId="{071D360F-31A9-4F21-8DD2-9094D2FDA3FD}" dt="2025-10-18T09:37:52.742" v="96" actId="2696"/>
        <pc:sldMkLst>
          <pc:docMk/>
          <pc:sldMk cId="2011288239" sldId="265"/>
        </pc:sldMkLst>
      </pc:sldChg>
      <pc:sldChg chg="modSp add del mod">
        <pc:chgData name="Xun Zhou" userId="307cf16e35cdea9e" providerId="LiveId" clId="{071D360F-31A9-4F21-8DD2-9094D2FDA3FD}" dt="2025-10-20T16:37:26.871" v="168" actId="2696"/>
        <pc:sldMkLst>
          <pc:docMk/>
          <pc:sldMk cId="4218818489" sldId="265"/>
        </pc:sldMkLst>
        <pc:spChg chg="mod">
          <ac:chgData name="Xun Zhou" userId="307cf16e35cdea9e" providerId="LiveId" clId="{071D360F-31A9-4F21-8DD2-9094D2FDA3FD}" dt="2025-10-20T16:35:06.501" v="159" actId="1076"/>
          <ac:spMkLst>
            <pc:docMk/>
            <pc:sldMk cId="4218818489" sldId="265"/>
            <ac:spMk id="7" creationId="{00000000-0000-0000-0000-000000000000}"/>
          </ac:spMkLst>
        </pc:spChg>
        <pc:spChg chg="mod">
          <ac:chgData name="Xun Zhou" userId="307cf16e35cdea9e" providerId="LiveId" clId="{071D360F-31A9-4F21-8DD2-9094D2FDA3FD}" dt="2025-10-20T16:35:02.202" v="158" actId="20577"/>
          <ac:spMkLst>
            <pc:docMk/>
            <pc:sldMk cId="4218818489" sldId="265"/>
            <ac:spMk id="19" creationId="{00000000-0000-0000-0000-000000000000}"/>
          </ac:spMkLst>
        </pc:spChg>
        <pc:spChg chg="mod">
          <ac:chgData name="Xun Zhou" userId="307cf16e35cdea9e" providerId="LiveId" clId="{071D360F-31A9-4F21-8DD2-9094D2FDA3FD}" dt="2025-10-20T16:34:33.010" v="123" actId="6549"/>
          <ac:spMkLst>
            <pc:docMk/>
            <pc:sldMk cId="4218818489" sldId="265"/>
            <ac:spMk id="26625" creationId="{00000000-0000-0000-0000-000000000000}"/>
          </ac:spMkLst>
        </pc:spChg>
      </pc:sldChg>
      <pc:sldChg chg="addSp modSp add mod modAnim">
        <pc:chgData name="Xun Zhou" userId="307cf16e35cdea9e" providerId="LiveId" clId="{071D360F-31A9-4F21-8DD2-9094D2FDA3FD}" dt="2025-10-20T16:42:37.538" v="626" actId="20577"/>
        <pc:sldMkLst>
          <pc:docMk/>
          <pc:sldMk cId="841470900" sldId="266"/>
        </pc:sldMkLst>
        <pc:spChg chg="mod">
          <ac:chgData name="Xun Zhou" userId="307cf16e35cdea9e" providerId="LiveId" clId="{071D360F-31A9-4F21-8DD2-9094D2FDA3FD}" dt="2025-10-20T16:40:06.749" v="358" actId="14100"/>
          <ac:spMkLst>
            <pc:docMk/>
            <pc:sldMk cId="841470900" sldId="266"/>
            <ac:spMk id="5" creationId="{00000000-0000-0000-0000-000000000000}"/>
          </ac:spMkLst>
        </pc:spChg>
        <pc:spChg chg="mod">
          <ac:chgData name="Xun Zhou" userId="307cf16e35cdea9e" providerId="LiveId" clId="{071D360F-31A9-4F21-8DD2-9094D2FDA3FD}" dt="2025-10-20T16:40:40.895" v="450" actId="20577"/>
          <ac:spMkLst>
            <pc:docMk/>
            <pc:sldMk cId="841470900" sldId="266"/>
            <ac:spMk id="10" creationId="{00000000-0000-0000-0000-000000000000}"/>
          </ac:spMkLst>
        </pc:spChg>
        <pc:spChg chg="mod">
          <ac:chgData name="Xun Zhou" userId="307cf16e35cdea9e" providerId="LiveId" clId="{071D360F-31A9-4F21-8DD2-9094D2FDA3FD}" dt="2025-10-20T16:41:03.212" v="457" actId="1076"/>
          <ac:spMkLst>
            <pc:docMk/>
            <pc:sldMk cId="841470900" sldId="266"/>
            <ac:spMk id="12" creationId="{00000000-0000-0000-0000-000000000000}"/>
          </ac:spMkLst>
        </pc:spChg>
        <pc:spChg chg="add mod">
          <ac:chgData name="Xun Zhou" userId="307cf16e35cdea9e" providerId="LiveId" clId="{071D360F-31A9-4F21-8DD2-9094D2FDA3FD}" dt="2025-10-20T16:42:37.538" v="626" actId="20577"/>
          <ac:spMkLst>
            <pc:docMk/>
            <pc:sldMk cId="841470900" sldId="266"/>
            <ac:spMk id="15" creationId="{75001F62-704E-D888-36BE-DD46D6F38B52}"/>
          </ac:spMkLst>
        </pc:spChg>
        <pc:cxnChg chg="mod">
          <ac:chgData name="Xun Zhou" userId="307cf16e35cdea9e" providerId="LiveId" clId="{071D360F-31A9-4F21-8DD2-9094D2FDA3FD}" dt="2025-10-20T16:39:47.310" v="315" actId="14100"/>
          <ac:cxnSpMkLst>
            <pc:docMk/>
            <pc:sldMk cId="841470900" sldId="266"/>
            <ac:cxnSpMk id="7" creationId="{00000000-0000-0000-0000-000000000000}"/>
          </ac:cxnSpMkLst>
        </pc:cxnChg>
        <pc:cxnChg chg="mod">
          <ac:chgData name="Xun Zhou" userId="307cf16e35cdea9e" providerId="LiveId" clId="{071D360F-31A9-4F21-8DD2-9094D2FDA3FD}" dt="2025-10-20T16:41:13.864" v="460" actId="14100"/>
          <ac:cxnSpMkLst>
            <pc:docMk/>
            <pc:sldMk cId="841470900" sldId="266"/>
            <ac:cxnSpMk id="13" creationId="{00000000-0000-0000-0000-000000000000}"/>
          </ac:cxnSpMkLst>
        </pc:cxnChg>
        <pc:cxnChg chg="add mod">
          <ac:chgData name="Xun Zhou" userId="307cf16e35cdea9e" providerId="LiveId" clId="{071D360F-31A9-4F21-8DD2-9094D2FDA3FD}" dt="2025-10-20T16:41:34.435" v="468" actId="14100"/>
          <ac:cxnSpMkLst>
            <pc:docMk/>
            <pc:sldMk cId="841470900" sldId="266"/>
            <ac:cxnSpMk id="16" creationId="{F21BC096-D67D-4FCE-D94A-8698ECE917CC}"/>
          </ac:cxnSpMkLst>
        </pc:cxnChg>
        <pc:cxnChg chg="add mod">
          <ac:chgData name="Xun Zhou" userId="307cf16e35cdea9e" providerId="LiveId" clId="{071D360F-31A9-4F21-8DD2-9094D2FDA3FD}" dt="2025-10-20T16:41:40.609" v="471" actId="14100"/>
          <ac:cxnSpMkLst>
            <pc:docMk/>
            <pc:sldMk cId="841470900" sldId="266"/>
            <ac:cxnSpMk id="20" creationId="{E7507E71-D99D-5756-6C6D-5BF640F03B08}"/>
          </ac:cxnSpMkLst>
        </pc:cxnChg>
        <pc:cxnChg chg="add mod">
          <ac:chgData name="Xun Zhou" userId="307cf16e35cdea9e" providerId="LiveId" clId="{071D360F-31A9-4F21-8DD2-9094D2FDA3FD}" dt="2025-10-20T16:41:48.057" v="474" actId="14100"/>
          <ac:cxnSpMkLst>
            <pc:docMk/>
            <pc:sldMk cId="841470900" sldId="266"/>
            <ac:cxnSpMk id="23" creationId="{1DABFBCE-6E2F-3678-C420-7C53195B00C5}"/>
          </ac:cxnSpMkLst>
        </pc:cxnChg>
      </pc:sldChg>
      <pc:sldChg chg="modSp del mod modClrScheme chgLayout">
        <pc:chgData name="Xun Zhou" userId="307cf16e35cdea9e" providerId="LiveId" clId="{071D360F-31A9-4F21-8DD2-9094D2FDA3FD}" dt="2025-10-18T09:37:52.742" v="96" actId="2696"/>
        <pc:sldMkLst>
          <pc:docMk/>
          <pc:sldMk cId="1790345978" sldId="266"/>
        </pc:sldMkLst>
      </pc:sldChg>
      <pc:sldChg chg="add del">
        <pc:chgData name="Xun Zhou" userId="307cf16e35cdea9e" providerId="LiveId" clId="{071D360F-31A9-4F21-8DD2-9094D2FDA3FD}" dt="2025-10-20T16:37:26.871" v="168" actId="2696"/>
        <pc:sldMkLst>
          <pc:docMk/>
          <pc:sldMk cId="2927222757" sldId="266"/>
        </pc:sldMkLst>
      </pc:sldChg>
      <pc:sldChg chg="modSp add mod">
        <pc:chgData name="Xun Zhou" userId="307cf16e35cdea9e" providerId="LiveId" clId="{071D360F-31A9-4F21-8DD2-9094D2FDA3FD}" dt="2025-10-20T16:45:10.434" v="634" actId="20577"/>
        <pc:sldMkLst>
          <pc:docMk/>
          <pc:sldMk cId="2235919445" sldId="267"/>
        </pc:sldMkLst>
        <pc:spChg chg="mod">
          <ac:chgData name="Xun Zhou" userId="307cf16e35cdea9e" providerId="LiveId" clId="{071D360F-31A9-4F21-8DD2-9094D2FDA3FD}" dt="2025-10-20T16:45:10.434" v="634" actId="20577"/>
          <ac:spMkLst>
            <pc:docMk/>
            <pc:sldMk cId="2235919445" sldId="267"/>
            <ac:spMk id="6" creationId="{00000000-0000-0000-0000-000000000000}"/>
          </ac:spMkLst>
        </pc:spChg>
      </pc:sldChg>
      <pc:sldChg chg="modSp del mod modClrScheme chgLayout">
        <pc:chgData name="Xun Zhou" userId="307cf16e35cdea9e" providerId="LiveId" clId="{071D360F-31A9-4F21-8DD2-9094D2FDA3FD}" dt="2025-10-18T09:37:52.742" v="96" actId="2696"/>
        <pc:sldMkLst>
          <pc:docMk/>
          <pc:sldMk cId="2848269175" sldId="267"/>
        </pc:sldMkLst>
      </pc:sldChg>
      <pc:sldChg chg="addSp delSp modSp del mod modClrScheme chgLayout">
        <pc:chgData name="Xun Zhou" userId="307cf16e35cdea9e" providerId="LiveId" clId="{071D360F-31A9-4F21-8DD2-9094D2FDA3FD}" dt="2025-10-18T09:37:06.156" v="92" actId="47"/>
        <pc:sldMkLst>
          <pc:docMk/>
          <pc:sldMk cId="73058582" sldId="268"/>
        </pc:sldMkLst>
      </pc:sldChg>
      <pc:sldChg chg="modSp add mod modClrScheme chgLayout">
        <pc:chgData name="Xun Zhou" userId="307cf16e35cdea9e" providerId="LiveId" clId="{071D360F-31A9-4F21-8DD2-9094D2FDA3FD}" dt="2025-10-20T16:33:47.298" v="117" actId="1076"/>
        <pc:sldMkLst>
          <pc:docMk/>
          <pc:sldMk cId="432326112" sldId="268"/>
        </pc:sldMkLst>
        <pc:spChg chg="mod ord">
          <ac:chgData name="Xun Zhou" userId="307cf16e35cdea9e" providerId="LiveId" clId="{071D360F-31A9-4F21-8DD2-9094D2FDA3FD}" dt="2025-10-20T16:32:37.976" v="112" actId="700"/>
          <ac:spMkLst>
            <pc:docMk/>
            <pc:sldMk cId="432326112" sldId="268"/>
            <ac:spMk id="4" creationId="{00000000-0000-0000-0000-000000000000}"/>
          </ac:spMkLst>
        </pc:spChg>
        <pc:spChg chg="mod ord">
          <ac:chgData name="Xun Zhou" userId="307cf16e35cdea9e" providerId="LiveId" clId="{071D360F-31A9-4F21-8DD2-9094D2FDA3FD}" dt="2025-10-20T16:33:47.298" v="117" actId="1076"/>
          <ac:spMkLst>
            <pc:docMk/>
            <pc:sldMk cId="432326112" sldId="268"/>
            <ac:spMk id="26625" creationId="{00000000-0000-0000-0000-000000000000}"/>
          </ac:spMkLst>
        </pc:spChg>
      </pc:sldChg>
      <pc:sldChg chg="modSp add mod chgLayout">
        <pc:chgData name="Xun Zhou" userId="307cf16e35cdea9e" providerId="LiveId" clId="{071D360F-31A9-4F21-8DD2-9094D2FDA3FD}" dt="2025-10-20T16:32:37.976" v="112" actId="700"/>
        <pc:sldMkLst>
          <pc:docMk/>
          <pc:sldMk cId="816235843" sldId="269"/>
        </pc:sldMkLst>
        <pc:spChg chg="mod ord">
          <ac:chgData name="Xun Zhou" userId="307cf16e35cdea9e" providerId="LiveId" clId="{071D360F-31A9-4F21-8DD2-9094D2FDA3FD}" dt="2025-10-20T16:32:37.976" v="112" actId="700"/>
          <ac:spMkLst>
            <pc:docMk/>
            <pc:sldMk cId="816235843" sldId="269"/>
            <ac:spMk id="2" creationId="{00000000-0000-0000-0000-000000000000}"/>
          </ac:spMkLst>
        </pc:spChg>
      </pc:sldChg>
      <pc:sldChg chg="modSp del mod modClrScheme chgLayout">
        <pc:chgData name="Xun Zhou" userId="307cf16e35cdea9e" providerId="LiveId" clId="{071D360F-31A9-4F21-8DD2-9094D2FDA3FD}" dt="2025-10-18T09:36:18.638" v="89" actId="47"/>
        <pc:sldMkLst>
          <pc:docMk/>
          <pc:sldMk cId="1468537905" sldId="269"/>
        </pc:sldMkLst>
      </pc:sldChg>
      <pc:sldChg chg="modSp del mod modClrScheme chgLayout">
        <pc:chgData name="Xun Zhou" userId="307cf16e35cdea9e" providerId="LiveId" clId="{071D360F-31A9-4F21-8DD2-9094D2FDA3FD}" dt="2025-10-18T09:36:15.943" v="88" actId="47"/>
        <pc:sldMkLst>
          <pc:docMk/>
          <pc:sldMk cId="212635554" sldId="270"/>
        </pc:sldMkLst>
      </pc:sldChg>
      <pc:sldChg chg="modSp add mod modClrScheme chgLayout">
        <pc:chgData name="Xun Zhou" userId="307cf16e35cdea9e" providerId="LiveId" clId="{071D360F-31A9-4F21-8DD2-9094D2FDA3FD}" dt="2025-10-20T16:36:14.324" v="160" actId="1076"/>
        <pc:sldMkLst>
          <pc:docMk/>
          <pc:sldMk cId="4043463284" sldId="270"/>
        </pc:sldMkLst>
        <pc:spChg chg="mod ord">
          <ac:chgData name="Xun Zhou" userId="307cf16e35cdea9e" providerId="LiveId" clId="{071D360F-31A9-4F21-8DD2-9094D2FDA3FD}" dt="2025-10-20T16:32:37.976" v="112" actId="700"/>
          <ac:spMkLst>
            <pc:docMk/>
            <pc:sldMk cId="4043463284" sldId="270"/>
            <ac:spMk id="4" creationId="{00000000-0000-0000-0000-000000000000}"/>
          </ac:spMkLst>
        </pc:spChg>
        <pc:spChg chg="mod ord">
          <ac:chgData name="Xun Zhou" userId="307cf16e35cdea9e" providerId="LiveId" clId="{071D360F-31A9-4F21-8DD2-9094D2FDA3FD}" dt="2025-10-20T16:36:14.324" v="160" actId="1076"/>
          <ac:spMkLst>
            <pc:docMk/>
            <pc:sldMk cId="4043463284" sldId="270"/>
            <ac:spMk id="26625" creationId="{00000000-0000-0000-0000-000000000000}"/>
          </ac:spMkLst>
        </pc:spChg>
      </pc:sldChg>
      <pc:sldChg chg="modSp add del mod modClrScheme chgLayout">
        <pc:chgData name="Xun Zhou" userId="307cf16e35cdea9e" providerId="LiveId" clId="{071D360F-31A9-4F21-8DD2-9094D2FDA3FD}" dt="2025-10-18T09:40:13.109" v="98" actId="2696"/>
        <pc:sldMkLst>
          <pc:docMk/>
          <pc:sldMk cId="182186810" sldId="271"/>
        </pc:sldMkLst>
      </pc:sldChg>
      <pc:sldChg chg="add del">
        <pc:chgData name="Xun Zhou" userId="307cf16e35cdea9e" providerId="LiveId" clId="{071D360F-31A9-4F21-8DD2-9094D2FDA3FD}" dt="2025-10-20T16:32:25.020" v="110" actId="47"/>
        <pc:sldMkLst>
          <pc:docMk/>
          <pc:sldMk cId="475270018" sldId="271"/>
        </pc:sldMkLst>
      </pc:sldChg>
      <pc:sldChg chg="modSp add mod chgLayout">
        <pc:chgData name="Xun Zhou" userId="307cf16e35cdea9e" providerId="LiveId" clId="{071D360F-31A9-4F21-8DD2-9094D2FDA3FD}" dt="2025-10-20T16:32:37.976" v="112" actId="700"/>
        <pc:sldMkLst>
          <pc:docMk/>
          <pc:sldMk cId="2486671419" sldId="271"/>
        </pc:sldMkLst>
        <pc:spChg chg="mod ord">
          <ac:chgData name="Xun Zhou" userId="307cf16e35cdea9e" providerId="LiveId" clId="{071D360F-31A9-4F21-8DD2-9094D2FDA3FD}" dt="2025-10-20T16:32:37.976" v="112" actId="700"/>
          <ac:spMkLst>
            <pc:docMk/>
            <pc:sldMk cId="2486671419" sldId="271"/>
            <ac:spMk id="2" creationId="{00000000-0000-0000-0000-000000000000}"/>
          </ac:spMkLst>
        </pc:spChg>
      </pc:sldChg>
      <pc:sldChg chg="modSp del mod modClrScheme chgLayout">
        <pc:chgData name="Xun Zhou" userId="307cf16e35cdea9e" providerId="LiveId" clId="{071D360F-31A9-4F21-8DD2-9094D2FDA3FD}" dt="2025-10-18T09:39:35.244" v="97" actId="47"/>
        <pc:sldMkLst>
          <pc:docMk/>
          <pc:sldMk cId="1877647766" sldId="272"/>
        </pc:sldMkLst>
      </pc:sldChg>
      <pc:sldChg chg="modSp del mod modClrScheme chgLayout">
        <pc:chgData name="Xun Zhou" userId="307cf16e35cdea9e" providerId="LiveId" clId="{071D360F-31A9-4F21-8DD2-9094D2FDA3FD}" dt="2025-10-20T16:32:25.020" v="110" actId="47"/>
        <pc:sldMkLst>
          <pc:docMk/>
          <pc:sldMk cId="2669475020" sldId="273"/>
        </pc:sldMkLst>
      </pc:sldChg>
      <pc:sldChg chg="add del">
        <pc:chgData name="Xun Zhou" userId="307cf16e35cdea9e" providerId="LiveId" clId="{071D360F-31A9-4F21-8DD2-9094D2FDA3FD}" dt="2025-10-20T16:48:59.093" v="637" actId="2696"/>
        <pc:sldMkLst>
          <pc:docMk/>
          <pc:sldMk cId="4190345311" sldId="273"/>
        </pc:sldMkLst>
      </pc:sldChg>
      <pc:sldChg chg="add del">
        <pc:chgData name="Xun Zhou" userId="307cf16e35cdea9e" providerId="LiveId" clId="{071D360F-31A9-4F21-8DD2-9094D2FDA3FD}" dt="2025-10-20T16:32:25.020" v="110" actId="47"/>
        <pc:sldMkLst>
          <pc:docMk/>
          <pc:sldMk cId="2208708721" sldId="274"/>
        </pc:sldMkLst>
      </pc:sldChg>
      <pc:sldChg chg="add del">
        <pc:chgData name="Xun Zhou" userId="307cf16e35cdea9e" providerId="LiveId" clId="{071D360F-31A9-4F21-8DD2-9094D2FDA3FD}" dt="2025-10-20T16:48:59.093" v="637" actId="2696"/>
        <pc:sldMkLst>
          <pc:docMk/>
          <pc:sldMk cId="2654718350" sldId="274"/>
        </pc:sldMkLst>
      </pc:sldChg>
      <pc:sldChg chg="add del">
        <pc:chgData name="Xun Zhou" userId="307cf16e35cdea9e" providerId="LiveId" clId="{071D360F-31A9-4F21-8DD2-9094D2FDA3FD}" dt="2025-10-20T16:48:59.093" v="637" actId="2696"/>
        <pc:sldMkLst>
          <pc:docMk/>
          <pc:sldMk cId="289774204" sldId="275"/>
        </pc:sldMkLst>
      </pc:sldChg>
      <pc:sldChg chg="add del">
        <pc:chgData name="Xun Zhou" userId="307cf16e35cdea9e" providerId="LiveId" clId="{071D360F-31A9-4F21-8DD2-9094D2FDA3FD}" dt="2025-10-20T16:32:25.020" v="110" actId="47"/>
        <pc:sldMkLst>
          <pc:docMk/>
          <pc:sldMk cId="3824499982" sldId="275"/>
        </pc:sldMkLst>
      </pc:sldChg>
      <pc:sldChg chg="add del">
        <pc:chgData name="Xun Zhou" userId="307cf16e35cdea9e" providerId="LiveId" clId="{071D360F-31A9-4F21-8DD2-9094D2FDA3FD}" dt="2025-10-20T16:32:25.020" v="110" actId="47"/>
        <pc:sldMkLst>
          <pc:docMk/>
          <pc:sldMk cId="1193413986" sldId="276"/>
        </pc:sldMkLst>
      </pc:sldChg>
      <pc:sldChg chg="add del">
        <pc:chgData name="Xun Zhou" userId="307cf16e35cdea9e" providerId="LiveId" clId="{071D360F-31A9-4F21-8DD2-9094D2FDA3FD}" dt="2025-10-20T16:48:59.093" v="637" actId="2696"/>
        <pc:sldMkLst>
          <pc:docMk/>
          <pc:sldMk cId="2105422608" sldId="276"/>
        </pc:sldMkLst>
      </pc:sldChg>
      <pc:sldChg chg="add del">
        <pc:chgData name="Xun Zhou" userId="307cf16e35cdea9e" providerId="LiveId" clId="{071D360F-31A9-4F21-8DD2-9094D2FDA3FD}" dt="2025-10-20T16:48:59.093" v="637" actId="2696"/>
        <pc:sldMkLst>
          <pc:docMk/>
          <pc:sldMk cId="654972429" sldId="277"/>
        </pc:sldMkLst>
      </pc:sldChg>
      <pc:sldChg chg="add del">
        <pc:chgData name="Xun Zhou" userId="307cf16e35cdea9e" providerId="LiveId" clId="{071D360F-31A9-4F21-8DD2-9094D2FDA3FD}" dt="2025-10-20T16:32:25.020" v="110" actId="47"/>
        <pc:sldMkLst>
          <pc:docMk/>
          <pc:sldMk cId="3898835261" sldId="277"/>
        </pc:sldMkLst>
      </pc:sldChg>
      <pc:sldChg chg="add del">
        <pc:chgData name="Xun Zhou" userId="307cf16e35cdea9e" providerId="LiveId" clId="{071D360F-31A9-4F21-8DD2-9094D2FDA3FD}" dt="2025-10-20T16:32:25.020" v="110" actId="47"/>
        <pc:sldMkLst>
          <pc:docMk/>
          <pc:sldMk cId="776850415" sldId="278"/>
        </pc:sldMkLst>
      </pc:sldChg>
      <pc:sldChg chg="modSp add del mod">
        <pc:chgData name="Xun Zhou" userId="307cf16e35cdea9e" providerId="LiveId" clId="{071D360F-31A9-4F21-8DD2-9094D2FDA3FD}" dt="2025-10-20T16:48:59.093" v="637" actId="2696"/>
        <pc:sldMkLst>
          <pc:docMk/>
          <pc:sldMk cId="1850888114" sldId="278"/>
        </pc:sldMkLst>
        <pc:spChg chg="mod">
          <ac:chgData name="Xun Zhou" userId="307cf16e35cdea9e" providerId="LiveId" clId="{071D360F-31A9-4F21-8DD2-9094D2FDA3FD}" dt="2025-10-20T16:48:05.324" v="636" actId="20577"/>
          <ac:spMkLst>
            <pc:docMk/>
            <pc:sldMk cId="1850888114" sldId="278"/>
            <ac:spMk id="2" creationId="{00000000-0000-0000-0000-000000000000}"/>
          </ac:spMkLst>
        </pc:spChg>
      </pc:sldChg>
      <pc:sldChg chg="add del">
        <pc:chgData name="Xun Zhou" userId="307cf16e35cdea9e" providerId="LiveId" clId="{071D360F-31A9-4F21-8DD2-9094D2FDA3FD}" dt="2025-10-20T16:32:25.020" v="110" actId="47"/>
        <pc:sldMkLst>
          <pc:docMk/>
          <pc:sldMk cId="1565491889" sldId="279"/>
        </pc:sldMkLst>
      </pc:sldChg>
      <pc:sldChg chg="add del">
        <pc:chgData name="Xun Zhou" userId="307cf16e35cdea9e" providerId="LiveId" clId="{071D360F-31A9-4F21-8DD2-9094D2FDA3FD}" dt="2025-10-20T16:48:59.093" v="637" actId="2696"/>
        <pc:sldMkLst>
          <pc:docMk/>
          <pc:sldMk cId="2310281344" sldId="279"/>
        </pc:sldMkLst>
      </pc:sldChg>
      <pc:sldChg chg="add del">
        <pc:chgData name="Xun Zhou" userId="307cf16e35cdea9e" providerId="LiveId" clId="{071D360F-31A9-4F21-8DD2-9094D2FDA3FD}" dt="2025-10-20T16:32:25.020" v="110" actId="47"/>
        <pc:sldMkLst>
          <pc:docMk/>
          <pc:sldMk cId="3205202968" sldId="280"/>
        </pc:sldMkLst>
      </pc:sldChg>
      <pc:sldChg chg="add del">
        <pc:chgData name="Xun Zhou" userId="307cf16e35cdea9e" providerId="LiveId" clId="{071D360F-31A9-4F21-8DD2-9094D2FDA3FD}" dt="2025-10-20T16:32:25.020" v="110" actId="47"/>
        <pc:sldMkLst>
          <pc:docMk/>
          <pc:sldMk cId="3619432442" sldId="281"/>
        </pc:sldMkLst>
      </pc:sldChg>
      <pc:sldChg chg="add del">
        <pc:chgData name="Xun Zhou" userId="307cf16e35cdea9e" providerId="LiveId" clId="{071D360F-31A9-4F21-8DD2-9094D2FDA3FD}" dt="2025-10-20T16:32:25.020" v="110" actId="47"/>
        <pc:sldMkLst>
          <pc:docMk/>
          <pc:sldMk cId="1101537300" sldId="282"/>
        </pc:sldMkLst>
      </pc:sldChg>
      <pc:sldChg chg="add del">
        <pc:chgData name="Xun Zhou" userId="307cf16e35cdea9e" providerId="LiveId" clId="{071D360F-31A9-4F21-8DD2-9094D2FDA3FD}" dt="2025-10-20T16:48:59.093" v="637" actId="2696"/>
        <pc:sldMkLst>
          <pc:docMk/>
          <pc:sldMk cId="3721981215" sldId="283"/>
        </pc:sldMkLst>
      </pc:sldChg>
      <pc:sldChg chg="add del">
        <pc:chgData name="Xun Zhou" userId="307cf16e35cdea9e" providerId="LiveId" clId="{071D360F-31A9-4F21-8DD2-9094D2FDA3FD}" dt="2025-10-20T16:32:25.020" v="110" actId="47"/>
        <pc:sldMkLst>
          <pc:docMk/>
          <pc:sldMk cId="4198872041" sldId="283"/>
        </pc:sldMkLst>
      </pc:sldChg>
      <pc:sldChg chg="add del">
        <pc:chgData name="Xun Zhou" userId="307cf16e35cdea9e" providerId="LiveId" clId="{071D360F-31A9-4F21-8DD2-9094D2FDA3FD}" dt="2025-10-20T16:32:25.020" v="110" actId="47"/>
        <pc:sldMkLst>
          <pc:docMk/>
          <pc:sldMk cId="2607671374" sldId="284"/>
        </pc:sldMkLst>
      </pc:sldChg>
      <pc:sldChg chg="add del">
        <pc:chgData name="Xun Zhou" userId="307cf16e35cdea9e" providerId="LiveId" clId="{071D360F-31A9-4F21-8DD2-9094D2FDA3FD}" dt="2025-10-20T16:48:59.093" v="637" actId="2696"/>
        <pc:sldMkLst>
          <pc:docMk/>
          <pc:sldMk cId="4174995961" sldId="284"/>
        </pc:sldMkLst>
      </pc:sldChg>
      <pc:sldChg chg="add del">
        <pc:chgData name="Xun Zhou" userId="307cf16e35cdea9e" providerId="LiveId" clId="{071D360F-31A9-4F21-8DD2-9094D2FDA3FD}" dt="2025-10-20T16:32:25.020" v="110" actId="47"/>
        <pc:sldMkLst>
          <pc:docMk/>
          <pc:sldMk cId="2779086486" sldId="285"/>
        </pc:sldMkLst>
      </pc:sldChg>
      <pc:sldChg chg="add del">
        <pc:chgData name="Xun Zhou" userId="307cf16e35cdea9e" providerId="LiveId" clId="{071D360F-31A9-4F21-8DD2-9094D2FDA3FD}" dt="2025-10-20T16:32:25.020" v="110" actId="47"/>
        <pc:sldMkLst>
          <pc:docMk/>
          <pc:sldMk cId="556849783" sldId="286"/>
        </pc:sldMkLst>
      </pc:sldChg>
      <pc:sldChg chg="add del">
        <pc:chgData name="Xun Zhou" userId="307cf16e35cdea9e" providerId="LiveId" clId="{071D360F-31A9-4F21-8DD2-9094D2FDA3FD}" dt="2025-10-20T16:32:25.020" v="110" actId="47"/>
        <pc:sldMkLst>
          <pc:docMk/>
          <pc:sldMk cId="3544977566" sldId="287"/>
        </pc:sldMkLst>
      </pc:sldChg>
      <pc:sldChg chg="add del">
        <pc:chgData name="Xun Zhou" userId="307cf16e35cdea9e" providerId="LiveId" clId="{071D360F-31A9-4F21-8DD2-9094D2FDA3FD}" dt="2025-10-20T16:32:25.020" v="110" actId="47"/>
        <pc:sldMkLst>
          <pc:docMk/>
          <pc:sldMk cId="3217097709" sldId="288"/>
        </pc:sldMkLst>
      </pc:sldChg>
      <pc:sldChg chg="add del">
        <pc:chgData name="Xun Zhou" userId="307cf16e35cdea9e" providerId="LiveId" clId="{071D360F-31A9-4F21-8DD2-9094D2FDA3FD}" dt="2025-10-20T16:32:25.020" v="110" actId="47"/>
        <pc:sldMkLst>
          <pc:docMk/>
          <pc:sldMk cId="3259751046" sldId="289"/>
        </pc:sldMkLst>
      </pc:sldChg>
      <pc:sldChg chg="add del">
        <pc:chgData name="Xun Zhou" userId="307cf16e35cdea9e" providerId="LiveId" clId="{071D360F-31A9-4F21-8DD2-9094D2FDA3FD}" dt="2025-10-18T09:40:47.511" v="100" actId="47"/>
        <pc:sldMkLst>
          <pc:docMk/>
          <pc:sldMk cId="1766068286" sldId="290"/>
        </pc:sldMkLst>
      </pc:sldChg>
      <pc:sldChg chg="modSp add mod modClrScheme chgLayout">
        <pc:chgData name="Xun Zhou" userId="307cf16e35cdea9e" providerId="LiveId" clId="{071D360F-31A9-4F21-8DD2-9094D2FDA3FD}" dt="2025-10-20T16:33:52.810" v="118" actId="1076"/>
        <pc:sldMkLst>
          <pc:docMk/>
          <pc:sldMk cId="3239666757" sldId="291"/>
        </pc:sldMkLst>
        <pc:spChg chg="mod ord">
          <ac:chgData name="Xun Zhou" userId="307cf16e35cdea9e" providerId="LiveId" clId="{071D360F-31A9-4F21-8DD2-9094D2FDA3FD}" dt="2025-10-20T16:33:52.810" v="118" actId="1076"/>
          <ac:spMkLst>
            <pc:docMk/>
            <pc:sldMk cId="3239666757" sldId="291"/>
            <ac:spMk id="2" creationId="{00000000-0000-0000-0000-000000000000}"/>
          </ac:spMkLst>
        </pc:spChg>
        <pc:spChg chg="mod ord">
          <ac:chgData name="Xun Zhou" userId="307cf16e35cdea9e" providerId="LiveId" clId="{071D360F-31A9-4F21-8DD2-9094D2FDA3FD}" dt="2025-10-20T16:32:37.976" v="112" actId="700"/>
          <ac:spMkLst>
            <pc:docMk/>
            <pc:sldMk cId="3239666757" sldId="291"/>
            <ac:spMk id="4" creationId="{00000000-0000-0000-0000-000000000000}"/>
          </ac:spMkLst>
        </pc:spChg>
      </pc:sldChg>
      <pc:sldChg chg="add del">
        <pc:chgData name="Xun Zhou" userId="307cf16e35cdea9e" providerId="LiveId" clId="{071D360F-31A9-4F21-8DD2-9094D2FDA3FD}" dt="2025-10-18T09:40:47.511" v="100" actId="47"/>
        <pc:sldMkLst>
          <pc:docMk/>
          <pc:sldMk cId="2549078689" sldId="293"/>
        </pc:sldMkLst>
      </pc:sldChg>
      <pc:sldChg chg="modSp add mod modClrScheme chgLayout">
        <pc:chgData name="Xun Zhou" userId="307cf16e35cdea9e" providerId="LiveId" clId="{071D360F-31A9-4F21-8DD2-9094D2FDA3FD}" dt="2025-10-20T16:32:42.325" v="113" actId="1076"/>
        <pc:sldMkLst>
          <pc:docMk/>
          <pc:sldMk cId="359355950" sldId="294"/>
        </pc:sldMkLst>
        <pc:spChg chg="mod ord">
          <ac:chgData name="Xun Zhou" userId="307cf16e35cdea9e" providerId="LiveId" clId="{071D360F-31A9-4F21-8DD2-9094D2FDA3FD}" dt="2025-10-20T16:32:42.325" v="113" actId="1076"/>
          <ac:spMkLst>
            <pc:docMk/>
            <pc:sldMk cId="359355950" sldId="294"/>
            <ac:spMk id="2" creationId="{00000000-0000-0000-0000-000000000000}"/>
          </ac:spMkLst>
        </pc:spChg>
        <pc:spChg chg="mod ord">
          <ac:chgData name="Xun Zhou" userId="307cf16e35cdea9e" providerId="LiveId" clId="{071D360F-31A9-4F21-8DD2-9094D2FDA3FD}" dt="2025-10-20T16:32:37.976" v="112" actId="700"/>
          <ac:spMkLst>
            <pc:docMk/>
            <pc:sldMk cId="359355950" sldId="294"/>
            <ac:spMk id="4" creationId="{00000000-0000-0000-0000-000000000000}"/>
          </ac:spMkLst>
        </pc:spChg>
      </pc:sldChg>
      <pc:sldChg chg="add">
        <pc:chgData name="Xun Zhou" userId="307cf16e35cdea9e" providerId="LiveId" clId="{071D360F-31A9-4F21-8DD2-9094D2FDA3FD}" dt="2025-10-20T16:34:25.852" v="119"/>
        <pc:sldMkLst>
          <pc:docMk/>
          <pc:sldMk cId="3362919040" sldId="295"/>
        </pc:sldMkLst>
      </pc:sldChg>
      <pc:sldChg chg="add">
        <pc:chgData name="Xun Zhou" userId="307cf16e35cdea9e" providerId="LiveId" clId="{071D360F-31A9-4F21-8DD2-9094D2FDA3FD}" dt="2025-10-20T16:34:25.852" v="119"/>
        <pc:sldMkLst>
          <pc:docMk/>
          <pc:sldMk cId="1120138081" sldId="296"/>
        </pc:sldMkLst>
      </pc:sldChg>
      <pc:sldChg chg="add">
        <pc:chgData name="Xun Zhou" userId="307cf16e35cdea9e" providerId="LiveId" clId="{071D360F-31A9-4F21-8DD2-9094D2FDA3FD}" dt="2025-10-20T16:34:25.852" v="119"/>
        <pc:sldMkLst>
          <pc:docMk/>
          <pc:sldMk cId="1698184009" sldId="297"/>
        </pc:sldMkLst>
      </pc:sldChg>
      <pc:sldChg chg="add">
        <pc:chgData name="Xun Zhou" userId="307cf16e35cdea9e" providerId="LiveId" clId="{071D360F-31A9-4F21-8DD2-9094D2FDA3FD}" dt="2025-10-20T16:34:25.852" v="119"/>
        <pc:sldMkLst>
          <pc:docMk/>
          <pc:sldMk cId="4255023767" sldId="298"/>
        </pc:sldMkLst>
      </pc:sldChg>
      <pc:sldChg chg="add">
        <pc:chgData name="Xun Zhou" userId="307cf16e35cdea9e" providerId="LiveId" clId="{071D360F-31A9-4F21-8DD2-9094D2FDA3FD}" dt="2025-10-20T16:34:25.852" v="119"/>
        <pc:sldMkLst>
          <pc:docMk/>
          <pc:sldMk cId="701149891" sldId="299"/>
        </pc:sldMkLst>
      </pc:sldChg>
      <pc:sldChg chg="add">
        <pc:chgData name="Xun Zhou" userId="307cf16e35cdea9e" providerId="LiveId" clId="{071D360F-31A9-4F21-8DD2-9094D2FDA3FD}" dt="2025-10-20T16:34:25.852" v="119"/>
        <pc:sldMkLst>
          <pc:docMk/>
          <pc:sldMk cId="2532463630" sldId="300"/>
        </pc:sldMkLst>
      </pc:sldChg>
      <pc:sldChg chg="add">
        <pc:chgData name="Xun Zhou" userId="307cf16e35cdea9e" providerId="LiveId" clId="{071D360F-31A9-4F21-8DD2-9094D2FDA3FD}" dt="2025-10-20T16:34:25.852" v="119"/>
        <pc:sldMkLst>
          <pc:docMk/>
          <pc:sldMk cId="1610654718" sldId="301"/>
        </pc:sldMkLst>
      </pc:sldChg>
      <pc:sldChg chg="add">
        <pc:chgData name="Xun Zhou" userId="307cf16e35cdea9e" providerId="LiveId" clId="{071D360F-31A9-4F21-8DD2-9094D2FDA3FD}" dt="2025-10-20T16:34:25.852" v="119"/>
        <pc:sldMkLst>
          <pc:docMk/>
          <pc:sldMk cId="2295491743" sldId="302"/>
        </pc:sldMkLst>
      </pc:sldChg>
      <pc:sldChg chg="add">
        <pc:chgData name="Xun Zhou" userId="307cf16e35cdea9e" providerId="LiveId" clId="{071D360F-31A9-4F21-8DD2-9094D2FDA3FD}" dt="2025-10-20T16:34:25.852" v="119"/>
        <pc:sldMkLst>
          <pc:docMk/>
          <pc:sldMk cId="1722870766" sldId="303"/>
        </pc:sldMkLst>
      </pc:sldChg>
      <pc:sldChg chg="modSp add mod">
        <pc:chgData name="Xun Zhou" userId="307cf16e35cdea9e" providerId="LiveId" clId="{071D360F-31A9-4F21-8DD2-9094D2FDA3FD}" dt="2025-10-20T16:36:41.284" v="167" actId="20577"/>
        <pc:sldMkLst>
          <pc:docMk/>
          <pc:sldMk cId="3012789302" sldId="305"/>
        </pc:sldMkLst>
        <pc:spChg chg="mod">
          <ac:chgData name="Xun Zhou" userId="307cf16e35cdea9e" providerId="LiveId" clId="{071D360F-31A9-4F21-8DD2-9094D2FDA3FD}" dt="2025-10-20T16:36:29.909" v="163" actId="20577"/>
          <ac:spMkLst>
            <pc:docMk/>
            <pc:sldMk cId="3012789302" sldId="305"/>
            <ac:spMk id="2" creationId="{00000000-0000-0000-0000-000000000000}"/>
          </ac:spMkLst>
        </pc:spChg>
        <pc:spChg chg="mod">
          <ac:chgData name="Xun Zhou" userId="307cf16e35cdea9e" providerId="LiveId" clId="{071D360F-31A9-4F21-8DD2-9094D2FDA3FD}" dt="2025-10-20T16:36:41.284" v="167" actId="20577"/>
          <ac:spMkLst>
            <pc:docMk/>
            <pc:sldMk cId="3012789302" sldId="305"/>
            <ac:spMk id="3" creationId="{00000000-0000-0000-0000-000000000000}"/>
          </ac:spMkLst>
        </pc:spChg>
      </pc:sldChg>
      <pc:sldChg chg="add">
        <pc:chgData name="Xun Zhou" userId="307cf16e35cdea9e" providerId="LiveId" clId="{071D360F-31A9-4F21-8DD2-9094D2FDA3FD}" dt="2025-10-20T16:34:25.852" v="119"/>
        <pc:sldMkLst>
          <pc:docMk/>
          <pc:sldMk cId="814415550" sldId="306"/>
        </pc:sldMkLst>
      </pc:sldChg>
      <pc:sldChg chg="add">
        <pc:chgData name="Xun Zhou" userId="307cf16e35cdea9e" providerId="LiveId" clId="{071D360F-31A9-4F21-8DD2-9094D2FDA3FD}" dt="2025-10-20T16:34:25.852" v="119"/>
        <pc:sldMkLst>
          <pc:docMk/>
          <pc:sldMk cId="3057720445" sldId="307"/>
        </pc:sldMkLst>
      </pc:sldChg>
      <pc:sldChg chg="add">
        <pc:chgData name="Xun Zhou" userId="307cf16e35cdea9e" providerId="LiveId" clId="{071D360F-31A9-4F21-8DD2-9094D2FDA3FD}" dt="2025-10-20T16:34:25.852" v="119"/>
        <pc:sldMkLst>
          <pc:docMk/>
          <pc:sldMk cId="2726165065" sldId="308"/>
        </pc:sldMkLst>
      </pc:sldChg>
      <pc:sldChg chg="add">
        <pc:chgData name="Xun Zhou" userId="307cf16e35cdea9e" providerId="LiveId" clId="{071D360F-31A9-4F21-8DD2-9094D2FDA3FD}" dt="2025-10-20T16:34:25.852" v="119"/>
        <pc:sldMkLst>
          <pc:docMk/>
          <pc:sldMk cId="3267832577" sldId="309"/>
        </pc:sldMkLst>
      </pc:sldChg>
      <pc:sldChg chg="add">
        <pc:chgData name="Xun Zhou" userId="307cf16e35cdea9e" providerId="LiveId" clId="{071D360F-31A9-4F21-8DD2-9094D2FDA3FD}" dt="2025-10-20T16:34:25.852" v="119"/>
        <pc:sldMkLst>
          <pc:docMk/>
          <pc:sldMk cId="1932199139" sldId="310"/>
        </pc:sldMkLst>
      </pc:sldChg>
      <pc:sldChg chg="add">
        <pc:chgData name="Xun Zhou" userId="307cf16e35cdea9e" providerId="LiveId" clId="{071D360F-31A9-4F21-8DD2-9094D2FDA3FD}" dt="2025-10-20T16:34:25.852" v="119"/>
        <pc:sldMkLst>
          <pc:docMk/>
          <pc:sldMk cId="3257602428" sldId="311"/>
        </pc:sldMkLst>
      </pc:sldChg>
      <pc:sldChg chg="add">
        <pc:chgData name="Xun Zhou" userId="307cf16e35cdea9e" providerId="LiveId" clId="{071D360F-31A9-4F21-8DD2-9094D2FDA3FD}" dt="2025-10-20T16:34:25.852" v="119"/>
        <pc:sldMkLst>
          <pc:docMk/>
          <pc:sldMk cId="880084283" sldId="312"/>
        </pc:sldMkLst>
      </pc:sldChg>
      <pc:sldChg chg="add">
        <pc:chgData name="Xun Zhou" userId="307cf16e35cdea9e" providerId="LiveId" clId="{071D360F-31A9-4F21-8DD2-9094D2FDA3FD}" dt="2025-10-20T16:34:25.852" v="119"/>
        <pc:sldMkLst>
          <pc:docMk/>
          <pc:sldMk cId="194390918" sldId="313"/>
        </pc:sldMkLst>
      </pc:sldChg>
      <pc:sldChg chg="add">
        <pc:chgData name="Xun Zhou" userId="307cf16e35cdea9e" providerId="LiveId" clId="{071D360F-31A9-4F21-8DD2-9094D2FDA3FD}" dt="2025-10-20T16:34:25.852" v="119"/>
        <pc:sldMkLst>
          <pc:docMk/>
          <pc:sldMk cId="3650292349" sldId="314"/>
        </pc:sldMkLst>
      </pc:sldChg>
      <pc:sldChg chg="add">
        <pc:chgData name="Xun Zhou" userId="307cf16e35cdea9e" providerId="LiveId" clId="{071D360F-31A9-4F21-8DD2-9094D2FDA3FD}" dt="2025-10-20T16:34:25.852" v="119"/>
        <pc:sldMkLst>
          <pc:docMk/>
          <pc:sldMk cId="2544560057" sldId="315"/>
        </pc:sldMkLst>
      </pc:sldChg>
      <pc:sldChg chg="modSp add del mod">
        <pc:chgData name="Xun Zhou" userId="307cf16e35cdea9e" providerId="LiveId" clId="{071D360F-31A9-4F21-8DD2-9094D2FDA3FD}" dt="2025-10-18T09:16:59.781" v="18" actId="20577"/>
        <pc:sldMkLst>
          <pc:docMk/>
          <pc:sldMk cId="4107101501" sldId="407"/>
        </pc:sldMkLst>
        <pc:spChg chg="mod">
          <ac:chgData name="Xun Zhou" userId="307cf16e35cdea9e" providerId="LiveId" clId="{071D360F-31A9-4F21-8DD2-9094D2FDA3FD}" dt="2025-10-18T09:16:59.781" v="18" actId="20577"/>
          <ac:spMkLst>
            <pc:docMk/>
            <pc:sldMk cId="4107101501" sldId="407"/>
            <ac:spMk id="3" creationId="{00000000-0000-0000-0000-000000000000}"/>
          </ac:spMkLst>
        </pc:spChg>
      </pc:sldChg>
      <pc:sldChg chg="add del">
        <pc:chgData name="Xun Zhou" userId="307cf16e35cdea9e" providerId="LiveId" clId="{071D360F-31A9-4F21-8DD2-9094D2FDA3FD}" dt="2025-10-20T16:48:59.093" v="637" actId="2696"/>
        <pc:sldMkLst>
          <pc:docMk/>
          <pc:sldMk cId="2506592456" sldId="408"/>
        </pc:sldMkLst>
      </pc:sldChg>
      <pc:sldChg chg="modSp new del mod">
        <pc:chgData name="Xun Zhou" userId="307cf16e35cdea9e" providerId="LiveId" clId="{071D360F-31A9-4F21-8DD2-9094D2FDA3FD}" dt="2025-10-20T16:38:14.871" v="178" actId="47"/>
        <pc:sldMkLst>
          <pc:docMk/>
          <pc:sldMk cId="3354332280" sldId="408"/>
        </pc:sldMkLst>
        <pc:spChg chg="mod">
          <ac:chgData name="Xun Zhou" userId="307cf16e35cdea9e" providerId="LiveId" clId="{071D360F-31A9-4F21-8DD2-9094D2FDA3FD}" dt="2025-10-20T16:38:12.021" v="176" actId="20577"/>
          <ac:spMkLst>
            <pc:docMk/>
            <pc:sldMk cId="3354332280" sldId="408"/>
            <ac:spMk id="2" creationId="{4669F585-6631-43BF-E2C3-311BE91BBE46}"/>
          </ac:spMkLst>
        </pc:spChg>
      </pc:sldChg>
      <pc:sldChg chg="add del">
        <pc:chgData name="Xun Zhou" userId="307cf16e35cdea9e" providerId="LiveId" clId="{071D360F-31A9-4F21-8DD2-9094D2FDA3FD}" dt="2025-10-20T16:48:59.093" v="637" actId="2696"/>
        <pc:sldMkLst>
          <pc:docMk/>
          <pc:sldMk cId="3939207110" sldId="409"/>
        </pc:sldMkLst>
      </pc:sldChg>
      <pc:sldChg chg="add del">
        <pc:chgData name="Xun Zhou" userId="307cf16e35cdea9e" providerId="LiveId" clId="{071D360F-31A9-4F21-8DD2-9094D2FDA3FD}" dt="2025-10-20T16:48:59.093" v="637" actId="2696"/>
        <pc:sldMkLst>
          <pc:docMk/>
          <pc:sldMk cId="4142442403" sldId="410"/>
        </pc:sldMkLst>
      </pc:sldChg>
      <pc:sldChg chg="add del">
        <pc:chgData name="Xun Zhou" userId="307cf16e35cdea9e" providerId="LiveId" clId="{071D360F-31A9-4F21-8DD2-9094D2FDA3FD}" dt="2025-10-20T16:48:59.093" v="637" actId="2696"/>
        <pc:sldMkLst>
          <pc:docMk/>
          <pc:sldMk cId="853397250" sldId="411"/>
        </pc:sldMkLst>
      </pc:sldChg>
      <pc:sldChg chg="add del">
        <pc:chgData name="Xun Zhou" userId="307cf16e35cdea9e" providerId="LiveId" clId="{071D360F-31A9-4F21-8DD2-9094D2FDA3FD}" dt="2025-10-20T16:48:59.093" v="637" actId="2696"/>
        <pc:sldMkLst>
          <pc:docMk/>
          <pc:sldMk cId="4051606776" sldId="412"/>
        </pc:sldMkLst>
      </pc:sldChg>
      <pc:sldChg chg="add del">
        <pc:chgData name="Xun Zhou" userId="307cf16e35cdea9e" providerId="LiveId" clId="{071D360F-31A9-4F21-8DD2-9094D2FDA3FD}" dt="2025-10-20T16:32:25.020" v="110" actId="47"/>
        <pc:sldMkLst>
          <pc:docMk/>
          <pc:sldMk cId="1723836556" sldId="615"/>
        </pc:sldMkLst>
      </pc:sldChg>
      <pc:sldChg chg="add del">
        <pc:chgData name="Xun Zhou" userId="307cf16e35cdea9e" providerId="LiveId" clId="{071D360F-31A9-4F21-8DD2-9094D2FDA3FD}" dt="2025-10-20T16:32:25.020" v="110" actId="47"/>
        <pc:sldMkLst>
          <pc:docMk/>
          <pc:sldMk cId="1498493643" sldId="616"/>
        </pc:sldMkLst>
      </pc:sldChg>
      <pc:sldChg chg="add del">
        <pc:chgData name="Xun Zhou" userId="307cf16e35cdea9e" providerId="LiveId" clId="{071D360F-31A9-4F21-8DD2-9094D2FDA3FD}" dt="2025-10-20T16:32:25.020" v="110" actId="47"/>
        <pc:sldMkLst>
          <pc:docMk/>
          <pc:sldMk cId="236030245" sldId="617"/>
        </pc:sldMkLst>
      </pc:sldChg>
      <pc:sldChg chg="add del">
        <pc:chgData name="Xun Zhou" userId="307cf16e35cdea9e" providerId="LiveId" clId="{071D360F-31A9-4F21-8DD2-9094D2FDA3FD}" dt="2025-10-20T16:32:25.020" v="110" actId="47"/>
        <pc:sldMkLst>
          <pc:docMk/>
          <pc:sldMk cId="2594828669" sldId="618"/>
        </pc:sldMkLst>
      </pc:sldChg>
      <pc:sldChg chg="add del">
        <pc:chgData name="Xun Zhou" userId="307cf16e35cdea9e" providerId="LiveId" clId="{071D360F-31A9-4F21-8DD2-9094D2FDA3FD}" dt="2025-10-20T16:32:25.020" v="110" actId="47"/>
        <pc:sldMkLst>
          <pc:docMk/>
          <pc:sldMk cId="174277124" sldId="619"/>
        </pc:sldMkLst>
      </pc:sldChg>
      <pc:sldChg chg="add del">
        <pc:chgData name="Xun Zhou" userId="307cf16e35cdea9e" providerId="LiveId" clId="{071D360F-31A9-4F21-8DD2-9094D2FDA3FD}" dt="2025-10-20T16:32:25.020" v="110" actId="47"/>
        <pc:sldMkLst>
          <pc:docMk/>
          <pc:sldMk cId="3454917593" sldId="620"/>
        </pc:sldMkLst>
      </pc:sldChg>
      <pc:sldChg chg="add del">
        <pc:chgData name="Xun Zhou" userId="307cf16e35cdea9e" providerId="LiveId" clId="{071D360F-31A9-4F21-8DD2-9094D2FDA3FD}" dt="2025-10-20T16:32:25.020" v="110" actId="47"/>
        <pc:sldMkLst>
          <pc:docMk/>
          <pc:sldMk cId="1102476896" sldId="621"/>
        </pc:sldMkLst>
      </pc:sldChg>
      <pc:sldChg chg="add del">
        <pc:chgData name="Xun Zhou" userId="307cf16e35cdea9e" providerId="LiveId" clId="{071D360F-31A9-4F21-8DD2-9094D2FDA3FD}" dt="2025-10-20T16:32:25.020" v="110" actId="47"/>
        <pc:sldMkLst>
          <pc:docMk/>
          <pc:sldMk cId="3918269018" sldId="622"/>
        </pc:sldMkLst>
      </pc:sldChg>
      <pc:sldChg chg="add del">
        <pc:chgData name="Xun Zhou" userId="307cf16e35cdea9e" providerId="LiveId" clId="{071D360F-31A9-4F21-8DD2-9094D2FDA3FD}" dt="2025-10-20T16:32:25.020" v="110" actId="47"/>
        <pc:sldMkLst>
          <pc:docMk/>
          <pc:sldMk cId="1684792801" sldId="623"/>
        </pc:sldMkLst>
      </pc:sldChg>
      <pc:sldChg chg="add del">
        <pc:chgData name="Xun Zhou" userId="307cf16e35cdea9e" providerId="LiveId" clId="{071D360F-31A9-4F21-8DD2-9094D2FDA3FD}" dt="2025-10-20T16:32:25.020" v="110" actId="47"/>
        <pc:sldMkLst>
          <pc:docMk/>
          <pc:sldMk cId="1599165426" sldId="624"/>
        </pc:sldMkLst>
      </pc:sldChg>
      <pc:sldChg chg="add del">
        <pc:chgData name="Xun Zhou" userId="307cf16e35cdea9e" providerId="LiveId" clId="{071D360F-31A9-4F21-8DD2-9094D2FDA3FD}" dt="2025-10-20T16:32:25.020" v="110" actId="47"/>
        <pc:sldMkLst>
          <pc:docMk/>
          <pc:sldMk cId="2586173528" sldId="625"/>
        </pc:sldMkLst>
      </pc:sldChg>
      <pc:sldChg chg="add del">
        <pc:chgData name="Xun Zhou" userId="307cf16e35cdea9e" providerId="LiveId" clId="{071D360F-31A9-4F21-8DD2-9094D2FDA3FD}" dt="2025-10-18T09:37:31.910" v="93" actId="47"/>
        <pc:sldMkLst>
          <pc:docMk/>
          <pc:sldMk cId="19181225" sldId="626"/>
        </pc:sldMkLst>
      </pc:sldChg>
      <pc:sldChg chg="addSp modSp add del mod">
        <pc:chgData name="Xun Zhou" userId="307cf16e35cdea9e" providerId="LiveId" clId="{071D360F-31A9-4F21-8DD2-9094D2FDA3FD}" dt="2025-10-20T16:32:25.020" v="110" actId="47"/>
        <pc:sldMkLst>
          <pc:docMk/>
          <pc:sldMk cId="4243229365" sldId="628"/>
        </pc:sldMkLst>
      </pc:sldChg>
      <pc:sldChg chg="add del">
        <pc:chgData name="Xun Zhou" userId="307cf16e35cdea9e" providerId="LiveId" clId="{071D360F-31A9-4F21-8DD2-9094D2FDA3FD}" dt="2025-10-20T16:32:25.020" v="110" actId="47"/>
        <pc:sldMkLst>
          <pc:docMk/>
          <pc:sldMk cId="3735236220" sldId="629"/>
        </pc:sldMkLst>
      </pc:sldChg>
      <pc:sldChg chg="add del">
        <pc:chgData name="Xun Zhou" userId="307cf16e35cdea9e" providerId="LiveId" clId="{071D360F-31A9-4F21-8DD2-9094D2FDA3FD}" dt="2025-10-20T16:32:25.020" v="110" actId="47"/>
        <pc:sldMkLst>
          <pc:docMk/>
          <pc:sldMk cId="2017522466" sldId="630"/>
        </pc:sldMkLst>
      </pc:sldChg>
      <pc:sldChg chg="add del">
        <pc:chgData name="Xun Zhou" userId="307cf16e35cdea9e" providerId="LiveId" clId="{071D360F-31A9-4F21-8DD2-9094D2FDA3FD}" dt="2025-10-20T16:32:25.020" v="110" actId="47"/>
        <pc:sldMkLst>
          <pc:docMk/>
          <pc:sldMk cId="2981053515" sldId="631"/>
        </pc:sldMkLst>
      </pc:sldChg>
      <pc:sldMasterChg chg="del delSldLayout">
        <pc:chgData name="Xun Zhou" userId="307cf16e35cdea9e" providerId="LiveId" clId="{071D360F-31A9-4F21-8DD2-9094D2FDA3FD}" dt="2025-10-18T09:17:15.009" v="19" actId="700"/>
        <pc:sldMasterMkLst>
          <pc:docMk/>
          <pc:sldMasterMk cId="331009024" sldId="2147483762"/>
        </pc:sldMasterMkLst>
        <pc:sldLayoutChg chg="del">
          <pc:chgData name="Xun Zhou" userId="307cf16e35cdea9e" providerId="LiveId" clId="{071D360F-31A9-4F21-8DD2-9094D2FDA3FD}" dt="2025-10-18T09:17:15.009" v="19" actId="700"/>
          <pc:sldLayoutMkLst>
            <pc:docMk/>
            <pc:sldMasterMk cId="331009024" sldId="2147483762"/>
            <pc:sldLayoutMk cId="4261163312" sldId="2147483763"/>
          </pc:sldLayoutMkLst>
        </pc:sldLayoutChg>
        <pc:sldLayoutChg chg="del">
          <pc:chgData name="Xun Zhou" userId="307cf16e35cdea9e" providerId="LiveId" clId="{071D360F-31A9-4F21-8DD2-9094D2FDA3FD}" dt="2025-10-18T09:17:15.009" v="19" actId="700"/>
          <pc:sldLayoutMkLst>
            <pc:docMk/>
            <pc:sldMasterMk cId="331009024" sldId="2147483762"/>
            <pc:sldLayoutMk cId="2963567238" sldId="2147483764"/>
          </pc:sldLayoutMkLst>
        </pc:sldLayoutChg>
        <pc:sldLayoutChg chg="del">
          <pc:chgData name="Xun Zhou" userId="307cf16e35cdea9e" providerId="LiveId" clId="{071D360F-31A9-4F21-8DD2-9094D2FDA3FD}" dt="2025-10-18T09:17:15.009" v="19" actId="700"/>
          <pc:sldLayoutMkLst>
            <pc:docMk/>
            <pc:sldMasterMk cId="331009024" sldId="2147483762"/>
            <pc:sldLayoutMk cId="162019269" sldId="2147483765"/>
          </pc:sldLayoutMkLst>
        </pc:sldLayoutChg>
        <pc:sldLayoutChg chg="del">
          <pc:chgData name="Xun Zhou" userId="307cf16e35cdea9e" providerId="LiveId" clId="{071D360F-31A9-4F21-8DD2-9094D2FDA3FD}" dt="2025-10-18T09:17:15.009" v="19" actId="700"/>
          <pc:sldLayoutMkLst>
            <pc:docMk/>
            <pc:sldMasterMk cId="331009024" sldId="2147483762"/>
            <pc:sldLayoutMk cId="2228867831" sldId="2147483766"/>
          </pc:sldLayoutMkLst>
        </pc:sldLayoutChg>
        <pc:sldLayoutChg chg="del">
          <pc:chgData name="Xun Zhou" userId="307cf16e35cdea9e" providerId="LiveId" clId="{071D360F-31A9-4F21-8DD2-9094D2FDA3FD}" dt="2025-10-18T09:17:15.009" v="19" actId="700"/>
          <pc:sldLayoutMkLst>
            <pc:docMk/>
            <pc:sldMasterMk cId="331009024" sldId="2147483762"/>
            <pc:sldLayoutMk cId="619440779" sldId="2147483767"/>
          </pc:sldLayoutMkLst>
        </pc:sldLayoutChg>
        <pc:sldLayoutChg chg="del">
          <pc:chgData name="Xun Zhou" userId="307cf16e35cdea9e" providerId="LiveId" clId="{071D360F-31A9-4F21-8DD2-9094D2FDA3FD}" dt="2025-10-18T09:17:15.009" v="19" actId="700"/>
          <pc:sldLayoutMkLst>
            <pc:docMk/>
            <pc:sldMasterMk cId="331009024" sldId="2147483762"/>
            <pc:sldLayoutMk cId="2536776576" sldId="2147483768"/>
          </pc:sldLayoutMkLst>
        </pc:sldLayoutChg>
        <pc:sldLayoutChg chg="del">
          <pc:chgData name="Xun Zhou" userId="307cf16e35cdea9e" providerId="LiveId" clId="{071D360F-31A9-4F21-8DD2-9094D2FDA3FD}" dt="2025-10-18T09:17:15.009" v="19" actId="700"/>
          <pc:sldLayoutMkLst>
            <pc:docMk/>
            <pc:sldMasterMk cId="331009024" sldId="2147483762"/>
            <pc:sldLayoutMk cId="2164266551" sldId="2147483769"/>
          </pc:sldLayoutMkLst>
        </pc:sldLayoutChg>
        <pc:sldLayoutChg chg="del">
          <pc:chgData name="Xun Zhou" userId="307cf16e35cdea9e" providerId="LiveId" clId="{071D360F-31A9-4F21-8DD2-9094D2FDA3FD}" dt="2025-10-18T09:17:15.009" v="19" actId="700"/>
          <pc:sldLayoutMkLst>
            <pc:docMk/>
            <pc:sldMasterMk cId="331009024" sldId="2147483762"/>
            <pc:sldLayoutMk cId="3129970183" sldId="2147483770"/>
          </pc:sldLayoutMkLst>
        </pc:sldLayoutChg>
        <pc:sldLayoutChg chg="del">
          <pc:chgData name="Xun Zhou" userId="307cf16e35cdea9e" providerId="LiveId" clId="{071D360F-31A9-4F21-8DD2-9094D2FDA3FD}" dt="2025-10-18T09:17:15.009" v="19" actId="700"/>
          <pc:sldLayoutMkLst>
            <pc:docMk/>
            <pc:sldMasterMk cId="331009024" sldId="2147483762"/>
            <pc:sldLayoutMk cId="366031496" sldId="2147483771"/>
          </pc:sldLayoutMkLst>
        </pc:sldLayoutChg>
        <pc:sldLayoutChg chg="del">
          <pc:chgData name="Xun Zhou" userId="307cf16e35cdea9e" providerId="LiveId" clId="{071D360F-31A9-4F21-8DD2-9094D2FDA3FD}" dt="2025-10-18T09:17:15.009" v="19" actId="700"/>
          <pc:sldLayoutMkLst>
            <pc:docMk/>
            <pc:sldMasterMk cId="331009024" sldId="2147483762"/>
            <pc:sldLayoutMk cId="1114200805" sldId="2147483772"/>
          </pc:sldLayoutMkLst>
        </pc:sldLayoutChg>
        <pc:sldLayoutChg chg="del">
          <pc:chgData name="Xun Zhou" userId="307cf16e35cdea9e" providerId="LiveId" clId="{071D360F-31A9-4F21-8DD2-9094D2FDA3FD}" dt="2025-10-18T09:17:15.009" v="19" actId="700"/>
          <pc:sldLayoutMkLst>
            <pc:docMk/>
            <pc:sldMasterMk cId="331009024" sldId="2147483762"/>
            <pc:sldLayoutMk cId="3025220664" sldId="214748377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BAEB7E-867D-4282-8DE5-F36A179E3AC7}"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0BA66-FF30-40C0-A8D7-30028C97E1FA}" type="slidenum">
              <a:rPr lang="en-US" smtClean="0"/>
              <a:t>‹#›</a:t>
            </a:fld>
            <a:endParaRPr lang="en-US"/>
          </a:p>
        </p:txBody>
      </p:sp>
    </p:spTree>
    <p:extLst>
      <p:ext uri="{BB962C8B-B14F-4D97-AF65-F5344CB8AC3E}">
        <p14:creationId xmlns:p14="http://schemas.microsoft.com/office/powerpoint/2010/main" val="964050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BA66-FF30-40C0-A8D7-30028C97E1F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9205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3</a:t>
            </a:fld>
            <a:endParaRPr lang="en-US"/>
          </a:p>
        </p:txBody>
      </p:sp>
    </p:spTree>
    <p:extLst>
      <p:ext uri="{BB962C8B-B14F-4D97-AF65-F5344CB8AC3E}">
        <p14:creationId xmlns:p14="http://schemas.microsoft.com/office/powerpoint/2010/main" val="2417775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E3AD1-19DF-7512-6129-E92AE4B09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C76C1-21F0-DA38-7067-8BA38C5A77EA}"/>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EE413DA7-B098-FC5F-F36E-90B9426A54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E7D5EC-414E-8B96-55FD-455F35CD64EB}"/>
              </a:ext>
            </a:extLst>
          </p:cNvPr>
          <p:cNvSpPr>
            <a:spLocks noGrp="1"/>
          </p:cNvSpPr>
          <p:nvPr>
            <p:ph type="sldNum" sz="quarter" idx="10"/>
          </p:nvPr>
        </p:nvSpPr>
        <p:spPr/>
        <p:txBody>
          <a:bodyPr/>
          <a:lstStyle/>
          <a:p>
            <a:fld id="{0000BA66-FF30-40C0-A8D7-30028C97E1FA}" type="slidenum">
              <a:rPr lang="en-US" smtClean="0"/>
              <a:t>4</a:t>
            </a:fld>
            <a:endParaRPr lang="en-US"/>
          </a:p>
        </p:txBody>
      </p:sp>
    </p:spTree>
    <p:extLst>
      <p:ext uri="{BB962C8B-B14F-4D97-AF65-F5344CB8AC3E}">
        <p14:creationId xmlns:p14="http://schemas.microsoft.com/office/powerpoint/2010/main" val="2477126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0D39-CA60-1AA3-2809-A054C3A04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C10CC-6A72-20D9-E8D5-000F0E01F50C}"/>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CAEE0499-85E5-1C03-A50B-4EC87CDF46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3D1B27-0F22-ED91-7FAA-F3AD3B0D3444}"/>
              </a:ext>
            </a:extLst>
          </p:cNvPr>
          <p:cNvSpPr>
            <a:spLocks noGrp="1"/>
          </p:cNvSpPr>
          <p:nvPr>
            <p:ph type="sldNum" sz="quarter" idx="10"/>
          </p:nvPr>
        </p:nvSpPr>
        <p:spPr/>
        <p:txBody>
          <a:bodyPr/>
          <a:lstStyle/>
          <a:p>
            <a:fld id="{0000BA66-FF30-40C0-A8D7-30028C97E1FA}" type="slidenum">
              <a:rPr lang="en-US" smtClean="0"/>
              <a:t>5</a:t>
            </a:fld>
            <a:endParaRPr lang="en-US"/>
          </a:p>
        </p:txBody>
      </p:sp>
    </p:spTree>
    <p:extLst>
      <p:ext uri="{BB962C8B-B14F-4D97-AF65-F5344CB8AC3E}">
        <p14:creationId xmlns:p14="http://schemas.microsoft.com/office/powerpoint/2010/main" val="3551039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07E03-2F9F-EA8C-EF56-07772BE4C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1D643-CA13-CE9C-E216-D5A8A7DCCD94}"/>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5EDDD3CC-9F72-903C-0205-BBCBE29BD1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3352A2-345B-0C90-E5D9-1707BFE791C3}"/>
              </a:ext>
            </a:extLst>
          </p:cNvPr>
          <p:cNvSpPr>
            <a:spLocks noGrp="1"/>
          </p:cNvSpPr>
          <p:nvPr>
            <p:ph type="sldNum" sz="quarter" idx="10"/>
          </p:nvPr>
        </p:nvSpPr>
        <p:spPr/>
        <p:txBody>
          <a:bodyPr/>
          <a:lstStyle/>
          <a:p>
            <a:fld id="{0000BA66-FF30-40C0-A8D7-30028C97E1FA}" type="slidenum">
              <a:rPr lang="en-US" smtClean="0"/>
              <a:t>6</a:t>
            </a:fld>
            <a:endParaRPr lang="en-US"/>
          </a:p>
        </p:txBody>
      </p:sp>
    </p:spTree>
    <p:extLst>
      <p:ext uri="{BB962C8B-B14F-4D97-AF65-F5344CB8AC3E}">
        <p14:creationId xmlns:p14="http://schemas.microsoft.com/office/powerpoint/2010/main" val="3801044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4789C-B3BD-D103-1D7A-695665ACB5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43B1C-689F-FB61-AAB9-5CB2FD87FB2E}"/>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ADE8ABF9-87B5-12FC-5B26-3797FC132D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6E7ABF-EE44-AB9C-BDD5-EFFC8AA62378}"/>
              </a:ext>
            </a:extLst>
          </p:cNvPr>
          <p:cNvSpPr>
            <a:spLocks noGrp="1"/>
          </p:cNvSpPr>
          <p:nvPr>
            <p:ph type="sldNum" sz="quarter" idx="10"/>
          </p:nvPr>
        </p:nvSpPr>
        <p:spPr/>
        <p:txBody>
          <a:bodyPr/>
          <a:lstStyle/>
          <a:p>
            <a:fld id="{0000BA66-FF30-40C0-A8D7-30028C97E1FA}" type="slidenum">
              <a:rPr lang="en-US" smtClean="0"/>
              <a:t>7</a:t>
            </a:fld>
            <a:endParaRPr lang="en-US"/>
          </a:p>
        </p:txBody>
      </p:sp>
    </p:spTree>
    <p:extLst>
      <p:ext uri="{BB962C8B-B14F-4D97-AF65-F5344CB8AC3E}">
        <p14:creationId xmlns:p14="http://schemas.microsoft.com/office/powerpoint/2010/main" val="4057534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694F-5E88-E28C-2460-838CA862D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82C04-49CD-251F-2C2F-6C1890F95424}"/>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60BFFF43-C729-F11D-25F8-DE784EA972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B7F7DC-60FD-5FB1-597B-FD87CEAECE73}"/>
              </a:ext>
            </a:extLst>
          </p:cNvPr>
          <p:cNvSpPr>
            <a:spLocks noGrp="1"/>
          </p:cNvSpPr>
          <p:nvPr>
            <p:ph type="sldNum" sz="quarter" idx="10"/>
          </p:nvPr>
        </p:nvSpPr>
        <p:spPr/>
        <p:txBody>
          <a:bodyPr/>
          <a:lstStyle/>
          <a:p>
            <a:fld id="{0000BA66-FF30-40C0-A8D7-30028C97E1FA}" type="slidenum">
              <a:rPr lang="en-US" smtClean="0"/>
              <a:t>8</a:t>
            </a:fld>
            <a:endParaRPr lang="en-US"/>
          </a:p>
        </p:txBody>
      </p:sp>
    </p:spTree>
    <p:extLst>
      <p:ext uri="{BB962C8B-B14F-4D97-AF65-F5344CB8AC3E}">
        <p14:creationId xmlns:p14="http://schemas.microsoft.com/office/powerpoint/2010/main" val="2832887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D40F-A097-8E02-A380-B2BE10C0F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C8947-044F-DAFF-372C-B4EBA9A73818}"/>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96B3D221-6D79-AE4B-CFC3-0D90D50242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92E1D4-87E4-5553-1FB8-AF6F26D134F2}"/>
              </a:ext>
            </a:extLst>
          </p:cNvPr>
          <p:cNvSpPr>
            <a:spLocks noGrp="1"/>
          </p:cNvSpPr>
          <p:nvPr>
            <p:ph type="sldNum" sz="quarter" idx="10"/>
          </p:nvPr>
        </p:nvSpPr>
        <p:spPr/>
        <p:txBody>
          <a:bodyPr/>
          <a:lstStyle/>
          <a:p>
            <a:fld id="{0000BA66-FF30-40C0-A8D7-30028C97E1FA}" type="slidenum">
              <a:rPr lang="en-US" smtClean="0"/>
              <a:t>9</a:t>
            </a:fld>
            <a:endParaRPr lang="en-US"/>
          </a:p>
        </p:txBody>
      </p:sp>
    </p:spTree>
    <p:extLst>
      <p:ext uri="{BB962C8B-B14F-4D97-AF65-F5344CB8AC3E}">
        <p14:creationId xmlns:p14="http://schemas.microsoft.com/office/powerpoint/2010/main" val="1047033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BC77C-3B1A-7B79-86F1-A02D98D3A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F5AB0-9B34-F45E-96F6-9CBACCDF5BE1}"/>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B09AFDC0-8E69-0D88-F30A-3D1330827D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E97D64-4F5E-8D08-37B8-313FE4E609DA}"/>
              </a:ext>
            </a:extLst>
          </p:cNvPr>
          <p:cNvSpPr>
            <a:spLocks noGrp="1"/>
          </p:cNvSpPr>
          <p:nvPr>
            <p:ph type="sldNum" sz="quarter" idx="10"/>
          </p:nvPr>
        </p:nvSpPr>
        <p:spPr/>
        <p:txBody>
          <a:bodyPr/>
          <a:lstStyle/>
          <a:p>
            <a:fld id="{0000BA66-FF30-40C0-A8D7-30028C97E1FA}" type="slidenum">
              <a:rPr lang="en-US" smtClean="0"/>
              <a:t>10</a:t>
            </a:fld>
            <a:endParaRPr lang="en-US"/>
          </a:p>
        </p:txBody>
      </p:sp>
    </p:spTree>
    <p:extLst>
      <p:ext uri="{BB962C8B-B14F-4D97-AF65-F5344CB8AC3E}">
        <p14:creationId xmlns:p14="http://schemas.microsoft.com/office/powerpoint/2010/main" val="4266700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AF382-DA12-80C8-AC9D-08B512AB4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B2AE2-C593-E660-83E5-71B354D40683}"/>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BE102A88-D962-34E3-3C55-9E82CAC9F8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63E646-86A8-E129-6821-4C3A7924A9CF}"/>
              </a:ext>
            </a:extLst>
          </p:cNvPr>
          <p:cNvSpPr>
            <a:spLocks noGrp="1"/>
          </p:cNvSpPr>
          <p:nvPr>
            <p:ph type="sldNum" sz="quarter" idx="10"/>
          </p:nvPr>
        </p:nvSpPr>
        <p:spPr/>
        <p:txBody>
          <a:bodyPr/>
          <a:lstStyle/>
          <a:p>
            <a:fld id="{0000BA66-FF30-40C0-A8D7-30028C97E1FA}" type="slidenum">
              <a:rPr lang="en-US" smtClean="0"/>
              <a:t>11</a:t>
            </a:fld>
            <a:endParaRPr lang="en-US"/>
          </a:p>
        </p:txBody>
      </p:sp>
    </p:spTree>
    <p:extLst>
      <p:ext uri="{BB962C8B-B14F-4D97-AF65-F5344CB8AC3E}">
        <p14:creationId xmlns:p14="http://schemas.microsoft.com/office/powerpoint/2010/main" val="2025119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DD603-9459-F0DE-DFAA-7A4F68162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880EA1-7DCF-DEBF-71D5-DDAC01A10C5D}"/>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01D763C1-48F0-BD54-06AC-3CA8DB5F2B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5F9ABA-5CF9-9BEE-CA9F-4CC6EFEA671F}"/>
              </a:ext>
            </a:extLst>
          </p:cNvPr>
          <p:cNvSpPr>
            <a:spLocks noGrp="1"/>
          </p:cNvSpPr>
          <p:nvPr>
            <p:ph type="sldNum" sz="quarter" idx="10"/>
          </p:nvPr>
        </p:nvSpPr>
        <p:spPr/>
        <p:txBody>
          <a:bodyPr/>
          <a:lstStyle/>
          <a:p>
            <a:fld id="{0000BA66-FF30-40C0-A8D7-30028C97E1FA}" type="slidenum">
              <a:rPr lang="en-US" smtClean="0"/>
              <a:t>12</a:t>
            </a:fld>
            <a:endParaRPr lang="en-US"/>
          </a:p>
        </p:txBody>
      </p:sp>
    </p:spTree>
    <p:extLst>
      <p:ext uri="{BB962C8B-B14F-4D97-AF65-F5344CB8AC3E}">
        <p14:creationId xmlns:p14="http://schemas.microsoft.com/office/powerpoint/2010/main" val="69834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FE29D-A22F-2B10-93E9-CCFB93790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C209F-9832-487C-8169-4AC2E50782BF}"/>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EC73E606-B306-11BC-0554-8B0404ECC8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0D9639-2CEE-D4F9-D8D9-BC926D974CC9}"/>
              </a:ext>
            </a:extLst>
          </p:cNvPr>
          <p:cNvSpPr>
            <a:spLocks noGrp="1"/>
          </p:cNvSpPr>
          <p:nvPr>
            <p:ph type="sldNum" sz="quarter" idx="10"/>
          </p:nvPr>
        </p:nvSpPr>
        <p:spPr/>
        <p:txBody>
          <a:bodyPr/>
          <a:lstStyle/>
          <a:p>
            <a:fld id="{0000BA66-FF30-40C0-A8D7-30028C97E1FA}" type="slidenum">
              <a:rPr lang="en-US" smtClean="0"/>
              <a:t>13</a:t>
            </a:fld>
            <a:endParaRPr lang="en-US"/>
          </a:p>
        </p:txBody>
      </p:sp>
    </p:spTree>
    <p:extLst>
      <p:ext uri="{BB962C8B-B14F-4D97-AF65-F5344CB8AC3E}">
        <p14:creationId xmlns:p14="http://schemas.microsoft.com/office/powerpoint/2010/main" val="323794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825B-70B3-A202-D6DF-9660936B6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BAB85-62BF-EF88-FA65-0952C028CD33}"/>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39B3203D-7469-BD37-0BA8-AFACFF6129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0F1B00-B815-462D-6110-A1707DE7D9E4}"/>
              </a:ext>
            </a:extLst>
          </p:cNvPr>
          <p:cNvSpPr>
            <a:spLocks noGrp="1"/>
          </p:cNvSpPr>
          <p:nvPr>
            <p:ph type="sldNum" sz="quarter" idx="10"/>
          </p:nvPr>
        </p:nvSpPr>
        <p:spPr/>
        <p:txBody>
          <a:bodyPr/>
          <a:lstStyle/>
          <a:p>
            <a:fld id="{0000BA66-FF30-40C0-A8D7-30028C97E1FA}" type="slidenum">
              <a:rPr lang="en-US" smtClean="0"/>
              <a:t>14</a:t>
            </a:fld>
            <a:endParaRPr lang="en-US"/>
          </a:p>
        </p:txBody>
      </p:sp>
    </p:spTree>
    <p:extLst>
      <p:ext uri="{BB962C8B-B14F-4D97-AF65-F5344CB8AC3E}">
        <p14:creationId xmlns:p14="http://schemas.microsoft.com/office/powerpoint/2010/main" val="1374432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E6FCB-F111-A190-C5C7-C20B21DE3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3375F-B5DA-8C0A-B56C-176811B262D2}"/>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B6F4BDD8-C8CC-5D64-E120-61D9AC3078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3BB182-F8E6-B560-B0BA-AB0CFBC15549}"/>
              </a:ext>
            </a:extLst>
          </p:cNvPr>
          <p:cNvSpPr>
            <a:spLocks noGrp="1"/>
          </p:cNvSpPr>
          <p:nvPr>
            <p:ph type="sldNum" sz="quarter" idx="10"/>
          </p:nvPr>
        </p:nvSpPr>
        <p:spPr/>
        <p:txBody>
          <a:bodyPr/>
          <a:lstStyle/>
          <a:p>
            <a:fld id="{0000BA66-FF30-40C0-A8D7-30028C97E1FA}" type="slidenum">
              <a:rPr lang="en-US" smtClean="0"/>
              <a:t>15</a:t>
            </a:fld>
            <a:endParaRPr lang="en-US"/>
          </a:p>
        </p:txBody>
      </p:sp>
    </p:spTree>
    <p:extLst>
      <p:ext uri="{BB962C8B-B14F-4D97-AF65-F5344CB8AC3E}">
        <p14:creationId xmlns:p14="http://schemas.microsoft.com/office/powerpoint/2010/main" val="959780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B9345-C029-DB23-FA4F-20303D6C2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48CC2-4039-7408-9051-2E5B7B07846D}"/>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1E8A7120-E012-7587-0E33-8D7331816B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B4C6CC-7BD2-2ABE-E85A-EAE2EB16370D}"/>
              </a:ext>
            </a:extLst>
          </p:cNvPr>
          <p:cNvSpPr>
            <a:spLocks noGrp="1"/>
          </p:cNvSpPr>
          <p:nvPr>
            <p:ph type="sldNum" sz="quarter" idx="10"/>
          </p:nvPr>
        </p:nvSpPr>
        <p:spPr/>
        <p:txBody>
          <a:bodyPr/>
          <a:lstStyle/>
          <a:p>
            <a:fld id="{0000BA66-FF30-40C0-A8D7-30028C97E1FA}" type="slidenum">
              <a:rPr lang="en-US" smtClean="0"/>
              <a:t>16</a:t>
            </a:fld>
            <a:endParaRPr lang="en-US"/>
          </a:p>
        </p:txBody>
      </p:sp>
    </p:spTree>
    <p:extLst>
      <p:ext uri="{BB962C8B-B14F-4D97-AF65-F5344CB8AC3E}">
        <p14:creationId xmlns:p14="http://schemas.microsoft.com/office/powerpoint/2010/main" val="1799821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8548D-1004-66B5-8DB1-32D2E0B6B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E877A-0DCD-75BB-89BD-DCF911FF0A91}"/>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8B41D3FE-D3CF-FB27-01F9-9EC20AFE0C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08451D-430E-6108-6F96-7F705F41311C}"/>
              </a:ext>
            </a:extLst>
          </p:cNvPr>
          <p:cNvSpPr>
            <a:spLocks noGrp="1"/>
          </p:cNvSpPr>
          <p:nvPr>
            <p:ph type="sldNum" sz="quarter" idx="10"/>
          </p:nvPr>
        </p:nvSpPr>
        <p:spPr/>
        <p:txBody>
          <a:bodyPr/>
          <a:lstStyle/>
          <a:p>
            <a:fld id="{0000BA66-FF30-40C0-A8D7-30028C97E1FA}" type="slidenum">
              <a:rPr lang="en-US" smtClean="0"/>
              <a:t>17</a:t>
            </a:fld>
            <a:endParaRPr lang="en-US"/>
          </a:p>
        </p:txBody>
      </p:sp>
    </p:spTree>
    <p:extLst>
      <p:ext uri="{BB962C8B-B14F-4D97-AF65-F5344CB8AC3E}">
        <p14:creationId xmlns:p14="http://schemas.microsoft.com/office/powerpoint/2010/main" val="3317353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3E7EC-8478-19D2-E03C-6F0139451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39C9A-F7FB-157B-6A8A-C071ACE22883}"/>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31E03C55-D073-70C5-E667-B402BF9081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7AB910-0237-385E-A34B-1F0FB15CA585}"/>
              </a:ext>
            </a:extLst>
          </p:cNvPr>
          <p:cNvSpPr>
            <a:spLocks noGrp="1"/>
          </p:cNvSpPr>
          <p:nvPr>
            <p:ph type="sldNum" sz="quarter" idx="10"/>
          </p:nvPr>
        </p:nvSpPr>
        <p:spPr/>
        <p:txBody>
          <a:bodyPr/>
          <a:lstStyle/>
          <a:p>
            <a:fld id="{0000BA66-FF30-40C0-A8D7-30028C97E1FA}" type="slidenum">
              <a:rPr lang="en-US" smtClean="0"/>
              <a:t>18</a:t>
            </a:fld>
            <a:endParaRPr lang="en-US"/>
          </a:p>
        </p:txBody>
      </p:sp>
    </p:spTree>
    <p:extLst>
      <p:ext uri="{BB962C8B-B14F-4D97-AF65-F5344CB8AC3E}">
        <p14:creationId xmlns:p14="http://schemas.microsoft.com/office/powerpoint/2010/main" val="1120849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763E-918C-D24D-5851-91969313D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5E4B0-A14B-2696-2E8E-502B1367F383}"/>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AB00CBF2-61B9-7DCF-8850-A4401F562D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C7479D-5273-702B-624F-09F6F3730546}"/>
              </a:ext>
            </a:extLst>
          </p:cNvPr>
          <p:cNvSpPr>
            <a:spLocks noGrp="1"/>
          </p:cNvSpPr>
          <p:nvPr>
            <p:ph type="sldNum" sz="quarter" idx="10"/>
          </p:nvPr>
        </p:nvSpPr>
        <p:spPr/>
        <p:txBody>
          <a:bodyPr/>
          <a:lstStyle/>
          <a:p>
            <a:fld id="{0000BA66-FF30-40C0-A8D7-30028C97E1FA}" type="slidenum">
              <a:rPr lang="en-US" smtClean="0"/>
              <a:t>19</a:t>
            </a:fld>
            <a:endParaRPr lang="en-US"/>
          </a:p>
        </p:txBody>
      </p:sp>
    </p:spTree>
    <p:extLst>
      <p:ext uri="{BB962C8B-B14F-4D97-AF65-F5344CB8AC3E}">
        <p14:creationId xmlns:p14="http://schemas.microsoft.com/office/powerpoint/2010/main" val="1367168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7418-E991-A6ED-F12B-5C2F72B66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E855C-1C80-3561-8D0E-954C0B308877}"/>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A05E1D27-0409-BE82-149C-B9E07A93F1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220DEB-97CB-C200-0A2D-645E8C51BA7A}"/>
              </a:ext>
            </a:extLst>
          </p:cNvPr>
          <p:cNvSpPr>
            <a:spLocks noGrp="1"/>
          </p:cNvSpPr>
          <p:nvPr>
            <p:ph type="sldNum" sz="quarter" idx="10"/>
          </p:nvPr>
        </p:nvSpPr>
        <p:spPr/>
        <p:txBody>
          <a:bodyPr/>
          <a:lstStyle/>
          <a:p>
            <a:fld id="{0000BA66-FF30-40C0-A8D7-30028C97E1FA}" type="slidenum">
              <a:rPr lang="en-US" smtClean="0"/>
              <a:t>21</a:t>
            </a:fld>
            <a:endParaRPr lang="en-US"/>
          </a:p>
        </p:txBody>
      </p:sp>
    </p:spTree>
    <p:extLst>
      <p:ext uri="{BB962C8B-B14F-4D97-AF65-F5344CB8AC3E}">
        <p14:creationId xmlns:p14="http://schemas.microsoft.com/office/powerpoint/2010/main" val="2802529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E35BB-F7A4-BA0C-FA06-EFBB4CD1F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C0C8E-CEE4-6BAF-6598-FD39EDFA755E}"/>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A554A7D2-A66F-6166-ADB9-CB58E8335E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ED9CE9-1A83-BFB6-E0A0-2FDA9079C372}"/>
              </a:ext>
            </a:extLst>
          </p:cNvPr>
          <p:cNvSpPr>
            <a:spLocks noGrp="1"/>
          </p:cNvSpPr>
          <p:nvPr>
            <p:ph type="sldNum" sz="quarter" idx="10"/>
          </p:nvPr>
        </p:nvSpPr>
        <p:spPr/>
        <p:txBody>
          <a:bodyPr/>
          <a:lstStyle/>
          <a:p>
            <a:fld id="{0000BA66-FF30-40C0-A8D7-30028C97E1FA}" type="slidenum">
              <a:rPr lang="en-US" smtClean="0"/>
              <a:t>22</a:t>
            </a:fld>
            <a:endParaRPr lang="en-US"/>
          </a:p>
        </p:txBody>
      </p:sp>
    </p:spTree>
    <p:extLst>
      <p:ext uri="{BB962C8B-B14F-4D97-AF65-F5344CB8AC3E}">
        <p14:creationId xmlns:p14="http://schemas.microsoft.com/office/powerpoint/2010/main" val="2734939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33BA5-CD87-30AC-4BBD-F60EF7FB9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C8D73-C902-31C7-60B5-6A39FDA07574}"/>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880AF858-D499-B37A-E2DD-6BAAFA2976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ADA14D-990C-41D9-0CF5-2ACFFFF32C3B}"/>
              </a:ext>
            </a:extLst>
          </p:cNvPr>
          <p:cNvSpPr>
            <a:spLocks noGrp="1"/>
          </p:cNvSpPr>
          <p:nvPr>
            <p:ph type="sldNum" sz="quarter" idx="10"/>
          </p:nvPr>
        </p:nvSpPr>
        <p:spPr/>
        <p:txBody>
          <a:bodyPr/>
          <a:lstStyle/>
          <a:p>
            <a:fld id="{0000BA66-FF30-40C0-A8D7-30028C97E1FA}" type="slidenum">
              <a:rPr lang="en-US" smtClean="0"/>
              <a:t>23</a:t>
            </a:fld>
            <a:endParaRPr lang="en-US"/>
          </a:p>
        </p:txBody>
      </p:sp>
    </p:spTree>
    <p:extLst>
      <p:ext uri="{BB962C8B-B14F-4D97-AF65-F5344CB8AC3E}">
        <p14:creationId xmlns:p14="http://schemas.microsoft.com/office/powerpoint/2010/main" val="3660798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16B9-DD5D-D58D-4694-6FC0BFCDF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05299-C6AC-45BE-62EB-1F46D8EC92A0}"/>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51C29EAF-62AD-6096-FC56-6277BDF4C0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45571A-66B4-66FF-63E5-B00DC1942201}"/>
              </a:ext>
            </a:extLst>
          </p:cNvPr>
          <p:cNvSpPr>
            <a:spLocks noGrp="1"/>
          </p:cNvSpPr>
          <p:nvPr>
            <p:ph type="sldNum" sz="quarter" idx="10"/>
          </p:nvPr>
        </p:nvSpPr>
        <p:spPr/>
        <p:txBody>
          <a:bodyPr/>
          <a:lstStyle/>
          <a:p>
            <a:fld id="{0000BA66-FF30-40C0-A8D7-30028C97E1FA}" type="slidenum">
              <a:rPr lang="en-US" smtClean="0"/>
              <a:t>24</a:t>
            </a:fld>
            <a:endParaRPr lang="en-US"/>
          </a:p>
        </p:txBody>
      </p:sp>
    </p:spTree>
    <p:extLst>
      <p:ext uri="{BB962C8B-B14F-4D97-AF65-F5344CB8AC3E}">
        <p14:creationId xmlns:p14="http://schemas.microsoft.com/office/powerpoint/2010/main" val="3689018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6311E-BEF3-2163-DA76-FBF7F076D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4DBFD-BB48-D8A4-3711-D4410E41950E}"/>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4751147A-F3AA-9FAE-0FAA-A39B8217B1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C6B996-193E-A84F-1B82-3CE74E373576}"/>
              </a:ext>
            </a:extLst>
          </p:cNvPr>
          <p:cNvSpPr>
            <a:spLocks noGrp="1"/>
          </p:cNvSpPr>
          <p:nvPr>
            <p:ph type="sldNum" sz="quarter" idx="10"/>
          </p:nvPr>
        </p:nvSpPr>
        <p:spPr/>
        <p:txBody>
          <a:bodyPr/>
          <a:lstStyle/>
          <a:p>
            <a:fld id="{0000BA66-FF30-40C0-A8D7-30028C97E1FA}" type="slidenum">
              <a:rPr lang="en-US" smtClean="0"/>
              <a:t>25</a:t>
            </a:fld>
            <a:endParaRPr lang="en-US"/>
          </a:p>
        </p:txBody>
      </p:sp>
    </p:spTree>
    <p:extLst>
      <p:ext uri="{BB962C8B-B14F-4D97-AF65-F5344CB8AC3E}">
        <p14:creationId xmlns:p14="http://schemas.microsoft.com/office/powerpoint/2010/main" val="3352996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76D00-D8E3-516A-FF91-C9F54ACFB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CAE10-2370-A67D-D6F9-91E6CB8F78E8}"/>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D29124F-559A-FAC8-A502-B3A5BF7D7F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4BE114-B0EA-22B4-1590-E66DB0707C06}"/>
              </a:ext>
            </a:extLst>
          </p:cNvPr>
          <p:cNvSpPr>
            <a:spLocks noGrp="1"/>
          </p:cNvSpPr>
          <p:nvPr>
            <p:ph type="sldNum" sz="quarter" idx="10"/>
          </p:nvPr>
        </p:nvSpPr>
        <p:spPr/>
        <p:txBody>
          <a:bodyPr/>
          <a:lstStyle/>
          <a:p>
            <a:fld id="{0000BA66-FF30-40C0-A8D7-30028C97E1FA}" type="slidenum">
              <a:rPr lang="en-US" smtClean="0"/>
              <a:t>26</a:t>
            </a:fld>
            <a:endParaRPr lang="en-US"/>
          </a:p>
        </p:txBody>
      </p:sp>
    </p:spTree>
    <p:extLst>
      <p:ext uri="{BB962C8B-B14F-4D97-AF65-F5344CB8AC3E}">
        <p14:creationId xmlns:p14="http://schemas.microsoft.com/office/powerpoint/2010/main" val="3805093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B42AF0-9EB6-4DA0-AA18-4D452EF1FC35}"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134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6054D9-3FC8-4F5A-9887-8169F77364C0}"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419625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5D39E-5580-4DD5-8F06-2604FE426769}"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8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0662ED-3FA5-4E29-AD84-CBD2ED8A40E8}" type="datetime1">
              <a:rPr lang="en-US" smtClean="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52317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FA719D-44E6-47A2-84AB-0AB0DB21914A}" type="datetime1">
              <a:rPr lang="en-US" smtClean="0"/>
              <a:t>11/13/2025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38222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CE2FE4-6D64-44AB-8717-E7988512E516}" type="datetime1">
              <a:rPr lang="en-US" smtClean="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7484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7" name="Date Placeholder 6"/>
          <p:cNvSpPr>
            <a:spLocks noGrp="1"/>
          </p:cNvSpPr>
          <p:nvPr>
            <p:ph type="dt" sz="half" idx="10"/>
          </p:nvPr>
        </p:nvSpPr>
        <p:spPr/>
        <p:txBody>
          <a:bodyPr/>
          <a:lstStyle/>
          <a:p>
            <a:fld id="{CBBC0149-D071-4618-B927-DAD5ED66D149}" type="datetime1">
              <a:rPr lang="en-US" smtClean="0"/>
              <a:t>11/13/2025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54147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BD1A81E-A393-41C9-9B38-2D3A71971022}" type="datetime1">
              <a:rPr lang="en-US" smtClean="0"/>
              <a:t>11/13/2025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037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7F7BDC-98EC-441F-8CC2-C970B2D9F19F}" type="datetime1">
              <a:rPr lang="en-US" smtClean="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82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6D57-56A4-4768-98BC-B1DCE3579E3C}"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41830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EF54B-6BF3-4F64-AA49-C79910828BAA}"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42710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E73FADF-1024-4215-908D-689AC4B31A34}" type="datetime1">
              <a:rPr lang="en-US" smtClean="0"/>
              <a:t>11/13/2025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2251716"/>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dirty="0"/>
              <a:t>Database S</a:t>
            </a:r>
            <a:r>
              <a:rPr lang="en-US" altLang="zh-CN" sz="6600" dirty="0"/>
              <a:t>ystems</a:t>
            </a:r>
            <a:endParaRPr lang="en-US" sz="6600" dirty="0"/>
          </a:p>
        </p:txBody>
      </p:sp>
      <p:sp>
        <p:nvSpPr>
          <p:cNvPr id="3" name="Subtitle 2"/>
          <p:cNvSpPr>
            <a:spLocks noGrp="1"/>
          </p:cNvSpPr>
          <p:nvPr>
            <p:ph type="subTitle" idx="1"/>
          </p:nvPr>
        </p:nvSpPr>
        <p:spPr/>
        <p:txBody>
          <a:bodyPr>
            <a:normAutofit fontScale="85000" lnSpcReduction="20000"/>
          </a:bodyPr>
          <a:lstStyle/>
          <a:p>
            <a:r>
              <a:rPr lang="en-US" dirty="0"/>
              <a:t>COMP 3010E FALL 2025</a:t>
            </a:r>
          </a:p>
          <a:p>
            <a:endParaRPr lang="en-US" dirty="0"/>
          </a:p>
          <a:p>
            <a:r>
              <a:rPr lang="en-US" dirty="0"/>
              <a:t>Lecture 15 </a:t>
            </a:r>
            <a:r>
              <a:rPr lang="en-US" altLang="zh-CN" dirty="0"/>
              <a:t>NoSQL Database</a:t>
            </a:r>
            <a:endParaRPr lang="en-US" dirty="0"/>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7101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32454-5304-4725-8D25-B16775F95A89}"/>
              </a:ext>
            </a:extLst>
          </p:cNvPr>
          <p:cNvSpPr>
            <a:spLocks noGrp="1"/>
          </p:cNvSpPr>
          <p:nvPr>
            <p:ph type="title"/>
          </p:nvPr>
        </p:nvSpPr>
        <p:spPr/>
        <p:txBody>
          <a:bodyPr/>
          <a:lstStyle/>
          <a:p>
            <a:r>
              <a:rPr lang="en-US" altLang="zh-CN" dirty="0"/>
              <a:t>Agenda</a:t>
            </a:r>
            <a:endParaRPr lang="zh-CN" altLang="en-US" dirty="0"/>
          </a:p>
        </p:txBody>
      </p:sp>
      <p:sp>
        <p:nvSpPr>
          <p:cNvPr id="3" name="内容占位符 2">
            <a:extLst>
              <a:ext uri="{FF2B5EF4-FFF2-40B4-BE49-F238E27FC236}">
                <a16:creationId xmlns:a16="http://schemas.microsoft.com/office/drawing/2014/main" id="{15C89AD8-64FF-4AC8-BE0C-A2D34CC27C7B}"/>
              </a:ext>
            </a:extLst>
          </p:cNvPr>
          <p:cNvSpPr>
            <a:spLocks noGrp="1"/>
          </p:cNvSpPr>
          <p:nvPr>
            <p:ph idx="1"/>
          </p:nvPr>
        </p:nvSpPr>
        <p:spPr/>
        <p:txBody>
          <a:bodyPr>
            <a:normAutofit/>
          </a:bodyPr>
          <a:lstStyle/>
          <a:p>
            <a:pPr marL="633857" indent="-457200">
              <a:lnSpc>
                <a:spcPct val="100000"/>
              </a:lnSpc>
              <a:buFont typeface="Wingdings" panose="05000000000000000000" pitchFamily="2" charset="2"/>
              <a:buChar char="p"/>
              <a:tabLst>
                <a:tab pos="1122680" algn="l"/>
              </a:tabLst>
            </a:pPr>
            <a:r>
              <a:rPr lang="en-US" altLang="zh-CN" sz="2800" b="1" spc="-5" dirty="0">
                <a:latin typeface="+mj-lt"/>
                <a:ea typeface="华文楷体" panose="02010600040101010101" charset="-122"/>
                <a:cs typeface="Times New Roman" panose="02020603050405020304" pitchFamily="18" charset="0"/>
              </a:rPr>
              <a:t>RDBMS Limitations</a:t>
            </a:r>
          </a:p>
          <a:p>
            <a:pPr marL="633857" indent="-457200">
              <a:lnSpc>
                <a:spcPct val="100000"/>
              </a:lnSpc>
              <a:buFont typeface="Wingdings" panose="05000000000000000000" pitchFamily="2" charset="2"/>
              <a:buChar char="p"/>
              <a:tabLst>
                <a:tab pos="1122680" algn="l"/>
              </a:tabLst>
            </a:pPr>
            <a:r>
              <a:rPr lang="en-US" altLang="zh-CN" sz="2800" b="1" spc="-5" dirty="0">
                <a:latin typeface="+mj-lt"/>
                <a:ea typeface="华文楷体" panose="02010600040101010101" charset="-122"/>
                <a:cs typeface="Times New Roman" panose="02020603050405020304" pitchFamily="18" charset="0"/>
              </a:rPr>
              <a:t>NoSQL</a:t>
            </a:r>
          </a:p>
          <a:p>
            <a:pPr lvl="2">
              <a:lnSpc>
                <a:spcPct val="100000"/>
              </a:lnSpc>
              <a:buClr>
                <a:srgbClr val="1CADE4"/>
              </a:buClr>
              <a:buFont typeface="Courier New" panose="02070309020205020404" pitchFamily="49" charset="0"/>
              <a:buChar char="o"/>
              <a:defRPr/>
            </a:pPr>
            <a:r>
              <a:rPr lang="en-US" altLang="zh-CN" sz="2400" spc="-5" dirty="0">
                <a:latin typeface="+mj-lt"/>
                <a:ea typeface="华文楷体" panose="02010600040101010101" charset="-122"/>
                <a:cs typeface="Times New Roman" panose="02020603050405020304" pitchFamily="18" charset="0"/>
              </a:rPr>
              <a:t> Common NoSQL storage models</a:t>
            </a:r>
          </a:p>
          <a:p>
            <a:pPr lvl="2">
              <a:lnSpc>
                <a:spcPct val="100000"/>
              </a:lnSpc>
              <a:buClr>
                <a:srgbClr val="1CADE4"/>
              </a:buClr>
              <a:buFont typeface="Courier New" panose="02070309020205020404" pitchFamily="49" charset="0"/>
              <a:buChar char="o"/>
              <a:defRPr/>
            </a:pPr>
            <a:r>
              <a:rPr lang="en-US" altLang="zh-CN" sz="2400" spc="-5" dirty="0">
                <a:latin typeface="+mj-lt"/>
                <a:ea typeface="华文楷体" panose="02010600040101010101" charset="-122"/>
                <a:cs typeface="Times New Roman" panose="02020603050405020304" pitchFamily="18" charset="0"/>
              </a:rPr>
              <a:t> Related technologies in NoSQL</a:t>
            </a:r>
          </a:p>
          <a:p>
            <a:pPr lvl="2">
              <a:buClr>
                <a:srgbClr val="1CADE4"/>
              </a:buClr>
              <a:buFont typeface="Courier New" panose="02070309020205020404" pitchFamily="49" charset="0"/>
              <a:buChar char="o"/>
              <a:defRPr/>
            </a:pPr>
            <a:endParaRPr lang="en-US" altLang="zh-CN" sz="1800" dirty="0">
              <a:solidFill>
                <a:prstClr val="black">
                  <a:lumMod val="75000"/>
                  <a:lumOff val="25000"/>
                </a:prstClr>
              </a:solidFill>
            </a:endParaRPr>
          </a:p>
          <a:p>
            <a:pPr marL="633857" indent="-457200">
              <a:lnSpc>
                <a:spcPct val="100000"/>
              </a:lnSpc>
              <a:buFont typeface="Wingdings" panose="05000000000000000000" pitchFamily="2" charset="2"/>
              <a:buChar char="p"/>
              <a:tabLst>
                <a:tab pos="1122680" algn="l"/>
              </a:tabLst>
            </a:pPr>
            <a:endParaRPr lang="en-US" altLang="zh-CN" sz="2800" spc="-5" dirty="0">
              <a:latin typeface="+mj-lt"/>
              <a:ea typeface="华文楷体" panose="02010600040101010101" charset="-122"/>
              <a:cs typeface="Times New Roman" panose="02020603050405020304" pitchFamily="18" charset="0"/>
            </a:endParaRPr>
          </a:p>
          <a:p>
            <a:endParaRPr lang="zh-CN" altLang="en-US" dirty="0"/>
          </a:p>
        </p:txBody>
      </p:sp>
      <p:sp>
        <p:nvSpPr>
          <p:cNvPr id="4" name="灯片编号占位符 3">
            <a:extLst>
              <a:ext uri="{FF2B5EF4-FFF2-40B4-BE49-F238E27FC236}">
                <a16:creationId xmlns:a16="http://schemas.microsoft.com/office/drawing/2014/main" id="{631C6C1C-CCB4-4B36-B524-B351CEF363BB}"/>
              </a:ext>
            </a:extLst>
          </p:cNvPr>
          <p:cNvSpPr>
            <a:spLocks noGrp="1"/>
          </p:cNvSpPr>
          <p:nvPr>
            <p:ph type="sldNum" sz="quarter" idx="12"/>
          </p:nvPr>
        </p:nvSpPr>
        <p:spPr/>
        <p:txBody>
          <a:bodyPr/>
          <a:lstStyle/>
          <a:p>
            <a:fld id="{6113E31D-E2AB-40D1-8B51-AFA5AFEF393A}" type="slidenum">
              <a:rPr lang="en-US" smtClean="0"/>
              <a:t>2</a:t>
            </a:fld>
            <a:endParaRPr lang="en-US" dirty="0"/>
          </a:p>
        </p:txBody>
      </p:sp>
    </p:spTree>
    <p:extLst>
      <p:ext uri="{BB962C8B-B14F-4D97-AF65-F5344CB8AC3E}">
        <p14:creationId xmlns:p14="http://schemas.microsoft.com/office/powerpoint/2010/main" val="3526576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altLang="zh-CN" dirty="0"/>
              <a:t>Relational Databases</a:t>
            </a:r>
            <a:endParaRPr lang="en-US" dirty="0"/>
          </a:p>
        </p:txBody>
      </p:sp>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3</a:t>
            </a:fld>
            <a:endParaRPr lang="en-US" sz="1400">
              <a:solidFill>
                <a:schemeClr val="bg1"/>
              </a:solidFill>
            </a:endParaRPr>
          </a:p>
        </p:txBody>
      </p:sp>
      <p:sp>
        <p:nvSpPr>
          <p:cNvPr id="19" name="Content Placeholder 2"/>
          <p:cNvSpPr txBox="1">
            <a:spLocks/>
          </p:cNvSpPr>
          <p:nvPr/>
        </p:nvSpPr>
        <p:spPr>
          <a:xfrm>
            <a:off x="975360" y="1845734"/>
            <a:ext cx="10613666" cy="178681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ACID (Atomicity, Consistency, Isolation and Durability)</a:t>
            </a:r>
          </a:p>
          <a:p>
            <a:pPr lvl="1">
              <a:buFont typeface="Wingdings" panose="05000000000000000000" pitchFamily="2" charset="2"/>
              <a:buChar char="v"/>
            </a:pPr>
            <a:r>
              <a:rPr lang="en-US" sz="2400" dirty="0"/>
              <a:t> SQL</a:t>
            </a:r>
          </a:p>
          <a:p>
            <a:pPr lvl="1">
              <a:buFont typeface="Wingdings" panose="05000000000000000000" pitchFamily="2" charset="2"/>
              <a:buChar char="v"/>
            </a:pPr>
            <a:r>
              <a:rPr lang="en-US" sz="2400" dirty="0"/>
              <a:t> MySQL, </a:t>
            </a:r>
            <a:r>
              <a:rPr lang="en-US" sz="2400" dirty="0" err="1"/>
              <a:t>PostreSQL</a:t>
            </a:r>
            <a:r>
              <a:rPr lang="en-US" sz="2400" dirty="0"/>
              <a:t>, Oracle</a:t>
            </a:r>
            <a:endParaRPr lang="en-US" sz="2000" dirty="0"/>
          </a:p>
        </p:txBody>
      </p:sp>
      <p:graphicFrame>
        <p:nvGraphicFramePr>
          <p:cNvPr id="2" name="表格 1">
            <a:extLst>
              <a:ext uri="{FF2B5EF4-FFF2-40B4-BE49-F238E27FC236}">
                <a16:creationId xmlns:a16="http://schemas.microsoft.com/office/drawing/2014/main" id="{D5FE60C9-ABA9-DB0A-62DE-2D5E3A24662A}"/>
              </a:ext>
            </a:extLst>
          </p:cNvPr>
          <p:cNvGraphicFramePr>
            <a:graphicFrameLocks noGrp="1"/>
          </p:cNvGraphicFramePr>
          <p:nvPr>
            <p:extLst>
              <p:ext uri="{D42A27DB-BD31-4B8C-83A1-F6EECF244321}">
                <p14:modId xmlns:p14="http://schemas.microsoft.com/office/powerpoint/2010/main" val="1345744968"/>
              </p:ext>
            </p:extLst>
          </p:nvPr>
        </p:nvGraphicFramePr>
        <p:xfrm>
          <a:off x="1995488" y="4059930"/>
          <a:ext cx="8128000" cy="1584960"/>
        </p:xfrm>
        <a:graphic>
          <a:graphicData uri="http://schemas.openxmlformats.org/drawingml/2006/table">
            <a:tbl>
              <a:tblPr firstRow="1" bandRow="1">
                <a:tableStyleId>{3B4B98B0-60AC-42C2-AFA5-B58CD77FA1E5}</a:tableStyleId>
              </a:tblPr>
              <a:tblGrid>
                <a:gridCol w="1625600">
                  <a:extLst>
                    <a:ext uri="{9D8B030D-6E8A-4147-A177-3AD203B41FA5}">
                      <a16:colId xmlns:a16="http://schemas.microsoft.com/office/drawing/2014/main" val="3758728401"/>
                    </a:ext>
                  </a:extLst>
                </a:gridCol>
                <a:gridCol w="1625600">
                  <a:extLst>
                    <a:ext uri="{9D8B030D-6E8A-4147-A177-3AD203B41FA5}">
                      <a16:colId xmlns:a16="http://schemas.microsoft.com/office/drawing/2014/main" val="2870357259"/>
                    </a:ext>
                  </a:extLst>
                </a:gridCol>
                <a:gridCol w="1625600">
                  <a:extLst>
                    <a:ext uri="{9D8B030D-6E8A-4147-A177-3AD203B41FA5}">
                      <a16:colId xmlns:a16="http://schemas.microsoft.com/office/drawing/2014/main" val="2593550066"/>
                    </a:ext>
                  </a:extLst>
                </a:gridCol>
                <a:gridCol w="1625600">
                  <a:extLst>
                    <a:ext uri="{9D8B030D-6E8A-4147-A177-3AD203B41FA5}">
                      <a16:colId xmlns:a16="http://schemas.microsoft.com/office/drawing/2014/main" val="1016790555"/>
                    </a:ext>
                  </a:extLst>
                </a:gridCol>
                <a:gridCol w="1625600">
                  <a:extLst>
                    <a:ext uri="{9D8B030D-6E8A-4147-A177-3AD203B41FA5}">
                      <a16:colId xmlns:a16="http://schemas.microsoft.com/office/drawing/2014/main" val="2124584932"/>
                    </a:ext>
                  </a:extLst>
                </a:gridCol>
              </a:tblGrid>
              <a:tr h="370840">
                <a:tc>
                  <a:txBody>
                    <a:bodyPr/>
                    <a:lstStyle/>
                    <a:p>
                      <a:r>
                        <a:rPr lang="en-US" altLang="zh-CN" sz="2000" dirty="0"/>
                        <a:t>id</a:t>
                      </a:r>
                      <a:endParaRPr lang="zh-CN" altLang="en-US" sz="2000" dirty="0"/>
                    </a:p>
                  </a:txBody>
                  <a:tcPr/>
                </a:tc>
                <a:tc>
                  <a:txBody>
                    <a:bodyPr/>
                    <a:lstStyle/>
                    <a:p>
                      <a:r>
                        <a:rPr lang="en-US" altLang="zh-CN" sz="2000" dirty="0"/>
                        <a:t>name</a:t>
                      </a:r>
                      <a:endParaRPr lang="zh-CN" altLang="en-US" sz="2000" dirty="0"/>
                    </a:p>
                  </a:txBody>
                  <a:tcPr/>
                </a:tc>
                <a:tc>
                  <a:txBody>
                    <a:bodyPr/>
                    <a:lstStyle/>
                    <a:p>
                      <a:r>
                        <a:rPr lang="en-US" altLang="zh-CN" sz="2000" dirty="0"/>
                        <a:t>mood</a:t>
                      </a:r>
                      <a:endParaRPr lang="zh-CN" altLang="en-US" sz="2000" dirty="0"/>
                    </a:p>
                  </a:txBody>
                  <a:tcPr/>
                </a:tc>
                <a:tc>
                  <a:txBody>
                    <a:bodyPr/>
                    <a:lstStyle/>
                    <a:p>
                      <a:r>
                        <a:rPr lang="en-US" altLang="zh-CN" sz="2000" dirty="0" err="1"/>
                        <a:t>birth_date</a:t>
                      </a:r>
                      <a:endParaRPr lang="zh-CN" altLang="en-US" sz="2000" dirty="0"/>
                    </a:p>
                  </a:txBody>
                  <a:tcPr/>
                </a:tc>
                <a:tc>
                  <a:txBody>
                    <a:bodyPr/>
                    <a:lstStyle/>
                    <a:p>
                      <a:r>
                        <a:rPr lang="en-US" altLang="zh-CN" sz="2000" dirty="0"/>
                        <a:t>color</a:t>
                      </a:r>
                      <a:endParaRPr lang="zh-CN" altLang="en-US" sz="2000" dirty="0"/>
                    </a:p>
                  </a:txBody>
                  <a:tcPr/>
                </a:tc>
                <a:extLst>
                  <a:ext uri="{0D108BD9-81ED-4DB2-BD59-A6C34878D82A}">
                    <a16:rowId xmlns:a16="http://schemas.microsoft.com/office/drawing/2014/main" val="700112054"/>
                  </a:ext>
                </a:extLst>
              </a:tr>
              <a:tr h="370840">
                <a:tc>
                  <a:txBody>
                    <a:bodyPr/>
                    <a:lstStyle/>
                    <a:p>
                      <a:r>
                        <a:rPr lang="en-US" altLang="zh-CN" sz="2000" dirty="0"/>
                        <a:t>12</a:t>
                      </a:r>
                      <a:endParaRPr lang="zh-CN" altLang="en-US" sz="2000" dirty="0"/>
                    </a:p>
                  </a:txBody>
                  <a:tcPr/>
                </a:tc>
                <a:tc>
                  <a:txBody>
                    <a:bodyPr/>
                    <a:lstStyle/>
                    <a:p>
                      <a:r>
                        <a:rPr lang="en-US" altLang="zh-CN" sz="2000" dirty="0"/>
                        <a:t>Stella</a:t>
                      </a:r>
                      <a:endParaRPr lang="zh-CN" altLang="en-US" sz="2000" dirty="0"/>
                    </a:p>
                  </a:txBody>
                  <a:tcPr/>
                </a:tc>
                <a:tc>
                  <a:txBody>
                    <a:bodyPr/>
                    <a:lstStyle/>
                    <a:p>
                      <a:r>
                        <a:rPr lang="en-US" altLang="zh-CN" sz="2000" dirty="0"/>
                        <a:t>Happy</a:t>
                      </a:r>
                      <a:endParaRPr lang="zh-CN" altLang="en-US" sz="2000" dirty="0"/>
                    </a:p>
                  </a:txBody>
                  <a:tcPr/>
                </a:tc>
                <a:tc>
                  <a:txBody>
                    <a:bodyPr/>
                    <a:lstStyle/>
                    <a:p>
                      <a:r>
                        <a:rPr lang="en-US" altLang="zh-CN" sz="2000" dirty="0"/>
                        <a:t>2007-04-01</a:t>
                      </a:r>
                      <a:endParaRPr lang="zh-CN" altLang="en-US" sz="2000" dirty="0"/>
                    </a:p>
                  </a:txBody>
                  <a:tcPr/>
                </a:tc>
                <a:tc>
                  <a:txBody>
                    <a:bodyPr/>
                    <a:lstStyle/>
                    <a:p>
                      <a:r>
                        <a:rPr lang="en-US" altLang="zh-CN" sz="2000" dirty="0"/>
                        <a:t>NULL</a:t>
                      </a:r>
                      <a:endParaRPr lang="zh-CN" altLang="en-US" sz="2000" dirty="0"/>
                    </a:p>
                  </a:txBody>
                  <a:tcPr/>
                </a:tc>
                <a:extLst>
                  <a:ext uri="{0D108BD9-81ED-4DB2-BD59-A6C34878D82A}">
                    <a16:rowId xmlns:a16="http://schemas.microsoft.com/office/drawing/2014/main" val="3260594359"/>
                  </a:ext>
                </a:extLst>
              </a:tr>
              <a:tr h="370840">
                <a:tc>
                  <a:txBody>
                    <a:bodyPr/>
                    <a:lstStyle/>
                    <a:p>
                      <a:r>
                        <a:rPr lang="en-US" altLang="zh-CN" sz="2000" dirty="0"/>
                        <a:t>13</a:t>
                      </a:r>
                      <a:endParaRPr lang="zh-CN" altLang="en-US" sz="2000" dirty="0"/>
                    </a:p>
                  </a:txBody>
                  <a:tcPr/>
                </a:tc>
                <a:tc>
                  <a:txBody>
                    <a:bodyPr/>
                    <a:lstStyle/>
                    <a:p>
                      <a:r>
                        <a:rPr lang="en-US" altLang="zh-CN" sz="2000" dirty="0" err="1"/>
                        <a:t>Wimma</a:t>
                      </a:r>
                      <a:endParaRPr lang="zh-CN" altLang="en-US" sz="2000" dirty="0"/>
                    </a:p>
                  </a:txBody>
                  <a:tcPr/>
                </a:tc>
                <a:tc>
                  <a:txBody>
                    <a:bodyPr/>
                    <a:lstStyle/>
                    <a:p>
                      <a:r>
                        <a:rPr lang="en-US" altLang="zh-CN" sz="2000" dirty="0"/>
                        <a:t>Hungry</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Black</a:t>
                      </a:r>
                      <a:endParaRPr lang="zh-CN" altLang="en-US" sz="2000" dirty="0"/>
                    </a:p>
                  </a:txBody>
                  <a:tcPr/>
                </a:tc>
                <a:extLst>
                  <a:ext uri="{0D108BD9-81ED-4DB2-BD59-A6C34878D82A}">
                    <a16:rowId xmlns:a16="http://schemas.microsoft.com/office/drawing/2014/main" val="1500561537"/>
                  </a:ext>
                </a:extLst>
              </a:tr>
              <a:tr h="370840">
                <a:tc>
                  <a:txBody>
                    <a:bodyPr/>
                    <a:lstStyle/>
                    <a:p>
                      <a:r>
                        <a:rPr lang="en-US" altLang="zh-CN" sz="2000" dirty="0"/>
                        <a:t>9</a:t>
                      </a:r>
                      <a:endParaRPr lang="zh-CN" altLang="en-US" sz="2000" dirty="0"/>
                    </a:p>
                  </a:txBody>
                  <a:tcPr/>
                </a:tc>
                <a:tc>
                  <a:txBody>
                    <a:bodyPr/>
                    <a:lstStyle/>
                    <a:p>
                      <a:r>
                        <a:rPr lang="en-US" altLang="zh-CN" sz="2000" dirty="0" err="1"/>
                        <a:t>Ninjia</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NULL</a:t>
                      </a:r>
                      <a:endParaRPr lang="zh-CN" altLang="en-US" sz="2000" dirty="0"/>
                    </a:p>
                  </a:txBody>
                  <a:tcPr/>
                </a:tc>
                <a:extLst>
                  <a:ext uri="{0D108BD9-81ED-4DB2-BD59-A6C34878D82A}">
                    <a16:rowId xmlns:a16="http://schemas.microsoft.com/office/drawing/2014/main" val="3435005236"/>
                  </a:ext>
                </a:extLst>
              </a:tr>
            </a:tbl>
          </a:graphicData>
        </a:graphic>
      </p:graphicFrame>
      <p:sp>
        <p:nvSpPr>
          <p:cNvPr id="5" name="文本框 4">
            <a:extLst>
              <a:ext uri="{FF2B5EF4-FFF2-40B4-BE49-F238E27FC236}">
                <a16:creationId xmlns:a16="http://schemas.microsoft.com/office/drawing/2014/main" id="{5B709BEB-DAFF-7710-795F-4386CF5F11D4}"/>
              </a:ext>
            </a:extLst>
          </p:cNvPr>
          <p:cNvSpPr txBox="1"/>
          <p:nvPr/>
        </p:nvSpPr>
        <p:spPr>
          <a:xfrm>
            <a:off x="1896096" y="3655424"/>
            <a:ext cx="1652173" cy="400110"/>
          </a:xfrm>
          <a:prstGeom prst="rect">
            <a:avLst/>
          </a:prstGeom>
          <a:noFill/>
        </p:spPr>
        <p:txBody>
          <a:bodyPr wrap="square" rtlCol="0">
            <a:spAutoFit/>
          </a:bodyPr>
          <a:lstStyle/>
          <a:p>
            <a:r>
              <a:rPr lang="en-US" altLang="zh-CN" sz="2000" dirty="0"/>
              <a:t>Dog:</a:t>
            </a:r>
            <a:endParaRPr lang="zh-CN" altLang="en-US" sz="2000" dirty="0"/>
          </a:p>
        </p:txBody>
      </p:sp>
    </p:spTree>
    <p:extLst>
      <p:ext uri="{BB962C8B-B14F-4D97-AF65-F5344CB8AC3E}">
        <p14:creationId xmlns:p14="http://schemas.microsoft.com/office/powerpoint/2010/main" val="2554555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41F9-6A89-E6CE-17CC-182247B0CB99}"/>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D0307B2B-B2B4-3FE2-19D0-74A953197947}"/>
              </a:ext>
            </a:extLst>
          </p:cNvPr>
          <p:cNvSpPr>
            <a:spLocks noGrp="1"/>
          </p:cNvSpPr>
          <p:nvPr>
            <p:ph type="title"/>
          </p:nvPr>
        </p:nvSpPr>
        <p:spPr/>
        <p:txBody>
          <a:bodyPr/>
          <a:lstStyle/>
          <a:p>
            <a:r>
              <a:rPr lang="en-US" altLang="zh-CN" dirty="0"/>
              <a:t>RDBMS Limitations</a:t>
            </a:r>
            <a:endParaRPr lang="en-US" dirty="0"/>
          </a:p>
        </p:txBody>
      </p:sp>
      <p:sp>
        <p:nvSpPr>
          <p:cNvPr id="4" name="Slide Number Placeholder 3">
            <a:extLst>
              <a:ext uri="{FF2B5EF4-FFF2-40B4-BE49-F238E27FC236}">
                <a16:creationId xmlns:a16="http://schemas.microsoft.com/office/drawing/2014/main" id="{E313FD11-300D-65C5-DAA8-4041DEB5D746}"/>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4</a:t>
            </a:fld>
            <a:endParaRPr lang="en-US" sz="1400">
              <a:solidFill>
                <a:schemeClr val="bg1"/>
              </a:solidFill>
            </a:endParaRPr>
          </a:p>
        </p:txBody>
      </p:sp>
      <p:sp>
        <p:nvSpPr>
          <p:cNvPr id="19" name="Content Placeholder 2">
            <a:extLst>
              <a:ext uri="{FF2B5EF4-FFF2-40B4-BE49-F238E27FC236}">
                <a16:creationId xmlns:a16="http://schemas.microsoft.com/office/drawing/2014/main" id="{77AB09F3-94B6-22B9-741D-B0CF430681B4}"/>
              </a:ext>
            </a:extLst>
          </p:cNvPr>
          <p:cNvSpPr txBox="1">
            <a:spLocks/>
          </p:cNvSpPr>
          <p:nvPr/>
        </p:nvSpPr>
        <p:spPr>
          <a:xfrm>
            <a:off x="975360" y="1845733"/>
            <a:ext cx="5793188" cy="369036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Many issues while scaling up for massive datasets</a:t>
            </a:r>
          </a:p>
          <a:p>
            <a:pPr lvl="1">
              <a:buFont typeface="Wingdings" panose="05000000000000000000" pitchFamily="2" charset="2"/>
              <a:buChar char="v"/>
            </a:pPr>
            <a:r>
              <a:rPr lang="en-US" sz="2400" dirty="0"/>
              <a:t> Not designed for distributed computing</a:t>
            </a:r>
          </a:p>
          <a:p>
            <a:pPr lvl="1">
              <a:buFont typeface="Wingdings" panose="05000000000000000000" pitchFamily="2" charset="2"/>
              <a:buChar char="v"/>
            </a:pPr>
            <a:r>
              <a:rPr lang="en-US" sz="2400" dirty="0"/>
              <a:t> Expensive specialized hardware</a:t>
            </a:r>
          </a:p>
          <a:p>
            <a:pPr lvl="1">
              <a:buFont typeface="Wingdings" panose="05000000000000000000" pitchFamily="2" charset="2"/>
              <a:buChar char="v"/>
            </a:pPr>
            <a:r>
              <a:rPr lang="en-US" sz="2400" dirty="0"/>
              <a:t> Multi-node databases considered as solutions - Known as 'scaling out' or 'horizontal scaling’</a:t>
            </a:r>
          </a:p>
          <a:p>
            <a:pPr lvl="2">
              <a:buFont typeface="Wingdings" panose="05000000000000000000" pitchFamily="2" charset="2"/>
              <a:buChar char="v"/>
            </a:pPr>
            <a:r>
              <a:rPr lang="en-US" sz="2000" dirty="0"/>
              <a:t>Master-slave</a:t>
            </a:r>
          </a:p>
          <a:p>
            <a:pPr lvl="2">
              <a:buFont typeface="Wingdings" panose="05000000000000000000" pitchFamily="2" charset="2"/>
              <a:buChar char="v"/>
            </a:pPr>
            <a:r>
              <a:rPr lang="en-US" sz="2000" dirty="0"/>
              <a:t>Sharding</a:t>
            </a:r>
            <a:endParaRPr lang="en-US" sz="1600" dirty="0"/>
          </a:p>
        </p:txBody>
      </p:sp>
      <p:pic>
        <p:nvPicPr>
          <p:cNvPr id="3" name="图片 2">
            <a:extLst>
              <a:ext uri="{FF2B5EF4-FFF2-40B4-BE49-F238E27FC236}">
                <a16:creationId xmlns:a16="http://schemas.microsoft.com/office/drawing/2014/main" id="{62995724-A0A5-DA97-203E-827C97352841}"/>
              </a:ext>
            </a:extLst>
          </p:cNvPr>
          <p:cNvPicPr>
            <a:picLocks noChangeAspect="1"/>
          </p:cNvPicPr>
          <p:nvPr/>
        </p:nvPicPr>
        <p:blipFill>
          <a:blip r:embed="rId3"/>
          <a:stretch>
            <a:fillRect/>
          </a:stretch>
        </p:blipFill>
        <p:spPr>
          <a:xfrm>
            <a:off x="6900769" y="2132197"/>
            <a:ext cx="4584724" cy="2658464"/>
          </a:xfrm>
          <a:prstGeom prst="rect">
            <a:avLst/>
          </a:prstGeom>
        </p:spPr>
      </p:pic>
    </p:spTree>
    <p:extLst>
      <p:ext uri="{BB962C8B-B14F-4D97-AF65-F5344CB8AC3E}">
        <p14:creationId xmlns:p14="http://schemas.microsoft.com/office/powerpoint/2010/main" val="2267700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42910-586A-EE59-BBCB-BE7A13A88356}"/>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417C1045-3CE6-1F1A-7BFB-DBF157F2FF33}"/>
              </a:ext>
            </a:extLst>
          </p:cNvPr>
          <p:cNvSpPr>
            <a:spLocks noGrp="1"/>
          </p:cNvSpPr>
          <p:nvPr>
            <p:ph type="title"/>
          </p:nvPr>
        </p:nvSpPr>
        <p:spPr/>
        <p:txBody>
          <a:bodyPr/>
          <a:lstStyle/>
          <a:p>
            <a:r>
              <a:rPr lang="en-US" altLang="zh-CN" dirty="0"/>
              <a:t>NoSQL</a:t>
            </a:r>
            <a:endParaRPr lang="en-US" dirty="0"/>
          </a:p>
        </p:txBody>
      </p:sp>
      <p:sp>
        <p:nvSpPr>
          <p:cNvPr id="4" name="Slide Number Placeholder 3">
            <a:extLst>
              <a:ext uri="{FF2B5EF4-FFF2-40B4-BE49-F238E27FC236}">
                <a16:creationId xmlns:a16="http://schemas.microsoft.com/office/drawing/2014/main" id="{73A4542A-A173-9A76-6ED4-3D8346D7C46B}"/>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5</a:t>
            </a:fld>
            <a:endParaRPr lang="en-US" sz="1400">
              <a:solidFill>
                <a:schemeClr val="bg1"/>
              </a:solidFill>
            </a:endParaRPr>
          </a:p>
        </p:txBody>
      </p:sp>
      <p:sp>
        <p:nvSpPr>
          <p:cNvPr id="19" name="Content Placeholder 2">
            <a:extLst>
              <a:ext uri="{FF2B5EF4-FFF2-40B4-BE49-F238E27FC236}">
                <a16:creationId xmlns:a16="http://schemas.microsoft.com/office/drawing/2014/main" id="{9C9F21AF-7982-F077-2251-B1B242DFAF52}"/>
              </a:ext>
            </a:extLst>
          </p:cNvPr>
          <p:cNvSpPr txBox="1">
            <a:spLocks/>
          </p:cNvSpPr>
          <p:nvPr/>
        </p:nvSpPr>
        <p:spPr>
          <a:xfrm>
            <a:off x="975360" y="1845733"/>
            <a:ext cx="10613666" cy="430658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a:t>
            </a:r>
            <a:r>
              <a:rPr lang="en-US" sz="2400" b="1" dirty="0"/>
              <a:t>Not Only SQL</a:t>
            </a:r>
            <a:r>
              <a:rPr lang="en-US" sz="2400" dirty="0"/>
              <a:t>: A general term for a class of </a:t>
            </a:r>
            <a:r>
              <a:rPr lang="en-US" sz="2400" dirty="0">
                <a:solidFill>
                  <a:srgbClr val="FF0000"/>
                </a:solidFill>
              </a:rPr>
              <a:t>distributed non-relational databases</a:t>
            </a:r>
            <a:r>
              <a:rPr lang="en-US" sz="2400" dirty="0"/>
              <a:t>.</a:t>
            </a:r>
          </a:p>
          <a:p>
            <a:pPr lvl="1">
              <a:buFont typeface="Wingdings" panose="05000000000000000000" pitchFamily="2" charset="2"/>
              <a:buChar char="v"/>
            </a:pPr>
            <a:r>
              <a:rPr lang="en-US" sz="2400" dirty="0"/>
              <a:t>A classification based on convention, or even a marketing slogan, rather than a strictly defined category.</a:t>
            </a:r>
          </a:p>
          <a:p>
            <a:pPr lvl="1">
              <a:buFont typeface="Wingdings" panose="05000000000000000000" pitchFamily="2" charset="2"/>
              <a:buChar char="v"/>
            </a:pPr>
            <a:r>
              <a:rPr lang="en-US" sz="2400" dirty="0"/>
              <a:t> NoSQL can be subdivided into various data models, or can be a combination of multiple data models.</a:t>
            </a:r>
          </a:p>
          <a:p>
            <a:pPr lvl="1">
              <a:buFont typeface="Wingdings" panose="05000000000000000000" pitchFamily="2" charset="2"/>
              <a:buChar char="v"/>
            </a:pPr>
            <a:r>
              <a:rPr lang="en-US" sz="2400" dirty="0"/>
              <a:t> NoSQL </a:t>
            </a:r>
            <a:r>
              <a:rPr lang="en-US" sz="2400" dirty="0">
                <a:solidFill>
                  <a:srgbClr val="FF0000"/>
                </a:solidFill>
              </a:rPr>
              <a:t>does not oppose </a:t>
            </a:r>
            <a:r>
              <a:rPr lang="en-US" sz="2400" dirty="0"/>
              <a:t>the SQL language itself, but rather signifies its differences from Relational Database Management Systems (RDBMS).</a:t>
            </a:r>
          </a:p>
          <a:p>
            <a:pPr lvl="1">
              <a:buFont typeface="Wingdings" panose="05000000000000000000" pitchFamily="2" charset="2"/>
              <a:buChar char="v"/>
            </a:pPr>
            <a:r>
              <a:rPr lang="en-US" sz="2400" dirty="0"/>
              <a:t> Most NoSQL technologies originated from </a:t>
            </a:r>
            <a:r>
              <a:rPr lang="en-US" sz="2400" dirty="0">
                <a:solidFill>
                  <a:srgbClr val="FF0000"/>
                </a:solidFill>
              </a:rPr>
              <a:t>internet companies </a:t>
            </a:r>
            <a:r>
              <a:rPr lang="en-US" sz="2400" dirty="0"/>
              <a:t>and are better adapted to internet business needs.</a:t>
            </a:r>
          </a:p>
          <a:p>
            <a:pPr lvl="1">
              <a:buFont typeface="Wingdings" panose="05000000000000000000" pitchFamily="2" charset="2"/>
              <a:buChar char="v"/>
            </a:pPr>
            <a:r>
              <a:rPr lang="en-US" sz="2400" dirty="0"/>
              <a:t> Most are </a:t>
            </a:r>
            <a:r>
              <a:rPr lang="en-US" sz="2400" dirty="0">
                <a:solidFill>
                  <a:srgbClr val="FF0000"/>
                </a:solidFill>
              </a:rPr>
              <a:t>open-source</a:t>
            </a:r>
            <a:r>
              <a:rPr lang="en-US" sz="2400" dirty="0"/>
              <a:t> and free, but may lack comprehensive documentation and professional support services.</a:t>
            </a:r>
            <a:endParaRPr lang="en-US" sz="1600" dirty="0"/>
          </a:p>
        </p:txBody>
      </p:sp>
    </p:spTree>
    <p:extLst>
      <p:ext uri="{BB962C8B-B14F-4D97-AF65-F5344CB8AC3E}">
        <p14:creationId xmlns:p14="http://schemas.microsoft.com/office/powerpoint/2010/main" val="3023661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21904-6A4E-0CEF-CEAF-5CC7755CCA92}"/>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3A7E7EAB-AC1A-F86F-7B91-8DE6731C9865}"/>
              </a:ext>
            </a:extLst>
          </p:cNvPr>
          <p:cNvSpPr>
            <a:spLocks noGrp="1"/>
          </p:cNvSpPr>
          <p:nvPr>
            <p:ph type="title"/>
          </p:nvPr>
        </p:nvSpPr>
        <p:spPr/>
        <p:txBody>
          <a:bodyPr/>
          <a:lstStyle/>
          <a:p>
            <a:r>
              <a:rPr lang="en-US" altLang="zh-CN" dirty="0"/>
              <a:t>NoSQL Database Feature</a:t>
            </a:r>
            <a:endParaRPr lang="en-US" dirty="0"/>
          </a:p>
        </p:txBody>
      </p:sp>
      <p:sp>
        <p:nvSpPr>
          <p:cNvPr id="4" name="Slide Number Placeholder 3">
            <a:extLst>
              <a:ext uri="{FF2B5EF4-FFF2-40B4-BE49-F238E27FC236}">
                <a16:creationId xmlns:a16="http://schemas.microsoft.com/office/drawing/2014/main" id="{B0B7D5E6-E4CA-D497-6B6E-2204F1CB7393}"/>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6</a:t>
            </a:fld>
            <a:endParaRPr lang="en-US" sz="1400">
              <a:solidFill>
                <a:schemeClr val="bg1"/>
              </a:solidFill>
            </a:endParaRPr>
          </a:p>
        </p:txBody>
      </p:sp>
      <p:sp>
        <p:nvSpPr>
          <p:cNvPr id="19" name="Content Placeholder 2">
            <a:extLst>
              <a:ext uri="{FF2B5EF4-FFF2-40B4-BE49-F238E27FC236}">
                <a16:creationId xmlns:a16="http://schemas.microsoft.com/office/drawing/2014/main" id="{1EC2891F-E777-8632-4109-133232753F4A}"/>
              </a:ext>
            </a:extLst>
          </p:cNvPr>
          <p:cNvSpPr txBox="1">
            <a:spLocks/>
          </p:cNvSpPr>
          <p:nvPr/>
        </p:nvSpPr>
        <p:spPr>
          <a:xfrm>
            <a:off x="975360" y="1845733"/>
            <a:ext cx="10613666" cy="38990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Large data volumes</a:t>
            </a:r>
          </a:p>
          <a:p>
            <a:pPr lvl="1">
              <a:buFont typeface="Wingdings" panose="05000000000000000000" pitchFamily="2" charset="2"/>
              <a:buChar char="v"/>
            </a:pPr>
            <a:r>
              <a:rPr lang="en-US" sz="2400" dirty="0"/>
              <a:t> Scalable replication and distribution</a:t>
            </a:r>
          </a:p>
          <a:p>
            <a:pPr lvl="2">
              <a:buFont typeface="Wingdings" panose="05000000000000000000" pitchFamily="2" charset="2"/>
              <a:buChar char="v"/>
            </a:pPr>
            <a:r>
              <a:rPr lang="en-US" sz="2000" dirty="0"/>
              <a:t>Potentially thousands of machines</a:t>
            </a:r>
          </a:p>
          <a:p>
            <a:pPr lvl="2">
              <a:buFont typeface="Wingdings" panose="05000000000000000000" pitchFamily="2" charset="2"/>
              <a:buChar char="v"/>
            </a:pPr>
            <a:r>
              <a:rPr lang="en-US" sz="2000" dirty="0"/>
              <a:t>Potentially distributed around the world</a:t>
            </a:r>
          </a:p>
          <a:p>
            <a:pPr lvl="1">
              <a:buFont typeface="Wingdings" panose="05000000000000000000" pitchFamily="2" charset="2"/>
              <a:buChar char="v"/>
            </a:pPr>
            <a:r>
              <a:rPr lang="en-US" sz="2400" dirty="0"/>
              <a:t> Queries require to return answers quickly</a:t>
            </a:r>
          </a:p>
          <a:p>
            <a:pPr lvl="1">
              <a:buFont typeface="Wingdings" panose="05000000000000000000" pitchFamily="2" charset="2"/>
              <a:buChar char="v"/>
            </a:pPr>
            <a:r>
              <a:rPr lang="en-US" sz="2400" dirty="0"/>
              <a:t> CAP Theorem</a:t>
            </a:r>
          </a:p>
          <a:p>
            <a:pPr lvl="1">
              <a:buFont typeface="Wingdings" panose="05000000000000000000" pitchFamily="2" charset="2"/>
              <a:buChar char="v"/>
            </a:pPr>
            <a:r>
              <a:rPr lang="en-US" sz="2400" dirty="0"/>
              <a:t> ACID transaction properties not needed</a:t>
            </a:r>
          </a:p>
          <a:p>
            <a:pPr lvl="1">
              <a:buFont typeface="Wingdings" panose="05000000000000000000" pitchFamily="2" charset="2"/>
              <a:buChar char="v"/>
            </a:pPr>
            <a:r>
              <a:rPr lang="en-US" sz="2400" dirty="0"/>
              <a:t> Schema-Less Stores</a:t>
            </a:r>
          </a:p>
          <a:p>
            <a:pPr lvl="1">
              <a:buFont typeface="Wingdings" panose="05000000000000000000" pitchFamily="2" charset="2"/>
              <a:buChar char="v"/>
            </a:pPr>
            <a:r>
              <a:rPr lang="en-US" sz="2400" dirty="0"/>
              <a:t> </a:t>
            </a:r>
            <a:r>
              <a:rPr lang="en-US" sz="2400" b="1" dirty="0"/>
              <a:t>NoSQL cannot replace RDBMS</a:t>
            </a:r>
          </a:p>
        </p:txBody>
      </p:sp>
    </p:spTree>
    <p:extLst>
      <p:ext uri="{BB962C8B-B14F-4D97-AF65-F5344CB8AC3E}">
        <p14:creationId xmlns:p14="http://schemas.microsoft.com/office/powerpoint/2010/main" val="643443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FD087-D965-4BE3-772F-54B33A36A688}"/>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FCDE3283-DB60-5576-3BD7-793769DDE4FB}"/>
              </a:ext>
            </a:extLst>
          </p:cNvPr>
          <p:cNvSpPr>
            <a:spLocks noGrp="1"/>
          </p:cNvSpPr>
          <p:nvPr>
            <p:ph type="title"/>
          </p:nvPr>
        </p:nvSpPr>
        <p:spPr/>
        <p:txBody>
          <a:bodyPr/>
          <a:lstStyle/>
          <a:p>
            <a:r>
              <a:rPr lang="en-US" altLang="zh-CN" dirty="0"/>
              <a:t>NoSQL</a:t>
            </a:r>
            <a:endParaRPr lang="en-US" dirty="0"/>
          </a:p>
        </p:txBody>
      </p:sp>
      <p:sp>
        <p:nvSpPr>
          <p:cNvPr id="4" name="Slide Number Placeholder 3">
            <a:extLst>
              <a:ext uri="{FF2B5EF4-FFF2-40B4-BE49-F238E27FC236}">
                <a16:creationId xmlns:a16="http://schemas.microsoft.com/office/drawing/2014/main" id="{B7BFA9E7-00A2-C573-F48E-CC6E24321F4A}"/>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7</a:t>
            </a:fld>
            <a:endParaRPr lang="en-US" sz="1400">
              <a:solidFill>
                <a:schemeClr val="bg1"/>
              </a:solidFill>
            </a:endParaRPr>
          </a:p>
        </p:txBody>
      </p:sp>
      <p:sp>
        <p:nvSpPr>
          <p:cNvPr id="19" name="Content Placeholder 2">
            <a:extLst>
              <a:ext uri="{FF2B5EF4-FFF2-40B4-BE49-F238E27FC236}">
                <a16:creationId xmlns:a16="http://schemas.microsoft.com/office/drawing/2014/main" id="{FE27339C-AF22-05AC-D7B2-BA712492DEA8}"/>
              </a:ext>
            </a:extLst>
          </p:cNvPr>
          <p:cNvSpPr txBox="1">
            <a:spLocks/>
          </p:cNvSpPr>
          <p:nvPr/>
        </p:nvSpPr>
        <p:spPr>
          <a:xfrm>
            <a:off x="975360" y="1845733"/>
            <a:ext cx="10613666" cy="38990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2400" b="1" u="sng" dirty="0"/>
              <a:t>Typical Application Scenarios of NoSQL</a:t>
            </a:r>
          </a:p>
          <a:p>
            <a:pPr lvl="1">
              <a:buFont typeface="Wingdings" panose="05000000000000000000" pitchFamily="2" charset="2"/>
              <a:buChar char="v"/>
            </a:pPr>
            <a:r>
              <a:rPr lang="en-US" sz="2400" dirty="0"/>
              <a:t> Storage, retrieval, and querying of unstructured data</a:t>
            </a:r>
          </a:p>
          <a:p>
            <a:pPr lvl="1">
              <a:buFont typeface="Wingdings" panose="05000000000000000000" pitchFamily="2" charset="2"/>
              <a:buChar char="v"/>
            </a:pPr>
            <a:r>
              <a:rPr lang="en-US" sz="2400" dirty="0"/>
              <a:t> Data caching and querying under high-throughput and low-latency requirements</a:t>
            </a:r>
          </a:p>
          <a:p>
            <a:pPr lvl="1">
              <a:buFont typeface="Wingdings" panose="05000000000000000000" pitchFamily="2" charset="2"/>
              <a:buChar char="v"/>
            </a:pPr>
            <a:r>
              <a:rPr lang="en-US" sz="2400" dirty="0"/>
              <a:t> Log/data management and querying in IoT and monitoring systems</a:t>
            </a:r>
          </a:p>
          <a:p>
            <a:pPr lvl="1">
              <a:buFont typeface="Wingdings" panose="05000000000000000000" pitchFamily="2" charset="2"/>
              <a:buChar char="v"/>
            </a:pPr>
            <a:r>
              <a:rPr lang="en-US" sz="2400" dirty="0"/>
              <a:t> Other industry applications</a:t>
            </a:r>
            <a:endParaRPr lang="en-US" sz="2400" b="1" dirty="0"/>
          </a:p>
        </p:txBody>
      </p:sp>
    </p:spTree>
    <p:extLst>
      <p:ext uri="{BB962C8B-B14F-4D97-AF65-F5344CB8AC3E}">
        <p14:creationId xmlns:p14="http://schemas.microsoft.com/office/powerpoint/2010/main" val="266706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32581-415B-72D4-6C5A-A03ACC9D49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D1E13D-57A4-77F3-0944-53D7F7FF6119}"/>
              </a:ext>
            </a:extLst>
          </p:cNvPr>
          <p:cNvSpPr>
            <a:spLocks noGrp="1"/>
          </p:cNvSpPr>
          <p:nvPr>
            <p:ph type="sldNum" sz="quarter" idx="12"/>
          </p:nvPr>
        </p:nvSpPr>
        <p:spPr/>
        <p:txBody>
          <a:bodyPr/>
          <a:lstStyle/>
          <a:p>
            <a:fld id="{4FAB73BC-B049-4115-A692-8D63A059BFB8}" type="slidenum">
              <a:rPr lang="en-US" smtClean="0"/>
              <a:pPr/>
              <a:t>8</a:t>
            </a:fld>
            <a:endParaRPr lang="en-US" dirty="0"/>
          </a:p>
        </p:txBody>
      </p:sp>
      <p:pic>
        <p:nvPicPr>
          <p:cNvPr id="9" name="图片 8">
            <a:extLst>
              <a:ext uri="{FF2B5EF4-FFF2-40B4-BE49-F238E27FC236}">
                <a16:creationId xmlns:a16="http://schemas.microsoft.com/office/drawing/2014/main" id="{5C0BF7F6-2767-7E78-BBB7-F823F16D6620}"/>
              </a:ext>
            </a:extLst>
          </p:cNvPr>
          <p:cNvPicPr>
            <a:picLocks noChangeAspect="1"/>
          </p:cNvPicPr>
          <p:nvPr/>
        </p:nvPicPr>
        <p:blipFill>
          <a:blip r:embed="rId3"/>
          <a:stretch>
            <a:fillRect/>
          </a:stretch>
        </p:blipFill>
        <p:spPr>
          <a:xfrm>
            <a:off x="2686793" y="424750"/>
            <a:ext cx="6745389" cy="5393820"/>
          </a:xfrm>
          <a:prstGeom prst="rect">
            <a:avLst/>
          </a:prstGeom>
          <a:ln>
            <a:noFill/>
          </a:ln>
          <a:effectLst>
            <a:outerShdw blurRad="292100" dist="139700" dir="2700000" algn="tl" rotWithShape="0">
              <a:srgbClr val="333333">
                <a:alpha val="65000"/>
              </a:srgbClr>
            </a:outerShdw>
          </a:effectLst>
        </p:spPr>
      </p:pic>
      <p:sp>
        <p:nvSpPr>
          <p:cNvPr id="13" name="文本框 12">
            <a:extLst>
              <a:ext uri="{FF2B5EF4-FFF2-40B4-BE49-F238E27FC236}">
                <a16:creationId xmlns:a16="http://schemas.microsoft.com/office/drawing/2014/main" id="{2D34FFC4-007B-8BFE-174B-1DA3739D1BF5}"/>
              </a:ext>
            </a:extLst>
          </p:cNvPr>
          <p:cNvSpPr txBox="1"/>
          <p:nvPr/>
        </p:nvSpPr>
        <p:spPr>
          <a:xfrm>
            <a:off x="2611505" y="5878204"/>
            <a:ext cx="7387259" cy="461665"/>
          </a:xfrm>
          <a:prstGeom prst="rect">
            <a:avLst/>
          </a:prstGeom>
          <a:noFill/>
        </p:spPr>
        <p:txBody>
          <a:bodyPr wrap="square">
            <a:spAutoFit/>
          </a:bodyPr>
          <a:lstStyle/>
          <a:p>
            <a:r>
              <a:rPr lang="en-US" altLang="zh-CN" sz="2400" dirty="0"/>
              <a:t>Reference for database popularity in November 2025</a:t>
            </a:r>
            <a:endParaRPr lang="zh-CN" altLang="en-US" sz="2400" dirty="0"/>
          </a:p>
        </p:txBody>
      </p:sp>
    </p:spTree>
    <p:extLst>
      <p:ext uri="{BB962C8B-B14F-4D97-AF65-F5344CB8AC3E}">
        <p14:creationId xmlns:p14="http://schemas.microsoft.com/office/powerpoint/2010/main" val="1708317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69F24-006C-0AF3-F9A4-2F5DC3C2FEB4}"/>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F526FD77-E3C0-3A3E-8E08-BF528E866F20}"/>
              </a:ext>
            </a:extLst>
          </p:cNvPr>
          <p:cNvSpPr>
            <a:spLocks noGrp="1"/>
          </p:cNvSpPr>
          <p:nvPr>
            <p:ph type="title"/>
          </p:nvPr>
        </p:nvSpPr>
        <p:spPr/>
        <p:txBody>
          <a:bodyPr/>
          <a:lstStyle/>
          <a:p>
            <a:r>
              <a:rPr lang="en-US" dirty="0"/>
              <a:t>Common NoSQL Storage Models</a:t>
            </a:r>
          </a:p>
        </p:txBody>
      </p:sp>
      <p:sp>
        <p:nvSpPr>
          <p:cNvPr id="4" name="Slide Number Placeholder 3">
            <a:extLst>
              <a:ext uri="{FF2B5EF4-FFF2-40B4-BE49-F238E27FC236}">
                <a16:creationId xmlns:a16="http://schemas.microsoft.com/office/drawing/2014/main" id="{DE54273C-FE0E-1E98-D0FB-ED638FA693C7}"/>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9</a:t>
            </a:fld>
            <a:endParaRPr lang="en-US" sz="1400">
              <a:solidFill>
                <a:schemeClr val="bg1"/>
              </a:solidFill>
            </a:endParaRPr>
          </a:p>
        </p:txBody>
      </p:sp>
      <p:sp>
        <p:nvSpPr>
          <p:cNvPr id="19" name="Content Placeholder 2">
            <a:extLst>
              <a:ext uri="{FF2B5EF4-FFF2-40B4-BE49-F238E27FC236}">
                <a16:creationId xmlns:a16="http://schemas.microsoft.com/office/drawing/2014/main" id="{297E5A50-AC5F-D98B-562A-98A5CBE31075}"/>
              </a:ext>
            </a:extLst>
          </p:cNvPr>
          <p:cNvSpPr txBox="1">
            <a:spLocks/>
          </p:cNvSpPr>
          <p:nvPr/>
        </p:nvSpPr>
        <p:spPr>
          <a:xfrm>
            <a:off x="975360" y="1845733"/>
            <a:ext cx="10350175" cy="434954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000" dirty="0"/>
              <a:t> NoSQL lacks a unified storage model, with underlying engines varying significantly across implementations. </a:t>
            </a:r>
          </a:p>
          <a:p>
            <a:pPr lvl="1">
              <a:buFont typeface="Wingdings" panose="05000000000000000000" pitchFamily="2" charset="2"/>
              <a:buChar char="v"/>
            </a:pPr>
            <a:endParaRPr lang="en-US" sz="2000" dirty="0"/>
          </a:p>
          <a:p>
            <a:pPr lvl="1">
              <a:buFont typeface="Wingdings" panose="05000000000000000000" pitchFamily="2" charset="2"/>
              <a:buChar char="v"/>
            </a:pPr>
            <a:r>
              <a:rPr lang="en-US" sz="2000" dirty="0"/>
              <a:t> Storage models commonly include </a:t>
            </a:r>
            <a:r>
              <a:rPr lang="en-US" sz="2000" dirty="0">
                <a:solidFill>
                  <a:srgbClr val="FF0000"/>
                </a:solidFill>
              </a:rPr>
              <a:t>Key-Value</a:t>
            </a:r>
            <a:r>
              <a:rPr lang="en-US" sz="2000" dirty="0"/>
              <a:t>, </a:t>
            </a:r>
            <a:r>
              <a:rPr lang="en-US" sz="2000" dirty="0">
                <a:solidFill>
                  <a:srgbClr val="FF0000"/>
                </a:solidFill>
              </a:rPr>
              <a:t>Column-family</a:t>
            </a:r>
            <a:r>
              <a:rPr lang="en-US" sz="2000" dirty="0"/>
              <a:t>, </a:t>
            </a:r>
            <a:r>
              <a:rPr lang="en-US" sz="2000" dirty="0">
                <a:solidFill>
                  <a:srgbClr val="FF0000"/>
                </a:solidFill>
              </a:rPr>
              <a:t>Document</a:t>
            </a:r>
            <a:r>
              <a:rPr lang="en-US" sz="2000" dirty="0"/>
              <a:t>, and </a:t>
            </a:r>
            <a:r>
              <a:rPr lang="en-US" sz="2000" dirty="0">
                <a:solidFill>
                  <a:srgbClr val="FF0000"/>
                </a:solidFill>
              </a:rPr>
              <a:t>Graph</a:t>
            </a:r>
            <a:r>
              <a:rPr lang="en-US" sz="2000" dirty="0"/>
              <a:t>.</a:t>
            </a:r>
          </a:p>
          <a:p>
            <a:pPr lvl="1">
              <a:buFont typeface="Wingdings" panose="05000000000000000000" pitchFamily="2" charset="2"/>
              <a:buChar char="v"/>
            </a:pPr>
            <a:endParaRPr lang="en-US" sz="2000" dirty="0"/>
          </a:p>
          <a:p>
            <a:pPr lvl="1">
              <a:buFont typeface="Wingdings" panose="05000000000000000000" pitchFamily="2" charset="2"/>
              <a:buChar char="v"/>
            </a:pPr>
            <a:r>
              <a:rPr lang="en-US" sz="2000" dirty="0"/>
              <a:t> Many NoSQL systems combine </a:t>
            </a:r>
            <a:r>
              <a:rPr lang="en-US" sz="2000" dirty="0">
                <a:solidFill>
                  <a:srgbClr val="FF0000"/>
                </a:solidFill>
              </a:rPr>
              <a:t>multiple models</a:t>
            </a:r>
            <a:r>
              <a:rPr lang="en-US" sz="2000" dirty="0"/>
              <a:t>, such as key-value and column-family storage.</a:t>
            </a:r>
          </a:p>
          <a:p>
            <a:pPr lvl="1">
              <a:buFont typeface="Wingdings" panose="05000000000000000000" pitchFamily="2" charset="2"/>
              <a:buChar char="v"/>
            </a:pPr>
            <a:endParaRPr lang="en-US" sz="2000" dirty="0"/>
          </a:p>
          <a:p>
            <a:pPr lvl="1">
              <a:buFont typeface="Wingdings" panose="05000000000000000000" pitchFamily="2" charset="2"/>
              <a:buChar char="v"/>
            </a:pPr>
            <a:r>
              <a:rPr lang="en-US" sz="2000" dirty="0"/>
              <a:t> Most models (except graph storage) support distributed environments well, but typically only handle simple queries, with limited support for joins and complex queries. </a:t>
            </a:r>
          </a:p>
          <a:p>
            <a:pPr lvl="1">
              <a:buFont typeface="Wingdings" panose="05000000000000000000" pitchFamily="2" charset="2"/>
              <a:buChar char="v"/>
            </a:pPr>
            <a:endParaRPr lang="en-US" sz="2000" dirty="0"/>
          </a:p>
          <a:p>
            <a:pPr lvl="1">
              <a:buFont typeface="Wingdings" panose="05000000000000000000" pitchFamily="2" charset="2"/>
              <a:buChar char="v"/>
            </a:pPr>
            <a:r>
              <a:rPr lang="en-US" sz="2000" dirty="0"/>
              <a:t> Indexing support, including secondary indexes, is generally weak.</a:t>
            </a:r>
            <a:endParaRPr lang="en-US" sz="1100" dirty="0"/>
          </a:p>
        </p:txBody>
      </p:sp>
    </p:spTree>
    <p:extLst>
      <p:ext uri="{BB962C8B-B14F-4D97-AF65-F5344CB8AC3E}">
        <p14:creationId xmlns:p14="http://schemas.microsoft.com/office/powerpoint/2010/main" val="2796815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06ED9-36C9-72C6-ADCB-B9D9BB4E10DD}"/>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2DB45643-CDD0-0041-E42E-C67550F995B1}"/>
              </a:ext>
            </a:extLst>
          </p:cNvPr>
          <p:cNvSpPr>
            <a:spLocks noGrp="1"/>
          </p:cNvSpPr>
          <p:nvPr>
            <p:ph type="title"/>
          </p:nvPr>
        </p:nvSpPr>
        <p:spPr/>
        <p:txBody>
          <a:bodyPr/>
          <a:lstStyle/>
          <a:p>
            <a:r>
              <a:rPr lang="en-US" dirty="0"/>
              <a:t>Common NoSQL Storage Models</a:t>
            </a:r>
          </a:p>
        </p:txBody>
      </p:sp>
      <p:sp>
        <p:nvSpPr>
          <p:cNvPr id="4" name="Slide Number Placeholder 3">
            <a:extLst>
              <a:ext uri="{FF2B5EF4-FFF2-40B4-BE49-F238E27FC236}">
                <a16:creationId xmlns:a16="http://schemas.microsoft.com/office/drawing/2014/main" id="{1E18EBD1-9D9B-0A4C-3D8C-EEE083B7B9F2}"/>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10</a:t>
            </a:fld>
            <a:endParaRPr lang="en-US" sz="1400">
              <a:solidFill>
                <a:schemeClr val="bg1"/>
              </a:solidFill>
            </a:endParaRPr>
          </a:p>
        </p:txBody>
      </p:sp>
      <p:sp>
        <p:nvSpPr>
          <p:cNvPr id="19" name="Content Placeholder 2">
            <a:extLst>
              <a:ext uri="{FF2B5EF4-FFF2-40B4-BE49-F238E27FC236}">
                <a16:creationId xmlns:a16="http://schemas.microsoft.com/office/drawing/2014/main" id="{79078A4D-B137-702E-20C7-F1FDB83A88AC}"/>
              </a:ext>
            </a:extLst>
          </p:cNvPr>
          <p:cNvSpPr txBox="1">
            <a:spLocks/>
          </p:cNvSpPr>
          <p:nvPr/>
        </p:nvSpPr>
        <p:spPr>
          <a:xfrm>
            <a:off x="975360" y="1845733"/>
            <a:ext cx="10350175" cy="434954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a:t>
            </a:r>
            <a:r>
              <a:rPr lang="en-US" sz="2400" b="1" dirty="0"/>
              <a:t>Key-Value Store </a:t>
            </a:r>
            <a:r>
              <a:rPr lang="en-US" sz="2400" dirty="0"/>
              <a:t>– Big Hash Table of keys &amp; values</a:t>
            </a:r>
          </a:p>
          <a:p>
            <a:pPr lvl="1">
              <a:buFont typeface="Wingdings" panose="05000000000000000000" pitchFamily="2" charset="2"/>
              <a:buChar char="v"/>
            </a:pPr>
            <a:r>
              <a:rPr lang="en-US" sz="2400" b="1" dirty="0"/>
              <a:t> Document-based Store </a:t>
            </a:r>
            <a:r>
              <a:rPr lang="en-US" sz="2400" dirty="0"/>
              <a:t>- Stores documents made up of tagged elements (CouchDB, MongoDB)</a:t>
            </a:r>
          </a:p>
          <a:p>
            <a:pPr lvl="1">
              <a:buFont typeface="Wingdings" panose="05000000000000000000" pitchFamily="2" charset="2"/>
              <a:buChar char="v"/>
            </a:pPr>
            <a:r>
              <a:rPr lang="en-US" sz="2400" dirty="0"/>
              <a:t> </a:t>
            </a:r>
            <a:r>
              <a:rPr lang="en-US" sz="2400" b="1" dirty="0"/>
              <a:t>Column-based Store </a:t>
            </a:r>
            <a:r>
              <a:rPr lang="en-US" sz="2400" dirty="0"/>
              <a:t>- Each storage block contains data from only one column</a:t>
            </a:r>
          </a:p>
          <a:p>
            <a:pPr lvl="2">
              <a:buFont typeface="Wingdings" panose="05000000000000000000" pitchFamily="2" charset="2"/>
              <a:buChar char="v"/>
            </a:pPr>
            <a:r>
              <a:rPr lang="en-US" sz="2000" dirty="0"/>
              <a:t> Google </a:t>
            </a:r>
            <a:r>
              <a:rPr lang="en-US" sz="2000" dirty="0" err="1"/>
              <a:t>BigTable</a:t>
            </a:r>
            <a:endParaRPr lang="en-US" sz="2000" dirty="0"/>
          </a:p>
          <a:p>
            <a:pPr lvl="2">
              <a:buFont typeface="Wingdings" panose="05000000000000000000" pitchFamily="2" charset="2"/>
              <a:buChar char="v"/>
            </a:pPr>
            <a:r>
              <a:rPr lang="en-US" sz="2000" dirty="0"/>
              <a:t> Cassandra</a:t>
            </a:r>
          </a:p>
          <a:p>
            <a:pPr lvl="2">
              <a:buFont typeface="Wingdings" panose="05000000000000000000" pitchFamily="2" charset="2"/>
              <a:buChar char="v"/>
            </a:pPr>
            <a:r>
              <a:rPr lang="en-US" sz="2000" dirty="0"/>
              <a:t> </a:t>
            </a:r>
            <a:r>
              <a:rPr lang="en-US" sz="2000" dirty="0" err="1"/>
              <a:t>Hbase</a:t>
            </a:r>
            <a:endParaRPr lang="en-US" sz="2000" dirty="0"/>
          </a:p>
          <a:p>
            <a:pPr lvl="1">
              <a:buFont typeface="Wingdings" panose="05000000000000000000" pitchFamily="2" charset="2"/>
              <a:buChar char="v"/>
            </a:pPr>
            <a:r>
              <a:rPr lang="en-US" sz="2400" dirty="0"/>
              <a:t> </a:t>
            </a:r>
            <a:r>
              <a:rPr lang="en-US" sz="2400" b="1" dirty="0"/>
              <a:t>Graph-based</a:t>
            </a:r>
          </a:p>
          <a:p>
            <a:pPr lvl="2">
              <a:buFont typeface="Wingdings" panose="05000000000000000000" pitchFamily="2" charset="2"/>
              <a:buChar char="v"/>
            </a:pPr>
            <a:r>
              <a:rPr lang="en-US" sz="2000" dirty="0"/>
              <a:t>A network database that uses edges and nodes to </a:t>
            </a:r>
          </a:p>
          <a:p>
            <a:pPr marL="384048" lvl="2" indent="0">
              <a:buNone/>
            </a:pPr>
            <a:r>
              <a:rPr lang="en-US" sz="2000" dirty="0"/>
              <a:t>    represent and store data (Neo4J)</a:t>
            </a:r>
          </a:p>
          <a:p>
            <a:pPr marL="164592" indent="0" defTabSz="457200">
              <a:lnSpc>
                <a:spcPct val="100000"/>
              </a:lnSpc>
              <a:spcBef>
                <a:spcPts val="0"/>
              </a:spcBef>
              <a:spcAft>
                <a:spcPts val="0"/>
              </a:spcAft>
              <a:buClrTx/>
              <a:buSzTx/>
              <a:buFont typeface="Wingdings" panose="05000000000000000000" pitchFamily="2" charset="2"/>
              <a:buChar char="v"/>
              <a:defRPr/>
            </a:pPr>
            <a:r>
              <a:rPr kumimoji="0" lang="en-US" altLang="zh-CN" sz="2400" b="0" i="0" u="none" strike="noStrike" kern="1200" cap="none" spc="0" normalizeH="0" baseline="0" noProof="0" dirty="0">
                <a:ln>
                  <a:noFill/>
                </a:ln>
                <a:solidFill>
                  <a:schemeClr val="accent1"/>
                </a:solidFill>
                <a:effectLst/>
                <a:uLnTx/>
                <a:uFillTx/>
                <a:latin typeface="Calibri" panose="020F0502020204030204"/>
                <a:ea typeface="+mn-ea"/>
                <a:cs typeface="+mn-cs"/>
              </a:rPr>
              <a:t> </a:t>
            </a: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mn-ea"/>
                <a:cs typeface="+mn-cs"/>
              </a:rPr>
              <a:t>Schema-less - column-based, document-based, graph-based</a:t>
            </a:r>
          </a:p>
          <a:p>
            <a:pPr marL="384048" lvl="2" indent="0">
              <a:buNone/>
            </a:pPr>
            <a:endParaRPr lang="en-US" sz="1200" dirty="0"/>
          </a:p>
        </p:txBody>
      </p:sp>
      <p:pic>
        <p:nvPicPr>
          <p:cNvPr id="3" name="图片 2">
            <a:extLst>
              <a:ext uri="{FF2B5EF4-FFF2-40B4-BE49-F238E27FC236}">
                <a16:creationId xmlns:a16="http://schemas.microsoft.com/office/drawing/2014/main" id="{5F836A76-8C88-AAC0-D76E-9FD3556E2217}"/>
              </a:ext>
            </a:extLst>
          </p:cNvPr>
          <p:cNvPicPr>
            <a:picLocks noChangeAspect="1"/>
          </p:cNvPicPr>
          <p:nvPr/>
        </p:nvPicPr>
        <p:blipFill>
          <a:blip r:embed="rId3"/>
          <a:stretch>
            <a:fillRect/>
          </a:stretch>
        </p:blipFill>
        <p:spPr>
          <a:xfrm>
            <a:off x="6858000" y="3429000"/>
            <a:ext cx="4675441" cy="2022128"/>
          </a:xfrm>
          <a:prstGeom prst="rect">
            <a:avLst/>
          </a:prstGeom>
        </p:spPr>
      </p:pic>
    </p:spTree>
    <p:extLst>
      <p:ext uri="{BB962C8B-B14F-4D97-AF65-F5344CB8AC3E}">
        <p14:creationId xmlns:p14="http://schemas.microsoft.com/office/powerpoint/2010/main" val="1477453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2FEFB-2CD2-8288-3902-4D3C9F16D4A1}"/>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C05DC8D5-E5D4-C139-3595-B66E8CBC92AF}"/>
              </a:ext>
            </a:extLst>
          </p:cNvPr>
          <p:cNvSpPr>
            <a:spLocks noGrp="1"/>
          </p:cNvSpPr>
          <p:nvPr>
            <p:ph type="title"/>
          </p:nvPr>
        </p:nvSpPr>
        <p:spPr/>
        <p:txBody>
          <a:bodyPr/>
          <a:lstStyle/>
          <a:p>
            <a:r>
              <a:rPr lang="en-US" altLang="zh-CN" dirty="0"/>
              <a:t>Key-value Stores</a:t>
            </a:r>
            <a:endParaRPr lang="en-US" dirty="0"/>
          </a:p>
        </p:txBody>
      </p:sp>
      <p:sp>
        <p:nvSpPr>
          <p:cNvPr id="4" name="Slide Number Placeholder 3">
            <a:extLst>
              <a:ext uri="{FF2B5EF4-FFF2-40B4-BE49-F238E27FC236}">
                <a16:creationId xmlns:a16="http://schemas.microsoft.com/office/drawing/2014/main" id="{7D32D359-611A-2DE5-23DA-92FA47E98F75}"/>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11</a:t>
            </a:fld>
            <a:endParaRPr lang="en-US" sz="1400">
              <a:solidFill>
                <a:schemeClr val="bg1"/>
              </a:solidFill>
            </a:endParaRPr>
          </a:p>
        </p:txBody>
      </p:sp>
      <p:sp>
        <p:nvSpPr>
          <p:cNvPr id="19" name="Content Placeholder 2">
            <a:extLst>
              <a:ext uri="{FF2B5EF4-FFF2-40B4-BE49-F238E27FC236}">
                <a16:creationId xmlns:a16="http://schemas.microsoft.com/office/drawing/2014/main" id="{C434C0AD-7EDA-0D23-00F6-A1EE931F58EE}"/>
              </a:ext>
            </a:extLst>
          </p:cNvPr>
          <p:cNvSpPr txBox="1">
            <a:spLocks/>
          </p:cNvSpPr>
          <p:nvPr/>
        </p:nvSpPr>
        <p:spPr>
          <a:xfrm>
            <a:off x="975360" y="1845733"/>
            <a:ext cx="10613666" cy="38990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“One key, one value, no duplicates, and crazy fast.”</a:t>
            </a:r>
          </a:p>
          <a:p>
            <a:pPr lvl="1">
              <a:buFont typeface="Wingdings" panose="05000000000000000000" pitchFamily="2" charset="2"/>
              <a:buChar char="v"/>
            </a:pPr>
            <a:r>
              <a:rPr lang="en-US" sz="2400" dirty="0"/>
              <a:t> A simple </a:t>
            </a:r>
            <a:r>
              <a:rPr lang="en-US" sz="2400" dirty="0">
                <a:solidFill>
                  <a:srgbClr val="FF0000"/>
                </a:solidFill>
              </a:rPr>
              <a:t>Hash table</a:t>
            </a:r>
            <a:r>
              <a:rPr lang="en-US" sz="2400" dirty="0"/>
              <a:t>!</a:t>
            </a:r>
          </a:p>
          <a:p>
            <a:pPr lvl="1">
              <a:buFont typeface="Wingdings" panose="05000000000000000000" pitchFamily="2" charset="2"/>
              <a:buChar char="v"/>
            </a:pPr>
            <a:r>
              <a:rPr lang="en-US" sz="2400" dirty="0"/>
              <a:t> The </a:t>
            </a:r>
            <a:r>
              <a:rPr lang="en-US" sz="2400" b="1" dirty="0"/>
              <a:t>Key-Value pair</a:t>
            </a:r>
            <a:r>
              <a:rPr lang="en-US" sz="2400" dirty="0"/>
              <a:t>, in its physical structure, is formatted as: </a:t>
            </a:r>
            <a:r>
              <a:rPr lang="en-US" sz="2400" dirty="0">
                <a:solidFill>
                  <a:srgbClr val="FF0000"/>
                </a:solidFill>
              </a:rPr>
              <a:t>&lt;key, value&gt;</a:t>
            </a:r>
            <a:r>
              <a:rPr lang="en-US" sz="2400" dirty="0"/>
              <a:t>, or in variants such as </a:t>
            </a:r>
            <a:r>
              <a:rPr lang="en-US" sz="2400" dirty="0">
                <a:solidFill>
                  <a:srgbClr val="FF0000"/>
                </a:solidFill>
              </a:rPr>
              <a:t>&lt;key, value, timestamp&gt;</a:t>
            </a:r>
            <a:r>
              <a:rPr lang="en-US" sz="2400" dirty="0"/>
              <a:t>.</a:t>
            </a:r>
          </a:p>
          <a:p>
            <a:pPr lvl="1">
              <a:buFont typeface="Wingdings" panose="05000000000000000000" pitchFamily="2" charset="2"/>
              <a:buChar char="v"/>
            </a:pPr>
            <a:r>
              <a:rPr lang="en-US" sz="2400" dirty="0"/>
              <a:t> In practical systems, data is often sorted locally within shards based on the key to improve retrieval efficiency.</a:t>
            </a:r>
          </a:p>
          <a:p>
            <a:pPr lvl="1">
              <a:buFont typeface="Wingdings" panose="05000000000000000000" pitchFamily="2" charset="2"/>
              <a:buChar char="v"/>
            </a:pPr>
            <a:r>
              <a:rPr lang="en-US" sz="2400" dirty="0"/>
              <a:t>Databases such as </a:t>
            </a:r>
            <a:r>
              <a:rPr lang="en-US" sz="2400" dirty="0">
                <a:solidFill>
                  <a:srgbClr val="FF0000"/>
                </a:solidFill>
              </a:rPr>
              <a:t>Redis</a:t>
            </a:r>
            <a:r>
              <a:rPr lang="en-US" sz="2400" dirty="0"/>
              <a:t>, </a:t>
            </a:r>
            <a:r>
              <a:rPr lang="en-US" sz="2400" dirty="0">
                <a:solidFill>
                  <a:srgbClr val="FF0000"/>
                </a:solidFill>
              </a:rPr>
              <a:t>HBase</a:t>
            </a:r>
            <a:r>
              <a:rPr lang="en-US" sz="2400" dirty="0"/>
              <a:t>, and </a:t>
            </a:r>
            <a:r>
              <a:rPr lang="en-US" sz="2400" dirty="0">
                <a:solidFill>
                  <a:srgbClr val="FF0000"/>
                </a:solidFill>
              </a:rPr>
              <a:t>Cassandra​</a:t>
            </a:r>
            <a:r>
              <a:rPr lang="en-US" sz="2400" dirty="0"/>
              <a:t> utilize this storage model.</a:t>
            </a:r>
            <a:endParaRPr lang="en-US" sz="1600" dirty="0"/>
          </a:p>
        </p:txBody>
      </p:sp>
    </p:spTree>
    <p:extLst>
      <p:ext uri="{BB962C8B-B14F-4D97-AF65-F5344CB8AC3E}">
        <p14:creationId xmlns:p14="http://schemas.microsoft.com/office/powerpoint/2010/main" val="1825609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B138E-5000-5CAC-CB2B-CE499306B73E}"/>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9CD3C80E-C1B7-DC6E-B93F-CE50EEF7CC5C}"/>
              </a:ext>
            </a:extLst>
          </p:cNvPr>
          <p:cNvSpPr>
            <a:spLocks noGrp="1"/>
          </p:cNvSpPr>
          <p:nvPr>
            <p:ph type="title"/>
          </p:nvPr>
        </p:nvSpPr>
        <p:spPr/>
        <p:txBody>
          <a:bodyPr/>
          <a:lstStyle/>
          <a:p>
            <a:r>
              <a:rPr lang="en-US" altLang="zh-CN" dirty="0"/>
              <a:t>Key-value Stores</a:t>
            </a:r>
            <a:endParaRPr lang="en-US" dirty="0"/>
          </a:p>
        </p:txBody>
      </p:sp>
      <p:sp>
        <p:nvSpPr>
          <p:cNvPr id="4" name="Slide Number Placeholder 3">
            <a:extLst>
              <a:ext uri="{FF2B5EF4-FFF2-40B4-BE49-F238E27FC236}">
                <a16:creationId xmlns:a16="http://schemas.microsoft.com/office/drawing/2014/main" id="{E7C5567D-0455-5569-8314-96D356D98C8D}"/>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12</a:t>
            </a:fld>
            <a:endParaRPr lang="en-US" sz="1400">
              <a:solidFill>
                <a:schemeClr val="bg1"/>
              </a:solidFill>
            </a:endParaRPr>
          </a:p>
        </p:txBody>
      </p:sp>
      <p:sp>
        <p:nvSpPr>
          <p:cNvPr id="19" name="Content Placeholder 2">
            <a:extLst>
              <a:ext uri="{FF2B5EF4-FFF2-40B4-BE49-F238E27FC236}">
                <a16:creationId xmlns:a16="http://schemas.microsoft.com/office/drawing/2014/main" id="{04E4CA95-2000-9158-B526-AB6E9C498AE6}"/>
              </a:ext>
            </a:extLst>
          </p:cNvPr>
          <p:cNvSpPr txBox="1">
            <a:spLocks/>
          </p:cNvSpPr>
          <p:nvPr/>
        </p:nvSpPr>
        <p:spPr>
          <a:xfrm>
            <a:off x="975360" y="1845733"/>
            <a:ext cx="10613666" cy="38990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“One key, one value, no duplicates, and crazy fast.”</a:t>
            </a:r>
          </a:p>
          <a:p>
            <a:pPr lvl="1">
              <a:buFont typeface="Wingdings" panose="05000000000000000000" pitchFamily="2" charset="2"/>
              <a:buChar char="v"/>
            </a:pPr>
            <a:r>
              <a:rPr lang="en-US" sz="2400" dirty="0"/>
              <a:t> A simple </a:t>
            </a:r>
            <a:r>
              <a:rPr lang="en-US" sz="2400" dirty="0">
                <a:solidFill>
                  <a:srgbClr val="FF0000"/>
                </a:solidFill>
              </a:rPr>
              <a:t>Hash table</a:t>
            </a:r>
            <a:r>
              <a:rPr lang="en-US" sz="2400" dirty="0"/>
              <a:t>!</a:t>
            </a:r>
          </a:p>
          <a:p>
            <a:pPr lvl="1">
              <a:buFont typeface="Wingdings" panose="05000000000000000000" pitchFamily="2" charset="2"/>
              <a:buChar char="v"/>
            </a:pPr>
            <a:r>
              <a:rPr lang="en-US" sz="2400" dirty="0"/>
              <a:t> Read and write values using a key</a:t>
            </a:r>
          </a:p>
          <a:p>
            <a:pPr lvl="2">
              <a:buFont typeface="Wingdings" panose="05000000000000000000" pitchFamily="2" charset="2"/>
              <a:buChar char="v"/>
            </a:pPr>
            <a:r>
              <a:rPr lang="en-US" sz="2000" dirty="0"/>
              <a:t>Get(key), returns the value associated with the provided key</a:t>
            </a:r>
          </a:p>
          <a:p>
            <a:pPr lvl="1">
              <a:buFont typeface="Wingdings" panose="05000000000000000000" pitchFamily="2" charset="2"/>
              <a:buChar char="v"/>
            </a:pPr>
            <a:r>
              <a:rPr lang="en-US" sz="2400" dirty="0"/>
              <a:t> Put(key, value), associates the value with the key</a:t>
            </a:r>
          </a:p>
          <a:p>
            <a:pPr lvl="1">
              <a:buFont typeface="Wingdings" panose="05000000000000000000" pitchFamily="2" charset="2"/>
              <a:buChar char="v"/>
            </a:pPr>
            <a:endParaRPr lang="en-US" sz="1600" dirty="0"/>
          </a:p>
        </p:txBody>
      </p:sp>
      <p:graphicFrame>
        <p:nvGraphicFramePr>
          <p:cNvPr id="3" name="表格 2">
            <a:extLst>
              <a:ext uri="{FF2B5EF4-FFF2-40B4-BE49-F238E27FC236}">
                <a16:creationId xmlns:a16="http://schemas.microsoft.com/office/drawing/2014/main" id="{A8B27F02-9308-8485-EEC6-0A36AEE320F8}"/>
              </a:ext>
            </a:extLst>
          </p:cNvPr>
          <p:cNvGraphicFramePr>
            <a:graphicFrameLocks noGrp="1"/>
          </p:cNvGraphicFramePr>
          <p:nvPr/>
        </p:nvGraphicFramePr>
        <p:xfrm>
          <a:off x="1190418" y="4159856"/>
          <a:ext cx="4746308" cy="1584960"/>
        </p:xfrm>
        <a:graphic>
          <a:graphicData uri="http://schemas.openxmlformats.org/drawingml/2006/table">
            <a:tbl>
              <a:tblPr firstRow="1" bandRow="1">
                <a:tableStyleId>{3B4B98B0-60AC-42C2-AFA5-B58CD77FA1E5}</a:tableStyleId>
              </a:tblPr>
              <a:tblGrid>
                <a:gridCol w="497205">
                  <a:extLst>
                    <a:ext uri="{9D8B030D-6E8A-4147-A177-3AD203B41FA5}">
                      <a16:colId xmlns:a16="http://schemas.microsoft.com/office/drawing/2014/main" val="3758728401"/>
                    </a:ext>
                  </a:extLst>
                </a:gridCol>
                <a:gridCol w="1052830">
                  <a:extLst>
                    <a:ext uri="{9D8B030D-6E8A-4147-A177-3AD203B41FA5}">
                      <a16:colId xmlns:a16="http://schemas.microsoft.com/office/drawing/2014/main" val="2870357259"/>
                    </a:ext>
                  </a:extLst>
                </a:gridCol>
                <a:gridCol w="989013">
                  <a:extLst>
                    <a:ext uri="{9D8B030D-6E8A-4147-A177-3AD203B41FA5}">
                      <a16:colId xmlns:a16="http://schemas.microsoft.com/office/drawing/2014/main" val="2593550066"/>
                    </a:ext>
                  </a:extLst>
                </a:gridCol>
                <a:gridCol w="1424305">
                  <a:extLst>
                    <a:ext uri="{9D8B030D-6E8A-4147-A177-3AD203B41FA5}">
                      <a16:colId xmlns:a16="http://schemas.microsoft.com/office/drawing/2014/main" val="1016790555"/>
                    </a:ext>
                  </a:extLst>
                </a:gridCol>
                <a:gridCol w="782955">
                  <a:extLst>
                    <a:ext uri="{9D8B030D-6E8A-4147-A177-3AD203B41FA5}">
                      <a16:colId xmlns:a16="http://schemas.microsoft.com/office/drawing/2014/main" val="2124584932"/>
                    </a:ext>
                  </a:extLst>
                </a:gridCol>
              </a:tblGrid>
              <a:tr h="370840">
                <a:tc>
                  <a:txBody>
                    <a:bodyPr/>
                    <a:lstStyle/>
                    <a:p>
                      <a:r>
                        <a:rPr lang="en-US" altLang="zh-CN" sz="2000" dirty="0"/>
                        <a:t>id</a:t>
                      </a:r>
                      <a:endParaRPr lang="zh-CN" altLang="en-US" sz="2000" dirty="0"/>
                    </a:p>
                  </a:txBody>
                  <a:tcPr/>
                </a:tc>
                <a:tc>
                  <a:txBody>
                    <a:bodyPr/>
                    <a:lstStyle/>
                    <a:p>
                      <a:r>
                        <a:rPr lang="en-US" altLang="zh-CN" sz="2000" dirty="0"/>
                        <a:t>name</a:t>
                      </a:r>
                      <a:endParaRPr lang="zh-CN" altLang="en-US" sz="2000" dirty="0"/>
                    </a:p>
                  </a:txBody>
                  <a:tcPr/>
                </a:tc>
                <a:tc>
                  <a:txBody>
                    <a:bodyPr/>
                    <a:lstStyle/>
                    <a:p>
                      <a:r>
                        <a:rPr lang="en-US" altLang="zh-CN" sz="2000" dirty="0"/>
                        <a:t>mood</a:t>
                      </a:r>
                      <a:endParaRPr lang="zh-CN" altLang="en-US" sz="2000" dirty="0"/>
                    </a:p>
                  </a:txBody>
                  <a:tcPr/>
                </a:tc>
                <a:tc>
                  <a:txBody>
                    <a:bodyPr/>
                    <a:lstStyle/>
                    <a:p>
                      <a:r>
                        <a:rPr lang="en-US" altLang="zh-CN" sz="2000" dirty="0" err="1"/>
                        <a:t>birth_date</a:t>
                      </a:r>
                      <a:endParaRPr lang="zh-CN" altLang="en-US" sz="2000" dirty="0"/>
                    </a:p>
                  </a:txBody>
                  <a:tcPr/>
                </a:tc>
                <a:tc>
                  <a:txBody>
                    <a:bodyPr/>
                    <a:lstStyle/>
                    <a:p>
                      <a:r>
                        <a:rPr lang="en-US" altLang="zh-CN" sz="2000" dirty="0"/>
                        <a:t>color</a:t>
                      </a:r>
                      <a:endParaRPr lang="zh-CN" altLang="en-US" sz="2000" dirty="0"/>
                    </a:p>
                  </a:txBody>
                  <a:tcPr/>
                </a:tc>
                <a:extLst>
                  <a:ext uri="{0D108BD9-81ED-4DB2-BD59-A6C34878D82A}">
                    <a16:rowId xmlns:a16="http://schemas.microsoft.com/office/drawing/2014/main" val="700112054"/>
                  </a:ext>
                </a:extLst>
              </a:tr>
              <a:tr h="370840">
                <a:tc>
                  <a:txBody>
                    <a:bodyPr/>
                    <a:lstStyle/>
                    <a:p>
                      <a:r>
                        <a:rPr lang="en-US" altLang="zh-CN" sz="2000" dirty="0"/>
                        <a:t>12</a:t>
                      </a:r>
                      <a:endParaRPr lang="zh-CN" altLang="en-US" sz="2000" dirty="0"/>
                    </a:p>
                  </a:txBody>
                  <a:tcPr/>
                </a:tc>
                <a:tc>
                  <a:txBody>
                    <a:bodyPr/>
                    <a:lstStyle/>
                    <a:p>
                      <a:r>
                        <a:rPr lang="en-US" altLang="zh-CN" sz="2000" dirty="0"/>
                        <a:t>Stella</a:t>
                      </a:r>
                      <a:endParaRPr lang="zh-CN" altLang="en-US" sz="2000" dirty="0"/>
                    </a:p>
                  </a:txBody>
                  <a:tcPr/>
                </a:tc>
                <a:tc>
                  <a:txBody>
                    <a:bodyPr/>
                    <a:lstStyle/>
                    <a:p>
                      <a:r>
                        <a:rPr lang="en-US" altLang="zh-CN" sz="2000" dirty="0"/>
                        <a:t>Happy</a:t>
                      </a:r>
                      <a:endParaRPr lang="zh-CN" altLang="en-US" sz="2000" dirty="0"/>
                    </a:p>
                  </a:txBody>
                  <a:tcPr/>
                </a:tc>
                <a:tc>
                  <a:txBody>
                    <a:bodyPr/>
                    <a:lstStyle/>
                    <a:p>
                      <a:r>
                        <a:rPr lang="en-US" altLang="zh-CN" sz="2000" dirty="0"/>
                        <a:t>2007-04-01</a:t>
                      </a:r>
                      <a:endParaRPr lang="zh-CN" altLang="en-US" sz="2000" dirty="0"/>
                    </a:p>
                  </a:txBody>
                  <a:tcPr/>
                </a:tc>
                <a:tc>
                  <a:txBody>
                    <a:bodyPr/>
                    <a:lstStyle/>
                    <a:p>
                      <a:r>
                        <a:rPr lang="en-US" altLang="zh-CN" sz="2000" dirty="0"/>
                        <a:t>NULL</a:t>
                      </a:r>
                      <a:endParaRPr lang="zh-CN" altLang="en-US" sz="2000" dirty="0"/>
                    </a:p>
                  </a:txBody>
                  <a:tcPr/>
                </a:tc>
                <a:extLst>
                  <a:ext uri="{0D108BD9-81ED-4DB2-BD59-A6C34878D82A}">
                    <a16:rowId xmlns:a16="http://schemas.microsoft.com/office/drawing/2014/main" val="3260594359"/>
                  </a:ext>
                </a:extLst>
              </a:tr>
              <a:tr h="370840">
                <a:tc>
                  <a:txBody>
                    <a:bodyPr/>
                    <a:lstStyle/>
                    <a:p>
                      <a:r>
                        <a:rPr lang="en-US" altLang="zh-CN" sz="2000" dirty="0"/>
                        <a:t>13</a:t>
                      </a:r>
                      <a:endParaRPr lang="zh-CN" altLang="en-US" sz="2000" dirty="0"/>
                    </a:p>
                  </a:txBody>
                  <a:tcPr/>
                </a:tc>
                <a:tc>
                  <a:txBody>
                    <a:bodyPr/>
                    <a:lstStyle/>
                    <a:p>
                      <a:r>
                        <a:rPr lang="en-US" altLang="zh-CN" sz="2000" dirty="0" err="1"/>
                        <a:t>Wimma</a:t>
                      </a:r>
                      <a:endParaRPr lang="zh-CN" altLang="en-US" sz="2000" dirty="0"/>
                    </a:p>
                  </a:txBody>
                  <a:tcPr/>
                </a:tc>
                <a:tc>
                  <a:txBody>
                    <a:bodyPr/>
                    <a:lstStyle/>
                    <a:p>
                      <a:r>
                        <a:rPr lang="en-US" altLang="zh-CN" sz="2000" dirty="0"/>
                        <a:t>Hungry</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Black</a:t>
                      </a:r>
                      <a:endParaRPr lang="zh-CN" altLang="en-US" sz="2000" dirty="0"/>
                    </a:p>
                  </a:txBody>
                  <a:tcPr/>
                </a:tc>
                <a:extLst>
                  <a:ext uri="{0D108BD9-81ED-4DB2-BD59-A6C34878D82A}">
                    <a16:rowId xmlns:a16="http://schemas.microsoft.com/office/drawing/2014/main" val="1500561537"/>
                  </a:ext>
                </a:extLst>
              </a:tr>
              <a:tr h="370840">
                <a:tc>
                  <a:txBody>
                    <a:bodyPr/>
                    <a:lstStyle/>
                    <a:p>
                      <a:r>
                        <a:rPr lang="en-US" altLang="zh-CN" sz="2000" dirty="0"/>
                        <a:t>9</a:t>
                      </a:r>
                      <a:endParaRPr lang="zh-CN" altLang="en-US" sz="2000" dirty="0"/>
                    </a:p>
                  </a:txBody>
                  <a:tcPr/>
                </a:tc>
                <a:tc>
                  <a:txBody>
                    <a:bodyPr/>
                    <a:lstStyle/>
                    <a:p>
                      <a:r>
                        <a:rPr lang="en-US" altLang="zh-CN" sz="2000" dirty="0" err="1"/>
                        <a:t>Ninjia</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NULL</a:t>
                      </a:r>
                      <a:endParaRPr lang="zh-CN" altLang="en-US" sz="2000" dirty="0"/>
                    </a:p>
                  </a:txBody>
                  <a:tcPr/>
                </a:tc>
                <a:extLst>
                  <a:ext uri="{0D108BD9-81ED-4DB2-BD59-A6C34878D82A}">
                    <a16:rowId xmlns:a16="http://schemas.microsoft.com/office/drawing/2014/main" val="3435005236"/>
                  </a:ext>
                </a:extLst>
              </a:tr>
            </a:tbl>
          </a:graphicData>
        </a:graphic>
      </p:graphicFrame>
      <p:sp>
        <p:nvSpPr>
          <p:cNvPr id="6" name="文本框 5">
            <a:extLst>
              <a:ext uri="{FF2B5EF4-FFF2-40B4-BE49-F238E27FC236}">
                <a16:creationId xmlns:a16="http://schemas.microsoft.com/office/drawing/2014/main" id="{987A5BC7-B4B6-768F-080A-C9CA22CE9BD3}"/>
              </a:ext>
            </a:extLst>
          </p:cNvPr>
          <p:cNvSpPr txBox="1"/>
          <p:nvPr/>
        </p:nvSpPr>
        <p:spPr>
          <a:xfrm>
            <a:off x="6788426" y="4722035"/>
            <a:ext cx="1033670" cy="400110"/>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000" dirty="0"/>
              <a:t>dog_12</a:t>
            </a:r>
            <a:endParaRPr lang="zh-CN" altLang="en-US" sz="2000" dirty="0"/>
          </a:p>
        </p:txBody>
      </p:sp>
      <p:sp>
        <p:nvSpPr>
          <p:cNvPr id="7" name="文本框 6">
            <a:extLst>
              <a:ext uri="{FF2B5EF4-FFF2-40B4-BE49-F238E27FC236}">
                <a16:creationId xmlns:a16="http://schemas.microsoft.com/office/drawing/2014/main" id="{91A5398D-7917-5BE4-EAA4-DFA1DB526A7C}"/>
              </a:ext>
            </a:extLst>
          </p:cNvPr>
          <p:cNvSpPr txBox="1"/>
          <p:nvPr/>
        </p:nvSpPr>
        <p:spPr>
          <a:xfrm>
            <a:off x="8673796" y="3982840"/>
            <a:ext cx="2615075" cy="1938992"/>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dirty="0"/>
              <a:t>…</a:t>
            </a:r>
          </a:p>
          <a:p>
            <a:pPr algn="ctr"/>
            <a:r>
              <a:rPr lang="en-US" altLang="zh-CN" sz="2000" dirty="0"/>
              <a:t>name_$#_Stella^^^</a:t>
            </a:r>
          </a:p>
          <a:p>
            <a:pPr algn="ctr"/>
            <a:r>
              <a:rPr lang="en-US" altLang="zh-CN" sz="2000" dirty="0"/>
              <a:t>mood_$#_Happy^^^</a:t>
            </a:r>
          </a:p>
          <a:p>
            <a:pPr algn="ctr"/>
            <a:r>
              <a:rPr lang="en-US" altLang="zh-CN" sz="2000" dirty="0"/>
              <a:t>birthdate%///</a:t>
            </a:r>
          </a:p>
          <a:p>
            <a:pPr algn="ctr"/>
            <a:r>
              <a:rPr lang="en-US" altLang="zh-CN" sz="2000" dirty="0"/>
              <a:t>135465645)</a:t>
            </a:r>
          </a:p>
          <a:p>
            <a:pPr algn="ctr"/>
            <a:r>
              <a:rPr lang="en-US" altLang="zh-CN" sz="2000" dirty="0"/>
              <a:t>…</a:t>
            </a:r>
            <a:endParaRPr lang="zh-CN" altLang="en-US" sz="2000" dirty="0"/>
          </a:p>
        </p:txBody>
      </p:sp>
      <p:sp>
        <p:nvSpPr>
          <p:cNvPr id="8" name="文本框 7">
            <a:extLst>
              <a:ext uri="{FF2B5EF4-FFF2-40B4-BE49-F238E27FC236}">
                <a16:creationId xmlns:a16="http://schemas.microsoft.com/office/drawing/2014/main" id="{AB99169E-DF9F-3191-4212-0BD2E6A70296}"/>
              </a:ext>
            </a:extLst>
          </p:cNvPr>
          <p:cNvSpPr txBox="1"/>
          <p:nvPr/>
        </p:nvSpPr>
        <p:spPr>
          <a:xfrm>
            <a:off x="6937513" y="3795274"/>
            <a:ext cx="735496" cy="400110"/>
          </a:xfrm>
          <a:prstGeom prst="rect">
            <a:avLst/>
          </a:prstGeom>
          <a:noFill/>
        </p:spPr>
        <p:txBody>
          <a:bodyPr wrap="square" rtlCol="0">
            <a:spAutoFit/>
          </a:bodyPr>
          <a:lstStyle/>
          <a:p>
            <a:r>
              <a:rPr lang="en-US" altLang="zh-CN" sz="2000" dirty="0">
                <a:solidFill>
                  <a:srgbClr val="FF0000"/>
                </a:solidFill>
              </a:rPr>
              <a:t>“key”</a:t>
            </a:r>
            <a:endParaRPr lang="zh-CN" altLang="en-US" sz="2000" dirty="0">
              <a:solidFill>
                <a:srgbClr val="FF0000"/>
              </a:solidFill>
            </a:endParaRPr>
          </a:p>
        </p:txBody>
      </p:sp>
      <p:sp>
        <p:nvSpPr>
          <p:cNvPr id="9" name="文本框 8">
            <a:extLst>
              <a:ext uri="{FF2B5EF4-FFF2-40B4-BE49-F238E27FC236}">
                <a16:creationId xmlns:a16="http://schemas.microsoft.com/office/drawing/2014/main" id="{ACEDB4AB-338C-52F6-644D-F932ABB804B6}"/>
              </a:ext>
            </a:extLst>
          </p:cNvPr>
          <p:cNvSpPr txBox="1"/>
          <p:nvPr/>
        </p:nvSpPr>
        <p:spPr>
          <a:xfrm>
            <a:off x="9464498" y="2514177"/>
            <a:ext cx="1033670" cy="400110"/>
          </a:xfrm>
          <a:prstGeom prst="rect">
            <a:avLst/>
          </a:prstGeom>
          <a:noFill/>
        </p:spPr>
        <p:txBody>
          <a:bodyPr wrap="square" rtlCol="0">
            <a:spAutoFit/>
          </a:bodyPr>
          <a:lstStyle/>
          <a:p>
            <a:r>
              <a:rPr lang="en-US" altLang="zh-CN" sz="2000" dirty="0">
                <a:solidFill>
                  <a:srgbClr val="FF0000"/>
                </a:solidFill>
              </a:rPr>
              <a:t>“value”</a:t>
            </a:r>
            <a:endParaRPr lang="zh-CN" altLang="en-US" sz="2000" dirty="0">
              <a:solidFill>
                <a:srgbClr val="FF0000"/>
              </a:solidFill>
            </a:endParaRPr>
          </a:p>
        </p:txBody>
      </p:sp>
      <p:cxnSp>
        <p:nvCxnSpPr>
          <p:cNvPr id="11" name="直接连接符 10">
            <a:extLst>
              <a:ext uri="{FF2B5EF4-FFF2-40B4-BE49-F238E27FC236}">
                <a16:creationId xmlns:a16="http://schemas.microsoft.com/office/drawing/2014/main" id="{AEB4229F-23A6-8AA7-EAE8-81B23C100032}"/>
              </a:ext>
            </a:extLst>
          </p:cNvPr>
          <p:cNvCxnSpPr>
            <a:stCxn id="8" idx="2"/>
            <a:endCxn id="6" idx="0"/>
          </p:cNvCxnSpPr>
          <p:nvPr/>
        </p:nvCxnSpPr>
        <p:spPr>
          <a:xfrm>
            <a:off x="7305261" y="4195384"/>
            <a:ext cx="0" cy="5266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7986DDB-3E62-DF43-921C-0A3185BF1822}"/>
              </a:ext>
            </a:extLst>
          </p:cNvPr>
          <p:cNvCxnSpPr>
            <a:cxnSpLocks/>
            <a:stCxn id="9" idx="2"/>
            <a:endCxn id="7" idx="0"/>
          </p:cNvCxnSpPr>
          <p:nvPr/>
        </p:nvCxnSpPr>
        <p:spPr>
          <a:xfrm>
            <a:off x="9981333" y="2914287"/>
            <a:ext cx="1" cy="106855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242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645A2-7432-A2F7-A499-ABA160BEFB28}"/>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879B119E-E4AF-6306-7877-176FFF028928}"/>
              </a:ext>
            </a:extLst>
          </p:cNvPr>
          <p:cNvSpPr>
            <a:spLocks noGrp="1"/>
          </p:cNvSpPr>
          <p:nvPr>
            <p:ph type="title"/>
          </p:nvPr>
        </p:nvSpPr>
        <p:spPr/>
        <p:txBody>
          <a:bodyPr/>
          <a:lstStyle/>
          <a:p>
            <a:r>
              <a:rPr lang="en-US" altLang="zh-CN" dirty="0"/>
              <a:t>Document Stores</a:t>
            </a:r>
            <a:endParaRPr lang="en-US" dirty="0"/>
          </a:p>
        </p:txBody>
      </p:sp>
      <p:sp>
        <p:nvSpPr>
          <p:cNvPr id="4" name="Slide Number Placeholder 3">
            <a:extLst>
              <a:ext uri="{FF2B5EF4-FFF2-40B4-BE49-F238E27FC236}">
                <a16:creationId xmlns:a16="http://schemas.microsoft.com/office/drawing/2014/main" id="{37D10414-A8D4-2ECD-8CDA-1481185FD541}"/>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13</a:t>
            </a:fld>
            <a:endParaRPr lang="en-US" sz="1400">
              <a:solidFill>
                <a:schemeClr val="bg1"/>
              </a:solidFill>
            </a:endParaRPr>
          </a:p>
        </p:txBody>
      </p:sp>
      <p:sp>
        <p:nvSpPr>
          <p:cNvPr id="19" name="Content Placeholder 2">
            <a:extLst>
              <a:ext uri="{FF2B5EF4-FFF2-40B4-BE49-F238E27FC236}">
                <a16:creationId xmlns:a16="http://schemas.microsoft.com/office/drawing/2014/main" id="{A14ADBB7-600D-2245-4C5F-947C1F48AEB6}"/>
              </a:ext>
            </a:extLst>
          </p:cNvPr>
          <p:cNvSpPr txBox="1">
            <a:spLocks/>
          </p:cNvSpPr>
          <p:nvPr/>
        </p:nvSpPr>
        <p:spPr>
          <a:xfrm>
            <a:off x="975360" y="1845733"/>
            <a:ext cx="10613666" cy="38990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The data is a collection of key value pairs, is compressed as a document store similar to a key-value store</a:t>
            </a:r>
          </a:p>
          <a:p>
            <a:pPr lvl="1">
              <a:buFont typeface="Wingdings" panose="05000000000000000000" pitchFamily="2" charset="2"/>
              <a:buChar char="v"/>
            </a:pPr>
            <a:r>
              <a:rPr lang="en-US" sz="2400" dirty="0"/>
              <a:t> Difference is that the values stored (documents) provide some structure and encoding of the managed data</a:t>
            </a:r>
          </a:p>
          <a:p>
            <a:pPr lvl="1">
              <a:buFont typeface="Wingdings" panose="05000000000000000000" pitchFamily="2" charset="2"/>
              <a:buChar char="v"/>
            </a:pPr>
            <a:r>
              <a:rPr lang="en-US" sz="2400" dirty="0"/>
              <a:t> XML, JSON (Java Script Object Notation), BSON (binary JSON objects) are some common standard encodings</a:t>
            </a:r>
          </a:p>
          <a:p>
            <a:pPr lvl="1">
              <a:buFont typeface="Wingdings" panose="05000000000000000000" pitchFamily="2" charset="2"/>
              <a:buChar char="v"/>
            </a:pPr>
            <a:r>
              <a:rPr lang="en-US" sz="2400" dirty="0"/>
              <a:t> </a:t>
            </a:r>
            <a:r>
              <a:rPr lang="en-US" sz="2400" dirty="0">
                <a:solidFill>
                  <a:srgbClr val="FF0000"/>
                </a:solidFill>
              </a:rPr>
              <a:t>Amazon </a:t>
            </a:r>
            <a:r>
              <a:rPr lang="en-US" sz="2400" dirty="0" err="1">
                <a:solidFill>
                  <a:srgbClr val="FF0000"/>
                </a:solidFill>
              </a:rPr>
              <a:t>SimpleDB</a:t>
            </a:r>
            <a:r>
              <a:rPr lang="en-US" sz="2400" dirty="0"/>
              <a:t>, </a:t>
            </a:r>
            <a:r>
              <a:rPr lang="en-US" sz="2400" dirty="0">
                <a:solidFill>
                  <a:srgbClr val="FF0000"/>
                </a:solidFill>
              </a:rPr>
              <a:t>CouchDB</a:t>
            </a:r>
            <a:r>
              <a:rPr lang="en-US" sz="2400" dirty="0"/>
              <a:t>, </a:t>
            </a:r>
            <a:r>
              <a:rPr lang="en-US" sz="2400" dirty="0">
                <a:solidFill>
                  <a:srgbClr val="FF0000"/>
                </a:solidFill>
              </a:rPr>
              <a:t>MongoDB</a:t>
            </a:r>
            <a:r>
              <a:rPr lang="en-US" sz="2400" dirty="0"/>
              <a:t>…</a:t>
            </a:r>
            <a:endParaRPr lang="en-US" sz="1600" dirty="0"/>
          </a:p>
        </p:txBody>
      </p:sp>
    </p:spTree>
    <p:extLst>
      <p:ext uri="{BB962C8B-B14F-4D97-AF65-F5344CB8AC3E}">
        <p14:creationId xmlns:p14="http://schemas.microsoft.com/office/powerpoint/2010/main" val="3057068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B9144-19F1-DE0A-E39E-F35CC003AA3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4D0F91-41B7-E064-9205-3F59F45AF2C1}"/>
              </a:ext>
            </a:extLst>
          </p:cNvPr>
          <p:cNvSpPr>
            <a:spLocks noGrp="1"/>
          </p:cNvSpPr>
          <p:nvPr>
            <p:ph type="sldNum" sz="quarter" idx="12"/>
          </p:nvPr>
        </p:nvSpPr>
        <p:spPr/>
        <p:txBody>
          <a:bodyPr/>
          <a:lstStyle/>
          <a:p>
            <a:fld id="{4FAB73BC-B049-4115-A692-8D63A059BFB8}" type="slidenum">
              <a:rPr lang="en-US" smtClean="0"/>
              <a:pPr/>
              <a:t>14</a:t>
            </a:fld>
            <a:endParaRPr lang="en-US" dirty="0"/>
          </a:p>
        </p:txBody>
      </p:sp>
      <p:sp>
        <p:nvSpPr>
          <p:cNvPr id="6" name="Title 1">
            <a:extLst>
              <a:ext uri="{FF2B5EF4-FFF2-40B4-BE49-F238E27FC236}">
                <a16:creationId xmlns:a16="http://schemas.microsoft.com/office/drawing/2014/main" id="{8489B2F5-B574-64E8-E216-29455AE143C7}"/>
              </a:ext>
            </a:extLst>
          </p:cNvPr>
          <p:cNvSpPr txBox="1">
            <a:spLocks/>
          </p:cNvSpPr>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(Document Stores)</a:t>
            </a:r>
          </a:p>
        </p:txBody>
      </p:sp>
      <p:graphicFrame>
        <p:nvGraphicFramePr>
          <p:cNvPr id="3" name="表格 2">
            <a:extLst>
              <a:ext uri="{FF2B5EF4-FFF2-40B4-BE49-F238E27FC236}">
                <a16:creationId xmlns:a16="http://schemas.microsoft.com/office/drawing/2014/main" id="{74B1FFE7-619B-53C5-35D8-75213DC7E5DD}"/>
              </a:ext>
            </a:extLst>
          </p:cNvPr>
          <p:cNvGraphicFramePr>
            <a:graphicFrameLocks noGrp="1"/>
          </p:cNvGraphicFramePr>
          <p:nvPr>
            <p:extLst>
              <p:ext uri="{D42A27DB-BD31-4B8C-83A1-F6EECF244321}">
                <p14:modId xmlns:p14="http://schemas.microsoft.com/office/powerpoint/2010/main" val="1112553185"/>
              </p:ext>
            </p:extLst>
          </p:nvPr>
        </p:nvGraphicFramePr>
        <p:xfrm>
          <a:off x="1995488" y="4554460"/>
          <a:ext cx="8128000" cy="1584960"/>
        </p:xfrm>
        <a:graphic>
          <a:graphicData uri="http://schemas.openxmlformats.org/drawingml/2006/table">
            <a:tbl>
              <a:tblPr firstRow="1" bandRow="1">
                <a:tableStyleId>{3B4B98B0-60AC-42C2-AFA5-B58CD77FA1E5}</a:tableStyleId>
              </a:tblPr>
              <a:tblGrid>
                <a:gridCol w="1625600">
                  <a:extLst>
                    <a:ext uri="{9D8B030D-6E8A-4147-A177-3AD203B41FA5}">
                      <a16:colId xmlns:a16="http://schemas.microsoft.com/office/drawing/2014/main" val="3758728401"/>
                    </a:ext>
                  </a:extLst>
                </a:gridCol>
                <a:gridCol w="1625600">
                  <a:extLst>
                    <a:ext uri="{9D8B030D-6E8A-4147-A177-3AD203B41FA5}">
                      <a16:colId xmlns:a16="http://schemas.microsoft.com/office/drawing/2014/main" val="2870357259"/>
                    </a:ext>
                  </a:extLst>
                </a:gridCol>
                <a:gridCol w="1625600">
                  <a:extLst>
                    <a:ext uri="{9D8B030D-6E8A-4147-A177-3AD203B41FA5}">
                      <a16:colId xmlns:a16="http://schemas.microsoft.com/office/drawing/2014/main" val="2593550066"/>
                    </a:ext>
                  </a:extLst>
                </a:gridCol>
                <a:gridCol w="1625600">
                  <a:extLst>
                    <a:ext uri="{9D8B030D-6E8A-4147-A177-3AD203B41FA5}">
                      <a16:colId xmlns:a16="http://schemas.microsoft.com/office/drawing/2014/main" val="1016790555"/>
                    </a:ext>
                  </a:extLst>
                </a:gridCol>
                <a:gridCol w="1625600">
                  <a:extLst>
                    <a:ext uri="{9D8B030D-6E8A-4147-A177-3AD203B41FA5}">
                      <a16:colId xmlns:a16="http://schemas.microsoft.com/office/drawing/2014/main" val="2124584932"/>
                    </a:ext>
                  </a:extLst>
                </a:gridCol>
              </a:tblGrid>
              <a:tr h="370840">
                <a:tc>
                  <a:txBody>
                    <a:bodyPr/>
                    <a:lstStyle/>
                    <a:p>
                      <a:r>
                        <a:rPr lang="en-US" altLang="zh-CN" sz="2000" dirty="0"/>
                        <a:t>id</a:t>
                      </a:r>
                      <a:endParaRPr lang="zh-CN" altLang="en-US" sz="2000" dirty="0"/>
                    </a:p>
                  </a:txBody>
                  <a:tcPr/>
                </a:tc>
                <a:tc>
                  <a:txBody>
                    <a:bodyPr/>
                    <a:lstStyle/>
                    <a:p>
                      <a:r>
                        <a:rPr lang="en-US" altLang="zh-CN" sz="2000" dirty="0"/>
                        <a:t>name</a:t>
                      </a:r>
                      <a:endParaRPr lang="zh-CN" altLang="en-US" sz="2000" dirty="0"/>
                    </a:p>
                  </a:txBody>
                  <a:tcPr/>
                </a:tc>
                <a:tc>
                  <a:txBody>
                    <a:bodyPr/>
                    <a:lstStyle/>
                    <a:p>
                      <a:r>
                        <a:rPr lang="en-US" altLang="zh-CN" sz="2000" dirty="0"/>
                        <a:t>mood</a:t>
                      </a:r>
                      <a:endParaRPr lang="zh-CN" altLang="en-US" sz="2000" dirty="0"/>
                    </a:p>
                  </a:txBody>
                  <a:tcPr/>
                </a:tc>
                <a:tc>
                  <a:txBody>
                    <a:bodyPr/>
                    <a:lstStyle/>
                    <a:p>
                      <a:r>
                        <a:rPr lang="en-US" altLang="zh-CN" sz="2000" dirty="0" err="1"/>
                        <a:t>birth_date</a:t>
                      </a:r>
                      <a:endParaRPr lang="zh-CN" altLang="en-US" sz="2000" dirty="0"/>
                    </a:p>
                  </a:txBody>
                  <a:tcPr/>
                </a:tc>
                <a:tc>
                  <a:txBody>
                    <a:bodyPr/>
                    <a:lstStyle/>
                    <a:p>
                      <a:r>
                        <a:rPr lang="en-US" altLang="zh-CN" sz="2000" dirty="0"/>
                        <a:t>color</a:t>
                      </a:r>
                      <a:endParaRPr lang="zh-CN" altLang="en-US" sz="2000" dirty="0"/>
                    </a:p>
                  </a:txBody>
                  <a:tcPr/>
                </a:tc>
                <a:extLst>
                  <a:ext uri="{0D108BD9-81ED-4DB2-BD59-A6C34878D82A}">
                    <a16:rowId xmlns:a16="http://schemas.microsoft.com/office/drawing/2014/main" val="700112054"/>
                  </a:ext>
                </a:extLst>
              </a:tr>
              <a:tr h="370840">
                <a:tc>
                  <a:txBody>
                    <a:bodyPr/>
                    <a:lstStyle/>
                    <a:p>
                      <a:r>
                        <a:rPr lang="en-US" altLang="zh-CN" sz="2000" dirty="0"/>
                        <a:t>12</a:t>
                      </a:r>
                      <a:endParaRPr lang="zh-CN" altLang="en-US" sz="2000" dirty="0"/>
                    </a:p>
                  </a:txBody>
                  <a:tcPr/>
                </a:tc>
                <a:tc>
                  <a:txBody>
                    <a:bodyPr/>
                    <a:lstStyle/>
                    <a:p>
                      <a:r>
                        <a:rPr lang="en-US" altLang="zh-CN" sz="2000" dirty="0"/>
                        <a:t>Stella</a:t>
                      </a:r>
                      <a:endParaRPr lang="zh-CN" altLang="en-US" sz="2000" dirty="0"/>
                    </a:p>
                  </a:txBody>
                  <a:tcPr/>
                </a:tc>
                <a:tc>
                  <a:txBody>
                    <a:bodyPr/>
                    <a:lstStyle/>
                    <a:p>
                      <a:r>
                        <a:rPr lang="en-US" altLang="zh-CN" sz="2000" dirty="0"/>
                        <a:t>Happy</a:t>
                      </a:r>
                      <a:endParaRPr lang="zh-CN" altLang="en-US" sz="2000" dirty="0"/>
                    </a:p>
                  </a:txBody>
                  <a:tcPr/>
                </a:tc>
                <a:tc>
                  <a:txBody>
                    <a:bodyPr/>
                    <a:lstStyle/>
                    <a:p>
                      <a:r>
                        <a:rPr lang="en-US" altLang="zh-CN" sz="2000" dirty="0"/>
                        <a:t>2007-04-01</a:t>
                      </a:r>
                      <a:endParaRPr lang="zh-CN" altLang="en-US" sz="2000" dirty="0"/>
                    </a:p>
                  </a:txBody>
                  <a:tcPr/>
                </a:tc>
                <a:tc>
                  <a:txBody>
                    <a:bodyPr/>
                    <a:lstStyle/>
                    <a:p>
                      <a:r>
                        <a:rPr lang="en-US" altLang="zh-CN" sz="2000" dirty="0"/>
                        <a:t>NULL</a:t>
                      </a:r>
                      <a:endParaRPr lang="zh-CN" altLang="en-US" sz="2000" dirty="0"/>
                    </a:p>
                  </a:txBody>
                  <a:tcPr/>
                </a:tc>
                <a:extLst>
                  <a:ext uri="{0D108BD9-81ED-4DB2-BD59-A6C34878D82A}">
                    <a16:rowId xmlns:a16="http://schemas.microsoft.com/office/drawing/2014/main" val="3260594359"/>
                  </a:ext>
                </a:extLst>
              </a:tr>
              <a:tr h="370840">
                <a:tc>
                  <a:txBody>
                    <a:bodyPr/>
                    <a:lstStyle/>
                    <a:p>
                      <a:r>
                        <a:rPr lang="en-US" altLang="zh-CN" sz="2000" dirty="0"/>
                        <a:t>13</a:t>
                      </a:r>
                      <a:endParaRPr lang="zh-CN" altLang="en-US" sz="2000" dirty="0"/>
                    </a:p>
                  </a:txBody>
                  <a:tcPr/>
                </a:tc>
                <a:tc>
                  <a:txBody>
                    <a:bodyPr/>
                    <a:lstStyle/>
                    <a:p>
                      <a:r>
                        <a:rPr lang="en-US" altLang="zh-CN" sz="2000" dirty="0" err="1"/>
                        <a:t>Wimma</a:t>
                      </a:r>
                      <a:endParaRPr lang="zh-CN" altLang="en-US" sz="2000" dirty="0"/>
                    </a:p>
                  </a:txBody>
                  <a:tcPr/>
                </a:tc>
                <a:tc>
                  <a:txBody>
                    <a:bodyPr/>
                    <a:lstStyle/>
                    <a:p>
                      <a:r>
                        <a:rPr lang="en-US" altLang="zh-CN" sz="2000" dirty="0"/>
                        <a:t>Hungry</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Black</a:t>
                      </a:r>
                      <a:endParaRPr lang="zh-CN" altLang="en-US" sz="2000" dirty="0"/>
                    </a:p>
                  </a:txBody>
                  <a:tcPr/>
                </a:tc>
                <a:extLst>
                  <a:ext uri="{0D108BD9-81ED-4DB2-BD59-A6C34878D82A}">
                    <a16:rowId xmlns:a16="http://schemas.microsoft.com/office/drawing/2014/main" val="1500561537"/>
                  </a:ext>
                </a:extLst>
              </a:tr>
              <a:tr h="370840">
                <a:tc>
                  <a:txBody>
                    <a:bodyPr/>
                    <a:lstStyle/>
                    <a:p>
                      <a:r>
                        <a:rPr lang="en-US" altLang="zh-CN" sz="2000" dirty="0"/>
                        <a:t>9</a:t>
                      </a:r>
                      <a:endParaRPr lang="zh-CN" altLang="en-US" sz="2000" dirty="0"/>
                    </a:p>
                  </a:txBody>
                  <a:tcPr/>
                </a:tc>
                <a:tc>
                  <a:txBody>
                    <a:bodyPr/>
                    <a:lstStyle/>
                    <a:p>
                      <a:r>
                        <a:rPr lang="en-US" altLang="zh-CN" sz="2000" dirty="0" err="1"/>
                        <a:t>Ninjia</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NULL</a:t>
                      </a:r>
                      <a:endParaRPr lang="zh-CN" altLang="en-US" sz="2000" dirty="0"/>
                    </a:p>
                  </a:txBody>
                  <a:tcPr/>
                </a:tc>
                <a:extLst>
                  <a:ext uri="{0D108BD9-81ED-4DB2-BD59-A6C34878D82A}">
                    <a16:rowId xmlns:a16="http://schemas.microsoft.com/office/drawing/2014/main" val="3435005236"/>
                  </a:ext>
                </a:extLst>
              </a:tr>
            </a:tbl>
          </a:graphicData>
        </a:graphic>
      </p:graphicFrame>
      <p:sp>
        <p:nvSpPr>
          <p:cNvPr id="4" name="文本框 3">
            <a:extLst>
              <a:ext uri="{FF2B5EF4-FFF2-40B4-BE49-F238E27FC236}">
                <a16:creationId xmlns:a16="http://schemas.microsoft.com/office/drawing/2014/main" id="{94C5DA08-4BC7-53EC-DF44-CA9033F72014}"/>
              </a:ext>
            </a:extLst>
          </p:cNvPr>
          <p:cNvSpPr txBox="1"/>
          <p:nvPr/>
        </p:nvSpPr>
        <p:spPr>
          <a:xfrm>
            <a:off x="3488635" y="2654227"/>
            <a:ext cx="1033670" cy="400110"/>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000" dirty="0"/>
              <a:t>dog_12</a:t>
            </a:r>
            <a:endParaRPr lang="zh-CN" altLang="en-US" sz="2000" dirty="0"/>
          </a:p>
        </p:txBody>
      </p:sp>
      <p:sp>
        <p:nvSpPr>
          <p:cNvPr id="5" name="文本框 4">
            <a:extLst>
              <a:ext uri="{FF2B5EF4-FFF2-40B4-BE49-F238E27FC236}">
                <a16:creationId xmlns:a16="http://schemas.microsoft.com/office/drawing/2014/main" id="{63D5884B-F336-1180-6287-DB84E2320197}"/>
              </a:ext>
            </a:extLst>
          </p:cNvPr>
          <p:cNvSpPr txBox="1"/>
          <p:nvPr/>
        </p:nvSpPr>
        <p:spPr>
          <a:xfrm>
            <a:off x="5374006" y="1915032"/>
            <a:ext cx="3123952" cy="1938992"/>
          </a:xfrm>
          <a:prstGeom prst="rect">
            <a:avLst/>
          </a:prstGeom>
          <a:ln w="38100"/>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000" dirty="0"/>
              <a:t>{</a:t>
            </a:r>
          </a:p>
          <a:p>
            <a:r>
              <a:rPr lang="en-US" altLang="zh-CN" sz="2000" dirty="0"/>
              <a:t>	type: “Dog”,</a:t>
            </a:r>
          </a:p>
          <a:p>
            <a:r>
              <a:rPr lang="en-US" altLang="zh-CN" sz="2000" dirty="0"/>
              <a:t>	name: “Stella”,</a:t>
            </a:r>
          </a:p>
          <a:p>
            <a:r>
              <a:rPr lang="en-US" altLang="zh-CN" sz="2000" dirty="0"/>
              <a:t>	mood: “Happy”,</a:t>
            </a:r>
          </a:p>
          <a:p>
            <a:r>
              <a:rPr lang="en-US" altLang="zh-CN" sz="2000" dirty="0"/>
              <a:t>	birthdate: 2007-04-01</a:t>
            </a:r>
          </a:p>
          <a:p>
            <a:r>
              <a:rPr lang="en-US" altLang="zh-CN" sz="2000" dirty="0"/>
              <a:t>}</a:t>
            </a:r>
            <a:endParaRPr lang="zh-CN" altLang="en-US" sz="2000" dirty="0"/>
          </a:p>
        </p:txBody>
      </p:sp>
      <p:sp>
        <p:nvSpPr>
          <p:cNvPr id="7" name="文本框 6">
            <a:extLst>
              <a:ext uri="{FF2B5EF4-FFF2-40B4-BE49-F238E27FC236}">
                <a16:creationId xmlns:a16="http://schemas.microsoft.com/office/drawing/2014/main" id="{BF5DAF3D-E7FE-3512-B328-0DA4BF4F53B2}"/>
              </a:ext>
            </a:extLst>
          </p:cNvPr>
          <p:cNvSpPr txBox="1"/>
          <p:nvPr/>
        </p:nvSpPr>
        <p:spPr>
          <a:xfrm>
            <a:off x="3637722" y="1727466"/>
            <a:ext cx="735496" cy="400110"/>
          </a:xfrm>
          <a:prstGeom prst="rect">
            <a:avLst/>
          </a:prstGeom>
          <a:noFill/>
        </p:spPr>
        <p:txBody>
          <a:bodyPr wrap="square" rtlCol="0">
            <a:spAutoFit/>
          </a:bodyPr>
          <a:lstStyle/>
          <a:p>
            <a:r>
              <a:rPr lang="en-US" altLang="zh-CN" sz="2000" dirty="0">
                <a:solidFill>
                  <a:srgbClr val="FF0000"/>
                </a:solidFill>
              </a:rPr>
              <a:t>“key”</a:t>
            </a:r>
            <a:endParaRPr lang="zh-CN" altLang="en-US" sz="2000" dirty="0">
              <a:solidFill>
                <a:srgbClr val="FF0000"/>
              </a:solidFill>
            </a:endParaRPr>
          </a:p>
        </p:txBody>
      </p:sp>
      <p:sp>
        <p:nvSpPr>
          <p:cNvPr id="8" name="文本框 7">
            <a:extLst>
              <a:ext uri="{FF2B5EF4-FFF2-40B4-BE49-F238E27FC236}">
                <a16:creationId xmlns:a16="http://schemas.microsoft.com/office/drawing/2014/main" id="{177A148B-459A-4705-F604-D8FBDC86D62A}"/>
              </a:ext>
            </a:extLst>
          </p:cNvPr>
          <p:cNvSpPr txBox="1"/>
          <p:nvPr/>
        </p:nvSpPr>
        <p:spPr>
          <a:xfrm>
            <a:off x="6204690" y="1008690"/>
            <a:ext cx="1462583" cy="400110"/>
          </a:xfrm>
          <a:prstGeom prst="rect">
            <a:avLst/>
          </a:prstGeom>
          <a:noFill/>
        </p:spPr>
        <p:txBody>
          <a:bodyPr wrap="square" rtlCol="0">
            <a:spAutoFit/>
          </a:bodyPr>
          <a:lstStyle/>
          <a:p>
            <a:r>
              <a:rPr lang="en-US" altLang="zh-CN" sz="2000" dirty="0">
                <a:solidFill>
                  <a:srgbClr val="FF0000"/>
                </a:solidFill>
              </a:rPr>
              <a:t>“document”</a:t>
            </a:r>
            <a:endParaRPr lang="zh-CN" altLang="en-US" sz="2000" dirty="0">
              <a:solidFill>
                <a:srgbClr val="FF0000"/>
              </a:solidFill>
            </a:endParaRPr>
          </a:p>
        </p:txBody>
      </p:sp>
      <p:cxnSp>
        <p:nvCxnSpPr>
          <p:cNvPr id="10" name="直接连接符 9">
            <a:extLst>
              <a:ext uri="{FF2B5EF4-FFF2-40B4-BE49-F238E27FC236}">
                <a16:creationId xmlns:a16="http://schemas.microsoft.com/office/drawing/2014/main" id="{3CAE3D93-F140-A086-3C6B-964F9C06D09B}"/>
              </a:ext>
            </a:extLst>
          </p:cNvPr>
          <p:cNvCxnSpPr>
            <a:stCxn id="7" idx="2"/>
            <a:endCxn id="4" idx="0"/>
          </p:cNvCxnSpPr>
          <p:nvPr/>
        </p:nvCxnSpPr>
        <p:spPr>
          <a:xfrm>
            <a:off x="4005470" y="2127576"/>
            <a:ext cx="0" cy="5266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50CF1FE-9DFB-8440-F89F-C1128FC9638D}"/>
              </a:ext>
            </a:extLst>
          </p:cNvPr>
          <p:cNvCxnSpPr>
            <a:cxnSpLocks/>
            <a:stCxn id="8" idx="2"/>
            <a:endCxn id="5" idx="0"/>
          </p:cNvCxnSpPr>
          <p:nvPr/>
        </p:nvCxnSpPr>
        <p:spPr>
          <a:xfrm>
            <a:off x="6935982" y="1408800"/>
            <a:ext cx="0" cy="50623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D48524D-8D32-399D-BAC1-864787C88BB7}"/>
              </a:ext>
            </a:extLst>
          </p:cNvPr>
          <p:cNvSpPr txBox="1"/>
          <p:nvPr/>
        </p:nvSpPr>
        <p:spPr>
          <a:xfrm>
            <a:off x="5812675" y="3992557"/>
            <a:ext cx="704064" cy="461665"/>
          </a:xfrm>
          <a:prstGeom prst="rect">
            <a:avLst/>
          </a:prstGeom>
          <a:noFill/>
        </p:spPr>
        <p:txBody>
          <a:bodyPr wrap="square">
            <a:spAutoFit/>
          </a:bodyPr>
          <a:lstStyle/>
          <a:p>
            <a:r>
              <a:rPr lang="en-US" altLang="zh-CN" sz="2400" spc="-5" dirty="0">
                <a:latin typeface="Calibri" panose="020F0502020204030204" pitchFamily="34" charset="0"/>
                <a:ea typeface="Calibri" panose="020F0502020204030204" pitchFamily="34" charset="0"/>
                <a:cs typeface="Calibri" panose="020F0502020204030204" pitchFamily="34" charset="0"/>
              </a:rPr>
              <a:t>vs.</a:t>
            </a:r>
            <a:endParaRPr lang="zh-CN" alt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4262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3E628-09B3-71E3-403F-42859FEE6424}"/>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4BA6A249-6915-BB6D-9719-787869AD22A3}"/>
              </a:ext>
            </a:extLst>
          </p:cNvPr>
          <p:cNvSpPr>
            <a:spLocks noGrp="1"/>
          </p:cNvSpPr>
          <p:nvPr>
            <p:ph type="title"/>
          </p:nvPr>
        </p:nvSpPr>
        <p:spPr/>
        <p:txBody>
          <a:bodyPr/>
          <a:lstStyle/>
          <a:p>
            <a:r>
              <a:rPr lang="en-US" altLang="zh-CN" dirty="0"/>
              <a:t>Column Stores</a:t>
            </a:r>
            <a:endParaRPr lang="en-US" dirty="0"/>
          </a:p>
        </p:txBody>
      </p:sp>
      <p:sp>
        <p:nvSpPr>
          <p:cNvPr id="4" name="Slide Number Placeholder 3">
            <a:extLst>
              <a:ext uri="{FF2B5EF4-FFF2-40B4-BE49-F238E27FC236}">
                <a16:creationId xmlns:a16="http://schemas.microsoft.com/office/drawing/2014/main" id="{E09F7393-43E8-C9E4-5F5A-F293CD42BE67}"/>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15</a:t>
            </a:fld>
            <a:endParaRPr lang="en-US" sz="1400">
              <a:solidFill>
                <a:schemeClr val="bg1"/>
              </a:solidFill>
            </a:endParaRPr>
          </a:p>
        </p:txBody>
      </p:sp>
      <p:sp>
        <p:nvSpPr>
          <p:cNvPr id="19" name="Content Placeholder 2">
            <a:extLst>
              <a:ext uri="{FF2B5EF4-FFF2-40B4-BE49-F238E27FC236}">
                <a16:creationId xmlns:a16="http://schemas.microsoft.com/office/drawing/2014/main" id="{19971C11-41B2-68B3-0F51-459FC86BF8DC}"/>
              </a:ext>
            </a:extLst>
          </p:cNvPr>
          <p:cNvSpPr txBox="1">
            <a:spLocks/>
          </p:cNvSpPr>
          <p:nvPr/>
        </p:nvSpPr>
        <p:spPr>
          <a:xfrm>
            <a:off x="975360" y="1845733"/>
            <a:ext cx="10613666" cy="38990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Data stored in cells grouped in columns of data rather than rows</a:t>
            </a:r>
          </a:p>
          <a:p>
            <a:pPr lvl="1">
              <a:buFont typeface="Wingdings" panose="05000000000000000000" pitchFamily="2" charset="2"/>
              <a:buChar char="v"/>
            </a:pPr>
            <a:r>
              <a:rPr lang="en-US" sz="2400" dirty="0"/>
              <a:t> Columns logically grouped into </a:t>
            </a:r>
            <a:r>
              <a:rPr lang="en-US" sz="2400" dirty="0">
                <a:solidFill>
                  <a:srgbClr val="FF0000"/>
                </a:solidFill>
              </a:rPr>
              <a:t>column families</a:t>
            </a:r>
          </a:p>
          <a:p>
            <a:pPr lvl="1">
              <a:buFont typeface="Wingdings" panose="05000000000000000000" pitchFamily="2" charset="2"/>
              <a:buChar char="v"/>
            </a:pPr>
            <a:r>
              <a:rPr lang="en-US" sz="2400" dirty="0"/>
              <a:t> Families can contain a virtually unlimited number of columns that can be created at runtime or the definition of the schema</a:t>
            </a:r>
          </a:p>
          <a:p>
            <a:pPr lvl="1">
              <a:buFont typeface="Wingdings" panose="05000000000000000000" pitchFamily="2" charset="2"/>
              <a:buChar char="v"/>
            </a:pPr>
            <a:endParaRPr lang="en-US" sz="2400" dirty="0"/>
          </a:p>
          <a:p>
            <a:pPr lvl="1">
              <a:buFont typeface="Wingdings" panose="05000000000000000000" pitchFamily="2" charset="2"/>
              <a:buChar char="v"/>
            </a:pPr>
            <a:r>
              <a:rPr lang="en-US" sz="2400" dirty="0"/>
              <a:t> Read and write is done using </a:t>
            </a:r>
            <a:r>
              <a:rPr lang="en-US" sz="2400" dirty="0">
                <a:solidFill>
                  <a:srgbClr val="FF0000"/>
                </a:solidFill>
              </a:rPr>
              <a:t>columns</a:t>
            </a:r>
            <a:r>
              <a:rPr lang="en-US" sz="2400" dirty="0"/>
              <a:t> rather than rows</a:t>
            </a:r>
          </a:p>
          <a:p>
            <a:pPr lvl="1">
              <a:buFont typeface="Wingdings" panose="05000000000000000000" pitchFamily="2" charset="2"/>
              <a:buChar char="v"/>
            </a:pPr>
            <a:r>
              <a:rPr lang="en-US" sz="2400" dirty="0"/>
              <a:t> Pros:  fast search/ access and data aggregation</a:t>
            </a:r>
          </a:p>
          <a:p>
            <a:pPr lvl="1">
              <a:buFont typeface="Wingdings" panose="05000000000000000000" pitchFamily="2" charset="2"/>
              <a:buChar char="v"/>
            </a:pPr>
            <a:r>
              <a:rPr lang="en-US" sz="2400" dirty="0"/>
              <a:t> Store all the cells corresponding to a column as a continuous disk entry thus makes the search/access faster</a:t>
            </a:r>
            <a:endParaRPr lang="en-US" sz="1600" dirty="0"/>
          </a:p>
        </p:txBody>
      </p:sp>
    </p:spTree>
    <p:extLst>
      <p:ext uri="{BB962C8B-B14F-4D97-AF65-F5344CB8AC3E}">
        <p14:creationId xmlns:p14="http://schemas.microsoft.com/office/powerpoint/2010/main" val="1178693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79A20-ABF3-EF9D-5701-15624FA1C7A8}"/>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A43E8F36-5565-02B2-309C-99161088C3C4}"/>
              </a:ext>
            </a:extLst>
          </p:cNvPr>
          <p:cNvSpPr>
            <a:spLocks noGrp="1"/>
          </p:cNvSpPr>
          <p:nvPr>
            <p:ph type="title"/>
          </p:nvPr>
        </p:nvSpPr>
        <p:spPr/>
        <p:txBody>
          <a:bodyPr/>
          <a:lstStyle/>
          <a:p>
            <a:r>
              <a:rPr lang="en-US" altLang="zh-CN" dirty="0"/>
              <a:t>Column Stores – Data Model</a:t>
            </a:r>
            <a:endParaRPr lang="en-US" dirty="0"/>
          </a:p>
        </p:txBody>
      </p:sp>
      <p:sp>
        <p:nvSpPr>
          <p:cNvPr id="4" name="Slide Number Placeholder 3">
            <a:extLst>
              <a:ext uri="{FF2B5EF4-FFF2-40B4-BE49-F238E27FC236}">
                <a16:creationId xmlns:a16="http://schemas.microsoft.com/office/drawing/2014/main" id="{8611AD5B-392D-38B4-E7FC-3B908277D866}"/>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16</a:t>
            </a:fld>
            <a:endParaRPr lang="en-US" sz="1400">
              <a:solidFill>
                <a:schemeClr val="bg1"/>
              </a:solidFill>
            </a:endParaRPr>
          </a:p>
        </p:txBody>
      </p:sp>
      <p:sp>
        <p:nvSpPr>
          <p:cNvPr id="19" name="Content Placeholder 2">
            <a:extLst>
              <a:ext uri="{FF2B5EF4-FFF2-40B4-BE49-F238E27FC236}">
                <a16:creationId xmlns:a16="http://schemas.microsoft.com/office/drawing/2014/main" id="{EEF0C4AD-1F74-81E7-6CB5-37EFC32A2F61}"/>
              </a:ext>
            </a:extLst>
          </p:cNvPr>
          <p:cNvSpPr txBox="1">
            <a:spLocks/>
          </p:cNvSpPr>
          <p:nvPr/>
        </p:nvSpPr>
        <p:spPr>
          <a:xfrm>
            <a:off x="975360" y="1845733"/>
            <a:ext cx="10613666" cy="38990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a:t>
            </a:r>
            <a:r>
              <a:rPr lang="en-US" sz="2400" b="1" dirty="0" err="1"/>
              <a:t>ColumnFamily</a:t>
            </a:r>
            <a:r>
              <a:rPr lang="en-US" sz="2400" dirty="0"/>
              <a:t> - A single structure that can group Columns and </a:t>
            </a:r>
            <a:r>
              <a:rPr lang="en-US" sz="2400" dirty="0" err="1"/>
              <a:t>SuperColumns</a:t>
            </a:r>
            <a:endParaRPr lang="en-US" sz="2400" dirty="0"/>
          </a:p>
          <a:p>
            <a:pPr lvl="1">
              <a:buFont typeface="Wingdings" panose="05000000000000000000" pitchFamily="2" charset="2"/>
              <a:buChar char="v"/>
            </a:pPr>
            <a:r>
              <a:rPr lang="en-US" sz="2400" dirty="0"/>
              <a:t> </a:t>
            </a:r>
            <a:r>
              <a:rPr lang="en-US" sz="2400" b="1" dirty="0"/>
              <a:t>Key</a:t>
            </a:r>
            <a:r>
              <a:rPr lang="en-US" sz="2400" dirty="0"/>
              <a:t> - permanent name of the record. Keys have different numbers of columns, so the database can scale in an irregular way</a:t>
            </a:r>
          </a:p>
          <a:p>
            <a:pPr lvl="1">
              <a:buFont typeface="Wingdings" panose="05000000000000000000" pitchFamily="2" charset="2"/>
              <a:buChar char="v"/>
            </a:pPr>
            <a:r>
              <a:rPr lang="en-US" sz="2400" dirty="0"/>
              <a:t> </a:t>
            </a:r>
            <a:r>
              <a:rPr lang="en-US" sz="2400" b="1" dirty="0"/>
              <a:t>Key-space</a:t>
            </a:r>
            <a:r>
              <a:rPr lang="en-US" sz="2400" dirty="0"/>
              <a:t> - Defines the outermost level of an organization, typically the name of the application</a:t>
            </a:r>
          </a:p>
          <a:p>
            <a:pPr lvl="1">
              <a:buFont typeface="Wingdings" panose="05000000000000000000" pitchFamily="2" charset="2"/>
              <a:buChar char="v"/>
            </a:pPr>
            <a:r>
              <a:rPr lang="en-US" sz="2400" dirty="0"/>
              <a:t> </a:t>
            </a:r>
            <a:r>
              <a:rPr lang="en-US" sz="2400" b="1" dirty="0"/>
              <a:t>Column</a:t>
            </a:r>
            <a:r>
              <a:rPr lang="en-US" sz="2400" dirty="0"/>
              <a:t> - Ordered list of elements -Tuple with a name and a value defined</a:t>
            </a:r>
            <a:endParaRPr lang="en-US" sz="1600" dirty="0"/>
          </a:p>
        </p:txBody>
      </p:sp>
    </p:spTree>
    <p:extLst>
      <p:ext uri="{BB962C8B-B14F-4D97-AF65-F5344CB8AC3E}">
        <p14:creationId xmlns:p14="http://schemas.microsoft.com/office/powerpoint/2010/main" val="1629489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4ECFC-7409-7A6F-A456-5FA07BA6B23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97CB49-33FC-86AB-7FAC-DB3C21EF53F6}"/>
              </a:ext>
            </a:extLst>
          </p:cNvPr>
          <p:cNvSpPr>
            <a:spLocks noGrp="1"/>
          </p:cNvSpPr>
          <p:nvPr>
            <p:ph type="sldNum" sz="quarter" idx="12"/>
          </p:nvPr>
        </p:nvSpPr>
        <p:spPr/>
        <p:txBody>
          <a:bodyPr/>
          <a:lstStyle/>
          <a:p>
            <a:fld id="{4FAB73BC-B049-4115-A692-8D63A059BFB8}" type="slidenum">
              <a:rPr lang="en-US" smtClean="0"/>
              <a:pPr/>
              <a:t>17</a:t>
            </a:fld>
            <a:endParaRPr lang="en-US" dirty="0"/>
          </a:p>
        </p:txBody>
      </p:sp>
      <p:sp>
        <p:nvSpPr>
          <p:cNvPr id="6" name="Title 1">
            <a:extLst>
              <a:ext uri="{FF2B5EF4-FFF2-40B4-BE49-F238E27FC236}">
                <a16:creationId xmlns:a16="http://schemas.microsoft.com/office/drawing/2014/main" id="{909C5E44-8836-06F8-27D0-9ADDDFCE65DE}"/>
              </a:ext>
            </a:extLst>
          </p:cNvPr>
          <p:cNvSpPr txBox="1">
            <a:spLocks/>
          </p:cNvSpPr>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(Column Stores)</a:t>
            </a:r>
          </a:p>
        </p:txBody>
      </p:sp>
      <p:graphicFrame>
        <p:nvGraphicFramePr>
          <p:cNvPr id="3" name="表格 2">
            <a:extLst>
              <a:ext uri="{FF2B5EF4-FFF2-40B4-BE49-F238E27FC236}">
                <a16:creationId xmlns:a16="http://schemas.microsoft.com/office/drawing/2014/main" id="{51669F0A-700F-1454-0ED3-8F94EA4F3B07}"/>
              </a:ext>
            </a:extLst>
          </p:cNvPr>
          <p:cNvGraphicFramePr>
            <a:graphicFrameLocks noGrp="1"/>
          </p:cNvGraphicFramePr>
          <p:nvPr/>
        </p:nvGraphicFramePr>
        <p:xfrm>
          <a:off x="1995488" y="4554460"/>
          <a:ext cx="8128000" cy="1584960"/>
        </p:xfrm>
        <a:graphic>
          <a:graphicData uri="http://schemas.openxmlformats.org/drawingml/2006/table">
            <a:tbl>
              <a:tblPr firstRow="1" bandRow="1">
                <a:tableStyleId>{3B4B98B0-60AC-42C2-AFA5-B58CD77FA1E5}</a:tableStyleId>
              </a:tblPr>
              <a:tblGrid>
                <a:gridCol w="1625600">
                  <a:extLst>
                    <a:ext uri="{9D8B030D-6E8A-4147-A177-3AD203B41FA5}">
                      <a16:colId xmlns:a16="http://schemas.microsoft.com/office/drawing/2014/main" val="3758728401"/>
                    </a:ext>
                  </a:extLst>
                </a:gridCol>
                <a:gridCol w="1625600">
                  <a:extLst>
                    <a:ext uri="{9D8B030D-6E8A-4147-A177-3AD203B41FA5}">
                      <a16:colId xmlns:a16="http://schemas.microsoft.com/office/drawing/2014/main" val="2870357259"/>
                    </a:ext>
                  </a:extLst>
                </a:gridCol>
                <a:gridCol w="1625600">
                  <a:extLst>
                    <a:ext uri="{9D8B030D-6E8A-4147-A177-3AD203B41FA5}">
                      <a16:colId xmlns:a16="http://schemas.microsoft.com/office/drawing/2014/main" val="2593550066"/>
                    </a:ext>
                  </a:extLst>
                </a:gridCol>
                <a:gridCol w="1625600">
                  <a:extLst>
                    <a:ext uri="{9D8B030D-6E8A-4147-A177-3AD203B41FA5}">
                      <a16:colId xmlns:a16="http://schemas.microsoft.com/office/drawing/2014/main" val="1016790555"/>
                    </a:ext>
                  </a:extLst>
                </a:gridCol>
                <a:gridCol w="1625600">
                  <a:extLst>
                    <a:ext uri="{9D8B030D-6E8A-4147-A177-3AD203B41FA5}">
                      <a16:colId xmlns:a16="http://schemas.microsoft.com/office/drawing/2014/main" val="2124584932"/>
                    </a:ext>
                  </a:extLst>
                </a:gridCol>
              </a:tblGrid>
              <a:tr h="370840">
                <a:tc>
                  <a:txBody>
                    <a:bodyPr/>
                    <a:lstStyle/>
                    <a:p>
                      <a:r>
                        <a:rPr lang="en-US" altLang="zh-CN" sz="2000" dirty="0"/>
                        <a:t>id</a:t>
                      </a:r>
                      <a:endParaRPr lang="zh-CN" altLang="en-US" sz="2000" dirty="0"/>
                    </a:p>
                  </a:txBody>
                  <a:tcPr/>
                </a:tc>
                <a:tc>
                  <a:txBody>
                    <a:bodyPr/>
                    <a:lstStyle/>
                    <a:p>
                      <a:r>
                        <a:rPr lang="en-US" altLang="zh-CN" sz="2000" dirty="0"/>
                        <a:t>name</a:t>
                      </a:r>
                      <a:endParaRPr lang="zh-CN" altLang="en-US" sz="2000" dirty="0"/>
                    </a:p>
                  </a:txBody>
                  <a:tcPr/>
                </a:tc>
                <a:tc>
                  <a:txBody>
                    <a:bodyPr/>
                    <a:lstStyle/>
                    <a:p>
                      <a:r>
                        <a:rPr lang="en-US" altLang="zh-CN" sz="2000" dirty="0"/>
                        <a:t>mood</a:t>
                      </a:r>
                      <a:endParaRPr lang="zh-CN" altLang="en-US" sz="2000" dirty="0"/>
                    </a:p>
                  </a:txBody>
                  <a:tcPr/>
                </a:tc>
                <a:tc>
                  <a:txBody>
                    <a:bodyPr/>
                    <a:lstStyle/>
                    <a:p>
                      <a:r>
                        <a:rPr lang="en-US" altLang="zh-CN" sz="2000" dirty="0" err="1"/>
                        <a:t>birth_date</a:t>
                      </a:r>
                      <a:endParaRPr lang="zh-CN" altLang="en-US" sz="2000" dirty="0"/>
                    </a:p>
                  </a:txBody>
                  <a:tcPr/>
                </a:tc>
                <a:tc>
                  <a:txBody>
                    <a:bodyPr/>
                    <a:lstStyle/>
                    <a:p>
                      <a:r>
                        <a:rPr lang="en-US" altLang="zh-CN" sz="2000" dirty="0"/>
                        <a:t>color</a:t>
                      </a:r>
                      <a:endParaRPr lang="zh-CN" altLang="en-US" sz="2000" dirty="0"/>
                    </a:p>
                  </a:txBody>
                  <a:tcPr/>
                </a:tc>
                <a:extLst>
                  <a:ext uri="{0D108BD9-81ED-4DB2-BD59-A6C34878D82A}">
                    <a16:rowId xmlns:a16="http://schemas.microsoft.com/office/drawing/2014/main" val="700112054"/>
                  </a:ext>
                </a:extLst>
              </a:tr>
              <a:tr h="370840">
                <a:tc>
                  <a:txBody>
                    <a:bodyPr/>
                    <a:lstStyle/>
                    <a:p>
                      <a:r>
                        <a:rPr lang="en-US" altLang="zh-CN" sz="2000" dirty="0"/>
                        <a:t>12</a:t>
                      </a:r>
                      <a:endParaRPr lang="zh-CN" altLang="en-US" sz="2000" dirty="0"/>
                    </a:p>
                  </a:txBody>
                  <a:tcPr/>
                </a:tc>
                <a:tc>
                  <a:txBody>
                    <a:bodyPr/>
                    <a:lstStyle/>
                    <a:p>
                      <a:r>
                        <a:rPr lang="en-US" altLang="zh-CN" sz="2000" dirty="0"/>
                        <a:t>Stella</a:t>
                      </a:r>
                      <a:endParaRPr lang="zh-CN" altLang="en-US" sz="2000" dirty="0"/>
                    </a:p>
                  </a:txBody>
                  <a:tcPr/>
                </a:tc>
                <a:tc>
                  <a:txBody>
                    <a:bodyPr/>
                    <a:lstStyle/>
                    <a:p>
                      <a:r>
                        <a:rPr lang="en-US" altLang="zh-CN" sz="2000" dirty="0"/>
                        <a:t>Happy</a:t>
                      </a:r>
                      <a:endParaRPr lang="zh-CN" altLang="en-US" sz="2000" dirty="0"/>
                    </a:p>
                  </a:txBody>
                  <a:tcPr/>
                </a:tc>
                <a:tc>
                  <a:txBody>
                    <a:bodyPr/>
                    <a:lstStyle/>
                    <a:p>
                      <a:r>
                        <a:rPr lang="en-US" altLang="zh-CN" sz="2000" dirty="0"/>
                        <a:t>2007-04-01</a:t>
                      </a:r>
                      <a:endParaRPr lang="zh-CN" altLang="en-US" sz="2000" dirty="0"/>
                    </a:p>
                  </a:txBody>
                  <a:tcPr/>
                </a:tc>
                <a:tc>
                  <a:txBody>
                    <a:bodyPr/>
                    <a:lstStyle/>
                    <a:p>
                      <a:r>
                        <a:rPr lang="en-US" altLang="zh-CN" sz="2000" dirty="0"/>
                        <a:t>NULL</a:t>
                      </a:r>
                      <a:endParaRPr lang="zh-CN" altLang="en-US" sz="2000" dirty="0"/>
                    </a:p>
                  </a:txBody>
                  <a:tcPr/>
                </a:tc>
                <a:extLst>
                  <a:ext uri="{0D108BD9-81ED-4DB2-BD59-A6C34878D82A}">
                    <a16:rowId xmlns:a16="http://schemas.microsoft.com/office/drawing/2014/main" val="3260594359"/>
                  </a:ext>
                </a:extLst>
              </a:tr>
              <a:tr h="370840">
                <a:tc>
                  <a:txBody>
                    <a:bodyPr/>
                    <a:lstStyle/>
                    <a:p>
                      <a:r>
                        <a:rPr lang="en-US" altLang="zh-CN" sz="2000" dirty="0"/>
                        <a:t>13</a:t>
                      </a:r>
                      <a:endParaRPr lang="zh-CN" altLang="en-US" sz="2000" dirty="0"/>
                    </a:p>
                  </a:txBody>
                  <a:tcPr/>
                </a:tc>
                <a:tc>
                  <a:txBody>
                    <a:bodyPr/>
                    <a:lstStyle/>
                    <a:p>
                      <a:r>
                        <a:rPr lang="en-US" altLang="zh-CN" sz="2000" dirty="0" err="1"/>
                        <a:t>Wimma</a:t>
                      </a:r>
                      <a:endParaRPr lang="zh-CN" altLang="en-US" sz="2000" dirty="0"/>
                    </a:p>
                  </a:txBody>
                  <a:tcPr/>
                </a:tc>
                <a:tc>
                  <a:txBody>
                    <a:bodyPr/>
                    <a:lstStyle/>
                    <a:p>
                      <a:r>
                        <a:rPr lang="en-US" altLang="zh-CN" sz="2000" dirty="0"/>
                        <a:t>Hungry</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Black</a:t>
                      </a:r>
                      <a:endParaRPr lang="zh-CN" altLang="en-US" sz="2000" dirty="0"/>
                    </a:p>
                  </a:txBody>
                  <a:tcPr/>
                </a:tc>
                <a:extLst>
                  <a:ext uri="{0D108BD9-81ED-4DB2-BD59-A6C34878D82A}">
                    <a16:rowId xmlns:a16="http://schemas.microsoft.com/office/drawing/2014/main" val="1500561537"/>
                  </a:ext>
                </a:extLst>
              </a:tr>
              <a:tr h="370840">
                <a:tc>
                  <a:txBody>
                    <a:bodyPr/>
                    <a:lstStyle/>
                    <a:p>
                      <a:r>
                        <a:rPr lang="en-US" altLang="zh-CN" sz="2000" dirty="0"/>
                        <a:t>9</a:t>
                      </a:r>
                      <a:endParaRPr lang="zh-CN" altLang="en-US" sz="2000" dirty="0"/>
                    </a:p>
                  </a:txBody>
                  <a:tcPr/>
                </a:tc>
                <a:tc>
                  <a:txBody>
                    <a:bodyPr/>
                    <a:lstStyle/>
                    <a:p>
                      <a:r>
                        <a:rPr lang="en-US" altLang="zh-CN" sz="2000" dirty="0" err="1"/>
                        <a:t>Ninjia</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NULL</a:t>
                      </a:r>
                      <a:endParaRPr lang="zh-CN" altLang="en-US" sz="2000" dirty="0"/>
                    </a:p>
                  </a:txBody>
                  <a:tcPr/>
                </a:tc>
                <a:tc>
                  <a:txBody>
                    <a:bodyPr/>
                    <a:lstStyle/>
                    <a:p>
                      <a:r>
                        <a:rPr lang="en-US" altLang="zh-CN" sz="2000" dirty="0"/>
                        <a:t>NULL</a:t>
                      </a:r>
                      <a:endParaRPr lang="zh-CN" altLang="en-US" sz="2000" dirty="0"/>
                    </a:p>
                  </a:txBody>
                  <a:tcPr/>
                </a:tc>
                <a:extLst>
                  <a:ext uri="{0D108BD9-81ED-4DB2-BD59-A6C34878D82A}">
                    <a16:rowId xmlns:a16="http://schemas.microsoft.com/office/drawing/2014/main" val="3435005236"/>
                  </a:ext>
                </a:extLst>
              </a:tr>
            </a:tbl>
          </a:graphicData>
        </a:graphic>
      </p:graphicFrame>
      <p:sp>
        <p:nvSpPr>
          <p:cNvPr id="4" name="文本框 3">
            <a:extLst>
              <a:ext uri="{FF2B5EF4-FFF2-40B4-BE49-F238E27FC236}">
                <a16:creationId xmlns:a16="http://schemas.microsoft.com/office/drawing/2014/main" id="{B298A2F5-AE8F-9506-0582-BF360C54D16A}"/>
              </a:ext>
            </a:extLst>
          </p:cNvPr>
          <p:cNvSpPr txBox="1"/>
          <p:nvPr/>
        </p:nvSpPr>
        <p:spPr>
          <a:xfrm>
            <a:off x="2092186" y="2742315"/>
            <a:ext cx="1033670" cy="400110"/>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000" dirty="0"/>
              <a:t>dog_12</a:t>
            </a:r>
            <a:endParaRPr lang="zh-CN" altLang="en-US" sz="2000" dirty="0"/>
          </a:p>
        </p:txBody>
      </p:sp>
      <p:sp>
        <p:nvSpPr>
          <p:cNvPr id="7" name="文本框 6">
            <a:extLst>
              <a:ext uri="{FF2B5EF4-FFF2-40B4-BE49-F238E27FC236}">
                <a16:creationId xmlns:a16="http://schemas.microsoft.com/office/drawing/2014/main" id="{832BEECF-9CCE-FC2A-3334-E6F0D70A1796}"/>
              </a:ext>
            </a:extLst>
          </p:cNvPr>
          <p:cNvSpPr txBox="1"/>
          <p:nvPr/>
        </p:nvSpPr>
        <p:spPr>
          <a:xfrm>
            <a:off x="2092186" y="1262031"/>
            <a:ext cx="1003853" cy="400110"/>
          </a:xfrm>
          <a:prstGeom prst="rect">
            <a:avLst/>
          </a:prstGeom>
          <a:noFill/>
        </p:spPr>
        <p:txBody>
          <a:bodyPr wrap="square" rtlCol="0">
            <a:spAutoFit/>
          </a:bodyPr>
          <a:lstStyle/>
          <a:p>
            <a:r>
              <a:rPr lang="en-US" altLang="zh-CN" sz="2000" dirty="0">
                <a:solidFill>
                  <a:srgbClr val="FF0000"/>
                </a:solidFill>
              </a:rPr>
              <a:t>“row-id”</a:t>
            </a:r>
            <a:endParaRPr lang="zh-CN" altLang="en-US" sz="2000" dirty="0">
              <a:solidFill>
                <a:srgbClr val="FF0000"/>
              </a:solidFill>
            </a:endParaRPr>
          </a:p>
        </p:txBody>
      </p:sp>
      <p:sp>
        <p:nvSpPr>
          <p:cNvPr id="8" name="文本框 7">
            <a:extLst>
              <a:ext uri="{FF2B5EF4-FFF2-40B4-BE49-F238E27FC236}">
                <a16:creationId xmlns:a16="http://schemas.microsoft.com/office/drawing/2014/main" id="{9E94E839-BB7B-37E2-3B2B-37F93CE6EF8D}"/>
              </a:ext>
            </a:extLst>
          </p:cNvPr>
          <p:cNvSpPr txBox="1"/>
          <p:nvPr/>
        </p:nvSpPr>
        <p:spPr>
          <a:xfrm>
            <a:off x="6362517" y="1275337"/>
            <a:ext cx="815836" cy="400110"/>
          </a:xfrm>
          <a:prstGeom prst="rect">
            <a:avLst/>
          </a:prstGeom>
          <a:noFill/>
        </p:spPr>
        <p:txBody>
          <a:bodyPr wrap="square" rtlCol="0">
            <a:spAutoFit/>
          </a:bodyPr>
          <a:lstStyle/>
          <a:p>
            <a:r>
              <a:rPr lang="en-US" altLang="zh-CN" sz="2000" dirty="0">
                <a:solidFill>
                  <a:srgbClr val="FF0000"/>
                </a:solidFill>
              </a:rPr>
              <a:t>“time”</a:t>
            </a:r>
            <a:endParaRPr lang="zh-CN" altLang="en-US" sz="2000" dirty="0">
              <a:solidFill>
                <a:srgbClr val="FF0000"/>
              </a:solidFill>
            </a:endParaRPr>
          </a:p>
        </p:txBody>
      </p:sp>
      <p:cxnSp>
        <p:nvCxnSpPr>
          <p:cNvPr id="10" name="直接连接符 9">
            <a:extLst>
              <a:ext uri="{FF2B5EF4-FFF2-40B4-BE49-F238E27FC236}">
                <a16:creationId xmlns:a16="http://schemas.microsoft.com/office/drawing/2014/main" id="{BCF6CB31-08CA-7D17-AD0D-717772A1643A}"/>
              </a:ext>
            </a:extLst>
          </p:cNvPr>
          <p:cNvCxnSpPr>
            <a:cxnSpLocks/>
            <a:stCxn id="7" idx="2"/>
            <a:endCxn id="4" idx="0"/>
          </p:cNvCxnSpPr>
          <p:nvPr/>
        </p:nvCxnSpPr>
        <p:spPr>
          <a:xfrm>
            <a:off x="2594113" y="1662141"/>
            <a:ext cx="14908" cy="108017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00603589-E2F9-0574-8CE9-3B110A2EBAB9}"/>
              </a:ext>
            </a:extLst>
          </p:cNvPr>
          <p:cNvSpPr txBox="1"/>
          <p:nvPr/>
        </p:nvSpPr>
        <p:spPr>
          <a:xfrm>
            <a:off x="5812674" y="4056757"/>
            <a:ext cx="704064" cy="461665"/>
          </a:xfrm>
          <a:prstGeom prst="rect">
            <a:avLst/>
          </a:prstGeom>
          <a:noFill/>
        </p:spPr>
        <p:txBody>
          <a:bodyPr wrap="square">
            <a:spAutoFit/>
          </a:bodyPr>
          <a:lstStyle/>
          <a:p>
            <a:r>
              <a:rPr lang="en-US" altLang="zh-CN" sz="2400" spc="-5" dirty="0">
                <a:latin typeface="Calibri" panose="020F0502020204030204" pitchFamily="34" charset="0"/>
                <a:ea typeface="Calibri" panose="020F0502020204030204" pitchFamily="34" charset="0"/>
                <a:cs typeface="Calibri" panose="020F0502020204030204" pitchFamily="34" charset="0"/>
              </a:rPr>
              <a:t>vs.</a:t>
            </a:r>
            <a:endParaRPr lang="zh-CN" altLang="en-US" sz="2400" dirty="0">
              <a:latin typeface="Calibri" panose="020F0502020204030204" pitchFamily="34" charset="0"/>
              <a:cs typeface="Calibri" panose="020F0502020204030204" pitchFamily="34" charset="0"/>
            </a:endParaRPr>
          </a:p>
        </p:txBody>
      </p:sp>
      <p:graphicFrame>
        <p:nvGraphicFramePr>
          <p:cNvPr id="14" name="表格 13">
            <a:extLst>
              <a:ext uri="{FF2B5EF4-FFF2-40B4-BE49-F238E27FC236}">
                <a16:creationId xmlns:a16="http://schemas.microsoft.com/office/drawing/2014/main" id="{0D650A73-5059-300D-CF15-881C6102D769}"/>
              </a:ext>
            </a:extLst>
          </p:cNvPr>
          <p:cNvGraphicFramePr>
            <a:graphicFrameLocks noGrp="1"/>
          </p:cNvGraphicFramePr>
          <p:nvPr>
            <p:extLst>
              <p:ext uri="{D42A27DB-BD31-4B8C-83A1-F6EECF244321}">
                <p14:modId xmlns:p14="http://schemas.microsoft.com/office/powerpoint/2010/main" val="820501976"/>
              </p:ext>
            </p:extLst>
          </p:nvPr>
        </p:nvGraphicFramePr>
        <p:xfrm>
          <a:off x="4664594" y="2075557"/>
          <a:ext cx="2296161" cy="1981200"/>
        </p:xfrm>
        <a:graphic>
          <a:graphicData uri="http://schemas.openxmlformats.org/drawingml/2006/table">
            <a:tbl>
              <a:tblPr firstRow="1" bandRow="1">
                <a:tableStyleId>{69CF1AB2-1976-4502-BF36-3FF5EA218861}</a:tableStyleId>
              </a:tblPr>
              <a:tblGrid>
                <a:gridCol w="625793">
                  <a:extLst>
                    <a:ext uri="{9D8B030D-6E8A-4147-A177-3AD203B41FA5}">
                      <a16:colId xmlns:a16="http://schemas.microsoft.com/office/drawing/2014/main" val="1493548945"/>
                    </a:ext>
                  </a:extLst>
                </a:gridCol>
                <a:gridCol w="1203325">
                  <a:extLst>
                    <a:ext uri="{9D8B030D-6E8A-4147-A177-3AD203B41FA5}">
                      <a16:colId xmlns:a16="http://schemas.microsoft.com/office/drawing/2014/main" val="307277424"/>
                    </a:ext>
                  </a:extLst>
                </a:gridCol>
                <a:gridCol w="467043">
                  <a:extLst>
                    <a:ext uri="{9D8B030D-6E8A-4147-A177-3AD203B41FA5}">
                      <a16:colId xmlns:a16="http://schemas.microsoft.com/office/drawing/2014/main" val="3306163766"/>
                    </a:ext>
                  </a:extLst>
                </a:gridCol>
              </a:tblGrid>
              <a:tr h="370840">
                <a:tc>
                  <a:txBody>
                    <a:bodyPr/>
                    <a:lstStyle/>
                    <a:p>
                      <a:pPr algn="ctr"/>
                      <a:r>
                        <a:rPr lang="en-US" altLang="zh-CN" sz="2000" b="0" dirty="0"/>
                        <a:t>dog</a:t>
                      </a:r>
                      <a:endParaRPr lang="zh-CN" altLang="en-US" sz="2000" b="0" dirty="0"/>
                    </a:p>
                  </a:txBody>
                  <a:tcPr/>
                </a:tc>
                <a:tc>
                  <a:txBody>
                    <a:bodyPr/>
                    <a:lstStyle/>
                    <a:p>
                      <a:pPr algn="ctr"/>
                      <a:r>
                        <a:rPr lang="en-US" altLang="zh-CN" sz="2000" b="0" dirty="0"/>
                        <a:t>birthdate</a:t>
                      </a:r>
                      <a:endParaRPr lang="zh-CN" altLang="en-US" sz="2000" b="0" dirty="0"/>
                    </a:p>
                  </a:txBody>
                  <a:tcPr/>
                </a:tc>
                <a:tc>
                  <a:txBody>
                    <a:bodyPr/>
                    <a:lstStyle/>
                    <a:p>
                      <a:pPr algn="ctr"/>
                      <a:r>
                        <a:rPr lang="en-US" altLang="zh-CN" sz="2000" b="0" dirty="0"/>
                        <a:t>15</a:t>
                      </a:r>
                      <a:endParaRPr lang="zh-CN" altLang="en-US" sz="2000" b="0" dirty="0"/>
                    </a:p>
                  </a:txBody>
                  <a:tcPr/>
                </a:tc>
                <a:extLst>
                  <a:ext uri="{0D108BD9-81ED-4DB2-BD59-A6C34878D82A}">
                    <a16:rowId xmlns:a16="http://schemas.microsoft.com/office/drawing/2014/main" val="2572815429"/>
                  </a:ext>
                </a:extLst>
              </a:tr>
              <a:tr h="370840">
                <a:tc>
                  <a:txBody>
                    <a:bodyPr/>
                    <a:lstStyle/>
                    <a:p>
                      <a:pPr algn="ctr"/>
                      <a:r>
                        <a:rPr lang="en-US" altLang="zh-CN" sz="2000" dirty="0"/>
                        <a:t>dog</a:t>
                      </a:r>
                      <a:endParaRPr lang="zh-CN" altLang="en-US" sz="2000" dirty="0"/>
                    </a:p>
                  </a:txBody>
                  <a:tcPr/>
                </a:tc>
                <a:tc>
                  <a:txBody>
                    <a:bodyPr/>
                    <a:lstStyle/>
                    <a:p>
                      <a:pPr algn="ctr"/>
                      <a:r>
                        <a:rPr lang="en-US" altLang="zh-CN" sz="2000" dirty="0"/>
                        <a:t>mood</a:t>
                      </a:r>
                      <a:endParaRPr lang="zh-CN" altLang="en-US" sz="2000" dirty="0"/>
                    </a:p>
                  </a:txBody>
                  <a:tcPr/>
                </a:tc>
                <a:tc>
                  <a:txBody>
                    <a:bodyPr/>
                    <a:lstStyle/>
                    <a:p>
                      <a:pPr algn="ctr"/>
                      <a:r>
                        <a:rPr lang="en-US" altLang="zh-CN" sz="2000" dirty="0"/>
                        <a:t>11</a:t>
                      </a:r>
                      <a:endParaRPr lang="zh-CN" altLang="en-US" sz="2000" dirty="0"/>
                    </a:p>
                  </a:txBody>
                  <a:tcPr/>
                </a:tc>
                <a:extLst>
                  <a:ext uri="{0D108BD9-81ED-4DB2-BD59-A6C34878D82A}">
                    <a16:rowId xmlns:a16="http://schemas.microsoft.com/office/drawing/2014/main" val="526056022"/>
                  </a:ext>
                </a:extLst>
              </a:tr>
              <a:tr h="370840">
                <a:tc>
                  <a:txBody>
                    <a:bodyPr/>
                    <a:lstStyle/>
                    <a:p>
                      <a:pPr algn="ctr"/>
                      <a:r>
                        <a:rPr lang="en-US" altLang="zh-CN" sz="2000" dirty="0"/>
                        <a:t>dog</a:t>
                      </a:r>
                      <a:endParaRPr lang="zh-CN" altLang="en-US" sz="2000" dirty="0"/>
                    </a:p>
                  </a:txBody>
                  <a:tcPr/>
                </a:tc>
                <a:tc>
                  <a:txBody>
                    <a:bodyPr/>
                    <a:lstStyle/>
                    <a:p>
                      <a:pPr algn="ctr"/>
                      <a:r>
                        <a:rPr lang="en-US" altLang="zh-CN" sz="2000" dirty="0"/>
                        <a:t>mood</a:t>
                      </a:r>
                      <a:endParaRPr lang="zh-CN" altLang="en-US" sz="2000" dirty="0"/>
                    </a:p>
                  </a:txBody>
                  <a:tcPr/>
                </a:tc>
                <a:tc>
                  <a:txBody>
                    <a:bodyPr/>
                    <a:lstStyle/>
                    <a:p>
                      <a:pPr algn="ctr"/>
                      <a:r>
                        <a:rPr lang="en-US" altLang="zh-CN" sz="2000" dirty="0"/>
                        <a:t>45</a:t>
                      </a:r>
                    </a:p>
                  </a:txBody>
                  <a:tcPr/>
                </a:tc>
                <a:extLst>
                  <a:ext uri="{0D108BD9-81ED-4DB2-BD59-A6C34878D82A}">
                    <a16:rowId xmlns:a16="http://schemas.microsoft.com/office/drawing/2014/main" val="1362974384"/>
                  </a:ext>
                </a:extLst>
              </a:tr>
              <a:tr h="370840">
                <a:tc>
                  <a:txBody>
                    <a:bodyPr/>
                    <a:lstStyle/>
                    <a:p>
                      <a:pPr algn="ctr"/>
                      <a:r>
                        <a:rPr lang="en-US" altLang="zh-CN" sz="2000" dirty="0"/>
                        <a:t>dog</a:t>
                      </a:r>
                      <a:endParaRPr lang="zh-CN" altLang="en-US" sz="2000" dirty="0"/>
                    </a:p>
                  </a:txBody>
                  <a:tcPr/>
                </a:tc>
                <a:tc>
                  <a:txBody>
                    <a:bodyPr/>
                    <a:lstStyle/>
                    <a:p>
                      <a:pPr algn="ctr"/>
                      <a:r>
                        <a:rPr lang="en-US" altLang="zh-CN" sz="2000" dirty="0"/>
                        <a:t>name</a:t>
                      </a:r>
                      <a:endParaRPr lang="zh-CN" altLang="en-US" sz="2000" dirty="0"/>
                    </a:p>
                  </a:txBody>
                  <a:tcPr/>
                </a:tc>
                <a:tc>
                  <a:txBody>
                    <a:bodyPr/>
                    <a:lstStyle/>
                    <a:p>
                      <a:pPr algn="ctr"/>
                      <a:r>
                        <a:rPr lang="en-US" altLang="zh-CN" sz="2000" dirty="0"/>
                        <a:t>25</a:t>
                      </a:r>
                      <a:endParaRPr lang="zh-CN" altLang="en-US" sz="2000" dirty="0"/>
                    </a:p>
                  </a:txBody>
                  <a:tcPr/>
                </a:tc>
                <a:extLst>
                  <a:ext uri="{0D108BD9-81ED-4DB2-BD59-A6C34878D82A}">
                    <a16:rowId xmlns:a16="http://schemas.microsoft.com/office/drawing/2014/main" val="1425951151"/>
                  </a:ext>
                </a:extLst>
              </a:tr>
              <a:tr h="370840">
                <a:tc>
                  <a:txBody>
                    <a:bodyPr/>
                    <a:lstStyle/>
                    <a:p>
                      <a:pPr algn="ctr"/>
                      <a:r>
                        <a:rPr lang="en-US" altLang="zh-CN" sz="2000" dirty="0"/>
                        <a:t>dog</a:t>
                      </a:r>
                      <a:endParaRPr lang="zh-CN" altLang="en-US" sz="2000" dirty="0"/>
                    </a:p>
                  </a:txBody>
                  <a:tcPr/>
                </a:tc>
                <a:tc>
                  <a:txBody>
                    <a:bodyPr/>
                    <a:lstStyle/>
                    <a:p>
                      <a:pPr algn="ctr"/>
                      <a:r>
                        <a:rPr lang="en-US" altLang="zh-CN" sz="2000" dirty="0"/>
                        <a:t>color</a:t>
                      </a:r>
                      <a:endParaRPr lang="zh-CN" altLang="en-US" sz="2000" dirty="0"/>
                    </a:p>
                  </a:txBody>
                  <a:tcPr/>
                </a:tc>
                <a:tc>
                  <a:txBody>
                    <a:bodyPr/>
                    <a:lstStyle/>
                    <a:p>
                      <a:pPr algn="ctr"/>
                      <a:r>
                        <a:rPr lang="en-US" altLang="zh-CN" sz="2000" dirty="0"/>
                        <a:t>34</a:t>
                      </a:r>
                      <a:endParaRPr lang="zh-CN" altLang="en-US" sz="2000" dirty="0"/>
                    </a:p>
                  </a:txBody>
                  <a:tcPr/>
                </a:tc>
                <a:extLst>
                  <a:ext uri="{0D108BD9-81ED-4DB2-BD59-A6C34878D82A}">
                    <a16:rowId xmlns:a16="http://schemas.microsoft.com/office/drawing/2014/main" val="704374582"/>
                  </a:ext>
                </a:extLst>
              </a:tr>
            </a:tbl>
          </a:graphicData>
        </a:graphic>
      </p:graphicFrame>
      <p:sp>
        <p:nvSpPr>
          <p:cNvPr id="18" name="文本框 17">
            <a:extLst>
              <a:ext uri="{FF2B5EF4-FFF2-40B4-BE49-F238E27FC236}">
                <a16:creationId xmlns:a16="http://schemas.microsoft.com/office/drawing/2014/main" id="{C4B96F82-BC4D-C2DE-D018-9DB660E71AA7}"/>
              </a:ext>
            </a:extLst>
          </p:cNvPr>
          <p:cNvSpPr txBox="1"/>
          <p:nvPr/>
        </p:nvSpPr>
        <p:spPr>
          <a:xfrm>
            <a:off x="3256204" y="1275337"/>
            <a:ext cx="1757445" cy="400110"/>
          </a:xfrm>
          <a:prstGeom prst="rect">
            <a:avLst/>
          </a:prstGeom>
          <a:noFill/>
        </p:spPr>
        <p:txBody>
          <a:bodyPr wrap="square" rtlCol="0">
            <a:spAutoFit/>
          </a:bodyPr>
          <a:lstStyle/>
          <a:p>
            <a:r>
              <a:rPr lang="en-US" altLang="zh-CN" sz="2000" dirty="0">
                <a:solidFill>
                  <a:srgbClr val="FF0000"/>
                </a:solidFill>
              </a:rPr>
              <a:t>“column family”</a:t>
            </a:r>
            <a:endParaRPr lang="zh-CN" altLang="en-US" sz="2000" dirty="0">
              <a:solidFill>
                <a:srgbClr val="FF0000"/>
              </a:solidFill>
            </a:endParaRPr>
          </a:p>
        </p:txBody>
      </p:sp>
      <p:sp>
        <p:nvSpPr>
          <p:cNvPr id="19" name="文本框 18">
            <a:extLst>
              <a:ext uri="{FF2B5EF4-FFF2-40B4-BE49-F238E27FC236}">
                <a16:creationId xmlns:a16="http://schemas.microsoft.com/office/drawing/2014/main" id="{E9F3E754-B628-12AE-7F56-EABA7DAAF39D}"/>
              </a:ext>
            </a:extLst>
          </p:cNvPr>
          <p:cNvSpPr txBox="1"/>
          <p:nvPr/>
        </p:nvSpPr>
        <p:spPr>
          <a:xfrm>
            <a:off x="5500667" y="1275337"/>
            <a:ext cx="758501" cy="400110"/>
          </a:xfrm>
          <a:prstGeom prst="rect">
            <a:avLst/>
          </a:prstGeom>
          <a:noFill/>
        </p:spPr>
        <p:txBody>
          <a:bodyPr wrap="square" rtlCol="0">
            <a:spAutoFit/>
          </a:bodyPr>
          <a:lstStyle/>
          <a:p>
            <a:r>
              <a:rPr lang="en-US" altLang="zh-CN" sz="2000" dirty="0">
                <a:solidFill>
                  <a:srgbClr val="FF0000"/>
                </a:solidFill>
              </a:rPr>
              <a:t>“title”</a:t>
            </a:r>
            <a:endParaRPr lang="zh-CN" altLang="en-US" sz="2000" dirty="0">
              <a:solidFill>
                <a:srgbClr val="FF0000"/>
              </a:solidFill>
            </a:endParaRPr>
          </a:p>
        </p:txBody>
      </p:sp>
      <p:sp>
        <p:nvSpPr>
          <p:cNvPr id="22" name="文本框 21">
            <a:extLst>
              <a:ext uri="{FF2B5EF4-FFF2-40B4-BE49-F238E27FC236}">
                <a16:creationId xmlns:a16="http://schemas.microsoft.com/office/drawing/2014/main" id="{8E4B4C88-4BF3-74B0-273D-386692D96BB2}"/>
              </a:ext>
            </a:extLst>
          </p:cNvPr>
          <p:cNvSpPr txBox="1"/>
          <p:nvPr/>
        </p:nvSpPr>
        <p:spPr>
          <a:xfrm>
            <a:off x="7732643" y="2081641"/>
            <a:ext cx="1620079" cy="369332"/>
          </a:xfrm>
          <a:prstGeom prst="rect">
            <a:avLst/>
          </a:prstGeom>
          <a:noFill/>
        </p:spPr>
        <p:txBody>
          <a:bodyPr wrap="square" rtlCol="0">
            <a:spAutoFit/>
          </a:bodyPr>
          <a:lstStyle/>
          <a:p>
            <a:r>
              <a:rPr lang="en-US" altLang="zh-CN" dirty="0"/>
              <a:t>2007-04-01</a:t>
            </a:r>
            <a:endParaRPr lang="zh-CN" altLang="en-US" dirty="0"/>
          </a:p>
        </p:txBody>
      </p:sp>
      <p:sp>
        <p:nvSpPr>
          <p:cNvPr id="23" name="文本框 22">
            <a:extLst>
              <a:ext uri="{FF2B5EF4-FFF2-40B4-BE49-F238E27FC236}">
                <a16:creationId xmlns:a16="http://schemas.microsoft.com/office/drawing/2014/main" id="{6FAA584C-2D38-5CF6-85A4-A673B69B72DB}"/>
              </a:ext>
            </a:extLst>
          </p:cNvPr>
          <p:cNvSpPr txBox="1"/>
          <p:nvPr/>
        </p:nvSpPr>
        <p:spPr>
          <a:xfrm>
            <a:off x="7906394" y="1275337"/>
            <a:ext cx="989127" cy="400110"/>
          </a:xfrm>
          <a:prstGeom prst="rect">
            <a:avLst/>
          </a:prstGeom>
          <a:noFill/>
        </p:spPr>
        <p:txBody>
          <a:bodyPr wrap="square" rtlCol="0">
            <a:spAutoFit/>
          </a:bodyPr>
          <a:lstStyle/>
          <a:p>
            <a:r>
              <a:rPr lang="en-US" altLang="zh-CN" sz="2000" dirty="0">
                <a:solidFill>
                  <a:srgbClr val="FF0000"/>
                </a:solidFill>
              </a:rPr>
              <a:t>“value”</a:t>
            </a:r>
            <a:endParaRPr lang="zh-CN" altLang="en-US" sz="2000" dirty="0">
              <a:solidFill>
                <a:srgbClr val="FF0000"/>
              </a:solidFill>
            </a:endParaRPr>
          </a:p>
        </p:txBody>
      </p:sp>
      <p:sp>
        <p:nvSpPr>
          <p:cNvPr id="24" name="文本框 23">
            <a:extLst>
              <a:ext uri="{FF2B5EF4-FFF2-40B4-BE49-F238E27FC236}">
                <a16:creationId xmlns:a16="http://schemas.microsoft.com/office/drawing/2014/main" id="{86FE345C-92D8-FDAB-CEFD-016DCBA0629A}"/>
              </a:ext>
            </a:extLst>
          </p:cNvPr>
          <p:cNvSpPr txBox="1"/>
          <p:nvPr/>
        </p:nvSpPr>
        <p:spPr>
          <a:xfrm>
            <a:off x="7732641" y="2471627"/>
            <a:ext cx="1620079" cy="369332"/>
          </a:xfrm>
          <a:prstGeom prst="rect">
            <a:avLst/>
          </a:prstGeom>
          <a:noFill/>
        </p:spPr>
        <p:txBody>
          <a:bodyPr wrap="square" rtlCol="0">
            <a:spAutoFit/>
          </a:bodyPr>
          <a:lstStyle/>
          <a:p>
            <a:r>
              <a:rPr lang="en-US" altLang="zh-CN" dirty="0"/>
              <a:t>Angry</a:t>
            </a:r>
            <a:endParaRPr lang="zh-CN" altLang="en-US" dirty="0"/>
          </a:p>
        </p:txBody>
      </p:sp>
      <p:sp>
        <p:nvSpPr>
          <p:cNvPr id="25" name="文本框 24">
            <a:extLst>
              <a:ext uri="{FF2B5EF4-FFF2-40B4-BE49-F238E27FC236}">
                <a16:creationId xmlns:a16="http://schemas.microsoft.com/office/drawing/2014/main" id="{4B580C4B-BD6D-FF06-9523-1C6D9D5496C3}"/>
              </a:ext>
            </a:extLst>
          </p:cNvPr>
          <p:cNvSpPr txBox="1"/>
          <p:nvPr/>
        </p:nvSpPr>
        <p:spPr>
          <a:xfrm>
            <a:off x="7732642" y="2871552"/>
            <a:ext cx="1620079" cy="369332"/>
          </a:xfrm>
          <a:prstGeom prst="rect">
            <a:avLst/>
          </a:prstGeom>
          <a:noFill/>
        </p:spPr>
        <p:txBody>
          <a:bodyPr wrap="square" rtlCol="0">
            <a:spAutoFit/>
          </a:bodyPr>
          <a:lstStyle/>
          <a:p>
            <a:r>
              <a:rPr lang="en-US" altLang="zh-CN" dirty="0"/>
              <a:t>Happy</a:t>
            </a:r>
            <a:endParaRPr lang="zh-CN" altLang="en-US" dirty="0"/>
          </a:p>
        </p:txBody>
      </p:sp>
      <p:sp>
        <p:nvSpPr>
          <p:cNvPr id="26" name="文本框 25">
            <a:extLst>
              <a:ext uri="{FF2B5EF4-FFF2-40B4-BE49-F238E27FC236}">
                <a16:creationId xmlns:a16="http://schemas.microsoft.com/office/drawing/2014/main" id="{7D717868-7388-6B7F-141F-8DAABC65DC86}"/>
              </a:ext>
            </a:extLst>
          </p:cNvPr>
          <p:cNvSpPr txBox="1"/>
          <p:nvPr/>
        </p:nvSpPr>
        <p:spPr>
          <a:xfrm>
            <a:off x="7732641" y="3271477"/>
            <a:ext cx="1620079" cy="369332"/>
          </a:xfrm>
          <a:prstGeom prst="rect">
            <a:avLst/>
          </a:prstGeom>
          <a:noFill/>
        </p:spPr>
        <p:txBody>
          <a:bodyPr wrap="square" rtlCol="0">
            <a:spAutoFit/>
          </a:bodyPr>
          <a:lstStyle/>
          <a:p>
            <a:r>
              <a:rPr lang="en-US" altLang="zh-CN" dirty="0"/>
              <a:t>Stella</a:t>
            </a:r>
            <a:endParaRPr lang="zh-CN" altLang="en-US" dirty="0"/>
          </a:p>
        </p:txBody>
      </p:sp>
      <p:sp>
        <p:nvSpPr>
          <p:cNvPr id="27" name="文本框 26">
            <a:extLst>
              <a:ext uri="{FF2B5EF4-FFF2-40B4-BE49-F238E27FC236}">
                <a16:creationId xmlns:a16="http://schemas.microsoft.com/office/drawing/2014/main" id="{BD8286A4-B158-B0D4-1740-86E156E9FDEC}"/>
              </a:ext>
            </a:extLst>
          </p:cNvPr>
          <p:cNvSpPr txBox="1"/>
          <p:nvPr/>
        </p:nvSpPr>
        <p:spPr>
          <a:xfrm>
            <a:off x="7732640" y="3671402"/>
            <a:ext cx="1620079" cy="369332"/>
          </a:xfrm>
          <a:prstGeom prst="rect">
            <a:avLst/>
          </a:prstGeom>
          <a:noFill/>
        </p:spPr>
        <p:txBody>
          <a:bodyPr wrap="square" rtlCol="0">
            <a:spAutoFit/>
          </a:bodyPr>
          <a:lstStyle/>
          <a:p>
            <a:r>
              <a:rPr lang="en-US" altLang="zh-CN" dirty="0"/>
              <a:t>Black</a:t>
            </a:r>
            <a:endParaRPr lang="zh-CN" altLang="en-US" dirty="0"/>
          </a:p>
        </p:txBody>
      </p:sp>
      <p:cxnSp>
        <p:nvCxnSpPr>
          <p:cNvPr id="29" name="直接箭头连接符 28">
            <a:extLst>
              <a:ext uri="{FF2B5EF4-FFF2-40B4-BE49-F238E27FC236}">
                <a16:creationId xmlns:a16="http://schemas.microsoft.com/office/drawing/2014/main" id="{521F88D2-A0BA-8A7B-7B91-31AF2C0524DC}"/>
              </a:ext>
            </a:extLst>
          </p:cNvPr>
          <p:cNvCxnSpPr>
            <a:endCxn id="22" idx="1"/>
          </p:cNvCxnSpPr>
          <p:nvPr/>
        </p:nvCxnSpPr>
        <p:spPr>
          <a:xfrm>
            <a:off x="6960755" y="2266307"/>
            <a:ext cx="771888"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7A9C6DBD-43B5-3801-6257-3557A794A7FA}"/>
              </a:ext>
            </a:extLst>
          </p:cNvPr>
          <p:cNvCxnSpPr/>
          <p:nvPr/>
        </p:nvCxnSpPr>
        <p:spPr>
          <a:xfrm>
            <a:off x="6960752" y="2659791"/>
            <a:ext cx="771888"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4DC01989-93B4-46BF-AEDF-9AC11C51D537}"/>
              </a:ext>
            </a:extLst>
          </p:cNvPr>
          <p:cNvCxnSpPr/>
          <p:nvPr/>
        </p:nvCxnSpPr>
        <p:spPr>
          <a:xfrm>
            <a:off x="6960752" y="3069656"/>
            <a:ext cx="771888"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2" name="直接箭头连接符 31">
            <a:extLst>
              <a:ext uri="{FF2B5EF4-FFF2-40B4-BE49-F238E27FC236}">
                <a16:creationId xmlns:a16="http://schemas.microsoft.com/office/drawing/2014/main" id="{EF5D4453-4359-C9A9-A20E-583FD4BE118F}"/>
              </a:ext>
            </a:extLst>
          </p:cNvPr>
          <p:cNvCxnSpPr/>
          <p:nvPr/>
        </p:nvCxnSpPr>
        <p:spPr>
          <a:xfrm>
            <a:off x="6960752" y="3460682"/>
            <a:ext cx="771888"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06012A21-9987-2D7F-CFB4-7187DA3EEE81}"/>
              </a:ext>
            </a:extLst>
          </p:cNvPr>
          <p:cNvCxnSpPr/>
          <p:nvPr/>
        </p:nvCxnSpPr>
        <p:spPr>
          <a:xfrm>
            <a:off x="6960752" y="3859566"/>
            <a:ext cx="771888"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4" name="文本框 33">
            <a:extLst>
              <a:ext uri="{FF2B5EF4-FFF2-40B4-BE49-F238E27FC236}">
                <a16:creationId xmlns:a16="http://schemas.microsoft.com/office/drawing/2014/main" id="{87588C9D-7136-6E0C-EC47-0B2619C9F8F0}"/>
              </a:ext>
            </a:extLst>
          </p:cNvPr>
          <p:cNvSpPr txBox="1"/>
          <p:nvPr/>
        </p:nvSpPr>
        <p:spPr>
          <a:xfrm>
            <a:off x="4758856" y="754917"/>
            <a:ext cx="1155206" cy="400110"/>
          </a:xfrm>
          <a:prstGeom prst="rect">
            <a:avLst/>
          </a:prstGeom>
          <a:noFill/>
        </p:spPr>
        <p:txBody>
          <a:bodyPr wrap="square" rtlCol="0">
            <a:spAutoFit/>
          </a:bodyPr>
          <a:lstStyle/>
          <a:p>
            <a:r>
              <a:rPr lang="en-US" altLang="zh-CN" sz="2000" dirty="0">
                <a:solidFill>
                  <a:srgbClr val="FF0000"/>
                </a:solidFill>
              </a:rPr>
              <a:t>“column”</a:t>
            </a:r>
            <a:endParaRPr lang="zh-CN" altLang="en-US" sz="2000" dirty="0">
              <a:solidFill>
                <a:srgbClr val="FF0000"/>
              </a:solidFill>
            </a:endParaRPr>
          </a:p>
        </p:txBody>
      </p:sp>
      <p:cxnSp>
        <p:nvCxnSpPr>
          <p:cNvPr id="35" name="直接连接符 34">
            <a:extLst>
              <a:ext uri="{FF2B5EF4-FFF2-40B4-BE49-F238E27FC236}">
                <a16:creationId xmlns:a16="http://schemas.microsoft.com/office/drawing/2014/main" id="{E5BB2D0E-FC4B-5F16-7A81-313B90187B49}"/>
              </a:ext>
            </a:extLst>
          </p:cNvPr>
          <p:cNvCxnSpPr>
            <a:cxnSpLocks/>
            <a:stCxn id="18" idx="2"/>
          </p:cNvCxnSpPr>
          <p:nvPr/>
        </p:nvCxnSpPr>
        <p:spPr>
          <a:xfrm>
            <a:off x="4134927" y="1675447"/>
            <a:ext cx="854592" cy="4001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0BD6BD71-FAF5-84D4-D327-E1F451990553}"/>
              </a:ext>
            </a:extLst>
          </p:cNvPr>
          <p:cNvCxnSpPr>
            <a:cxnSpLocks/>
            <a:stCxn id="19" idx="2"/>
            <a:endCxn id="14" idx="0"/>
          </p:cNvCxnSpPr>
          <p:nvPr/>
        </p:nvCxnSpPr>
        <p:spPr>
          <a:xfrm flipH="1">
            <a:off x="5812674" y="1675447"/>
            <a:ext cx="67244" cy="4001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BE8423E7-A707-B664-D585-1AE68AC15ABA}"/>
              </a:ext>
            </a:extLst>
          </p:cNvPr>
          <p:cNvCxnSpPr>
            <a:cxnSpLocks/>
            <a:stCxn id="8" idx="2"/>
          </p:cNvCxnSpPr>
          <p:nvPr/>
        </p:nvCxnSpPr>
        <p:spPr>
          <a:xfrm flipH="1">
            <a:off x="6728116" y="1675447"/>
            <a:ext cx="42319" cy="39323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2DCC92-F1A2-C67F-7C13-A86ABD80C649}"/>
              </a:ext>
            </a:extLst>
          </p:cNvPr>
          <p:cNvCxnSpPr>
            <a:cxnSpLocks/>
            <a:stCxn id="23" idx="2"/>
            <a:endCxn id="22" idx="0"/>
          </p:cNvCxnSpPr>
          <p:nvPr/>
        </p:nvCxnSpPr>
        <p:spPr>
          <a:xfrm>
            <a:off x="8400958" y="1675447"/>
            <a:ext cx="141725" cy="40619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5384981A-2901-AB03-8F52-49DDDCBCBB9E}"/>
              </a:ext>
            </a:extLst>
          </p:cNvPr>
          <p:cNvCxnSpPr>
            <a:cxnSpLocks/>
          </p:cNvCxnSpPr>
          <p:nvPr/>
        </p:nvCxnSpPr>
        <p:spPr>
          <a:xfrm flipV="1">
            <a:off x="2867438" y="2202228"/>
            <a:ext cx="1797156" cy="53600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611A65E0-0D33-D14A-D5CE-60614B6A5908}"/>
              </a:ext>
            </a:extLst>
          </p:cNvPr>
          <p:cNvCxnSpPr>
            <a:cxnSpLocks/>
          </p:cNvCxnSpPr>
          <p:nvPr/>
        </p:nvCxnSpPr>
        <p:spPr>
          <a:xfrm flipV="1">
            <a:off x="3110948" y="2656293"/>
            <a:ext cx="1553646" cy="1249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780234EB-A477-640C-F410-CDB5E28F391A}"/>
              </a:ext>
            </a:extLst>
          </p:cNvPr>
          <p:cNvCxnSpPr>
            <a:cxnSpLocks/>
            <a:stCxn id="4" idx="3"/>
            <a:endCxn id="14" idx="1"/>
          </p:cNvCxnSpPr>
          <p:nvPr/>
        </p:nvCxnSpPr>
        <p:spPr>
          <a:xfrm>
            <a:off x="3125856" y="2942370"/>
            <a:ext cx="1538738" cy="12378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E75C2B43-A856-D7FD-C8A9-BBE9C96B2608}"/>
              </a:ext>
            </a:extLst>
          </p:cNvPr>
          <p:cNvCxnSpPr>
            <a:cxnSpLocks/>
          </p:cNvCxnSpPr>
          <p:nvPr/>
        </p:nvCxnSpPr>
        <p:spPr>
          <a:xfrm>
            <a:off x="3125856" y="3085439"/>
            <a:ext cx="1538738" cy="38082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D9DC7F08-8E83-E84C-DDD9-974B62C81907}"/>
              </a:ext>
            </a:extLst>
          </p:cNvPr>
          <p:cNvCxnSpPr>
            <a:cxnSpLocks/>
          </p:cNvCxnSpPr>
          <p:nvPr/>
        </p:nvCxnSpPr>
        <p:spPr>
          <a:xfrm>
            <a:off x="2867438" y="3138340"/>
            <a:ext cx="1797156" cy="6880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3" name="右大括号 62">
            <a:extLst>
              <a:ext uri="{FF2B5EF4-FFF2-40B4-BE49-F238E27FC236}">
                <a16:creationId xmlns:a16="http://schemas.microsoft.com/office/drawing/2014/main" id="{EAAC419B-A8FB-4E13-8186-D9EF1D4D2292}"/>
              </a:ext>
            </a:extLst>
          </p:cNvPr>
          <p:cNvSpPr/>
          <p:nvPr/>
        </p:nvSpPr>
        <p:spPr>
          <a:xfrm rot="16200000">
            <a:off x="5147591" y="447773"/>
            <a:ext cx="192493" cy="1603661"/>
          </a:xfrm>
          <a:prstGeom prst="rightBrace">
            <a:avLst>
              <a:gd name="adj1" fmla="val 31577"/>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956499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8D321-0E36-4CC5-0ADD-492BCCCB7000}"/>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0D3D59D1-5381-957A-B01D-3487C6A79FCB}"/>
              </a:ext>
            </a:extLst>
          </p:cNvPr>
          <p:cNvSpPr>
            <a:spLocks noGrp="1"/>
          </p:cNvSpPr>
          <p:nvPr>
            <p:ph type="title"/>
          </p:nvPr>
        </p:nvSpPr>
        <p:spPr/>
        <p:txBody>
          <a:bodyPr/>
          <a:lstStyle/>
          <a:p>
            <a:r>
              <a:rPr lang="en-US" altLang="zh-CN" dirty="0"/>
              <a:t>Graph Databases</a:t>
            </a:r>
            <a:endParaRPr lang="en-US" dirty="0"/>
          </a:p>
        </p:txBody>
      </p:sp>
      <p:sp>
        <p:nvSpPr>
          <p:cNvPr id="4" name="Slide Number Placeholder 3">
            <a:extLst>
              <a:ext uri="{FF2B5EF4-FFF2-40B4-BE49-F238E27FC236}">
                <a16:creationId xmlns:a16="http://schemas.microsoft.com/office/drawing/2014/main" id="{2153A5D4-781B-6092-38AD-F57300E0A7D7}"/>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18</a:t>
            </a:fld>
            <a:endParaRPr lang="en-US" sz="1400">
              <a:solidFill>
                <a:schemeClr val="bg1"/>
              </a:solidFill>
            </a:endParaRPr>
          </a:p>
        </p:txBody>
      </p:sp>
      <p:sp>
        <p:nvSpPr>
          <p:cNvPr id="19" name="Content Placeholder 2">
            <a:extLst>
              <a:ext uri="{FF2B5EF4-FFF2-40B4-BE49-F238E27FC236}">
                <a16:creationId xmlns:a16="http://schemas.microsoft.com/office/drawing/2014/main" id="{83CC160C-FA54-3FB7-53FB-3B8A1B795F88}"/>
              </a:ext>
            </a:extLst>
          </p:cNvPr>
          <p:cNvSpPr txBox="1">
            <a:spLocks/>
          </p:cNvSpPr>
          <p:nvPr/>
        </p:nvSpPr>
        <p:spPr>
          <a:xfrm>
            <a:off x="975360" y="1845733"/>
            <a:ext cx="10613666" cy="38990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Relational database is a collection loosely connected tables</a:t>
            </a:r>
          </a:p>
          <a:p>
            <a:pPr lvl="1">
              <a:buFont typeface="Wingdings" panose="05000000000000000000" pitchFamily="2" charset="2"/>
              <a:buChar char="v"/>
            </a:pPr>
            <a:r>
              <a:rPr lang="en-US" sz="2400" dirty="0"/>
              <a:t> Graph database is a multi-relational graph</a:t>
            </a:r>
          </a:p>
          <a:p>
            <a:pPr lvl="1">
              <a:buFont typeface="Wingdings" panose="05000000000000000000" pitchFamily="2" charset="2"/>
              <a:buChar char="v"/>
            </a:pPr>
            <a:endParaRPr lang="en-US" sz="2400" dirty="0"/>
          </a:p>
          <a:p>
            <a:pPr lvl="1">
              <a:buFont typeface="Wingdings" panose="05000000000000000000" pitchFamily="2" charset="2"/>
              <a:buChar char="v"/>
            </a:pPr>
            <a:r>
              <a:rPr lang="en-US" sz="2400" dirty="0"/>
              <a:t> Stores data as relationships between vertices (or nodes) and edges.</a:t>
            </a:r>
          </a:p>
          <a:p>
            <a:pPr lvl="2">
              <a:buFont typeface="Wingdings" panose="05000000000000000000" pitchFamily="2" charset="2"/>
              <a:buChar char="v"/>
            </a:pPr>
            <a:r>
              <a:rPr lang="en-US" sz="2000" dirty="0"/>
              <a:t>A vertex, connected by edges, contains associated information such as a name, type, properties, and its connected edges.</a:t>
            </a:r>
          </a:p>
          <a:p>
            <a:pPr lvl="2">
              <a:buFont typeface="Wingdings" panose="05000000000000000000" pitchFamily="2" charset="2"/>
              <a:buChar char="v"/>
            </a:pPr>
            <a:r>
              <a:rPr lang="en-US" sz="2000" dirty="0"/>
              <a:t>An edge​ is typically directed​ (unidirectional) and contains information such as a name, type, start and end vertices, and properties.</a:t>
            </a:r>
          </a:p>
          <a:p>
            <a:pPr lvl="2">
              <a:buFont typeface="Wingdings" panose="05000000000000000000" pitchFamily="2" charset="2"/>
              <a:buChar char="v"/>
            </a:pPr>
            <a:r>
              <a:rPr lang="en-US" sz="2000" dirty="0"/>
              <a:t>Neo4j, </a:t>
            </a:r>
            <a:r>
              <a:rPr lang="en-US" sz="2000" dirty="0" err="1"/>
              <a:t>InfoGrid</a:t>
            </a:r>
            <a:r>
              <a:rPr lang="en-US" sz="2000" dirty="0"/>
              <a:t>, …</a:t>
            </a:r>
            <a:endParaRPr lang="en-US" sz="1200" dirty="0"/>
          </a:p>
        </p:txBody>
      </p:sp>
    </p:spTree>
    <p:extLst>
      <p:ext uri="{BB962C8B-B14F-4D97-AF65-F5344CB8AC3E}">
        <p14:creationId xmlns:p14="http://schemas.microsoft.com/office/powerpoint/2010/main" val="1317243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53B6C-F97A-2260-387E-3732ED8CBA2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9C9FAD-7DCE-874E-71A7-2A1C0DC67F7E}"/>
              </a:ext>
            </a:extLst>
          </p:cNvPr>
          <p:cNvSpPr>
            <a:spLocks noGrp="1"/>
          </p:cNvSpPr>
          <p:nvPr>
            <p:ph type="sldNum" sz="quarter" idx="12"/>
          </p:nvPr>
        </p:nvSpPr>
        <p:spPr/>
        <p:txBody>
          <a:bodyPr/>
          <a:lstStyle/>
          <a:p>
            <a:fld id="{4FAB73BC-B049-4115-A692-8D63A059BFB8}" type="slidenum">
              <a:rPr lang="en-US" smtClean="0"/>
              <a:pPr/>
              <a:t>19</a:t>
            </a:fld>
            <a:endParaRPr lang="en-US" dirty="0"/>
          </a:p>
        </p:txBody>
      </p:sp>
      <p:sp>
        <p:nvSpPr>
          <p:cNvPr id="6" name="Title 1">
            <a:extLst>
              <a:ext uri="{FF2B5EF4-FFF2-40B4-BE49-F238E27FC236}">
                <a16:creationId xmlns:a16="http://schemas.microsoft.com/office/drawing/2014/main" id="{0272D7CF-7345-7AF3-3935-1680A07B77BB}"/>
              </a:ext>
            </a:extLst>
          </p:cNvPr>
          <p:cNvSpPr txBox="1">
            <a:spLocks/>
          </p:cNvSpPr>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 (Graph Stores)</a:t>
            </a:r>
          </a:p>
        </p:txBody>
      </p:sp>
      <p:sp>
        <p:nvSpPr>
          <p:cNvPr id="5" name="矩形: 圆角 4">
            <a:extLst>
              <a:ext uri="{FF2B5EF4-FFF2-40B4-BE49-F238E27FC236}">
                <a16:creationId xmlns:a16="http://schemas.microsoft.com/office/drawing/2014/main" id="{65E9FEBE-98D9-43EF-3179-3800C986A2DA}"/>
              </a:ext>
            </a:extLst>
          </p:cNvPr>
          <p:cNvSpPr/>
          <p:nvPr/>
        </p:nvSpPr>
        <p:spPr>
          <a:xfrm>
            <a:off x="4651512" y="2948608"/>
            <a:ext cx="1093306" cy="551830"/>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dog_12</a:t>
            </a:r>
            <a:endParaRPr lang="zh-CN" altLang="en-US" sz="2000" dirty="0">
              <a:solidFill>
                <a:schemeClr val="tx1"/>
              </a:solidFill>
            </a:endParaRPr>
          </a:p>
        </p:txBody>
      </p:sp>
      <p:sp>
        <p:nvSpPr>
          <p:cNvPr id="9" name="矩形: 圆角 8">
            <a:extLst>
              <a:ext uri="{FF2B5EF4-FFF2-40B4-BE49-F238E27FC236}">
                <a16:creationId xmlns:a16="http://schemas.microsoft.com/office/drawing/2014/main" id="{CDF9EF7C-9108-4153-9145-5D494CFFCEED}"/>
              </a:ext>
            </a:extLst>
          </p:cNvPr>
          <p:cNvSpPr/>
          <p:nvPr/>
        </p:nvSpPr>
        <p:spPr>
          <a:xfrm>
            <a:off x="4651512" y="1255470"/>
            <a:ext cx="1093306" cy="55183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Dog</a:t>
            </a:r>
            <a:endParaRPr lang="zh-CN" altLang="en-US" sz="2000" dirty="0">
              <a:solidFill>
                <a:schemeClr val="tx1"/>
              </a:solidFill>
            </a:endParaRPr>
          </a:p>
        </p:txBody>
      </p:sp>
      <p:sp>
        <p:nvSpPr>
          <p:cNvPr id="11" name="矩形: 圆角 10">
            <a:extLst>
              <a:ext uri="{FF2B5EF4-FFF2-40B4-BE49-F238E27FC236}">
                <a16:creationId xmlns:a16="http://schemas.microsoft.com/office/drawing/2014/main" id="{82C4B2BC-9A7E-7801-D37C-4BB0E640D19B}"/>
              </a:ext>
            </a:extLst>
          </p:cNvPr>
          <p:cNvSpPr/>
          <p:nvPr/>
        </p:nvSpPr>
        <p:spPr>
          <a:xfrm>
            <a:off x="1881808" y="2948606"/>
            <a:ext cx="1093306" cy="55183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Happy</a:t>
            </a:r>
            <a:endParaRPr lang="zh-CN" altLang="en-US" sz="2000" dirty="0">
              <a:solidFill>
                <a:schemeClr val="tx1"/>
              </a:solidFill>
            </a:endParaRPr>
          </a:p>
        </p:txBody>
      </p:sp>
      <p:sp>
        <p:nvSpPr>
          <p:cNvPr id="12" name="矩形: 圆角 11">
            <a:extLst>
              <a:ext uri="{FF2B5EF4-FFF2-40B4-BE49-F238E27FC236}">
                <a16:creationId xmlns:a16="http://schemas.microsoft.com/office/drawing/2014/main" id="{590EEC66-3AAE-CCAD-C039-CDF3C4B948B3}"/>
              </a:ext>
            </a:extLst>
          </p:cNvPr>
          <p:cNvSpPr/>
          <p:nvPr/>
        </p:nvSpPr>
        <p:spPr>
          <a:xfrm>
            <a:off x="1881808" y="1480926"/>
            <a:ext cx="1093306" cy="55183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Stella</a:t>
            </a:r>
            <a:endParaRPr lang="zh-CN" altLang="en-US" sz="2000" dirty="0">
              <a:solidFill>
                <a:schemeClr val="tx1"/>
              </a:solidFill>
            </a:endParaRPr>
          </a:p>
        </p:txBody>
      </p:sp>
      <p:sp>
        <p:nvSpPr>
          <p:cNvPr id="13" name="矩形: 圆角 12">
            <a:extLst>
              <a:ext uri="{FF2B5EF4-FFF2-40B4-BE49-F238E27FC236}">
                <a16:creationId xmlns:a16="http://schemas.microsoft.com/office/drawing/2014/main" id="{D9C2F1A0-A60C-4B13-54DB-8FE07D6568FE}"/>
              </a:ext>
            </a:extLst>
          </p:cNvPr>
          <p:cNvSpPr/>
          <p:nvPr/>
        </p:nvSpPr>
        <p:spPr>
          <a:xfrm>
            <a:off x="6980580" y="2948606"/>
            <a:ext cx="1179445" cy="55183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bark_59</a:t>
            </a:r>
            <a:endParaRPr lang="zh-CN" altLang="en-US" sz="2000" dirty="0">
              <a:solidFill>
                <a:schemeClr val="tx1"/>
              </a:solidFill>
            </a:endParaRPr>
          </a:p>
        </p:txBody>
      </p:sp>
      <p:sp>
        <p:nvSpPr>
          <p:cNvPr id="15" name="矩形: 圆角 14">
            <a:extLst>
              <a:ext uri="{FF2B5EF4-FFF2-40B4-BE49-F238E27FC236}">
                <a16:creationId xmlns:a16="http://schemas.microsoft.com/office/drawing/2014/main" id="{2182FA97-7823-AE22-63BE-717A449BBBCF}"/>
              </a:ext>
            </a:extLst>
          </p:cNvPr>
          <p:cNvSpPr/>
          <p:nvPr/>
        </p:nvSpPr>
        <p:spPr>
          <a:xfrm>
            <a:off x="9095415" y="2948606"/>
            <a:ext cx="2922110" cy="55183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I had to wear stupid…</a:t>
            </a:r>
            <a:endParaRPr lang="zh-CN" altLang="en-US" sz="2000" dirty="0">
              <a:solidFill>
                <a:schemeClr val="tx1"/>
              </a:solidFill>
            </a:endParaRPr>
          </a:p>
        </p:txBody>
      </p:sp>
      <p:sp>
        <p:nvSpPr>
          <p:cNvPr id="17" name="矩形: 圆角 16">
            <a:extLst>
              <a:ext uri="{FF2B5EF4-FFF2-40B4-BE49-F238E27FC236}">
                <a16:creationId xmlns:a16="http://schemas.microsoft.com/office/drawing/2014/main" id="{B2B6E8B5-CAE8-1D83-F21C-306A80729E8E}"/>
              </a:ext>
            </a:extLst>
          </p:cNvPr>
          <p:cNvSpPr/>
          <p:nvPr/>
        </p:nvSpPr>
        <p:spPr>
          <a:xfrm>
            <a:off x="1404730" y="4485858"/>
            <a:ext cx="1570384" cy="55183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2007-04-01</a:t>
            </a:r>
            <a:endParaRPr lang="zh-CN" altLang="en-US" sz="2000" dirty="0">
              <a:solidFill>
                <a:schemeClr val="tx1"/>
              </a:solidFill>
            </a:endParaRPr>
          </a:p>
        </p:txBody>
      </p:sp>
      <p:sp>
        <p:nvSpPr>
          <p:cNvPr id="20" name="矩形: 圆角 19">
            <a:extLst>
              <a:ext uri="{FF2B5EF4-FFF2-40B4-BE49-F238E27FC236}">
                <a16:creationId xmlns:a16="http://schemas.microsoft.com/office/drawing/2014/main" id="{CA5A608A-4BB6-BDFB-2A76-0D0CB15B55C3}"/>
              </a:ext>
            </a:extLst>
          </p:cNvPr>
          <p:cNvSpPr/>
          <p:nvPr/>
        </p:nvSpPr>
        <p:spPr>
          <a:xfrm>
            <a:off x="4651512" y="5685182"/>
            <a:ext cx="1093306" cy="551829"/>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dog_4</a:t>
            </a:r>
            <a:endParaRPr lang="zh-CN" altLang="en-US" sz="2000" dirty="0">
              <a:solidFill>
                <a:schemeClr val="tx1"/>
              </a:solidFill>
            </a:endParaRPr>
          </a:p>
        </p:txBody>
      </p:sp>
      <p:sp>
        <p:nvSpPr>
          <p:cNvPr id="21" name="矩形: 圆角 20">
            <a:extLst>
              <a:ext uri="{FF2B5EF4-FFF2-40B4-BE49-F238E27FC236}">
                <a16:creationId xmlns:a16="http://schemas.microsoft.com/office/drawing/2014/main" id="{538AF345-FF0A-7D89-7E4B-3DD686BC8B64}"/>
              </a:ext>
            </a:extLst>
          </p:cNvPr>
          <p:cNvSpPr/>
          <p:nvPr/>
        </p:nvSpPr>
        <p:spPr>
          <a:xfrm>
            <a:off x="6278217" y="4485858"/>
            <a:ext cx="1752600" cy="55183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comment_83</a:t>
            </a:r>
            <a:endParaRPr lang="zh-CN" altLang="en-US" sz="2000" dirty="0">
              <a:solidFill>
                <a:schemeClr val="tx1"/>
              </a:solidFill>
            </a:endParaRPr>
          </a:p>
        </p:txBody>
      </p:sp>
      <p:sp>
        <p:nvSpPr>
          <p:cNvPr id="28" name="矩形: 圆角 27">
            <a:extLst>
              <a:ext uri="{FF2B5EF4-FFF2-40B4-BE49-F238E27FC236}">
                <a16:creationId xmlns:a16="http://schemas.microsoft.com/office/drawing/2014/main" id="{BD202949-3C8A-A75F-35F7-C995A47C71E2}"/>
              </a:ext>
            </a:extLst>
          </p:cNvPr>
          <p:cNvSpPr/>
          <p:nvPr/>
        </p:nvSpPr>
        <p:spPr>
          <a:xfrm>
            <a:off x="9095415" y="4485858"/>
            <a:ext cx="2117068" cy="55183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You look so Cute</a:t>
            </a:r>
            <a:endParaRPr lang="zh-CN" altLang="en-US" sz="2000" dirty="0">
              <a:solidFill>
                <a:schemeClr val="tx1"/>
              </a:solidFill>
            </a:endParaRPr>
          </a:p>
        </p:txBody>
      </p:sp>
      <p:cxnSp>
        <p:nvCxnSpPr>
          <p:cNvPr id="37" name="直接箭头连接符 36">
            <a:extLst>
              <a:ext uri="{FF2B5EF4-FFF2-40B4-BE49-F238E27FC236}">
                <a16:creationId xmlns:a16="http://schemas.microsoft.com/office/drawing/2014/main" id="{1E2A653D-1910-E5D4-B515-8E5AA39AC3A6}"/>
              </a:ext>
            </a:extLst>
          </p:cNvPr>
          <p:cNvCxnSpPr>
            <a:stCxn id="5" idx="1"/>
            <a:endCxn id="11" idx="3"/>
          </p:cNvCxnSpPr>
          <p:nvPr/>
        </p:nvCxnSpPr>
        <p:spPr>
          <a:xfrm flipH="1" flipV="1">
            <a:off x="2975114" y="3224522"/>
            <a:ext cx="1676398" cy="1"/>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DA30D4E-7DD5-EC63-5B1F-2578E1199B8C}"/>
              </a:ext>
            </a:extLst>
          </p:cNvPr>
          <p:cNvCxnSpPr>
            <a:cxnSpLocks/>
            <a:stCxn id="5" idx="1"/>
            <a:endCxn id="12" idx="3"/>
          </p:cNvCxnSpPr>
          <p:nvPr/>
        </p:nvCxnSpPr>
        <p:spPr>
          <a:xfrm flipH="1" flipV="1">
            <a:off x="2975114" y="1756843"/>
            <a:ext cx="1676398" cy="1467680"/>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492D69F1-EB13-AC90-FB58-F6C2F986F8E2}"/>
              </a:ext>
            </a:extLst>
          </p:cNvPr>
          <p:cNvCxnSpPr>
            <a:cxnSpLocks/>
            <a:stCxn id="5" idx="1"/>
            <a:endCxn id="17" idx="3"/>
          </p:cNvCxnSpPr>
          <p:nvPr/>
        </p:nvCxnSpPr>
        <p:spPr>
          <a:xfrm flipH="1">
            <a:off x="2975114" y="3224523"/>
            <a:ext cx="1676398" cy="1537251"/>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5AB8B1C0-3BA8-3EF1-6C6D-576BA700841A}"/>
              </a:ext>
            </a:extLst>
          </p:cNvPr>
          <p:cNvCxnSpPr>
            <a:cxnSpLocks/>
            <a:stCxn id="5" idx="3"/>
            <a:endCxn id="13" idx="1"/>
          </p:cNvCxnSpPr>
          <p:nvPr/>
        </p:nvCxnSpPr>
        <p:spPr>
          <a:xfrm flipV="1">
            <a:off x="5744818" y="3224522"/>
            <a:ext cx="1235762" cy="1"/>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951CBD8E-2632-9877-22EF-68552576DA48}"/>
              </a:ext>
            </a:extLst>
          </p:cNvPr>
          <p:cNvCxnSpPr>
            <a:cxnSpLocks/>
            <a:stCxn id="5" idx="0"/>
            <a:endCxn id="9" idx="2"/>
          </p:cNvCxnSpPr>
          <p:nvPr/>
        </p:nvCxnSpPr>
        <p:spPr>
          <a:xfrm flipV="1">
            <a:off x="5198165" y="1807303"/>
            <a:ext cx="0" cy="1141305"/>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8D69470A-F100-FDDD-8C6A-1583BAA6EAE2}"/>
              </a:ext>
            </a:extLst>
          </p:cNvPr>
          <p:cNvCxnSpPr>
            <a:cxnSpLocks/>
            <a:stCxn id="20" idx="3"/>
            <a:endCxn id="21" idx="2"/>
          </p:cNvCxnSpPr>
          <p:nvPr/>
        </p:nvCxnSpPr>
        <p:spPr>
          <a:xfrm flipV="1">
            <a:off x="5744818" y="5037689"/>
            <a:ext cx="1409699" cy="923408"/>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B00173AC-6816-085C-2A7C-13A1BE663979}"/>
              </a:ext>
            </a:extLst>
          </p:cNvPr>
          <p:cNvCxnSpPr>
            <a:cxnSpLocks/>
            <a:stCxn id="21" idx="0"/>
            <a:endCxn id="13" idx="2"/>
          </p:cNvCxnSpPr>
          <p:nvPr/>
        </p:nvCxnSpPr>
        <p:spPr>
          <a:xfrm flipV="1">
            <a:off x="7154517" y="3500437"/>
            <a:ext cx="415786" cy="985421"/>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6CBA5D25-A4E8-D6BB-D4CF-4E20E289FD65}"/>
              </a:ext>
            </a:extLst>
          </p:cNvPr>
          <p:cNvCxnSpPr>
            <a:cxnSpLocks/>
            <a:stCxn id="21" idx="3"/>
            <a:endCxn id="28" idx="1"/>
          </p:cNvCxnSpPr>
          <p:nvPr/>
        </p:nvCxnSpPr>
        <p:spPr>
          <a:xfrm>
            <a:off x="8030817" y="4761774"/>
            <a:ext cx="1064598" cy="0"/>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636CF87A-6131-1A57-AA92-11EC2368B974}"/>
              </a:ext>
            </a:extLst>
          </p:cNvPr>
          <p:cNvCxnSpPr>
            <a:cxnSpLocks/>
            <a:stCxn id="13" idx="3"/>
            <a:endCxn id="15" idx="1"/>
          </p:cNvCxnSpPr>
          <p:nvPr/>
        </p:nvCxnSpPr>
        <p:spPr>
          <a:xfrm>
            <a:off x="8160025" y="3224522"/>
            <a:ext cx="935390" cy="0"/>
          </a:xfrm>
          <a:prstGeom prst="straightConnector1">
            <a:avLst/>
          </a:prstGeom>
          <a:ln w="28575">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9548FB46-7DE5-0B66-D770-FD914EA9E23B}"/>
              </a:ext>
            </a:extLst>
          </p:cNvPr>
          <p:cNvSpPr txBox="1"/>
          <p:nvPr/>
        </p:nvSpPr>
        <p:spPr>
          <a:xfrm>
            <a:off x="4870720" y="2174470"/>
            <a:ext cx="654890" cy="369332"/>
          </a:xfrm>
          <a:prstGeom prst="rect">
            <a:avLst/>
          </a:prstGeom>
          <a:solidFill>
            <a:schemeClr val="bg1">
              <a:lumMod val="85000"/>
              <a:alpha val="67000"/>
            </a:schemeClr>
          </a:solidFill>
        </p:spPr>
        <p:txBody>
          <a:bodyPr wrap="square" rtlCol="0">
            <a:spAutoFit/>
          </a:bodyPr>
          <a:lstStyle/>
          <a:p>
            <a:r>
              <a:rPr lang="en-US" altLang="zh-CN" dirty="0"/>
              <a:t>type</a:t>
            </a:r>
            <a:endParaRPr lang="zh-CN" altLang="en-US" dirty="0"/>
          </a:p>
        </p:txBody>
      </p:sp>
      <p:sp>
        <p:nvSpPr>
          <p:cNvPr id="75" name="文本框 74">
            <a:extLst>
              <a:ext uri="{FF2B5EF4-FFF2-40B4-BE49-F238E27FC236}">
                <a16:creationId xmlns:a16="http://schemas.microsoft.com/office/drawing/2014/main" id="{7DA4D223-644D-62F7-CDE7-C3F9566998E7}"/>
              </a:ext>
            </a:extLst>
          </p:cNvPr>
          <p:cNvSpPr txBox="1"/>
          <p:nvPr/>
        </p:nvSpPr>
        <p:spPr>
          <a:xfrm>
            <a:off x="3342077" y="2241243"/>
            <a:ext cx="727506" cy="369332"/>
          </a:xfrm>
          <a:prstGeom prst="rect">
            <a:avLst/>
          </a:prstGeom>
          <a:solidFill>
            <a:schemeClr val="bg1">
              <a:lumMod val="85000"/>
              <a:alpha val="67000"/>
            </a:schemeClr>
          </a:solidFill>
        </p:spPr>
        <p:txBody>
          <a:bodyPr wrap="square" rtlCol="0">
            <a:spAutoFit/>
          </a:bodyPr>
          <a:lstStyle/>
          <a:p>
            <a:r>
              <a:rPr lang="en-US" altLang="zh-CN" dirty="0"/>
              <a:t>name</a:t>
            </a:r>
            <a:endParaRPr lang="zh-CN" altLang="en-US" dirty="0"/>
          </a:p>
        </p:txBody>
      </p:sp>
      <p:sp>
        <p:nvSpPr>
          <p:cNvPr id="76" name="文本框 75">
            <a:extLst>
              <a:ext uri="{FF2B5EF4-FFF2-40B4-BE49-F238E27FC236}">
                <a16:creationId xmlns:a16="http://schemas.microsoft.com/office/drawing/2014/main" id="{22811A36-679F-78CD-C144-512796F0AAEF}"/>
              </a:ext>
            </a:extLst>
          </p:cNvPr>
          <p:cNvSpPr txBox="1"/>
          <p:nvPr/>
        </p:nvSpPr>
        <p:spPr>
          <a:xfrm>
            <a:off x="3352369" y="3039855"/>
            <a:ext cx="727506" cy="369332"/>
          </a:xfrm>
          <a:prstGeom prst="rect">
            <a:avLst/>
          </a:prstGeom>
          <a:solidFill>
            <a:schemeClr val="bg1">
              <a:lumMod val="85000"/>
              <a:alpha val="67000"/>
            </a:schemeClr>
          </a:solidFill>
        </p:spPr>
        <p:txBody>
          <a:bodyPr wrap="square" rtlCol="0">
            <a:spAutoFit/>
          </a:bodyPr>
          <a:lstStyle/>
          <a:p>
            <a:r>
              <a:rPr lang="en-US" altLang="zh-CN" dirty="0"/>
              <a:t>mood</a:t>
            </a:r>
            <a:endParaRPr lang="zh-CN" altLang="en-US" dirty="0"/>
          </a:p>
        </p:txBody>
      </p:sp>
      <p:sp>
        <p:nvSpPr>
          <p:cNvPr id="77" name="文本框 76">
            <a:extLst>
              <a:ext uri="{FF2B5EF4-FFF2-40B4-BE49-F238E27FC236}">
                <a16:creationId xmlns:a16="http://schemas.microsoft.com/office/drawing/2014/main" id="{7D4DED7D-AEE8-24D5-2607-0E61FDB433B0}"/>
              </a:ext>
            </a:extLst>
          </p:cNvPr>
          <p:cNvSpPr txBox="1"/>
          <p:nvPr/>
        </p:nvSpPr>
        <p:spPr>
          <a:xfrm>
            <a:off x="3208521" y="3893587"/>
            <a:ext cx="1209584" cy="369332"/>
          </a:xfrm>
          <a:prstGeom prst="rect">
            <a:avLst/>
          </a:prstGeom>
          <a:solidFill>
            <a:schemeClr val="bg1">
              <a:lumMod val="85000"/>
              <a:alpha val="67000"/>
            </a:schemeClr>
          </a:solidFill>
        </p:spPr>
        <p:txBody>
          <a:bodyPr wrap="square" rtlCol="0">
            <a:spAutoFit/>
          </a:bodyPr>
          <a:lstStyle/>
          <a:p>
            <a:r>
              <a:rPr lang="en-US" altLang="zh-CN" dirty="0" err="1"/>
              <a:t>birth_date</a:t>
            </a:r>
            <a:endParaRPr lang="zh-CN" altLang="en-US" dirty="0"/>
          </a:p>
        </p:txBody>
      </p:sp>
      <p:sp>
        <p:nvSpPr>
          <p:cNvPr id="78" name="文本框 77">
            <a:extLst>
              <a:ext uri="{FF2B5EF4-FFF2-40B4-BE49-F238E27FC236}">
                <a16:creationId xmlns:a16="http://schemas.microsoft.com/office/drawing/2014/main" id="{6F62059F-4AFB-9A81-6240-421D8469D188}"/>
              </a:ext>
            </a:extLst>
          </p:cNvPr>
          <p:cNvSpPr txBox="1"/>
          <p:nvPr/>
        </p:nvSpPr>
        <p:spPr>
          <a:xfrm>
            <a:off x="5930838" y="3039855"/>
            <a:ext cx="727506" cy="369332"/>
          </a:xfrm>
          <a:prstGeom prst="rect">
            <a:avLst/>
          </a:prstGeom>
          <a:solidFill>
            <a:schemeClr val="bg1">
              <a:lumMod val="85000"/>
              <a:alpha val="67000"/>
            </a:schemeClr>
          </a:solidFill>
        </p:spPr>
        <p:txBody>
          <a:bodyPr wrap="square" rtlCol="0">
            <a:spAutoFit/>
          </a:bodyPr>
          <a:lstStyle/>
          <a:p>
            <a:r>
              <a:rPr lang="en-US" altLang="zh-CN" dirty="0"/>
              <a:t>barks</a:t>
            </a:r>
            <a:endParaRPr lang="zh-CN" altLang="en-US" dirty="0"/>
          </a:p>
        </p:txBody>
      </p:sp>
      <p:sp>
        <p:nvSpPr>
          <p:cNvPr id="79" name="文本框 78">
            <a:extLst>
              <a:ext uri="{FF2B5EF4-FFF2-40B4-BE49-F238E27FC236}">
                <a16:creationId xmlns:a16="http://schemas.microsoft.com/office/drawing/2014/main" id="{97A2D12E-0D3C-9A64-794D-F6BB8B770E03}"/>
              </a:ext>
            </a:extLst>
          </p:cNvPr>
          <p:cNvSpPr txBox="1"/>
          <p:nvPr/>
        </p:nvSpPr>
        <p:spPr>
          <a:xfrm>
            <a:off x="6858000" y="3776351"/>
            <a:ext cx="1391698" cy="369332"/>
          </a:xfrm>
          <a:prstGeom prst="rect">
            <a:avLst/>
          </a:prstGeom>
          <a:solidFill>
            <a:schemeClr val="bg1">
              <a:lumMod val="85000"/>
              <a:alpha val="67000"/>
            </a:schemeClr>
          </a:solidFill>
        </p:spPr>
        <p:txBody>
          <a:bodyPr wrap="square" rtlCol="0">
            <a:spAutoFit/>
          </a:bodyPr>
          <a:lstStyle/>
          <a:p>
            <a:r>
              <a:rPr lang="en-US" altLang="zh-CN" dirty="0" err="1"/>
              <a:t>comment_to</a:t>
            </a:r>
            <a:endParaRPr lang="zh-CN" altLang="en-US" dirty="0"/>
          </a:p>
        </p:txBody>
      </p:sp>
      <p:sp>
        <p:nvSpPr>
          <p:cNvPr id="80" name="文本框 79">
            <a:extLst>
              <a:ext uri="{FF2B5EF4-FFF2-40B4-BE49-F238E27FC236}">
                <a16:creationId xmlns:a16="http://schemas.microsoft.com/office/drawing/2014/main" id="{06D45993-7F81-764A-364A-854E21FE3BF6}"/>
              </a:ext>
            </a:extLst>
          </p:cNvPr>
          <p:cNvSpPr txBox="1"/>
          <p:nvPr/>
        </p:nvSpPr>
        <p:spPr>
          <a:xfrm>
            <a:off x="5930838" y="5309940"/>
            <a:ext cx="1223679" cy="369332"/>
          </a:xfrm>
          <a:prstGeom prst="rect">
            <a:avLst/>
          </a:prstGeom>
          <a:solidFill>
            <a:schemeClr val="bg1">
              <a:lumMod val="85000"/>
              <a:alpha val="67000"/>
            </a:schemeClr>
          </a:solidFill>
        </p:spPr>
        <p:txBody>
          <a:bodyPr wrap="square" rtlCol="0">
            <a:spAutoFit/>
          </a:bodyPr>
          <a:lstStyle/>
          <a:p>
            <a:r>
              <a:rPr lang="en-US" altLang="zh-CN" dirty="0"/>
              <a:t>comments</a:t>
            </a:r>
            <a:endParaRPr lang="zh-CN" altLang="en-US" dirty="0"/>
          </a:p>
        </p:txBody>
      </p:sp>
    </p:spTree>
    <p:extLst>
      <p:ext uri="{BB962C8B-B14F-4D97-AF65-F5344CB8AC3E}">
        <p14:creationId xmlns:p14="http://schemas.microsoft.com/office/powerpoint/2010/main" val="1387545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FFC5166-7C81-499B-BA6C-C203ADE8AA77}"/>
              </a:ext>
            </a:extLst>
          </p:cNvPr>
          <p:cNvSpPr>
            <a:spLocks noGrp="1"/>
          </p:cNvSpPr>
          <p:nvPr>
            <p:ph type="sldNum" sz="quarter" idx="12"/>
          </p:nvPr>
        </p:nvSpPr>
        <p:spPr/>
        <p:txBody>
          <a:bodyPr/>
          <a:lstStyle/>
          <a:p>
            <a:fld id="{4FAB73BC-B049-4115-A692-8D63A059BFB8}" type="slidenum">
              <a:rPr lang="en-US" smtClean="0"/>
              <a:pPr/>
              <a:t>20</a:t>
            </a:fld>
            <a:endParaRPr lang="en-US" dirty="0"/>
          </a:p>
        </p:txBody>
      </p:sp>
      <p:pic>
        <p:nvPicPr>
          <p:cNvPr id="4" name="图片 3">
            <a:extLst>
              <a:ext uri="{FF2B5EF4-FFF2-40B4-BE49-F238E27FC236}">
                <a16:creationId xmlns:a16="http://schemas.microsoft.com/office/drawing/2014/main" id="{0DC11E91-2E20-4734-BA3E-A8FBB8CA6C6C}"/>
              </a:ext>
            </a:extLst>
          </p:cNvPr>
          <p:cNvPicPr>
            <a:picLocks noChangeAspect="1"/>
          </p:cNvPicPr>
          <p:nvPr/>
        </p:nvPicPr>
        <p:blipFill>
          <a:blip r:embed="rId2"/>
          <a:stretch>
            <a:fillRect/>
          </a:stretch>
        </p:blipFill>
        <p:spPr>
          <a:xfrm>
            <a:off x="2370011" y="1949575"/>
            <a:ext cx="6438900" cy="3971925"/>
          </a:xfrm>
          <a:prstGeom prst="rect">
            <a:avLst/>
          </a:prstGeom>
        </p:spPr>
      </p:pic>
      <p:sp>
        <p:nvSpPr>
          <p:cNvPr id="5" name="Title 1">
            <a:extLst>
              <a:ext uri="{FF2B5EF4-FFF2-40B4-BE49-F238E27FC236}">
                <a16:creationId xmlns:a16="http://schemas.microsoft.com/office/drawing/2014/main" id="{453A1F23-34DC-451B-A84E-CE10C149FB41}"/>
              </a:ext>
            </a:extLst>
          </p:cNvPr>
          <p:cNvSpPr txBox="1">
            <a:spLocks/>
          </p:cNvSpPr>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NoSQL DB Scaling up</a:t>
            </a:r>
          </a:p>
        </p:txBody>
      </p:sp>
    </p:spTree>
    <p:extLst>
      <p:ext uri="{BB962C8B-B14F-4D97-AF65-F5344CB8AC3E}">
        <p14:creationId xmlns:p14="http://schemas.microsoft.com/office/powerpoint/2010/main" val="3649804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27849-AEB4-3889-0210-983F60094134}"/>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BE6DA7D9-0281-44B5-2E82-41871B5A0A8B}"/>
              </a:ext>
            </a:extLst>
          </p:cNvPr>
          <p:cNvSpPr>
            <a:spLocks noGrp="1"/>
          </p:cNvSpPr>
          <p:nvPr>
            <p:ph type="title"/>
          </p:nvPr>
        </p:nvSpPr>
        <p:spPr/>
        <p:txBody>
          <a:bodyPr/>
          <a:lstStyle/>
          <a:p>
            <a:r>
              <a:rPr lang="en-US" altLang="zh-CN" dirty="0"/>
              <a:t>Consistency Issues</a:t>
            </a:r>
            <a:endParaRPr lang="en-US" dirty="0"/>
          </a:p>
        </p:txBody>
      </p:sp>
      <p:sp>
        <p:nvSpPr>
          <p:cNvPr id="4" name="Slide Number Placeholder 3">
            <a:extLst>
              <a:ext uri="{FF2B5EF4-FFF2-40B4-BE49-F238E27FC236}">
                <a16:creationId xmlns:a16="http://schemas.microsoft.com/office/drawing/2014/main" id="{82D0D5EB-71C8-50D7-F235-155DCBCCFA7F}"/>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21</a:t>
            </a:fld>
            <a:endParaRPr lang="en-US" sz="1400">
              <a:solidFill>
                <a:schemeClr val="bg1"/>
              </a:solidFill>
            </a:endParaRPr>
          </a:p>
        </p:txBody>
      </p:sp>
      <p:sp>
        <p:nvSpPr>
          <p:cNvPr id="19" name="Content Placeholder 2">
            <a:extLst>
              <a:ext uri="{FF2B5EF4-FFF2-40B4-BE49-F238E27FC236}">
                <a16:creationId xmlns:a16="http://schemas.microsoft.com/office/drawing/2014/main" id="{90D5B9B8-2C95-E61D-0292-FF1BC7F05CE9}"/>
              </a:ext>
            </a:extLst>
          </p:cNvPr>
          <p:cNvSpPr txBox="1">
            <a:spLocks/>
          </p:cNvSpPr>
          <p:nvPr/>
        </p:nvSpPr>
        <p:spPr>
          <a:xfrm>
            <a:off x="975360" y="1845733"/>
            <a:ext cx="10613666" cy="445567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Objectives</a:t>
            </a:r>
          </a:p>
          <a:p>
            <a:pPr lvl="2">
              <a:buFont typeface="Wingdings" panose="05000000000000000000" pitchFamily="2" charset="2"/>
              <a:buChar char="v"/>
            </a:pPr>
            <a:r>
              <a:rPr lang="en-US" sz="2200" dirty="0"/>
              <a:t>The consistency problem arising from data replication in distributed systems, particularly in </a:t>
            </a:r>
            <a:r>
              <a:rPr lang="en-US" sz="2200" dirty="0">
                <a:solidFill>
                  <a:srgbClr val="FF0000"/>
                </a:solidFill>
              </a:rPr>
              <a:t>NoSQL databases</a:t>
            </a:r>
            <a:r>
              <a:rPr lang="en-US" sz="2200" dirty="0"/>
              <a:t>.</a:t>
            </a:r>
          </a:p>
          <a:p>
            <a:pPr lvl="2">
              <a:buFont typeface="Wingdings" panose="05000000000000000000" pitchFamily="2" charset="2"/>
              <a:buChar char="v"/>
            </a:pPr>
            <a:r>
              <a:rPr lang="en-US" sz="2200" dirty="0"/>
              <a:t>A further goal: Achieving consensus among various nodes on a specific topic (e.g., configuration information updates).</a:t>
            </a:r>
          </a:p>
          <a:p>
            <a:pPr lvl="1">
              <a:buFont typeface="Wingdings" panose="05000000000000000000" pitchFamily="2" charset="2"/>
              <a:buChar char="v"/>
            </a:pPr>
            <a:r>
              <a:rPr lang="en-US" sz="2400" dirty="0"/>
              <a:t> Conceptual Differences</a:t>
            </a:r>
          </a:p>
          <a:p>
            <a:pPr lvl="2">
              <a:buFont typeface="Wingdings" panose="05000000000000000000" pitchFamily="2" charset="2"/>
              <a:buChar char="v"/>
            </a:pPr>
            <a:r>
              <a:rPr lang="en-US" sz="2200" dirty="0"/>
              <a:t>Consistency in </a:t>
            </a:r>
            <a:r>
              <a:rPr lang="en-US" sz="2200" dirty="0">
                <a:solidFill>
                  <a:srgbClr val="FF0000"/>
                </a:solidFill>
              </a:rPr>
              <a:t>ACID</a:t>
            </a:r>
            <a:r>
              <a:rPr lang="en-US" sz="2200" dirty="0"/>
              <a:t>: Emphasizes that the state of the data (constraints, integrity, etc.) remains valid both before and after (one or multiple) transactions.</a:t>
            </a:r>
          </a:p>
          <a:p>
            <a:pPr lvl="2">
              <a:buFont typeface="Wingdings" panose="05000000000000000000" pitchFamily="2" charset="2"/>
              <a:buChar char="v"/>
            </a:pPr>
            <a:r>
              <a:rPr lang="en-US" sz="2200" dirty="0"/>
              <a:t>Consistency in </a:t>
            </a:r>
            <a:r>
              <a:rPr lang="en-US" sz="2200" dirty="0">
                <a:solidFill>
                  <a:srgbClr val="FF0000"/>
                </a:solidFill>
              </a:rPr>
              <a:t>CAP</a:t>
            </a:r>
            <a:r>
              <a:rPr lang="en-US" sz="2200" dirty="0"/>
              <a:t>: Emphasizes that multiple replicas are state-consistent and synchronously updated.</a:t>
            </a:r>
          </a:p>
        </p:txBody>
      </p:sp>
    </p:spTree>
    <p:extLst>
      <p:ext uri="{BB962C8B-B14F-4D97-AF65-F5344CB8AC3E}">
        <p14:creationId xmlns:p14="http://schemas.microsoft.com/office/powerpoint/2010/main" val="2568474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CA918-68EE-11AB-4652-9DDAB9DDCA3F}"/>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2E7DC044-5B71-73AC-D652-54870A096FBD}"/>
              </a:ext>
            </a:extLst>
          </p:cNvPr>
          <p:cNvSpPr>
            <a:spLocks noGrp="1"/>
          </p:cNvSpPr>
          <p:nvPr>
            <p:ph type="title"/>
          </p:nvPr>
        </p:nvSpPr>
        <p:spPr/>
        <p:txBody>
          <a:bodyPr/>
          <a:lstStyle/>
          <a:p>
            <a:r>
              <a:rPr lang="en-US" altLang="zh-CN" dirty="0"/>
              <a:t>The CAP Theorem</a:t>
            </a:r>
            <a:endParaRPr lang="en-US" dirty="0"/>
          </a:p>
        </p:txBody>
      </p:sp>
      <p:sp>
        <p:nvSpPr>
          <p:cNvPr id="4" name="Slide Number Placeholder 3">
            <a:extLst>
              <a:ext uri="{FF2B5EF4-FFF2-40B4-BE49-F238E27FC236}">
                <a16:creationId xmlns:a16="http://schemas.microsoft.com/office/drawing/2014/main" id="{AFB61462-6AE1-B1E5-B01C-71BC53123AE4}"/>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22</a:t>
            </a:fld>
            <a:endParaRPr lang="en-US" sz="1400">
              <a:solidFill>
                <a:schemeClr val="bg1"/>
              </a:solidFill>
            </a:endParaRPr>
          </a:p>
        </p:txBody>
      </p:sp>
      <p:sp>
        <p:nvSpPr>
          <p:cNvPr id="19" name="Content Placeholder 2">
            <a:extLst>
              <a:ext uri="{FF2B5EF4-FFF2-40B4-BE49-F238E27FC236}">
                <a16:creationId xmlns:a16="http://schemas.microsoft.com/office/drawing/2014/main" id="{8A5DC8FC-38C1-8A34-9CE8-E73726409DE7}"/>
              </a:ext>
            </a:extLst>
          </p:cNvPr>
          <p:cNvSpPr txBox="1">
            <a:spLocks/>
          </p:cNvSpPr>
          <p:nvPr/>
        </p:nvSpPr>
        <p:spPr>
          <a:xfrm>
            <a:off x="975361" y="1845733"/>
            <a:ext cx="7830710" cy="445567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000" dirty="0"/>
              <a:t> </a:t>
            </a:r>
            <a:r>
              <a:rPr lang="en-US" sz="2000" dirty="0">
                <a:solidFill>
                  <a:srgbClr val="FF0000"/>
                </a:solidFill>
              </a:rPr>
              <a:t>CAP​ </a:t>
            </a:r>
            <a:r>
              <a:rPr lang="en-US" sz="2000" dirty="0"/>
              <a:t>refers to the three properties in a distributed system: </a:t>
            </a:r>
            <a:r>
              <a:rPr lang="en-US" sz="2000" dirty="0">
                <a:solidFill>
                  <a:srgbClr val="FF0000"/>
                </a:solidFill>
              </a:rPr>
              <a:t>C</a:t>
            </a:r>
            <a:r>
              <a:rPr lang="en-US" sz="2000" dirty="0"/>
              <a:t>onsistency, </a:t>
            </a:r>
            <a:r>
              <a:rPr lang="en-US" sz="2000" dirty="0">
                <a:solidFill>
                  <a:srgbClr val="FF0000"/>
                </a:solidFill>
              </a:rPr>
              <a:t>A</a:t>
            </a:r>
            <a:r>
              <a:rPr lang="en-US" sz="2000" dirty="0"/>
              <a:t>vailability, and </a:t>
            </a:r>
            <a:r>
              <a:rPr lang="en-US" sz="2000" dirty="0">
                <a:solidFill>
                  <a:srgbClr val="FF0000"/>
                </a:solidFill>
              </a:rPr>
              <a:t>P</a:t>
            </a:r>
            <a:r>
              <a:rPr lang="en-US" sz="2000" dirty="0"/>
              <a:t>artition Tolerance.</a:t>
            </a:r>
          </a:p>
          <a:p>
            <a:pPr lvl="1">
              <a:buFont typeface="Wingdings" panose="05000000000000000000" pitchFamily="2" charset="2"/>
              <a:buChar char="v"/>
            </a:pPr>
            <a:endParaRPr lang="en-US" sz="2000" dirty="0"/>
          </a:p>
          <a:p>
            <a:pPr lvl="1">
              <a:buFont typeface="Wingdings" panose="05000000000000000000" pitchFamily="2" charset="2"/>
              <a:buChar char="v"/>
            </a:pPr>
            <a:r>
              <a:rPr lang="en-US" sz="2000" dirty="0"/>
              <a:t> </a:t>
            </a:r>
            <a:r>
              <a:rPr lang="en-US" sz="2000" b="1" dirty="0"/>
              <a:t>Consistency</a:t>
            </a:r>
            <a:r>
              <a:rPr lang="en-US" sz="2000" dirty="0"/>
              <a:t>: All nodes in a distributed system must reach consensus on a given data item.</a:t>
            </a:r>
          </a:p>
          <a:p>
            <a:pPr lvl="1">
              <a:buFont typeface="Wingdings" panose="05000000000000000000" pitchFamily="2" charset="2"/>
              <a:buChar char="v"/>
            </a:pPr>
            <a:r>
              <a:rPr lang="en-US" sz="2000" dirty="0"/>
              <a:t> </a:t>
            </a:r>
            <a:r>
              <a:rPr lang="en-US" sz="2000" b="1" dirty="0"/>
              <a:t>Availability</a:t>
            </a:r>
            <a:r>
              <a:rPr lang="en-US" sz="2000" dirty="0"/>
              <a:t>: Refers to the system's responsiveness or speed in handling requests.</a:t>
            </a:r>
          </a:p>
          <a:p>
            <a:pPr lvl="1">
              <a:buFont typeface="Wingdings" panose="05000000000000000000" pitchFamily="2" charset="2"/>
              <a:buChar char="v"/>
            </a:pPr>
            <a:r>
              <a:rPr lang="en-US" sz="2000" dirty="0"/>
              <a:t> </a:t>
            </a:r>
            <a:r>
              <a:rPr lang="en-US" sz="2000" b="1" dirty="0"/>
              <a:t>Partition Tolerance</a:t>
            </a:r>
            <a:r>
              <a:rPr lang="en-US" sz="2000" dirty="0"/>
              <a:t>: The system remains operational and can service data requests despite node failures or network message loss, typically through data replication.</a:t>
            </a:r>
          </a:p>
          <a:p>
            <a:pPr lvl="1">
              <a:buFont typeface="Wingdings" panose="05000000000000000000" pitchFamily="2" charset="2"/>
              <a:buChar char="v"/>
            </a:pPr>
            <a:endParaRPr lang="en-US" sz="2000" dirty="0"/>
          </a:p>
          <a:p>
            <a:pPr lvl="1">
              <a:buFont typeface="Wingdings" panose="05000000000000000000" pitchFamily="2" charset="2"/>
              <a:buChar char="v"/>
            </a:pPr>
            <a:r>
              <a:rPr lang="en-US" sz="2000" dirty="0"/>
              <a:t> Can only achieve two out of the three at any given time.</a:t>
            </a:r>
          </a:p>
        </p:txBody>
      </p:sp>
      <p:pic>
        <p:nvPicPr>
          <p:cNvPr id="2" name="图片 1">
            <a:extLst>
              <a:ext uri="{FF2B5EF4-FFF2-40B4-BE49-F238E27FC236}">
                <a16:creationId xmlns:a16="http://schemas.microsoft.com/office/drawing/2014/main" id="{6530363D-DE21-6F16-1409-A069BC581FB8}"/>
              </a:ext>
            </a:extLst>
          </p:cNvPr>
          <p:cNvPicPr>
            <a:picLocks noChangeAspect="1"/>
          </p:cNvPicPr>
          <p:nvPr/>
        </p:nvPicPr>
        <p:blipFill>
          <a:blip r:embed="rId3">
            <a:extLst>
              <a:ext uri="{BEBA8EAE-BF5A-486C-A8C5-ECC9F3942E4B}">
                <a14:imgProps xmlns:a14="http://schemas.microsoft.com/office/drawing/2010/main">
                  <a14:imgLayer r:embed="rId4">
                    <a14:imgEffect>
                      <a14:saturation sat="300000"/>
                    </a14:imgEffect>
                  </a14:imgLayer>
                </a14:imgProps>
              </a:ext>
            </a:extLst>
          </a:blip>
          <a:stretch>
            <a:fillRect/>
          </a:stretch>
        </p:blipFill>
        <p:spPr>
          <a:xfrm>
            <a:off x="8718387" y="1845733"/>
            <a:ext cx="2993910" cy="2775963"/>
          </a:xfrm>
          <a:prstGeom prst="rect">
            <a:avLst/>
          </a:prstGeom>
        </p:spPr>
      </p:pic>
    </p:spTree>
    <p:extLst>
      <p:ext uri="{BB962C8B-B14F-4D97-AF65-F5344CB8AC3E}">
        <p14:creationId xmlns:p14="http://schemas.microsoft.com/office/powerpoint/2010/main" val="835011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8E8B0-C81A-BDE9-DCD5-B51D8EAB889D}"/>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38509054-7181-673B-CD8A-FEE86BA8DBAB}"/>
              </a:ext>
            </a:extLst>
          </p:cNvPr>
          <p:cNvSpPr>
            <a:spLocks noGrp="1"/>
          </p:cNvSpPr>
          <p:nvPr>
            <p:ph type="title"/>
          </p:nvPr>
        </p:nvSpPr>
        <p:spPr/>
        <p:txBody>
          <a:bodyPr/>
          <a:lstStyle/>
          <a:p>
            <a:r>
              <a:rPr lang="en-US" altLang="zh-CN" dirty="0"/>
              <a:t>Other Related Technologies in NoSQL</a:t>
            </a:r>
            <a:endParaRPr lang="en-US" dirty="0"/>
          </a:p>
        </p:txBody>
      </p:sp>
      <p:sp>
        <p:nvSpPr>
          <p:cNvPr id="4" name="Slide Number Placeholder 3">
            <a:extLst>
              <a:ext uri="{FF2B5EF4-FFF2-40B4-BE49-F238E27FC236}">
                <a16:creationId xmlns:a16="http://schemas.microsoft.com/office/drawing/2014/main" id="{BC1B203F-6955-670F-2E76-B895730A9B9E}"/>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23</a:t>
            </a:fld>
            <a:endParaRPr lang="en-US" sz="1400">
              <a:solidFill>
                <a:schemeClr val="bg1"/>
              </a:solidFill>
            </a:endParaRPr>
          </a:p>
        </p:txBody>
      </p:sp>
      <p:sp>
        <p:nvSpPr>
          <p:cNvPr id="19" name="Content Placeholder 2">
            <a:extLst>
              <a:ext uri="{FF2B5EF4-FFF2-40B4-BE49-F238E27FC236}">
                <a16:creationId xmlns:a16="http://schemas.microsoft.com/office/drawing/2014/main" id="{D5A18805-C87C-2879-3080-7069E5AEC259}"/>
              </a:ext>
            </a:extLst>
          </p:cNvPr>
          <p:cNvSpPr txBox="1">
            <a:spLocks/>
          </p:cNvSpPr>
          <p:nvPr/>
        </p:nvSpPr>
        <p:spPr>
          <a:xfrm>
            <a:off x="975360" y="1845732"/>
            <a:ext cx="10732935" cy="490293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2400" b="1" u="sng" dirty="0"/>
              <a:t>Distributed Big Data Processing</a:t>
            </a:r>
          </a:p>
          <a:p>
            <a:pPr lvl="1">
              <a:buFont typeface="Wingdings" panose="05000000000000000000" pitchFamily="2" charset="2"/>
              <a:buChar char="v"/>
            </a:pPr>
            <a:r>
              <a:rPr lang="en-US" sz="2400" dirty="0"/>
              <a:t>NoSQL systems generally do not provide complex data processing capabilities.</a:t>
            </a:r>
          </a:p>
          <a:p>
            <a:pPr lvl="1">
              <a:buFont typeface="Wingdings" panose="05000000000000000000" pitchFamily="2" charset="2"/>
              <a:buChar char="v"/>
            </a:pPr>
            <a:r>
              <a:rPr lang="en-US" sz="2400" dirty="0"/>
              <a:t>Big data processing is often distributed, multi-stage, and time-consuming, requiring solutions to a series of challenges:</a:t>
            </a:r>
          </a:p>
          <a:p>
            <a:pPr lvl="2">
              <a:buFont typeface="Wingdings" panose="05000000000000000000" pitchFamily="2" charset="2"/>
              <a:buChar char="v"/>
            </a:pPr>
            <a:r>
              <a:rPr lang="en-US" sz="2000" dirty="0"/>
              <a:t>Resource Allocation in Clusters:​ Allocating appropriate resources across nodes, such as memory size and CPU capacity.</a:t>
            </a:r>
          </a:p>
          <a:p>
            <a:pPr lvl="2">
              <a:buFont typeface="Wingdings" panose="05000000000000000000" pitchFamily="2" charset="2"/>
              <a:buChar char="v"/>
            </a:pPr>
            <a:r>
              <a:rPr lang="en-US" sz="2000" dirty="0"/>
              <a:t>Task Scheduling: Managing multiple task queues.</a:t>
            </a:r>
          </a:p>
          <a:p>
            <a:pPr lvl="2">
              <a:buFont typeface="Wingdings" panose="05000000000000000000" pitchFamily="2" charset="2"/>
              <a:buChar char="v"/>
            </a:pPr>
            <a:r>
              <a:rPr lang="en-US" sz="2000" dirty="0"/>
              <a:t>Multi-stage Processing:​ Handling intermediate data distribution and aggregation across processing stages.</a:t>
            </a:r>
          </a:p>
          <a:p>
            <a:pPr lvl="2">
              <a:buFont typeface="Wingdings" panose="05000000000000000000" pitchFamily="2" charset="2"/>
              <a:buChar char="v"/>
            </a:pPr>
            <a:r>
              <a:rPr lang="en-US" sz="2000" dirty="0"/>
              <a:t>Monitoring and Fault Tolerance:​ Monitoring task progress, detecting failures in sub-tasks, and providing resilience.</a:t>
            </a:r>
          </a:p>
          <a:p>
            <a:pPr lvl="2">
              <a:buFont typeface="Wingdings" panose="05000000000000000000" pitchFamily="2" charset="2"/>
              <a:buChar char="v"/>
            </a:pPr>
            <a:r>
              <a:rPr lang="en-US" sz="2000" dirty="0"/>
              <a:t>Usability:​ Ensuring ease of use for the entire system.</a:t>
            </a:r>
          </a:p>
          <a:p>
            <a:pPr lvl="1">
              <a:buFont typeface="Wingdings" panose="05000000000000000000" pitchFamily="2" charset="2"/>
              <a:buChar char="v"/>
            </a:pPr>
            <a:r>
              <a:rPr lang="en-US" sz="2400" dirty="0"/>
              <a:t>Common big data processing frameworks include </a:t>
            </a:r>
            <a:r>
              <a:rPr lang="en-US" sz="2400" dirty="0">
                <a:solidFill>
                  <a:srgbClr val="FF0000"/>
                </a:solidFill>
              </a:rPr>
              <a:t>Hadoop​ </a:t>
            </a:r>
            <a:r>
              <a:rPr lang="en-US" sz="2400" dirty="0"/>
              <a:t>and </a:t>
            </a:r>
            <a:r>
              <a:rPr lang="en-US" sz="2400" dirty="0">
                <a:solidFill>
                  <a:srgbClr val="FF0000"/>
                </a:solidFill>
              </a:rPr>
              <a:t>Spark</a:t>
            </a:r>
            <a:r>
              <a:rPr lang="en-US" sz="2400" dirty="0"/>
              <a:t>.</a:t>
            </a:r>
          </a:p>
        </p:txBody>
      </p:sp>
    </p:spTree>
    <p:extLst>
      <p:ext uri="{BB962C8B-B14F-4D97-AF65-F5344CB8AC3E}">
        <p14:creationId xmlns:p14="http://schemas.microsoft.com/office/powerpoint/2010/main" val="313189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25A69-08D0-CA65-D328-2F25551F6C0B}"/>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6D355D5B-46C4-3AB1-7A99-F63E36FA77EA}"/>
              </a:ext>
            </a:extLst>
          </p:cNvPr>
          <p:cNvSpPr>
            <a:spLocks noGrp="1"/>
          </p:cNvSpPr>
          <p:nvPr>
            <p:ph type="title"/>
          </p:nvPr>
        </p:nvSpPr>
        <p:spPr/>
        <p:txBody>
          <a:bodyPr/>
          <a:lstStyle/>
          <a:p>
            <a:r>
              <a:rPr lang="en-US" altLang="zh-CN" dirty="0"/>
              <a:t>Other Related Technologies in NoSQL</a:t>
            </a:r>
            <a:endParaRPr lang="en-US" dirty="0"/>
          </a:p>
        </p:txBody>
      </p:sp>
      <p:sp>
        <p:nvSpPr>
          <p:cNvPr id="4" name="Slide Number Placeholder 3">
            <a:extLst>
              <a:ext uri="{FF2B5EF4-FFF2-40B4-BE49-F238E27FC236}">
                <a16:creationId xmlns:a16="http://schemas.microsoft.com/office/drawing/2014/main" id="{57F68373-6A91-0085-0888-DF488AAC5E32}"/>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24</a:t>
            </a:fld>
            <a:endParaRPr lang="en-US" sz="1400">
              <a:solidFill>
                <a:schemeClr val="bg1"/>
              </a:solidFill>
            </a:endParaRPr>
          </a:p>
        </p:txBody>
      </p:sp>
      <p:sp>
        <p:nvSpPr>
          <p:cNvPr id="19" name="Content Placeholder 2">
            <a:extLst>
              <a:ext uri="{FF2B5EF4-FFF2-40B4-BE49-F238E27FC236}">
                <a16:creationId xmlns:a16="http://schemas.microsoft.com/office/drawing/2014/main" id="{B907D60F-A6A2-8FE1-BDBF-50CE9918A246}"/>
              </a:ext>
            </a:extLst>
          </p:cNvPr>
          <p:cNvSpPr txBox="1">
            <a:spLocks/>
          </p:cNvSpPr>
          <p:nvPr/>
        </p:nvSpPr>
        <p:spPr>
          <a:xfrm>
            <a:off x="979517" y="1825854"/>
            <a:ext cx="10732935" cy="490293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2400" b="1" u="sng" dirty="0"/>
              <a:t>Time Synchronization Service</a:t>
            </a:r>
          </a:p>
          <a:p>
            <a:pPr lvl="1">
              <a:buFont typeface="Wingdings" panose="05000000000000000000" pitchFamily="2" charset="2"/>
              <a:buChar char="v"/>
            </a:pPr>
            <a:r>
              <a:rPr lang="en-US" sz="2400" dirty="0"/>
              <a:t>In distributed applications, it is often necessary to ensure that the time is consistent across all nodes.</a:t>
            </a:r>
          </a:p>
          <a:p>
            <a:pPr lvl="2">
              <a:buFont typeface="Wingdings" panose="05000000000000000000" pitchFamily="2" charset="2"/>
              <a:buChar char="v"/>
            </a:pPr>
            <a:r>
              <a:rPr lang="en-US" sz="2200" dirty="0"/>
              <a:t>Otherwise, nodes may fail to perform notifications, synchronization, or consistency checks based on mechanisms like timestamps. In practice, if the time difference between nodes is too large, the cluster may fail to start.</a:t>
            </a:r>
          </a:p>
          <a:p>
            <a:pPr lvl="2">
              <a:buFont typeface="Wingdings" panose="05000000000000000000" pitchFamily="2" charset="2"/>
              <a:buChar char="v"/>
            </a:pPr>
            <a:r>
              <a:rPr lang="en-US" sz="2200" dirty="0"/>
              <a:t>In NoSQL and big data applications within a Local Area Network (LAN), real-world time synchronization may not be required, but time consistency across all nodes is essential.</a:t>
            </a:r>
          </a:p>
          <a:p>
            <a:pPr lvl="1">
              <a:buFont typeface="Wingdings" panose="05000000000000000000" pitchFamily="2" charset="2"/>
              <a:buChar char="v"/>
            </a:pPr>
            <a:r>
              <a:rPr lang="en-US" sz="2400" dirty="0">
                <a:solidFill>
                  <a:srgbClr val="FF0000"/>
                </a:solidFill>
              </a:rPr>
              <a:t>NTP</a:t>
            </a:r>
            <a:r>
              <a:rPr lang="en-US" sz="2400" dirty="0"/>
              <a:t> (Network Time Protocol)​ is a common mechanism for distributed time synchronization.</a:t>
            </a:r>
          </a:p>
          <a:p>
            <a:pPr lvl="2">
              <a:buFont typeface="Wingdings" panose="05000000000000000000" pitchFamily="2" charset="2"/>
              <a:buChar char="v"/>
            </a:pPr>
            <a:r>
              <a:rPr lang="en-US" sz="2200" dirty="0"/>
              <a:t>The NTP protocol has been developed to version 4, achieving millisecond-level accuracy, and has become an international standard (IETF RFC 5905).</a:t>
            </a:r>
          </a:p>
        </p:txBody>
      </p:sp>
    </p:spTree>
    <p:extLst>
      <p:ext uri="{BB962C8B-B14F-4D97-AF65-F5344CB8AC3E}">
        <p14:creationId xmlns:p14="http://schemas.microsoft.com/office/powerpoint/2010/main" val="2033921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B9945-ED2A-B71F-51EE-9FEC65E0D78E}"/>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D0A39BA4-6FE0-DFF0-4F35-C6057B8F7361}"/>
              </a:ext>
            </a:extLst>
          </p:cNvPr>
          <p:cNvSpPr>
            <a:spLocks noGrp="1"/>
          </p:cNvSpPr>
          <p:nvPr>
            <p:ph type="title"/>
          </p:nvPr>
        </p:nvSpPr>
        <p:spPr/>
        <p:txBody>
          <a:bodyPr/>
          <a:lstStyle/>
          <a:p>
            <a:r>
              <a:rPr lang="en-US" altLang="zh-CN" dirty="0"/>
              <a:t>Other Related Technologies in NoSQL</a:t>
            </a:r>
            <a:endParaRPr lang="en-US" dirty="0"/>
          </a:p>
        </p:txBody>
      </p:sp>
      <p:sp>
        <p:nvSpPr>
          <p:cNvPr id="4" name="Slide Number Placeholder 3">
            <a:extLst>
              <a:ext uri="{FF2B5EF4-FFF2-40B4-BE49-F238E27FC236}">
                <a16:creationId xmlns:a16="http://schemas.microsoft.com/office/drawing/2014/main" id="{F2D97F88-1F6B-96EA-CB66-92B4A051600B}"/>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25</a:t>
            </a:fld>
            <a:endParaRPr lang="en-US" sz="1400">
              <a:solidFill>
                <a:schemeClr val="bg1"/>
              </a:solidFill>
            </a:endParaRPr>
          </a:p>
        </p:txBody>
      </p:sp>
      <p:sp>
        <p:nvSpPr>
          <p:cNvPr id="19" name="Content Placeholder 2">
            <a:extLst>
              <a:ext uri="{FF2B5EF4-FFF2-40B4-BE49-F238E27FC236}">
                <a16:creationId xmlns:a16="http://schemas.microsoft.com/office/drawing/2014/main" id="{97FB826A-8C0C-7B4A-58CE-57C230F044C1}"/>
              </a:ext>
            </a:extLst>
          </p:cNvPr>
          <p:cNvSpPr txBox="1">
            <a:spLocks/>
          </p:cNvSpPr>
          <p:nvPr/>
        </p:nvSpPr>
        <p:spPr>
          <a:xfrm>
            <a:off x="979517" y="1825854"/>
            <a:ext cx="10732935" cy="490293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2400" b="1" u="sng" dirty="0"/>
              <a:t>Bloom Filter</a:t>
            </a:r>
          </a:p>
          <a:p>
            <a:pPr lvl="1">
              <a:buFont typeface="Wingdings" panose="05000000000000000000" pitchFamily="2" charset="2"/>
              <a:buChar char="v"/>
            </a:pPr>
            <a:r>
              <a:rPr lang="en-US" sz="2400" dirty="0"/>
              <a:t>The Bloom filter has a long history and was not specifically designed for distributed applications.</a:t>
            </a:r>
          </a:p>
          <a:p>
            <a:pPr lvl="1">
              <a:buFont typeface="Wingdings" panose="05000000000000000000" pitchFamily="2" charset="2"/>
              <a:buChar char="v"/>
            </a:pPr>
            <a:r>
              <a:rPr lang="en-US" sz="2400" dirty="0"/>
              <a:t>Its purpose is to </a:t>
            </a:r>
            <a:r>
              <a:rPr lang="en-US" sz="2400" dirty="0">
                <a:solidFill>
                  <a:srgbClr val="FF0000"/>
                </a:solidFill>
              </a:rPr>
              <a:t>check whether an element exists within a set</a:t>
            </a:r>
            <a:r>
              <a:rPr lang="en-US" sz="2400" dirty="0"/>
              <a:t> (e.g., a data block).</a:t>
            </a:r>
          </a:p>
          <a:p>
            <a:pPr lvl="1">
              <a:buFont typeface="Wingdings" panose="05000000000000000000" pitchFamily="2" charset="2"/>
              <a:buChar char="v"/>
            </a:pPr>
            <a:r>
              <a:rPr lang="en-US" sz="2400" dirty="0"/>
              <a:t>Its advantages are low space overhead and fast query speed. The main drawback is a false positive rate: the Bloom filter may falsely indicate an element is in the set, but if it shows the element is absent, it is definitely not present.</a:t>
            </a:r>
          </a:p>
          <a:p>
            <a:pPr lvl="1">
              <a:buFont typeface="Wingdings" panose="05000000000000000000" pitchFamily="2" charset="2"/>
              <a:buChar char="v"/>
            </a:pPr>
            <a:r>
              <a:rPr lang="en-US" sz="2400" dirty="0"/>
              <a:t>Scenario: A node containing multiple data files may need to scan all files sequentially during data retrieval, which can be slow due to hardware limitations. Despite the false positive rate, the Bloom filter can quickly eliminate irrelevant files, significantly speeding up the scan.</a:t>
            </a:r>
            <a:endParaRPr lang="en-US" sz="2200" dirty="0"/>
          </a:p>
        </p:txBody>
      </p:sp>
    </p:spTree>
    <p:extLst>
      <p:ext uri="{BB962C8B-B14F-4D97-AF65-F5344CB8AC3E}">
        <p14:creationId xmlns:p14="http://schemas.microsoft.com/office/powerpoint/2010/main" val="4014194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F50F8-5945-D4FA-22CE-4A4402344732}"/>
            </a:ext>
          </a:extLst>
        </p:cNvPr>
        <p:cNvGrpSpPr/>
        <p:nvPr/>
      </p:nvGrpSpPr>
      <p:grpSpPr>
        <a:xfrm>
          <a:off x="0" y="0"/>
          <a:ext cx="0" cy="0"/>
          <a:chOff x="0" y="0"/>
          <a:chExt cx="0" cy="0"/>
        </a:xfrm>
      </p:grpSpPr>
      <p:sp>
        <p:nvSpPr>
          <p:cNvPr id="26625" name="Title 1">
            <a:extLst>
              <a:ext uri="{FF2B5EF4-FFF2-40B4-BE49-F238E27FC236}">
                <a16:creationId xmlns:a16="http://schemas.microsoft.com/office/drawing/2014/main" id="{CAB45078-FC5F-391C-D6DF-CEA0FC30F429}"/>
              </a:ext>
            </a:extLst>
          </p:cNvPr>
          <p:cNvSpPr>
            <a:spLocks noGrp="1"/>
          </p:cNvSpPr>
          <p:nvPr>
            <p:ph type="title"/>
          </p:nvPr>
        </p:nvSpPr>
        <p:spPr/>
        <p:txBody>
          <a:bodyPr/>
          <a:lstStyle/>
          <a:p>
            <a:r>
              <a:rPr lang="en-US" dirty="0"/>
              <a:t>RDBMS vs NoSQL</a:t>
            </a:r>
          </a:p>
        </p:txBody>
      </p:sp>
      <p:sp>
        <p:nvSpPr>
          <p:cNvPr id="4" name="Slide Number Placeholder 3">
            <a:extLst>
              <a:ext uri="{FF2B5EF4-FFF2-40B4-BE49-F238E27FC236}">
                <a16:creationId xmlns:a16="http://schemas.microsoft.com/office/drawing/2014/main" id="{3361CA20-39F8-EA38-4C9D-2EA10E27384E}"/>
              </a:ext>
            </a:extLst>
          </p:cNvPr>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26</a:t>
            </a:fld>
            <a:endParaRPr lang="en-US" sz="1400">
              <a:solidFill>
                <a:schemeClr val="bg1"/>
              </a:solidFill>
            </a:endParaRPr>
          </a:p>
        </p:txBody>
      </p:sp>
      <p:sp>
        <p:nvSpPr>
          <p:cNvPr id="19" name="Content Placeholder 2">
            <a:extLst>
              <a:ext uri="{FF2B5EF4-FFF2-40B4-BE49-F238E27FC236}">
                <a16:creationId xmlns:a16="http://schemas.microsoft.com/office/drawing/2014/main" id="{FA0BED4B-4923-2455-1D86-CD513E11F30A}"/>
              </a:ext>
            </a:extLst>
          </p:cNvPr>
          <p:cNvSpPr txBox="1">
            <a:spLocks/>
          </p:cNvSpPr>
          <p:nvPr/>
        </p:nvSpPr>
        <p:spPr>
          <a:xfrm>
            <a:off x="975360" y="1845733"/>
            <a:ext cx="10613666" cy="7628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400" dirty="0"/>
              <a:t> Features and functionalities in RDBMS may be abandoned or weakened in NoSQL</a:t>
            </a:r>
            <a:endParaRPr lang="en-US" sz="1600" dirty="0"/>
          </a:p>
        </p:txBody>
      </p:sp>
      <p:graphicFrame>
        <p:nvGraphicFramePr>
          <p:cNvPr id="2" name="表格 1">
            <a:extLst>
              <a:ext uri="{FF2B5EF4-FFF2-40B4-BE49-F238E27FC236}">
                <a16:creationId xmlns:a16="http://schemas.microsoft.com/office/drawing/2014/main" id="{CE701F49-BD07-38CC-C974-18D1908B4A6F}"/>
              </a:ext>
            </a:extLst>
          </p:cNvPr>
          <p:cNvGraphicFramePr>
            <a:graphicFrameLocks noGrp="1"/>
          </p:cNvGraphicFramePr>
          <p:nvPr>
            <p:extLst>
              <p:ext uri="{D42A27DB-BD31-4B8C-83A1-F6EECF244321}">
                <p14:modId xmlns:p14="http://schemas.microsoft.com/office/powerpoint/2010/main" val="554997319"/>
              </p:ext>
            </p:extLst>
          </p:nvPr>
        </p:nvGraphicFramePr>
        <p:xfrm>
          <a:off x="1299272" y="2364542"/>
          <a:ext cx="9856408" cy="3531351"/>
        </p:xfrm>
        <a:graphic>
          <a:graphicData uri="http://schemas.openxmlformats.org/drawingml/2006/table">
            <a:tbl>
              <a:tblPr firstRow="1" bandRow="1">
                <a:tableStyleId>{B301B821-A1FF-4177-AEE7-76D212191A09}</a:tableStyleId>
              </a:tblPr>
              <a:tblGrid>
                <a:gridCol w="4071834">
                  <a:extLst>
                    <a:ext uri="{9D8B030D-6E8A-4147-A177-3AD203B41FA5}">
                      <a16:colId xmlns:a16="http://schemas.microsoft.com/office/drawing/2014/main" val="2029475501"/>
                    </a:ext>
                  </a:extLst>
                </a:gridCol>
                <a:gridCol w="5784574">
                  <a:extLst>
                    <a:ext uri="{9D8B030D-6E8A-4147-A177-3AD203B41FA5}">
                      <a16:colId xmlns:a16="http://schemas.microsoft.com/office/drawing/2014/main" val="1294477111"/>
                    </a:ext>
                  </a:extLst>
                </a:gridCol>
              </a:tblGrid>
              <a:tr h="375674">
                <a:tc>
                  <a:txBody>
                    <a:bodyPr/>
                    <a:lstStyle/>
                    <a:p>
                      <a:pPr algn="ctr"/>
                      <a:r>
                        <a:rPr lang="en-US" altLang="zh-CN" sz="1800" dirty="0">
                          <a:latin typeface="微软雅黑" panose="020B0503020204020204" pitchFamily="34" charset="-122"/>
                          <a:ea typeface="微软雅黑" panose="020B0503020204020204" pitchFamily="34" charset="-122"/>
                        </a:rPr>
                        <a:t>RDBMS</a:t>
                      </a:r>
                      <a:endParaRPr lang="zh-CN" altLang="en-US" sz="1800" dirty="0">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latin typeface="微软雅黑" panose="020B0503020204020204" pitchFamily="34" charset="-122"/>
                          <a:ea typeface="微软雅黑" panose="020B0503020204020204" pitchFamily="34" charset="-122"/>
                        </a:rPr>
                        <a:t>NoSQL</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Database</a:t>
                      </a:r>
                      <a:endParaRPr lang="zh-CN" altLang="en-US" sz="1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049688287"/>
                  </a:ext>
                </a:extLst>
              </a:tr>
              <a:tr h="778237">
                <a:tc>
                  <a:txBody>
                    <a:bodyPr/>
                    <a:lstStyle/>
                    <a:p>
                      <a:pPr algn="l" fontAlgn="ctr">
                        <a:buNone/>
                      </a:pPr>
                      <a:r>
                        <a:rPr lang="en-US" b="0" dirty="0">
                          <a:solidFill>
                            <a:srgbClr val="000000"/>
                          </a:solidFill>
                          <a:effectLst/>
                          <a:latin typeface="-apple-system"/>
                        </a:rPr>
                        <a:t>Relations, (Row-Oriented) Two-Dimensional Table Structures</a:t>
                      </a:r>
                    </a:p>
                  </a:txBody>
                  <a:tcPr marT="76200" marB="76200" anchor="ctr"/>
                </a:tc>
                <a:tc>
                  <a:txBody>
                    <a:bodyPr/>
                    <a:lstStyle/>
                    <a:p>
                      <a:pPr algn="l" fontAlgn="ctr">
                        <a:buNone/>
                      </a:pPr>
                      <a:r>
                        <a:rPr lang="en-US" b="0" dirty="0">
                          <a:solidFill>
                            <a:srgbClr val="000000"/>
                          </a:solidFill>
                          <a:effectLst/>
                          <a:latin typeface="-apple-system"/>
                        </a:rPr>
                        <a:t>Adopts alternative structures such as </a:t>
                      </a:r>
                      <a:r>
                        <a:rPr lang="en-US" b="1" dirty="0">
                          <a:solidFill>
                            <a:srgbClr val="000000"/>
                          </a:solidFill>
                          <a:effectLst/>
                          <a:latin typeface="inherit"/>
                        </a:rPr>
                        <a:t>Key-Value Pairs, Columnar Storage, Document Storage</a:t>
                      </a:r>
                      <a:r>
                        <a:rPr lang="en-US" b="0" dirty="0">
                          <a:solidFill>
                            <a:srgbClr val="000000"/>
                          </a:solidFill>
                          <a:effectLst/>
                          <a:latin typeface="-apple-system"/>
                        </a:rPr>
                        <a:t>, etc.</a:t>
                      </a:r>
                    </a:p>
                  </a:txBody>
                  <a:tcPr marT="76200" marB="76200" anchor="ctr"/>
                </a:tc>
                <a:extLst>
                  <a:ext uri="{0D108BD9-81ED-4DB2-BD59-A6C34878D82A}">
                    <a16:rowId xmlns:a16="http://schemas.microsoft.com/office/drawing/2014/main" val="1845645519"/>
                  </a:ext>
                </a:extLst>
              </a:tr>
              <a:tr h="689860">
                <a:tc>
                  <a:txBody>
                    <a:bodyPr/>
                    <a:lstStyle/>
                    <a:p>
                      <a:pPr algn="l" fontAlgn="ctr">
                        <a:buNone/>
                      </a:pPr>
                      <a:r>
                        <a:rPr lang="en-US" b="0">
                          <a:solidFill>
                            <a:srgbClr val="000000"/>
                          </a:solidFill>
                          <a:effectLst/>
                          <a:latin typeface="-apple-system"/>
                        </a:rPr>
                        <a:t>Integrity Constraints, Design Paradigms (Normal Forms)</a:t>
                      </a:r>
                    </a:p>
                  </a:txBody>
                  <a:tcPr marT="76200" marB="76200" anchor="ctr"/>
                </a:tc>
                <a:tc>
                  <a:txBody>
                    <a:bodyPr/>
                    <a:lstStyle/>
                    <a:p>
                      <a:pPr algn="l" fontAlgn="ctr">
                        <a:buNone/>
                      </a:pPr>
                      <a:r>
                        <a:rPr lang="en-US" b="0">
                          <a:solidFill>
                            <a:srgbClr val="000000"/>
                          </a:solidFill>
                          <a:effectLst/>
                          <a:latin typeface="-apple-system"/>
                        </a:rPr>
                        <a:t>NoSQL may not require column atomicity, does not support referential integrity, and does not adhere to design paradigms like </a:t>
                      </a:r>
                      <a:r>
                        <a:rPr lang="en-US" b="1">
                          <a:solidFill>
                            <a:srgbClr val="000000"/>
                          </a:solidFill>
                          <a:effectLst/>
                          <a:latin typeface="inherit"/>
                        </a:rPr>
                        <a:t>1NF, 2NF</a:t>
                      </a:r>
                      <a:r>
                        <a:rPr lang="en-US" b="0">
                          <a:solidFill>
                            <a:srgbClr val="000000"/>
                          </a:solidFill>
                          <a:effectLst/>
                          <a:latin typeface="-apple-system"/>
                        </a:rPr>
                        <a:t>, etc.</a:t>
                      </a:r>
                    </a:p>
                  </a:txBody>
                  <a:tcPr marT="76200" marB="76200" anchor="ctr"/>
                </a:tc>
                <a:extLst>
                  <a:ext uri="{0D108BD9-81ED-4DB2-BD59-A6C34878D82A}">
                    <a16:rowId xmlns:a16="http://schemas.microsoft.com/office/drawing/2014/main" val="1375219458"/>
                  </a:ext>
                </a:extLst>
              </a:tr>
              <a:tr h="389921">
                <a:tc>
                  <a:txBody>
                    <a:bodyPr/>
                    <a:lstStyle/>
                    <a:p>
                      <a:pPr algn="l" fontAlgn="ctr">
                        <a:buNone/>
                      </a:pPr>
                      <a:r>
                        <a:rPr lang="en-US" b="0">
                          <a:solidFill>
                            <a:srgbClr val="000000"/>
                          </a:solidFill>
                          <a:effectLst/>
                          <a:latin typeface="-apple-system"/>
                        </a:rPr>
                        <a:t>Transaction Mechanisms, Strong Consistency, </a:t>
                      </a:r>
                      <a:r>
                        <a:rPr lang="en-US" b="1">
                          <a:solidFill>
                            <a:srgbClr val="000000"/>
                          </a:solidFill>
                          <a:effectLst/>
                          <a:latin typeface="inherit"/>
                        </a:rPr>
                        <a:t>ACID</a:t>
                      </a:r>
                      <a:r>
                        <a:rPr lang="en-US" b="0">
                          <a:solidFill>
                            <a:srgbClr val="000000"/>
                          </a:solidFill>
                          <a:effectLst/>
                          <a:latin typeface="-apple-system"/>
                        </a:rPr>
                        <a:t>​ Properties</a:t>
                      </a:r>
                    </a:p>
                  </a:txBody>
                  <a:tcPr marT="76200" marB="76200" anchor="ctr"/>
                </a:tc>
                <a:tc>
                  <a:txBody>
                    <a:bodyPr/>
                    <a:lstStyle/>
                    <a:p>
                      <a:pPr algn="l" fontAlgn="ctr">
                        <a:buNone/>
                      </a:pPr>
                      <a:r>
                        <a:rPr lang="en-US" b="0">
                          <a:solidFill>
                            <a:srgbClr val="000000"/>
                          </a:solidFill>
                          <a:effectLst/>
                          <a:latin typeface="-apple-system"/>
                        </a:rPr>
                        <a:t>Focus on </a:t>
                      </a:r>
                      <a:r>
                        <a:rPr lang="en-US" b="1">
                          <a:solidFill>
                            <a:srgbClr val="000000"/>
                          </a:solidFill>
                          <a:effectLst/>
                          <a:latin typeface="inherit"/>
                        </a:rPr>
                        <a:t>CAP Theorem</a:t>
                      </a:r>
                      <a:r>
                        <a:rPr lang="en-US" b="0">
                          <a:solidFill>
                            <a:srgbClr val="000000"/>
                          </a:solidFill>
                          <a:effectLst/>
                          <a:latin typeface="-apple-system"/>
                        </a:rPr>
                        <a:t>​ and </a:t>
                      </a:r>
                      <a:r>
                        <a:rPr lang="en-US" b="1">
                          <a:solidFill>
                            <a:srgbClr val="000000"/>
                          </a:solidFill>
                          <a:effectLst/>
                          <a:latin typeface="inherit"/>
                        </a:rPr>
                        <a:t>BASE</a:t>
                      </a:r>
                      <a:r>
                        <a:rPr lang="en-US" b="0">
                          <a:solidFill>
                            <a:srgbClr val="000000"/>
                          </a:solidFill>
                          <a:effectLst/>
                          <a:latin typeface="-apple-system"/>
                        </a:rPr>
                        <a:t>​ principles (Basically Available, Soft state, Eventual consistency)</a:t>
                      </a:r>
                    </a:p>
                  </a:txBody>
                  <a:tcPr marT="76200" marB="76200" anchor="ctr"/>
                </a:tc>
                <a:extLst>
                  <a:ext uri="{0D108BD9-81ED-4DB2-BD59-A6C34878D82A}">
                    <a16:rowId xmlns:a16="http://schemas.microsoft.com/office/drawing/2014/main" val="3481404704"/>
                  </a:ext>
                </a:extLst>
              </a:tr>
              <a:tr h="689860">
                <a:tc>
                  <a:txBody>
                    <a:bodyPr/>
                    <a:lstStyle/>
                    <a:p>
                      <a:pPr algn="l" fontAlgn="ctr">
                        <a:buNone/>
                      </a:pPr>
                      <a:r>
                        <a:rPr lang="en-US" b="1">
                          <a:solidFill>
                            <a:srgbClr val="000000"/>
                          </a:solidFill>
                          <a:effectLst/>
                          <a:latin typeface="inherit"/>
                        </a:rPr>
                        <a:t>SQL</a:t>
                      </a:r>
                      <a:r>
                        <a:rPr lang="en-US" b="0">
                          <a:solidFill>
                            <a:srgbClr val="000000"/>
                          </a:solidFill>
                          <a:effectLst/>
                          <a:latin typeface="-apple-system"/>
                        </a:rPr>
                        <a:t>​ (and the powerful querying and manipulation capabilities it represents)</a:t>
                      </a:r>
                    </a:p>
                  </a:txBody>
                  <a:tcPr marT="76200" marB="76200" anchor="ctr"/>
                </a:tc>
                <a:tc>
                  <a:txBody>
                    <a:bodyPr/>
                    <a:lstStyle/>
                    <a:p>
                      <a:pPr algn="l" fontAlgn="ctr">
                        <a:buNone/>
                      </a:pPr>
                      <a:r>
                        <a:rPr lang="en-US" b="0" dirty="0">
                          <a:solidFill>
                            <a:srgbClr val="000000"/>
                          </a:solidFill>
                          <a:effectLst/>
                          <a:latin typeface="-apple-system"/>
                        </a:rPr>
                        <a:t>May provide query languages similar to SQL, but generally do not support complex operations like </a:t>
                      </a:r>
                      <a:r>
                        <a:rPr lang="en-US" b="1" dirty="0">
                          <a:solidFill>
                            <a:srgbClr val="000000"/>
                          </a:solidFill>
                          <a:effectLst/>
                          <a:latin typeface="inherit"/>
                        </a:rPr>
                        <a:t>cross-table joins</a:t>
                      </a:r>
                      <a:r>
                        <a:rPr lang="en-US" b="0" dirty="0">
                          <a:solidFill>
                            <a:srgbClr val="000000"/>
                          </a:solidFill>
                          <a:effectLst/>
                          <a:latin typeface="-apple-system"/>
                        </a:rPr>
                        <a:t>.</a:t>
                      </a:r>
                    </a:p>
                  </a:txBody>
                  <a:tcPr marT="76200" marB="76200" anchor="ctr"/>
                </a:tc>
                <a:extLst>
                  <a:ext uri="{0D108BD9-81ED-4DB2-BD59-A6C34878D82A}">
                    <a16:rowId xmlns:a16="http://schemas.microsoft.com/office/drawing/2014/main" val="2978251206"/>
                  </a:ext>
                </a:extLst>
              </a:tr>
            </a:tbl>
          </a:graphicData>
        </a:graphic>
      </p:graphicFrame>
    </p:spTree>
    <p:extLst>
      <p:ext uri="{BB962C8B-B14F-4D97-AF65-F5344CB8AC3E}">
        <p14:creationId xmlns:p14="http://schemas.microsoft.com/office/powerpoint/2010/main" val="1285239146"/>
      </p:ext>
    </p:extLst>
  </p:cSld>
  <p:clrMapOvr>
    <a:masterClrMapping/>
  </p:clrMapOvr>
</p:sld>
</file>

<file path=ppt/theme/theme1.xml><?xml version="1.0" encoding="utf-8"?>
<a:theme xmlns:a="http://schemas.openxmlformats.org/drawingml/2006/main" name="1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23331</TotalTime>
  <Words>1954</Words>
  <Application>Microsoft Office PowerPoint</Application>
  <PresentationFormat>宽屏</PresentationFormat>
  <Paragraphs>353</Paragraphs>
  <Slides>26</Slides>
  <Notes>24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-apple-system</vt:lpstr>
      <vt:lpstr>inherit</vt:lpstr>
      <vt:lpstr>微软雅黑</vt:lpstr>
      <vt:lpstr>Arial</vt:lpstr>
      <vt:lpstr>Calibri</vt:lpstr>
      <vt:lpstr>Calibri Light</vt:lpstr>
      <vt:lpstr>Courier New</vt:lpstr>
      <vt:lpstr>Wingdings</vt:lpstr>
      <vt:lpstr>1_Retrospect</vt:lpstr>
      <vt:lpstr>Database Systems</vt:lpstr>
      <vt:lpstr>Agenda</vt:lpstr>
      <vt:lpstr>Relational Databases</vt:lpstr>
      <vt:lpstr>RDBMS Limitations</vt:lpstr>
      <vt:lpstr>NoSQL</vt:lpstr>
      <vt:lpstr>NoSQL Database Feature</vt:lpstr>
      <vt:lpstr>NoSQL</vt:lpstr>
      <vt:lpstr>PowerPoint 演示文稿</vt:lpstr>
      <vt:lpstr>Common NoSQL Storage Models</vt:lpstr>
      <vt:lpstr>Common NoSQL Storage Models</vt:lpstr>
      <vt:lpstr>Key-value Stores</vt:lpstr>
      <vt:lpstr>Key-value Stores</vt:lpstr>
      <vt:lpstr>Document Stores</vt:lpstr>
      <vt:lpstr>PowerPoint 演示文稿</vt:lpstr>
      <vt:lpstr>Column Stores</vt:lpstr>
      <vt:lpstr>Column Stores – Data Model</vt:lpstr>
      <vt:lpstr>PowerPoint 演示文稿</vt:lpstr>
      <vt:lpstr>Graph Databases</vt:lpstr>
      <vt:lpstr>PowerPoint 演示文稿</vt:lpstr>
      <vt:lpstr>PowerPoint 演示文稿</vt:lpstr>
      <vt:lpstr>Consistency Issues</vt:lpstr>
      <vt:lpstr>The CAP Theorem</vt:lpstr>
      <vt:lpstr>Other Related Technologies in NoSQL</vt:lpstr>
      <vt:lpstr>Other Related Technologies in NoSQL</vt:lpstr>
      <vt:lpstr>Other Related Technologies in NoSQL</vt:lpstr>
      <vt:lpstr>RDBMS vs NoSQL</vt:lpstr>
    </vt:vector>
  </TitlesOfParts>
  <Company>Tippie College of Business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Zhou, Xun</dc:creator>
  <cp:lastModifiedBy>Xun Zhou</cp:lastModifiedBy>
  <cp:revision>1334</cp:revision>
  <dcterms:created xsi:type="dcterms:W3CDTF">2014-09-09T01:52:12Z</dcterms:created>
  <dcterms:modified xsi:type="dcterms:W3CDTF">2025-11-13T01:35:19Z</dcterms:modified>
</cp:coreProperties>
</file>